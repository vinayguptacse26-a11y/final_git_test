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4.xml" ContentType="application/vnd.openxmlformats-officedocument.theme+xml"/>
  <Override PartName="/ppt/tags/tag78.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79.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80.xml" ContentType="application/vnd.openxmlformats-officedocument.presentationml.tags+xml"/>
  <Override PartName="/ppt/notesSlides/notesSlide2.xml" ContentType="application/vnd.openxmlformats-officedocument.presentationml.notesSlide+xml"/>
  <Override PartName="/ppt/tags/tag8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1"/>
    <p:sldMasterId id="2147483715" r:id="rId32"/>
    <p:sldMasterId id="2147483792" r:id="rId33"/>
    <p:sldMasterId id="2147483868" r:id="rId34"/>
  </p:sldMasterIdLst>
  <p:notesMasterIdLst>
    <p:notesMasterId r:id="rId68"/>
  </p:notesMasterIdLst>
  <p:handoutMasterIdLst>
    <p:handoutMasterId r:id="rId69"/>
  </p:handoutMasterIdLst>
  <p:sldIdLst>
    <p:sldId id="2147481343" r:id="rId35"/>
    <p:sldId id="2147480527" r:id="rId36"/>
    <p:sldId id="2147480384" r:id="rId37"/>
    <p:sldId id="2147481290" r:id="rId38"/>
    <p:sldId id="2147481342" r:id="rId39"/>
    <p:sldId id="2147481340" r:id="rId40"/>
    <p:sldId id="2147481341" r:id="rId41"/>
    <p:sldId id="2147481300" r:id="rId42"/>
    <p:sldId id="2147481289" r:id="rId43"/>
    <p:sldId id="293" r:id="rId44"/>
    <p:sldId id="2147481337" r:id="rId45"/>
    <p:sldId id="2147481336" r:id="rId46"/>
    <p:sldId id="279" r:id="rId47"/>
    <p:sldId id="2147480492" r:id="rId48"/>
    <p:sldId id="2147480513" r:id="rId49"/>
    <p:sldId id="2147479933" r:id="rId50"/>
    <p:sldId id="2147480503" r:id="rId51"/>
    <p:sldId id="2147481347" r:id="rId52"/>
    <p:sldId id="2147480491" r:id="rId53"/>
    <p:sldId id="2147480493" r:id="rId54"/>
    <p:sldId id="2147480514" r:id="rId55"/>
    <p:sldId id="2147481339" r:id="rId56"/>
    <p:sldId id="2147480515" r:id="rId57"/>
    <p:sldId id="2147480499" r:id="rId58"/>
    <p:sldId id="2147480516" r:id="rId59"/>
    <p:sldId id="2147480517" r:id="rId60"/>
    <p:sldId id="2147480518" r:id="rId61"/>
    <p:sldId id="2147480519" r:id="rId62"/>
    <p:sldId id="2147480521" r:id="rId63"/>
    <p:sldId id="2147480524" r:id="rId64"/>
    <p:sldId id="2147480486" r:id="rId65"/>
    <p:sldId id="2147480526" r:id="rId66"/>
    <p:sldId id="2147481348"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0DCBE0F-F5FB-5C10-23CE-E0DFE3B3A0DA}" name="Maciej Furtak" initials="MF" userId="S::maciej.furtak@admindagency.com::c5652744-cbe7-43b3-94ef-c17340bab646" providerId="AD"/>
  <p188:author id="{53E4C412-BA61-D855-3F3C-6F5FD4D3019F}" name="Olga Shikhova" initials="OS" userId="S::olga.shikhova@admindagency.com::80e93ae6-8251-461e-b91e-786d26717b0b" providerId="AD"/>
  <p188:author id="{6F6A5916-6CE4-E9CE-4F38-A019100F2021}" name="Thilo Trabner" initials="TT" userId="S::thilo.trabner@ch.abb.com::61d8b816-0dd5-48c1-a80f-20e3cf83ecb7" providerId="AD"/>
  <p188:author id="{13FD6732-64FB-B156-57C0-1B3FB3F9CC15}" name="Aleksander Nowak" initials="AN" userId="S::aleksander.nowak@pl.abb.com::bc530007-6203-408a-b7ed-cba55799c8a2" providerId="AD"/>
  <p188:author id="{CC8B1852-AFEF-1C3F-876C-D1C027F6C4AD}" name="Evdokia Kouidou" initials="" userId="S::evdokia.kouidou@ch.abb.com::a6727dec-ded1-41e9-b10d-1f27cdf12d1a" providerId="AD"/>
  <p188:author id="{886FF673-100F-D25C-A076-4C1FC0C34F34}" name="Ian McGibbon" initials="" userId="S::ian.mcgibbon2@ch.abb.com::3a01f2b8-a37d-41db-8056-7475c4c4679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mytro Lieshonok" initials="DL" lastIdx="2" clrIdx="0">
    <p:extLst>
      <p:ext uri="{19B8F6BF-5375-455C-9EA6-DF929625EA0E}">
        <p15:presenceInfo xmlns:p15="http://schemas.microsoft.com/office/powerpoint/2012/main" userId="Dmytro Lieshono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101"/>
    <a:srgbClr val="FF00FF"/>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9AC8B1-80AE-40C0-B480-13666E342E5F}" v="1069" dt="2025-12-22T16:23:14.297"/>
  </p1510:revLst>
</p1510:revInfo>
</file>

<file path=ppt/tableStyles.xml><?xml version="1.0" encoding="utf-8"?>
<a:tblStyleLst xmlns:a="http://schemas.openxmlformats.org/drawingml/2006/main" def="{773F8A54-F971-430D-9108-034FE38666E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Styl jasny 1 — Ak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Styl jasny 3 — Ak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D5ABB26-0587-4C30-8999-92F81FD0307C}" styleName="Bez stylu, bez siatki">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0A1B5D5-9B99-4C35-A422-299274C87663}" styleName="Mittlere Formatvorlage 1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Helle Formatvorlage 3 - Akz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73F8A54-F971-430D-9108-034FE38666EA}" styleName="ABB Default Table">
    <a:wholeTbl>
      <a:tcTxStyle>
        <a:fontRef idx="minor">
          <a:prstClr val="black"/>
        </a:fontRef>
        <a:schemeClr val="dk1"/>
      </a:tcTxStyle>
      <a:tcStyle>
        <a:tcBdr>
          <a:left>
            <a:ln>
              <a:noFill/>
            </a:ln>
          </a:left>
          <a:right>
            <a:ln>
              <a:noFill/>
            </a:ln>
          </a:right>
          <a:top>
            <a:ln w="30000" cmpd="sng">
              <a:solidFill>
                <a:schemeClr val="dk1"/>
              </a:solidFill>
            </a:ln>
          </a:top>
          <a:bottom>
            <a:ln w="0" cmpd="sng">
              <a:solidFill>
                <a:schemeClr val="dk1"/>
              </a:solidFill>
            </a:ln>
          </a:bottom>
          <a:insideH>
            <a:ln w="5000" cmpd="sng">
              <a:solidFill>
                <a:schemeClr val="accent4"/>
              </a:solidFill>
            </a:ln>
          </a:insideH>
          <a:insideV>
            <a:ln>
              <a:noFill/>
            </a:ln>
          </a:insideV>
        </a:tcBdr>
        <a:fill>
          <a:solidFill>
            <a:schemeClr val="lt1"/>
          </a:solidFill>
        </a:fill>
      </a:tcStyle>
    </a:wholeTbl>
    <a:band1H>
      <a:tcStyle>
        <a:tcBdr/>
        <a:fill>
          <a:solidFill>
            <a:schemeClr val="lt1"/>
          </a:solidFill>
        </a:fill>
      </a:tcStyle>
    </a:band1H>
    <a:band2H>
      <a:tcStyle>
        <a:tcBdr/>
      </a:tcStyle>
    </a:band2H>
    <a:band1V>
      <a:tcStyle>
        <a:tcBdr/>
        <a:fill>
          <a:solidFill>
            <a:schemeClr val="lt1"/>
          </a:solidFill>
        </a:fill>
      </a:tcStyle>
    </a:band1V>
    <a:band2V>
      <a:tcStyle>
        <a:tcBdr/>
      </a:tcStyle>
    </a:band2V>
    <a:lastCol>
      <a:tcTxStyle b="off">
        <a:fontRef idx="minor">
          <a:schemeClr val="dk1"/>
        </a:fontRef>
        <a:schemeClr val="dk1"/>
      </a:tcTxStyle>
      <a:tcStyle>
        <a:tcBdr/>
        <a:fill>
          <a:solidFill>
            <a:schemeClr val="accent5"/>
          </a:solidFill>
        </a:fill>
      </a:tcStyle>
    </a:lastCol>
    <a:firstCol>
      <a:tcTxStyle b="off">
        <a:fontRef idx="minor">
          <a:schemeClr val="dk1"/>
        </a:fontRef>
        <a:schemeClr val="dk1"/>
      </a:tcTxStyle>
      <a:tcStyle>
        <a:tcBdr/>
        <a:fill>
          <a:solidFill>
            <a:schemeClr val="accent5"/>
          </a:solidFill>
        </a:fill>
      </a:tcStyle>
    </a:firstCol>
    <a:lastRow>
      <a:tcTxStyle b="off">
        <a:fontRef idx="minor">
          <a:prstClr val="black"/>
        </a:fontRef>
        <a:schemeClr val="dk1"/>
      </a:tcTxStyle>
      <a:tcStyle>
        <a:tcBdr/>
        <a:fill>
          <a:solidFill>
            <a:schemeClr val="accent5"/>
          </a:solidFill>
        </a:fill>
      </a:tcStyle>
    </a:lastRow>
    <a:firstRow>
      <a:tcTxStyle b="on">
        <a:fontRef idx="minor">
          <a:prstClr val="black"/>
        </a:fontRef>
        <a:schemeClr val="dk1"/>
      </a:tcTxStyle>
      <a:tcStyle>
        <a:tcBdr>
          <a:bottom>
            <a:ln w="5000" cmpd="sng">
              <a:solidFill>
                <a:schemeClr val="dk1"/>
              </a:solidFill>
            </a:ln>
          </a:bottom>
        </a:tcBdr>
        <a:fill>
          <a:solidFill>
            <a:schemeClr val="l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60"/>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slide" Target="slides/slide8.xml"/><Relationship Id="rId47" Type="http://schemas.openxmlformats.org/officeDocument/2006/relationships/slide" Target="slides/slide13.xml"/><Relationship Id="rId63" Type="http://schemas.openxmlformats.org/officeDocument/2006/relationships/slide" Target="slides/slide2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slideMaster" Target="slideMasters/slideMaster2.xml"/><Relationship Id="rId37" Type="http://schemas.openxmlformats.org/officeDocument/2006/relationships/slide" Target="slides/slide3.xml"/><Relationship Id="rId40" Type="http://schemas.openxmlformats.org/officeDocument/2006/relationships/slide" Target="slides/slide6.xml"/><Relationship Id="rId45" Type="http://schemas.openxmlformats.org/officeDocument/2006/relationships/slide" Target="slides/slide11.xml"/><Relationship Id="rId53" Type="http://schemas.openxmlformats.org/officeDocument/2006/relationships/slide" Target="slides/slide19.xml"/><Relationship Id="rId58" Type="http://schemas.openxmlformats.org/officeDocument/2006/relationships/slide" Target="slides/slide24.xml"/><Relationship Id="rId66" Type="http://schemas.openxmlformats.org/officeDocument/2006/relationships/slide" Target="slides/slide32.xml"/><Relationship Id="rId74" Type="http://schemas.openxmlformats.org/officeDocument/2006/relationships/tableStyles" Target="tableStyles.xml"/><Relationship Id="rId5" Type="http://schemas.openxmlformats.org/officeDocument/2006/relationships/customXml" Target="../customXml/item5.xml"/><Relationship Id="rId61" Type="http://schemas.openxmlformats.org/officeDocument/2006/relationships/slide" Target="slides/slide27.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slide" Target="slides/slide1.xml"/><Relationship Id="rId43" Type="http://schemas.openxmlformats.org/officeDocument/2006/relationships/slide" Target="slides/slide9.xml"/><Relationship Id="rId48" Type="http://schemas.openxmlformats.org/officeDocument/2006/relationships/slide" Target="slides/slide14.xml"/><Relationship Id="rId56" Type="http://schemas.openxmlformats.org/officeDocument/2006/relationships/slide" Target="slides/slide22.xml"/><Relationship Id="rId64" Type="http://schemas.openxmlformats.org/officeDocument/2006/relationships/slide" Target="slides/slide30.xml"/><Relationship Id="rId69" Type="http://schemas.openxmlformats.org/officeDocument/2006/relationships/handoutMaster" Target="handoutMasters/handoutMaster1.xml"/><Relationship Id="rId8" Type="http://schemas.openxmlformats.org/officeDocument/2006/relationships/customXml" Target="../customXml/item8.xml"/><Relationship Id="rId51" Type="http://schemas.openxmlformats.org/officeDocument/2006/relationships/slide" Target="slides/slide1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Master" Target="slideMasters/slideMaster3.xml"/><Relationship Id="rId38" Type="http://schemas.openxmlformats.org/officeDocument/2006/relationships/slide" Target="slides/slide4.xml"/><Relationship Id="rId46" Type="http://schemas.openxmlformats.org/officeDocument/2006/relationships/slide" Target="slides/slide12.xml"/><Relationship Id="rId59" Type="http://schemas.openxmlformats.org/officeDocument/2006/relationships/slide" Target="slides/slide25.xml"/><Relationship Id="rId67" Type="http://schemas.openxmlformats.org/officeDocument/2006/relationships/slide" Target="slides/slide33.xml"/><Relationship Id="rId20" Type="http://schemas.openxmlformats.org/officeDocument/2006/relationships/customXml" Target="../customXml/item20.xml"/><Relationship Id="rId41" Type="http://schemas.openxmlformats.org/officeDocument/2006/relationships/slide" Target="slides/slide7.xml"/><Relationship Id="rId54" Type="http://schemas.openxmlformats.org/officeDocument/2006/relationships/slide" Target="slides/slide20.xml"/><Relationship Id="rId62" Type="http://schemas.openxmlformats.org/officeDocument/2006/relationships/slide" Target="slides/slide28.xml"/><Relationship Id="rId70" Type="http://schemas.openxmlformats.org/officeDocument/2006/relationships/commentAuthors" Target="commentAuthor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slide" Target="slides/slide2.xml"/><Relationship Id="rId49" Type="http://schemas.openxmlformats.org/officeDocument/2006/relationships/slide" Target="slides/slide15.xml"/><Relationship Id="rId57" Type="http://schemas.openxmlformats.org/officeDocument/2006/relationships/slide" Target="slides/slide23.xml"/><Relationship Id="rId10" Type="http://schemas.openxmlformats.org/officeDocument/2006/relationships/customXml" Target="../customXml/item10.xml"/><Relationship Id="rId31" Type="http://schemas.openxmlformats.org/officeDocument/2006/relationships/slideMaster" Target="slideMasters/slideMaster1.xml"/><Relationship Id="rId44" Type="http://schemas.openxmlformats.org/officeDocument/2006/relationships/slide" Target="slides/slide10.xml"/><Relationship Id="rId52" Type="http://schemas.openxmlformats.org/officeDocument/2006/relationships/slide" Target="slides/slide18.xml"/><Relationship Id="rId60" Type="http://schemas.openxmlformats.org/officeDocument/2006/relationships/slide" Target="slides/slide26.xml"/><Relationship Id="rId65" Type="http://schemas.openxmlformats.org/officeDocument/2006/relationships/slide" Target="slides/slide31.xml"/><Relationship Id="rId73"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slide" Target="slides/slide5.xml"/><Relationship Id="rId34" Type="http://schemas.openxmlformats.org/officeDocument/2006/relationships/slideMaster" Target="slideMasters/slideMaster4.xml"/><Relationship Id="rId50" Type="http://schemas.openxmlformats.org/officeDocument/2006/relationships/slide" Target="slides/slide16.xml"/><Relationship Id="rId55" Type="http://schemas.openxmlformats.org/officeDocument/2006/relationships/slide" Target="slides/slide21.xml"/><Relationship Id="rId76" Type="http://schemas.microsoft.com/office/2018/10/relationships/authors" Target="authors.xml"/><Relationship Id="rId7" Type="http://schemas.openxmlformats.org/officeDocument/2006/relationships/customXml" Target="../customXml/item7.xml"/><Relationship Id="rId71"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4000" b="0" i="0" u="none" strike="noStrike" kern="1200" spc="0" baseline="0">
                <a:solidFill>
                  <a:schemeClr val="bg1"/>
                </a:solidFill>
                <a:latin typeface="ABBvoice Display SemiBold" panose="020D0704020603060204" pitchFamily="34" charset="0"/>
                <a:ea typeface="+mn-ea"/>
                <a:cs typeface="ABBvoice Display SemiBold" panose="020D0704020603060204" pitchFamily="34" charset="0"/>
              </a:defRPr>
            </a:pPr>
            <a:r>
              <a:rPr lang="pl-PL" sz="4000">
                <a:solidFill>
                  <a:schemeClr val="bg1"/>
                </a:solidFill>
                <a:latin typeface="ABBvoice Display SemiBold" panose="020D0704020603060204" pitchFamily="34" charset="0"/>
                <a:cs typeface="ABBvoice Display SemiBold" panose="020D0704020603060204" pitchFamily="34" charset="0"/>
              </a:rPr>
              <a:t>99.</a:t>
            </a:r>
            <a:r>
              <a:rPr lang="fi-FI" sz="4000">
                <a:solidFill>
                  <a:schemeClr val="bg1"/>
                </a:solidFill>
                <a:latin typeface="ABBvoice Display SemiBold" panose="020D0704020603060204" pitchFamily="34" charset="0"/>
                <a:cs typeface="ABBvoice Display SemiBold" panose="020D0704020603060204" pitchFamily="34" charset="0"/>
              </a:rPr>
              <a:t>13</a:t>
            </a:r>
            <a:r>
              <a:rPr lang="pl-PL" sz="4000">
                <a:solidFill>
                  <a:schemeClr val="bg1"/>
                </a:solidFill>
                <a:latin typeface="ABBvoice Display SemiBold" panose="020D0704020603060204" pitchFamily="34" charset="0"/>
                <a:cs typeface="ABBvoice Display SemiBold" panose="020D0704020603060204" pitchFamily="34" charset="0"/>
              </a:rPr>
              <a:t>%</a:t>
            </a:r>
            <a:endParaRPr lang="en-US" sz="4000">
              <a:solidFill>
                <a:schemeClr val="bg1"/>
              </a:solidFill>
              <a:latin typeface="ABBvoice Display SemiBold" panose="020D0704020603060204" pitchFamily="34" charset="0"/>
              <a:cs typeface="ABBvoice Display SemiBold" panose="020D0704020603060204" pitchFamily="34" charset="0"/>
            </a:endParaRPr>
          </a:p>
        </c:rich>
      </c:tx>
      <c:layout>
        <c:manualLayout>
          <c:xMode val="edge"/>
          <c:yMode val="edge"/>
          <c:x val="0.23347033196620243"/>
          <c:y val="0.42301350074444971"/>
        </c:manualLayout>
      </c:layout>
      <c:overlay val="0"/>
      <c:spPr>
        <a:noFill/>
        <a:ln>
          <a:noFill/>
        </a:ln>
        <a:effectLst/>
      </c:spPr>
      <c:txPr>
        <a:bodyPr rot="0" spcFirstLastPara="1" vertOverflow="ellipsis" vert="horz" wrap="square" anchor="ctr" anchorCtr="1"/>
        <a:lstStyle/>
        <a:p>
          <a:pPr>
            <a:defRPr sz="4000" b="0" i="0" u="none" strike="noStrike" kern="1200" spc="0" baseline="0">
              <a:solidFill>
                <a:schemeClr val="bg1"/>
              </a:solidFill>
              <a:latin typeface="ABBvoice Display SemiBold" panose="020D0704020603060204" pitchFamily="34" charset="0"/>
              <a:ea typeface="+mn-ea"/>
              <a:cs typeface="ABBvoice Display SemiBold" panose="020D0704020603060204" pitchFamily="34" charset="0"/>
            </a:defRPr>
          </a:pPr>
          <a:endParaRPr lang="en-US"/>
        </a:p>
      </c:txPr>
    </c:title>
    <c:autoTitleDeleted val="0"/>
    <c:plotArea>
      <c:layout>
        <c:manualLayout>
          <c:layoutTarget val="inner"/>
          <c:xMode val="edge"/>
          <c:yMode val="edge"/>
          <c:x val="0.13984688562517575"/>
          <c:y val="0.1183193051790758"/>
          <c:w val="0.72030642847099724"/>
          <c:h val="0.765734247175066"/>
        </c:manualLayout>
      </c:layout>
      <c:doughnutChart>
        <c:varyColors val="1"/>
        <c:ser>
          <c:idx val="0"/>
          <c:order val="0"/>
          <c:tx>
            <c:strRef>
              <c:f>Sheet1!$B$1</c:f>
              <c:strCache>
                <c:ptCount val="1"/>
                <c:pt idx="0">
                  <c:v>Sales</c:v>
                </c:pt>
              </c:strCache>
            </c:strRef>
          </c:tx>
          <c:spPr>
            <a:ln>
              <a:noFill/>
            </a:ln>
          </c:spPr>
          <c:dPt>
            <c:idx val="0"/>
            <c:bubble3D val="0"/>
            <c:spPr>
              <a:solidFill>
                <a:schemeClr val="bg1"/>
              </a:solidFill>
              <a:ln w="19050">
                <a:noFill/>
              </a:ln>
              <a:effectLst/>
            </c:spPr>
            <c:extLst>
              <c:ext xmlns:c16="http://schemas.microsoft.com/office/drawing/2014/chart" uri="{C3380CC4-5D6E-409C-BE32-E72D297353CC}">
                <c16:uniqueId val="{00000001-B2C1-4C2B-A2F3-4FC1DD775104}"/>
              </c:ext>
            </c:extLst>
          </c:dPt>
          <c:dPt>
            <c:idx val="1"/>
            <c:bubble3D val="0"/>
            <c:spPr>
              <a:solidFill>
                <a:schemeClr val="accent1"/>
              </a:solidFill>
              <a:ln w="19050">
                <a:noFill/>
              </a:ln>
              <a:effectLst/>
            </c:spPr>
            <c:extLst>
              <c:ext xmlns:c16="http://schemas.microsoft.com/office/drawing/2014/chart" uri="{C3380CC4-5D6E-409C-BE32-E72D297353CC}">
                <c16:uniqueId val="{00000002-B2C1-4C2B-A2F3-4FC1DD775104}"/>
              </c:ext>
            </c:extLst>
          </c:dPt>
          <c:cat>
            <c:strRef>
              <c:f>Sheet1!$A$2:$A$3</c:f>
              <c:strCache>
                <c:ptCount val="2"/>
                <c:pt idx="0">
                  <c:v>1st Qtr</c:v>
                </c:pt>
                <c:pt idx="1">
                  <c:v>2nd Qtr</c:v>
                </c:pt>
              </c:strCache>
            </c:strRef>
          </c:cat>
          <c:val>
            <c:numRef>
              <c:f>Sheet1!$B$2:$B$3</c:f>
              <c:numCache>
                <c:formatCode>General</c:formatCode>
                <c:ptCount val="2"/>
                <c:pt idx="0">
                  <c:v>99</c:v>
                </c:pt>
                <c:pt idx="1">
                  <c:v>1</c:v>
                </c:pt>
              </c:numCache>
            </c:numRef>
          </c:val>
          <c:extLst>
            <c:ext xmlns:c16="http://schemas.microsoft.com/office/drawing/2014/chart" uri="{C3380CC4-5D6E-409C-BE32-E72D297353CC}">
              <c16:uniqueId val="{00000000-B2C1-4C2B-A2F3-4FC1DD775104}"/>
            </c:ext>
          </c:extLst>
        </c:ser>
        <c:dLbls>
          <c:showLegendKey val="0"/>
          <c:showVal val="0"/>
          <c:showCatName val="0"/>
          <c:showSerName val="0"/>
          <c:showPercent val="0"/>
          <c:showBubbleSize val="0"/>
          <c:showLeaderLines val="1"/>
        </c:dLbls>
        <c:firstSliceAng val="4"/>
        <c:holeSize val="8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gray">
          <a:xfrm>
            <a:off x="0" y="0"/>
            <a:ext cx="2971800" cy="457200"/>
          </a:xfrm>
          <a:prstGeom prst="rect">
            <a:avLst/>
          </a:prstGeom>
        </p:spPr>
        <p:txBody>
          <a:bodyPr vert="horz" lIns="91440" tIns="45720" rIns="91440" bIns="45720" rtlCol="0"/>
          <a:lstStyle>
            <a:lvl1pPr algn="l">
              <a:defRPr sz="1200"/>
            </a:lvl1pPr>
          </a:lstStyle>
          <a:p>
            <a:endParaRPr lang="en-US">
              <a:latin typeface="ABBvoice" panose="020D0603020503020204" pitchFamily="34" charset="0"/>
              <a:ea typeface="ABBvoice" panose="020D0603020503020204" pitchFamily="34" charset="0"/>
              <a:cs typeface="ABBvoice" panose="020D0603020503020204" pitchFamily="34" charset="0"/>
            </a:endParaRPr>
          </a:p>
        </p:txBody>
      </p:sp>
      <p:sp>
        <p:nvSpPr>
          <p:cNvPr id="3" name="Date Placeholder 2"/>
          <p:cNvSpPr>
            <a:spLocks noGrp="1"/>
          </p:cNvSpPr>
          <p:nvPr>
            <p:ph type="dt" sz="quarter" idx="1"/>
          </p:nvPr>
        </p:nvSpPr>
        <p:spPr bwMode="gray">
          <a:xfrm>
            <a:off x="3884613" y="0"/>
            <a:ext cx="2971800" cy="457200"/>
          </a:xfrm>
          <a:prstGeom prst="rect">
            <a:avLst/>
          </a:prstGeom>
        </p:spPr>
        <p:txBody>
          <a:bodyPr vert="horz" lIns="91440" tIns="45720" rIns="91440" bIns="45720" rtlCol="0"/>
          <a:lstStyle>
            <a:lvl1pPr algn="r">
              <a:defRPr sz="1200"/>
            </a:lvl1pPr>
          </a:lstStyle>
          <a:p>
            <a:fld id="{696490A3-8906-4C15-BA06-29841194A30F}" type="datetimeFigureOut">
              <a:rPr lang="en-US" smtClean="0">
                <a:latin typeface="ABBvoice" panose="020D0603020503020204" pitchFamily="34" charset="0"/>
                <a:ea typeface="ABBvoice" panose="020D0603020503020204" pitchFamily="34" charset="0"/>
                <a:cs typeface="ABBvoice" panose="020D0603020503020204" pitchFamily="34" charset="0"/>
              </a:rPr>
              <a:t>1/21/2026</a:t>
            </a:fld>
            <a:endParaRPr lang="en-US">
              <a:latin typeface="ABBvoice" panose="020D0603020503020204" pitchFamily="34" charset="0"/>
              <a:ea typeface="ABBvoice" panose="020D0603020503020204" pitchFamily="34" charset="0"/>
              <a:cs typeface="ABBvoice" panose="020D0603020503020204" pitchFamily="34" charset="0"/>
            </a:endParaRPr>
          </a:p>
        </p:txBody>
      </p:sp>
      <p:sp>
        <p:nvSpPr>
          <p:cNvPr id="4" name="Footer Placeholder 3"/>
          <p:cNvSpPr>
            <a:spLocks noGrp="1"/>
          </p:cNvSpPr>
          <p:nvPr>
            <p:ph type="ftr" sz="quarter" idx="2"/>
          </p:nvPr>
        </p:nvSpPr>
        <p:spPr bwMode="gray">
          <a:xfrm>
            <a:off x="0" y="8685213"/>
            <a:ext cx="2971800" cy="457200"/>
          </a:xfrm>
          <a:prstGeom prst="rect">
            <a:avLst/>
          </a:prstGeom>
        </p:spPr>
        <p:txBody>
          <a:bodyPr vert="horz" lIns="91440" tIns="45720" rIns="91440" bIns="45720" rtlCol="0" anchor="b"/>
          <a:lstStyle>
            <a:lvl1pPr algn="l">
              <a:defRPr sz="1200"/>
            </a:lvl1pPr>
          </a:lstStyle>
          <a:p>
            <a:endParaRPr lang="en-US">
              <a:latin typeface="ABBvoice" panose="020D0603020503020204" pitchFamily="34" charset="0"/>
              <a:ea typeface="ABBvoice" panose="020D0603020503020204" pitchFamily="34" charset="0"/>
              <a:cs typeface="ABBvoice" panose="020D0603020503020204" pitchFamily="34" charset="0"/>
            </a:endParaRPr>
          </a:p>
        </p:txBody>
      </p:sp>
      <p:sp>
        <p:nvSpPr>
          <p:cNvPr id="5" name="Slide Number Placeholder 4"/>
          <p:cNvSpPr>
            <a:spLocks noGrp="1"/>
          </p:cNvSpPr>
          <p:nvPr>
            <p:ph type="sldNum" sz="quarter" idx="3"/>
          </p:nvPr>
        </p:nvSpPr>
        <p:spPr bwMode="gray">
          <a:xfrm>
            <a:off x="3884613" y="8685213"/>
            <a:ext cx="2971800" cy="457200"/>
          </a:xfrm>
          <a:prstGeom prst="rect">
            <a:avLst/>
          </a:prstGeom>
        </p:spPr>
        <p:txBody>
          <a:bodyPr vert="horz" lIns="91440" tIns="45720" rIns="91440" bIns="45720" rtlCol="0" anchor="b"/>
          <a:lstStyle>
            <a:lvl1pPr algn="r">
              <a:defRPr sz="1200"/>
            </a:lvl1pPr>
          </a:lstStyle>
          <a:p>
            <a:fld id="{CDABD733-F72C-4484-8056-9C6167F848BC}" type="slidenum">
              <a:rPr lang="en-US" smtClean="0">
                <a:latin typeface="ABBvoice" panose="020D0603020503020204" pitchFamily="34" charset="0"/>
                <a:ea typeface="ABBvoice" panose="020D0603020503020204" pitchFamily="34" charset="0"/>
                <a:cs typeface="ABBvoice" panose="020D0603020503020204" pitchFamily="34" charset="0"/>
              </a:rPr>
              <a:t>‹#›</a:t>
            </a:fld>
            <a:endParaRPr lang="en-US">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35656115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gray">
          <a:xfrm>
            <a:off x="0" y="0"/>
            <a:ext cx="2971800" cy="457200"/>
          </a:xfrm>
          <a:prstGeom prst="rect">
            <a:avLst/>
          </a:prstGeom>
        </p:spPr>
        <p:txBody>
          <a:bodyPr vert="horz" lIns="91440" tIns="45720" rIns="91440" bIns="45720" rtlCol="0"/>
          <a:lstStyle>
            <a:lvl1pPr algn="l">
              <a:defRPr sz="1200">
                <a:latin typeface="ABBvoice" panose="020D0603020503020204" pitchFamily="34" charset="0"/>
                <a:ea typeface="ABBvoice" panose="020D0603020503020204" pitchFamily="34" charset="0"/>
                <a:cs typeface="ABBvoice" panose="020D0603020503020204" pitchFamily="34" charset="0"/>
              </a:defRPr>
            </a:lvl1pPr>
          </a:lstStyle>
          <a:p>
            <a:endParaRPr lang="en-US"/>
          </a:p>
        </p:txBody>
      </p:sp>
      <p:sp>
        <p:nvSpPr>
          <p:cNvPr id="3" name="Date Placeholder 2"/>
          <p:cNvSpPr>
            <a:spLocks noGrp="1"/>
          </p:cNvSpPr>
          <p:nvPr>
            <p:ph type="dt" idx="1"/>
          </p:nvPr>
        </p:nvSpPr>
        <p:spPr bwMode="gray">
          <a:xfrm>
            <a:off x="3884613" y="0"/>
            <a:ext cx="2971800" cy="457200"/>
          </a:xfrm>
          <a:prstGeom prst="rect">
            <a:avLst/>
          </a:prstGeom>
        </p:spPr>
        <p:txBody>
          <a:bodyPr vert="horz" lIns="91440" tIns="45720" rIns="91440" bIns="45720" rtlCol="0"/>
          <a:lstStyle>
            <a:lvl1pPr algn="r">
              <a:defRPr sz="1200">
                <a:latin typeface="ABBvoice" panose="020D0603020503020204" pitchFamily="34" charset="0"/>
                <a:ea typeface="ABBvoice" panose="020D0603020503020204" pitchFamily="34" charset="0"/>
                <a:cs typeface="ABBvoice" panose="020D0603020503020204" pitchFamily="34" charset="0"/>
              </a:defRPr>
            </a:lvl1pPr>
          </a:lstStyle>
          <a:p>
            <a:fld id="{7B9B1A6A-6BBE-4409-8C9E-DA0703379151}" type="datetimeFigureOut">
              <a:rPr lang="en-US" smtClean="0"/>
              <a:pPr/>
              <a:t>1/21/2026</a:t>
            </a:fld>
            <a:endParaRPr lang="en-US"/>
          </a:p>
        </p:txBody>
      </p:sp>
      <p:sp>
        <p:nvSpPr>
          <p:cNvPr id="4" name="Slide Image Placeholder 3"/>
          <p:cNvSpPr>
            <a:spLocks noGrp="1" noRot="1" noChangeAspect="1"/>
          </p:cNvSpPr>
          <p:nvPr>
            <p:ph type="sldImg" idx="2"/>
          </p:nvPr>
        </p:nvSpPr>
        <p:spPr bwMode="gray">
          <a:xfrm>
            <a:off x="383822" y="685800"/>
            <a:ext cx="6096000" cy="3429000"/>
          </a:xfrm>
          <a:prstGeom prst="rect">
            <a:avLst/>
          </a:prstGeom>
          <a:noFill/>
          <a:ln w="12700">
            <a:solidFill>
              <a:schemeClr val="accent5"/>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bwMode="gray">
          <a:xfrm>
            <a:off x="383822" y="4343400"/>
            <a:ext cx="6090356" cy="411480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bwMode="gray">
          <a:xfrm>
            <a:off x="0" y="8685213"/>
            <a:ext cx="2971800" cy="457200"/>
          </a:xfrm>
          <a:prstGeom prst="rect">
            <a:avLst/>
          </a:prstGeom>
        </p:spPr>
        <p:txBody>
          <a:bodyPr vert="horz" lIns="91440" tIns="45720" rIns="91440" bIns="45720" rtlCol="0" anchor="b"/>
          <a:lstStyle>
            <a:lvl1pPr algn="l">
              <a:defRPr sz="1200">
                <a:latin typeface="ABBvoice" panose="020D0603020503020204" pitchFamily="34" charset="0"/>
                <a:ea typeface="ABBvoice" panose="020D0603020503020204" pitchFamily="34" charset="0"/>
                <a:cs typeface="ABBvoice" panose="020D0603020503020204" pitchFamily="34" charset="0"/>
              </a:defRPr>
            </a:lvl1pPr>
          </a:lstStyle>
          <a:p>
            <a:endParaRPr lang="en-US"/>
          </a:p>
        </p:txBody>
      </p:sp>
      <p:sp>
        <p:nvSpPr>
          <p:cNvPr id="7" name="Slide Number Placeholder 6"/>
          <p:cNvSpPr>
            <a:spLocks noGrp="1"/>
          </p:cNvSpPr>
          <p:nvPr>
            <p:ph type="sldNum" sz="quarter" idx="5"/>
          </p:nvPr>
        </p:nvSpPr>
        <p:spPr bwMode="gray">
          <a:xfrm>
            <a:off x="3884613" y="8685213"/>
            <a:ext cx="2971800" cy="457200"/>
          </a:xfrm>
          <a:prstGeom prst="rect">
            <a:avLst/>
          </a:prstGeom>
        </p:spPr>
        <p:txBody>
          <a:bodyPr vert="horz" lIns="91440" tIns="45720" rIns="91440" bIns="45720" rtlCol="0" anchor="b"/>
          <a:lstStyle>
            <a:lvl1pPr algn="r">
              <a:defRPr sz="1200">
                <a:latin typeface="ABBvoice" panose="020D0603020503020204" pitchFamily="34" charset="0"/>
                <a:ea typeface="ABBvoice" panose="020D0603020503020204" pitchFamily="34" charset="0"/>
                <a:cs typeface="ABBvoice" panose="020D0603020503020204" pitchFamily="34" charset="0"/>
              </a:defRPr>
            </a:lvl1pPr>
          </a:lstStyle>
          <a:p>
            <a:fld id="{3A94E69C-C28A-4BE6-BE89-71D8FB2035FD}" type="slidenum">
              <a:rPr lang="en-US" smtClean="0"/>
              <a:pPr/>
              <a:t>‹#›</a:t>
            </a:fld>
            <a:endParaRPr lang="en-US"/>
          </a:p>
        </p:txBody>
      </p:sp>
    </p:spTree>
    <p:extLst>
      <p:ext uri="{BB962C8B-B14F-4D97-AF65-F5344CB8AC3E}">
        <p14:creationId xmlns:p14="http://schemas.microsoft.com/office/powerpoint/2010/main" val="4290885645"/>
      </p:ext>
    </p:extLst>
  </p:cSld>
  <p:clrMap bg1="lt1" tx1="dk1" bg2="lt2" tx2="dk2" accent1="accent1" accent2="accent2" accent3="accent3" accent4="accent4" accent5="accent5" accent6="accent6" hlink="hlink" folHlink="folHlink"/>
  <p:notesStyle>
    <a:lvl1pPr marL="0" indent="0" algn="l" defTabSz="914400" rtl="0" eaLnBrk="1" latinLnBrk="0" hangingPunct="1">
      <a:defRPr sz="1200" kern="1200">
        <a:solidFill>
          <a:schemeClr val="tx1"/>
        </a:solidFill>
        <a:latin typeface="ABBvoice" panose="020D0603020503020204" pitchFamily="34" charset="0"/>
        <a:ea typeface="ABBvoice" panose="020D0603020503020204" pitchFamily="34" charset="0"/>
        <a:cs typeface="ABBvoice" panose="020D0603020503020204" pitchFamily="34" charset="0"/>
      </a:defRPr>
    </a:lvl1pPr>
    <a:lvl2pPr marL="180000" indent="-180000" algn="l" defTabSz="914400" rtl="0" eaLnBrk="1" latinLnBrk="0" hangingPunct="1">
      <a:buFont typeface="ABBvoiceOffice" panose="020D0603020503020204" pitchFamily="34" charset="0"/>
      <a:buChar char="–"/>
      <a:defRPr sz="1200" kern="1200">
        <a:solidFill>
          <a:schemeClr val="tx1"/>
        </a:solidFill>
        <a:latin typeface="ABBvoice" panose="020D0603020503020204" pitchFamily="34" charset="0"/>
        <a:ea typeface="ABBvoice" panose="020D0603020503020204" pitchFamily="34" charset="0"/>
        <a:cs typeface="ABBvoice" panose="020D0603020503020204" pitchFamily="34" charset="0"/>
      </a:defRPr>
    </a:lvl2pPr>
    <a:lvl3pPr marL="360000" indent="-180000" algn="l" defTabSz="914400" rtl="0" eaLnBrk="1" latinLnBrk="0" hangingPunct="1">
      <a:buFont typeface="Arial" panose="020B0604020202020204" pitchFamily="34" charset="0"/>
      <a:buChar char="•"/>
      <a:defRPr sz="1200" kern="1200">
        <a:solidFill>
          <a:schemeClr val="tx1"/>
        </a:solidFill>
        <a:latin typeface="ABBvoice" panose="020D0603020503020204" pitchFamily="34" charset="0"/>
        <a:ea typeface="ABBvoice" panose="020D0603020503020204" pitchFamily="34" charset="0"/>
        <a:cs typeface="ABBvoice" panose="020D0603020503020204" pitchFamily="34" charset="0"/>
      </a:defRPr>
    </a:lvl3pPr>
    <a:lvl4pPr marL="360000" indent="-180000" algn="l" defTabSz="914400" rtl="0" eaLnBrk="1" latinLnBrk="0" hangingPunct="1">
      <a:buFont typeface="Arial" panose="020B0604020202020204" pitchFamily="34" charset="0"/>
      <a:buChar char="•"/>
      <a:defRPr sz="1200" kern="1200">
        <a:solidFill>
          <a:schemeClr val="tx1"/>
        </a:solidFill>
        <a:latin typeface="ABBvoice" panose="020D0603020503020204" pitchFamily="34" charset="0"/>
        <a:ea typeface="ABBvoice" panose="020D0603020503020204" pitchFamily="34" charset="0"/>
        <a:cs typeface="ABBvoice" panose="020D0603020503020204" pitchFamily="34" charset="0"/>
      </a:defRPr>
    </a:lvl4pPr>
    <a:lvl5pPr marL="360000" indent="-180000" algn="l" defTabSz="914400" rtl="0" eaLnBrk="1" latinLnBrk="0" hangingPunct="1">
      <a:buFont typeface="Arial" panose="020B0604020202020204" pitchFamily="34" charset="0"/>
      <a:buChar char="•"/>
      <a:defRPr sz="1200" kern="1200">
        <a:solidFill>
          <a:schemeClr val="tx1"/>
        </a:solidFill>
        <a:latin typeface="ABBvoice" panose="020D0603020503020204" pitchFamily="34" charset="0"/>
        <a:ea typeface="ABBvoice" panose="020D0603020503020204" pitchFamily="34" charset="0"/>
        <a:cs typeface="ABBvoice" panose="020D0603020503020204" pitchFamily="34" charset="0"/>
      </a:defRPr>
    </a:lvl5pPr>
    <a:lvl6pPr marL="36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36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36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36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new.abb.com/news/detail/84438/abb-to-help-decarbonize-district-heat-supply-near-unesco-world-heritage-area-in-denmark"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3072027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0A80D-87D3-81A8-5428-7909CB7077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4E31E-01E8-01A4-2F96-B79E9AC41819}"/>
              </a:ext>
            </a:extLst>
          </p:cNvPr>
          <p:cNvSpPr>
            <a:spLocks noGrp="1" noRot="1" noChangeAspect="1"/>
          </p:cNvSpPr>
          <p:nvPr>
            <p:ph type="sldImg"/>
          </p:nvPr>
        </p:nvSpPr>
        <p:spPr>
          <a:xfrm>
            <a:off x="384175" y="685800"/>
            <a:ext cx="6096000" cy="3429000"/>
          </a:xfrm>
        </p:spPr>
        <p:txBody>
          <a:bodyPr/>
          <a:lstStyle/>
          <a:p>
            <a:endParaRPr lang="de-CH"/>
          </a:p>
        </p:txBody>
      </p:sp>
      <p:sp>
        <p:nvSpPr>
          <p:cNvPr id="3" name="Notes Placeholder 2">
            <a:extLst>
              <a:ext uri="{FF2B5EF4-FFF2-40B4-BE49-F238E27FC236}">
                <a16:creationId xmlns:a16="http://schemas.microsoft.com/office/drawing/2014/main" id="{CE840286-28AF-0507-C817-2E5CDEAA84B0}"/>
              </a:ext>
            </a:extLst>
          </p:cNvPr>
          <p:cNvSpPr>
            <a:spLocks noGrp="1"/>
          </p:cNvSpPr>
          <p:nvPr>
            <p:ph type="body" idx="1"/>
          </p:nvPr>
        </p:nvSpPr>
        <p:spPr/>
        <p:txBody>
          <a:bodyPr/>
          <a:lstStyle/>
          <a:p>
            <a:pPr marL="0" indent="0">
              <a:spcBef>
                <a:spcPts val="600"/>
              </a:spcBef>
              <a:buFont typeface="Arial" panose="020B0604020202020204" pitchFamily="34" charset="0"/>
              <a:buNone/>
            </a:pPr>
            <a:r>
              <a:rPr lang="en-US" sz="1200" b="1">
                <a:solidFill>
                  <a:schemeClr val="tx1"/>
                </a:solidFill>
              </a:rPr>
              <a:t>Enabling renewable power </a:t>
            </a:r>
          </a:p>
          <a:p>
            <a:pPr marL="171450" indent="-171450">
              <a:spcBef>
                <a:spcPts val="600"/>
              </a:spcBef>
              <a:buFont typeface="Arial" panose="020B0604020202020204" pitchFamily="34" charset="0"/>
              <a:buChar char="•"/>
            </a:pPr>
            <a:r>
              <a:rPr lang="en-US" sz="1200">
                <a:solidFill>
                  <a:schemeClr val="tx1"/>
                </a:solidFill>
              </a:rPr>
              <a:t>Enabling renewable power plants to run efficiently, reliably, and cost-effectively with our energy-efficient AMS synchronous motors and our AMG synchronous generators </a:t>
            </a:r>
          </a:p>
          <a:p>
            <a:pPr marL="0" indent="0">
              <a:spcBef>
                <a:spcPts val="600"/>
              </a:spcBef>
              <a:buFont typeface="Arial" panose="020B0604020202020204" pitchFamily="34" charset="0"/>
              <a:buNone/>
            </a:pPr>
            <a:r>
              <a:rPr lang="en-US" sz="1200" b="1">
                <a:solidFill>
                  <a:schemeClr val="tx1"/>
                </a:solidFill>
              </a:rPr>
              <a:t>Improving grid stability </a:t>
            </a:r>
          </a:p>
          <a:p>
            <a:pPr marL="171450" indent="-171450">
              <a:spcBef>
                <a:spcPts val="600"/>
              </a:spcBef>
              <a:buFont typeface="Arial" panose="020B0604020202020204" pitchFamily="34" charset="0"/>
              <a:buChar char="•"/>
            </a:pPr>
            <a:r>
              <a:rPr lang="en-US" sz="1200">
                <a:solidFill>
                  <a:schemeClr val="tx1"/>
                </a:solidFill>
              </a:rPr>
              <a:t>Supporting grid stability by providing power conversion equipment for integrating energy storage systems like pumped hydro, batteries, and compressed gas</a:t>
            </a:r>
          </a:p>
          <a:p>
            <a:pPr marL="171450" indent="-171450">
              <a:spcBef>
                <a:spcPts val="600"/>
              </a:spcBef>
              <a:buFont typeface="Arial" panose="020B0604020202020204" pitchFamily="34" charset="0"/>
              <a:buChar char="•"/>
            </a:pPr>
            <a:r>
              <a:rPr lang="en-US" sz="1200">
                <a:solidFill>
                  <a:schemeClr val="tx1"/>
                </a:solidFill>
              </a:rPr>
              <a:t>Offering instantaneous fault protection and stabilize network frequencies with our SCs by restoring the essential rotating inertia needed to ensure constant voltage in grids heavily utilizing wind and solar power</a:t>
            </a:r>
          </a:p>
          <a:p>
            <a:pPr marL="171450" indent="-171450">
              <a:spcBef>
                <a:spcPts val="600"/>
              </a:spcBef>
              <a:buFont typeface="Arial" panose="020B0604020202020204" pitchFamily="34" charset="0"/>
              <a:buChar char="•"/>
            </a:pPr>
            <a:r>
              <a:rPr lang="en-US" sz="1200">
                <a:solidFill>
                  <a:schemeClr val="tx1"/>
                </a:solidFill>
              </a:rPr>
              <a:t>Allowing Renewable Power Network suppliers to maintain power grid stability for their customers with our synchronous condensers </a:t>
            </a:r>
          </a:p>
          <a:p>
            <a:pPr marL="0" indent="0">
              <a:spcBef>
                <a:spcPts val="600"/>
              </a:spcBef>
              <a:buFont typeface="Arial" panose="020B0604020202020204" pitchFamily="34" charset="0"/>
              <a:buNone/>
            </a:pPr>
            <a:r>
              <a:rPr lang="en-US" sz="1200" b="1">
                <a:solidFill>
                  <a:schemeClr val="tx1"/>
                </a:solidFill>
              </a:rPr>
              <a:t>Developing Emerging applications </a:t>
            </a:r>
          </a:p>
          <a:p>
            <a:pPr marL="171450" indent="-171450">
              <a:spcBef>
                <a:spcPts val="600"/>
              </a:spcBef>
              <a:buFont typeface="Arial" panose="020B0604020202020204" pitchFamily="34" charset="0"/>
              <a:buChar char="•"/>
            </a:pPr>
            <a:r>
              <a:rPr lang="en-US" sz="1200">
                <a:solidFill>
                  <a:schemeClr val="tx1"/>
                </a:solidFill>
              </a:rPr>
              <a:t>Offering a dedicated rectifier portfolio for green hydrogen, featuring IGBT, Thyristor, and Diode technologies</a:t>
            </a:r>
          </a:p>
          <a:p>
            <a:pPr marL="171450" indent="-171450">
              <a:spcBef>
                <a:spcPts val="600"/>
              </a:spcBef>
              <a:buFont typeface="Arial" panose="020B0604020202020204" pitchFamily="34" charset="0"/>
              <a:buChar char="•"/>
            </a:pPr>
            <a:r>
              <a:rPr lang="en-US" sz="1200">
                <a:solidFill>
                  <a:schemeClr val="tx1"/>
                </a:solidFill>
              </a:rPr>
              <a:t>Powering multiple emerging applications with our motors and generators including carbon capture and storage (CCUS), hydrogen, energy storage, turbine-to-electric conversion, LNG, and data centers</a:t>
            </a:r>
          </a:p>
          <a:p>
            <a:pPr marL="0" indent="0">
              <a:spcBef>
                <a:spcPts val="600"/>
              </a:spcBef>
              <a:buFont typeface="Arial" panose="020B0604020202020204" pitchFamily="34" charset="0"/>
              <a:buNone/>
            </a:pPr>
            <a:r>
              <a:rPr lang="en-US" sz="1200" b="1">
                <a:solidFill>
                  <a:schemeClr val="tx1"/>
                </a:solidFill>
              </a:rPr>
              <a:t>Decarbonizing industrial process and transportation</a:t>
            </a:r>
          </a:p>
          <a:p>
            <a:pPr marL="171450" indent="-171450">
              <a:spcBef>
                <a:spcPts val="600"/>
              </a:spcBef>
              <a:buFont typeface="Arial" panose="020B0604020202020204" pitchFamily="34" charset="0"/>
              <a:buChar char="•"/>
            </a:pPr>
            <a:r>
              <a:rPr lang="en-US" sz="1200">
                <a:solidFill>
                  <a:schemeClr val="tx1"/>
                </a:solidFill>
              </a:rPr>
              <a:t>Replacing fossil-fuel-powered equipment in industry and marine transportation with electric solutions significantly reduces emissions</a:t>
            </a:r>
          </a:p>
          <a:p>
            <a:pPr marL="171450" indent="-171450">
              <a:spcBef>
                <a:spcPts val="600"/>
              </a:spcBef>
              <a:buFont typeface="Arial" panose="020B0604020202020204" pitchFamily="34" charset="0"/>
              <a:buChar char="•"/>
            </a:pPr>
            <a:r>
              <a:rPr lang="en-US" sz="1200">
                <a:solidFill>
                  <a:schemeClr val="tx1"/>
                </a:solidFill>
              </a:rPr>
              <a:t>Electrification technologies, supported by Variable Speed Drives (VSDs) for precise control, enhance energy efficiency and adapt across temperature ranges and processes</a:t>
            </a:r>
          </a:p>
          <a:p>
            <a:pPr marL="171450" indent="-171450">
              <a:spcBef>
                <a:spcPts val="600"/>
              </a:spcBef>
              <a:buFont typeface="Arial" panose="020B0604020202020204" pitchFamily="34" charset="0"/>
              <a:buChar char="•"/>
            </a:pPr>
            <a:r>
              <a:rPr lang="en-US" sz="1200">
                <a:solidFill>
                  <a:schemeClr val="tx1"/>
                </a:solidFill>
              </a:rPr>
              <a:t>Allowing  shipping companies to reduce their fleet’s emissions and adhere to International Maritime Organization (IMO) regulations with our Permanent magnet shaft generators </a:t>
            </a:r>
            <a:br>
              <a:rPr lang="en-US" sz="1200">
                <a:solidFill>
                  <a:schemeClr val="tx1"/>
                </a:solidFill>
              </a:rPr>
            </a:br>
            <a:endParaRPr lang="en-US" sz="1200">
              <a:solidFill>
                <a:schemeClr val="tx1"/>
              </a:solidFill>
            </a:endParaRPr>
          </a:p>
          <a:p>
            <a:pPr marL="171450" indent="-171450">
              <a:spcBef>
                <a:spcPts val="600"/>
              </a:spcBef>
              <a:buFont typeface="Arial" panose="020B0604020202020204" pitchFamily="34" charset="0"/>
              <a:buChar char="•"/>
            </a:pPr>
            <a:endParaRPr lang="en-US" sz="1200">
              <a:solidFill>
                <a:schemeClr val="tx1"/>
              </a:solidFill>
            </a:endParaRPr>
          </a:p>
          <a:p>
            <a:pPr marL="171450" indent="-171450">
              <a:spcBef>
                <a:spcPts val="600"/>
              </a:spcBef>
              <a:buFont typeface="Arial" panose="020B0604020202020204" pitchFamily="34" charset="0"/>
              <a:buChar char="•"/>
            </a:pPr>
            <a:endParaRPr lang="en-US" sz="1200">
              <a:solidFill>
                <a:schemeClr val="tx1"/>
              </a:solidFill>
            </a:endParaRPr>
          </a:p>
          <a:p>
            <a:pPr marL="171450" indent="-171450">
              <a:spcBef>
                <a:spcPts val="600"/>
              </a:spcBef>
              <a:buFont typeface="Arial" panose="020B0604020202020204" pitchFamily="34" charset="0"/>
              <a:buChar char="•"/>
            </a:pPr>
            <a:endParaRPr lang="en-US" sz="1200">
              <a:solidFill>
                <a:schemeClr val="tx1"/>
              </a:solidFill>
            </a:endParaRPr>
          </a:p>
          <a:p>
            <a:pPr marL="171450" indent="-171450">
              <a:spcBef>
                <a:spcPts val="600"/>
              </a:spcBef>
              <a:buFont typeface="Arial" panose="020B0604020202020204" pitchFamily="34" charset="0"/>
              <a:buChar char="•"/>
            </a:pPr>
            <a:endParaRPr lang="en-US" sz="1200">
              <a:solidFill>
                <a:schemeClr val="tx1"/>
              </a:solidFill>
            </a:endParaRPr>
          </a:p>
          <a:p>
            <a:pPr marL="171450" indent="-171450">
              <a:spcBef>
                <a:spcPts val="600"/>
              </a:spcBef>
              <a:buFont typeface="Arial" panose="020B0604020202020204" pitchFamily="34" charset="0"/>
              <a:buChar char="•"/>
            </a:pPr>
            <a:endParaRPr lang="en-US" sz="1200">
              <a:solidFill>
                <a:schemeClr val="tx1"/>
              </a:solidFill>
            </a:endParaRPr>
          </a:p>
          <a:p>
            <a:pPr marL="171450" indent="-171450">
              <a:spcBef>
                <a:spcPts val="600"/>
              </a:spcBef>
              <a:buFont typeface="Arial" panose="020B0604020202020204" pitchFamily="34" charset="0"/>
              <a:buChar char="•"/>
            </a:pPr>
            <a:endParaRPr lang="en-US" sz="1200">
              <a:solidFill>
                <a:schemeClr val="tx1"/>
              </a:solidFill>
            </a:endParaRPr>
          </a:p>
          <a:p>
            <a:pPr marL="0" marR="0">
              <a:spcBef>
                <a:spcPts val="0"/>
              </a:spcBef>
              <a:spcAft>
                <a:spcPts val="0"/>
              </a:spcAft>
            </a:pPr>
            <a:endParaRPr lang="en-US" sz="1200">
              <a:effectLst/>
              <a:latin typeface="Calibri" panose="020F0502020204030204" pitchFamily="34" charset="0"/>
            </a:endParaRPr>
          </a:p>
          <a:p>
            <a:endParaRPr lang="en-US"/>
          </a:p>
        </p:txBody>
      </p:sp>
      <p:sp>
        <p:nvSpPr>
          <p:cNvPr id="4" name="Slide Number Placeholder 3">
            <a:extLst>
              <a:ext uri="{FF2B5EF4-FFF2-40B4-BE49-F238E27FC236}">
                <a16:creationId xmlns:a16="http://schemas.microsoft.com/office/drawing/2014/main" id="{5DE6528E-91D7-F68A-A7F5-D880DB2560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3750317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pPr marL="0" lvl="2" indent="0">
              <a:spcBef>
                <a:spcPts val="800"/>
              </a:spcBef>
              <a:buNone/>
            </a:pPr>
            <a:r>
              <a:rPr lang="en-US" b="1">
                <a:solidFill>
                  <a:srgbClr val="000000"/>
                </a:solidFill>
                <a:ea typeface="ABBvoice"/>
                <a:cs typeface="ABBvoice"/>
              </a:rPr>
              <a:t>Value proposition for </a:t>
            </a:r>
            <a:r>
              <a:rPr kumimoji="0" lang="en-US" sz="1200" b="1" i="0" u="none" strike="noStrike" kern="1200" cap="none" spc="0" normalizeH="0" baseline="0" noProof="0">
                <a:ln>
                  <a:noFill/>
                </a:ln>
                <a:solidFill>
                  <a:srgbClr val="000000"/>
                </a:solidFill>
                <a:effectLst/>
                <a:uLnTx/>
                <a:uFillTx/>
                <a:latin typeface="ABBvoice"/>
                <a:ea typeface="ABBvoice"/>
                <a:cs typeface="ABBvoice"/>
              </a:rPr>
              <a:t>Variable Speed Drive Systems</a:t>
            </a:r>
            <a:r>
              <a:rPr lang="en-US" b="1">
                <a:solidFill>
                  <a:srgbClr val="000000"/>
                </a:solidFill>
                <a:ea typeface="ABBvoice"/>
                <a:cs typeface="ABBvoice"/>
              </a:rPr>
              <a:t>:</a:t>
            </a:r>
          </a:p>
          <a:p>
            <a:pPr marL="171450" lvl="2" indent="-171450">
              <a:spcBef>
                <a:spcPts val="800"/>
              </a:spcBef>
            </a:pPr>
            <a:r>
              <a:rPr lang="en-US">
                <a:solidFill>
                  <a:srgbClr val="000000"/>
                </a:solidFill>
                <a:ea typeface="ABBvoice"/>
                <a:cs typeface="ABBvoice"/>
              </a:rPr>
              <a:t>We take technical and commercial responsibility for coordinating the entire </a:t>
            </a:r>
            <a:r>
              <a:rPr kumimoji="0" lang="en-US" sz="1200" b="0" i="0" u="none" strike="noStrike" kern="1200" cap="none" spc="0" normalizeH="0" baseline="0" noProof="0">
                <a:ln>
                  <a:noFill/>
                </a:ln>
                <a:solidFill>
                  <a:srgbClr val="000000"/>
                </a:solidFill>
                <a:effectLst/>
                <a:uLnTx/>
                <a:uFillTx/>
                <a:latin typeface="ABBvoice"/>
                <a:ea typeface="ABBvoice"/>
                <a:cs typeface="ABBvoice"/>
              </a:rPr>
              <a:t>Variable Speed Drive Systems</a:t>
            </a:r>
            <a:r>
              <a:rPr lang="en-US">
                <a:solidFill>
                  <a:srgbClr val="000000"/>
                </a:solidFill>
                <a:ea typeface="ABBvoice"/>
                <a:cs typeface="ABBvoice"/>
              </a:rPr>
              <a:t>, helping you to reduce risk and giving you full confidence in the outcome</a:t>
            </a:r>
          </a:p>
          <a:p>
            <a:pPr marL="179388" lvl="2" indent="-179388">
              <a:spcBef>
                <a:spcPts val="800"/>
              </a:spcBef>
            </a:pPr>
            <a:r>
              <a:rPr lang="en-US">
                <a:solidFill>
                  <a:srgbClr val="000000"/>
                </a:solidFill>
                <a:ea typeface="ABBvoice"/>
                <a:cs typeface="ABBvoice"/>
              </a:rPr>
              <a:t>Our optimized and highly efficient </a:t>
            </a:r>
            <a:r>
              <a:rPr kumimoji="0" lang="en-US" sz="1200" b="0" i="0" u="none" strike="noStrike" kern="1200" cap="none" spc="0" normalizeH="0" baseline="0" noProof="0">
                <a:ln>
                  <a:noFill/>
                </a:ln>
                <a:solidFill>
                  <a:srgbClr val="000000"/>
                </a:solidFill>
                <a:effectLst/>
                <a:uLnTx/>
                <a:uFillTx/>
                <a:latin typeface="ABBvoice"/>
                <a:ea typeface="ABBvoice"/>
                <a:cs typeface="ABBvoice"/>
              </a:rPr>
              <a:t>Variable Speed Drive Systems </a:t>
            </a:r>
            <a:r>
              <a:rPr lang="en-US">
                <a:solidFill>
                  <a:srgbClr val="000000"/>
                </a:solidFill>
                <a:ea typeface="ABBvoice"/>
                <a:cs typeface="ABBvoice"/>
              </a:rPr>
              <a:t>help you to comply with environmental regulations and standards by eliminating CO</a:t>
            </a:r>
            <a:r>
              <a:rPr lang="en-US" baseline="-25000">
                <a:solidFill>
                  <a:srgbClr val="000000"/>
                </a:solidFill>
                <a:ea typeface="ABBvoice"/>
                <a:cs typeface="ABBvoice"/>
              </a:rPr>
              <a:t>2</a:t>
            </a:r>
            <a:r>
              <a:rPr lang="en-US">
                <a:solidFill>
                  <a:srgbClr val="000000"/>
                </a:solidFill>
                <a:ea typeface="ABBvoice"/>
                <a:cs typeface="ABBvoice"/>
              </a:rPr>
              <a:t> emissions and reducing energy consumption</a:t>
            </a:r>
          </a:p>
          <a:p>
            <a:pPr marL="179388" lvl="2" indent="-179388">
              <a:spcBef>
                <a:spcPts val="800"/>
              </a:spcBef>
            </a:pPr>
            <a:r>
              <a:rPr lang="en-US">
                <a:solidFill>
                  <a:srgbClr val="000000"/>
                </a:solidFill>
                <a:ea typeface="ABBvoice" panose="020D0603020503020204" pitchFamily="34" charset="0"/>
                <a:cs typeface="ABBvoice" panose="020D0603020503020204" pitchFamily="34" charset="0"/>
              </a:rPr>
              <a:t>We can help you to simplify the overall project process. We effectively coordinate the management of your project, and we provide you with a single channel for communications and sourcing </a:t>
            </a:r>
          </a:p>
          <a:p>
            <a:pPr marL="179388" lvl="2" indent="-179388">
              <a:spcBef>
                <a:spcPts val="800"/>
              </a:spcBef>
            </a:pPr>
            <a:r>
              <a:rPr lang="en-US"/>
              <a:t>We ensure the optimal fit of our motors and drives product portfolio to match customer needs </a:t>
            </a:r>
          </a:p>
          <a:p>
            <a:pPr marL="179388" lvl="2" indent="-179388">
              <a:spcBef>
                <a:spcPts val="800"/>
              </a:spcBef>
            </a:pPr>
            <a:r>
              <a:rPr lang="en-US">
                <a:solidFill>
                  <a:srgbClr val="000000"/>
                </a:solidFill>
                <a:ea typeface="ABBvoice"/>
                <a:cs typeface="ABBvoice"/>
              </a:rPr>
              <a:t>Our reliable products, global service network and digital services will help you to boost your profitability by reducing very expensive downtimes</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1519529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1252-683C-2F9F-F784-373F16E3B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22E37-0676-617F-B907-32716A63B64C}"/>
              </a:ext>
            </a:extLst>
          </p:cNvPr>
          <p:cNvSpPr>
            <a:spLocks noGrp="1" noRot="1" noChangeAspect="1"/>
          </p:cNvSpPr>
          <p:nvPr>
            <p:ph type="sldImg"/>
          </p:nvPr>
        </p:nvSpPr>
        <p:spPr>
          <a:xfrm>
            <a:off x="384175" y="685800"/>
            <a:ext cx="6096000" cy="3429000"/>
          </a:xfrm>
        </p:spPr>
        <p:txBody>
          <a:bodyPr/>
          <a:lstStyle/>
          <a:p>
            <a:endParaRPr lang="de-CH"/>
          </a:p>
        </p:txBody>
      </p:sp>
      <p:sp>
        <p:nvSpPr>
          <p:cNvPr id="3" name="Notes Placeholder 2">
            <a:extLst>
              <a:ext uri="{FF2B5EF4-FFF2-40B4-BE49-F238E27FC236}">
                <a16:creationId xmlns:a16="http://schemas.microsoft.com/office/drawing/2014/main" id="{2BE3E10E-48CB-B465-81E5-FEEA9C19A1D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We are at the forefront of creating new ways to maximize the operational uptime through preventive servicing, spare part availability, superior service delivery, and support. Our well-connected global network of more than 50 dedicated service workshops, over 1,200 certified field service engineers, and more than 600 service partners, help to keep your equipment in peak condition. Safety and quality are central to our philosophy, and we strive to continuously meet your requirements, whether to meet sustainability goals, maximize uptimes or lower the total costs of ownership.</a:t>
            </a:r>
          </a:p>
          <a:p>
            <a:endParaRPr lang="en-US"/>
          </a:p>
          <a:p>
            <a:endParaRPr lang="en-US"/>
          </a:p>
        </p:txBody>
      </p:sp>
      <p:sp>
        <p:nvSpPr>
          <p:cNvPr id="4" name="Slide Number Placeholder 3">
            <a:extLst>
              <a:ext uri="{FF2B5EF4-FFF2-40B4-BE49-F238E27FC236}">
                <a16:creationId xmlns:a16="http://schemas.microsoft.com/office/drawing/2014/main" id="{41C7A3B7-B6FC-5963-1130-EB52D0FC779D}"/>
              </a:ext>
            </a:extLst>
          </p:cNvPr>
          <p:cNvSpPr>
            <a:spLocks noGrp="1"/>
          </p:cNvSpPr>
          <p:nvPr>
            <p:ph type="sldNum" sz="quarter" idx="5"/>
          </p:nvPr>
        </p:nvSpPr>
        <p:spPr/>
        <p:txBody>
          <a:bodyPr/>
          <a:lstStyle/>
          <a:p>
            <a:fld id="{3A94E69C-C28A-4BE6-BE89-71D8FB2035FD}" type="slidenum">
              <a:rPr lang="en-US" smtClean="0"/>
              <a:pPr/>
              <a:t>18</a:t>
            </a:fld>
            <a:endParaRPr lang="en-US"/>
          </a:p>
        </p:txBody>
      </p:sp>
    </p:spTree>
    <p:extLst>
      <p:ext uri="{BB962C8B-B14F-4D97-AF65-F5344CB8AC3E}">
        <p14:creationId xmlns:p14="http://schemas.microsoft.com/office/powerpoint/2010/main" val="2249476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err="1"/>
              <a:t>Reason</a:t>
            </a:r>
            <a:r>
              <a:rPr lang="pl-PL"/>
              <a:t>: to </a:t>
            </a:r>
            <a:r>
              <a:rPr lang="pl-PL" err="1"/>
              <a:t>expla</a:t>
            </a:r>
            <a:r>
              <a:rPr lang="en-US" err="1"/>
              <a:t>i</a:t>
            </a:r>
            <a:r>
              <a:rPr lang="pl-PL"/>
              <a:t>n </a:t>
            </a:r>
            <a:r>
              <a:rPr lang="pl-PL" err="1"/>
              <a:t>customers</a:t>
            </a:r>
            <a:r>
              <a:rPr lang="pl-PL"/>
              <a:t> </a:t>
            </a:r>
            <a:r>
              <a:rPr lang="pl-PL" err="1"/>
              <a:t>why</a:t>
            </a:r>
            <a:r>
              <a:rPr lang="pl-PL"/>
              <a:t> </a:t>
            </a:r>
            <a:r>
              <a:rPr lang="pl-PL" err="1"/>
              <a:t>they</a:t>
            </a:r>
            <a:r>
              <a:rPr lang="pl-PL"/>
              <a:t> </a:t>
            </a:r>
            <a:r>
              <a:rPr lang="pl-PL" err="1"/>
              <a:t>might</a:t>
            </a:r>
            <a:r>
              <a:rPr lang="pl-PL"/>
              <a:t> be </a:t>
            </a:r>
            <a:r>
              <a:rPr lang="pl-PL" err="1"/>
              <a:t>contacted</a:t>
            </a:r>
            <a:r>
              <a:rPr lang="pl-PL"/>
              <a:t> by </a:t>
            </a:r>
            <a:r>
              <a:rPr lang="pl-PL" err="1"/>
              <a:t>different</a:t>
            </a:r>
            <a:r>
              <a:rPr lang="pl-PL"/>
              <a:t> </a:t>
            </a:r>
            <a:r>
              <a:rPr lang="pl-PL" err="1"/>
              <a:t>teams</a:t>
            </a:r>
            <a:r>
              <a:rPr lang="pl-PL"/>
              <a:t> (</a:t>
            </a:r>
            <a:r>
              <a:rPr lang="pl-PL" err="1"/>
              <a:t>because</a:t>
            </a:r>
            <a:r>
              <a:rPr lang="pl-PL"/>
              <a:t> we </a:t>
            </a:r>
            <a:r>
              <a:rPr lang="pl-PL" err="1"/>
              <a:t>cathegorize</a:t>
            </a:r>
            <a:r>
              <a:rPr lang="pl-PL"/>
              <a:t> </a:t>
            </a:r>
            <a:r>
              <a:rPr lang="pl-PL" err="1"/>
              <a:t>our</a:t>
            </a:r>
            <a:r>
              <a:rPr lang="pl-PL"/>
              <a:t> business)</a:t>
            </a:r>
            <a:endParaRPr lang="en-US"/>
          </a:p>
          <a:p>
            <a:endParaRPr lang="en-US"/>
          </a:p>
        </p:txBody>
      </p:sp>
      <p:sp>
        <p:nvSpPr>
          <p:cNvPr id="4" name="Slide Number Placeholder 3"/>
          <p:cNvSpPr>
            <a:spLocks noGrp="1"/>
          </p:cNvSpPr>
          <p:nvPr>
            <p:ph type="sldNum" sz="quarter" idx="5"/>
          </p:nvPr>
        </p:nvSpPr>
        <p:spPr/>
        <p:txBody>
          <a:bodyPr/>
          <a:lstStyle/>
          <a:p>
            <a:fld id="{3A94E69C-C28A-4BE6-BE89-71D8FB2035FD}" type="slidenum">
              <a:rPr lang="en-US" smtClean="0"/>
              <a:pPr/>
              <a:t>19</a:t>
            </a:fld>
            <a:endParaRPr lang="en-US"/>
          </a:p>
        </p:txBody>
      </p:sp>
    </p:spTree>
    <p:extLst>
      <p:ext uri="{BB962C8B-B14F-4D97-AF65-F5344CB8AC3E}">
        <p14:creationId xmlns:p14="http://schemas.microsoft.com/office/powerpoint/2010/main" val="3204338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r>
              <a:rPr lang="de-CH"/>
              <a:t>https://new.abb.com/news/detail/57490/clean-energy-from-our-seas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2330394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6CBFB-8FFB-6257-7513-3DFA251E0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0ADDB-899B-055B-C520-FEBBACA87C60}"/>
              </a:ext>
            </a:extLst>
          </p:cNvPr>
          <p:cNvSpPr>
            <a:spLocks noGrp="1" noRot="1" noChangeAspect="1"/>
          </p:cNvSpPr>
          <p:nvPr>
            <p:ph type="sldImg"/>
          </p:nvPr>
        </p:nvSpPr>
        <p:spPr>
          <a:xfrm>
            <a:off x="384175" y="685800"/>
            <a:ext cx="6096000" cy="3429000"/>
          </a:xfrm>
        </p:spPr>
        <p:txBody>
          <a:bodyPr/>
          <a:lstStyle/>
          <a:p>
            <a:endParaRPr lang="de-CH"/>
          </a:p>
        </p:txBody>
      </p:sp>
      <p:sp>
        <p:nvSpPr>
          <p:cNvPr id="3" name="Notes Placeholder 2">
            <a:extLst>
              <a:ext uri="{FF2B5EF4-FFF2-40B4-BE49-F238E27FC236}">
                <a16:creationId xmlns:a16="http://schemas.microsoft.com/office/drawing/2014/main" id="{E217B108-296A-B851-0FA2-45AF87B02BF0}"/>
              </a:ext>
            </a:extLst>
          </p:cNvPr>
          <p:cNvSpPr>
            <a:spLocks noGrp="1"/>
          </p:cNvSpPr>
          <p:nvPr>
            <p:ph type="body" idx="1"/>
          </p:nvPr>
        </p:nvSpPr>
        <p:spPr/>
        <p:txBody>
          <a:bodyPr/>
          <a:lstStyle/>
          <a:p>
            <a:r>
              <a:rPr lang="de-CH"/>
              <a:t>https://new.abb.com/news/detail/57490/clean-energy-from-our-seas</a:t>
            </a:r>
          </a:p>
        </p:txBody>
      </p:sp>
      <p:sp>
        <p:nvSpPr>
          <p:cNvPr id="4" name="Slide Number Placeholder 3">
            <a:extLst>
              <a:ext uri="{FF2B5EF4-FFF2-40B4-BE49-F238E27FC236}">
                <a16:creationId xmlns:a16="http://schemas.microsoft.com/office/drawing/2014/main" id="{0D5CA690-C1BD-0611-9182-375B12B728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3484125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r>
              <a:rPr kumimoji="0" lang="en-US" sz="1200" b="0" i="0" u="none" strike="noStrike" kern="1200" cap="none" spc="0" normalizeH="0" baseline="0" noProof="0">
                <a:ln>
                  <a:noFill/>
                </a:ln>
                <a:solidFill>
                  <a:srgbClr val="000000"/>
                </a:solidFill>
                <a:effectLst/>
                <a:uLnTx/>
                <a:uFillTx/>
                <a:latin typeface="ABBvoice"/>
                <a:ea typeface="ABBvoice"/>
                <a:cs typeface="ABBvoice"/>
              </a:rPr>
              <a:t>https://www.verbund.com/en-at/about-verbund</a:t>
            </a:r>
          </a:p>
          <a:p>
            <a:endParaRPr kumimoji="0" lang="en-US" sz="1200" b="1" i="0" u="none" strike="noStrike" kern="1200" cap="none" spc="0" normalizeH="0" baseline="0" noProof="0">
              <a:ln>
                <a:noFill/>
              </a:ln>
              <a:solidFill>
                <a:srgbClr val="000000"/>
              </a:solidFill>
              <a:effectLst/>
              <a:uLnTx/>
              <a:uFillTx/>
              <a:latin typeface="ABBvoice"/>
              <a:ea typeface="ABBvoice"/>
              <a:cs typeface="ABBvoice"/>
            </a:endParaRPr>
          </a:p>
          <a:p>
            <a:r>
              <a:rPr kumimoji="0" lang="en-US" sz="1200" b="1" i="0" u="none" strike="noStrike" kern="1200" cap="none" spc="0" normalizeH="0" baseline="0" noProof="0">
                <a:ln>
                  <a:noFill/>
                </a:ln>
                <a:solidFill>
                  <a:srgbClr val="000000"/>
                </a:solidFill>
                <a:effectLst/>
                <a:uLnTx/>
                <a:uFillTx/>
                <a:latin typeface="ABBvoice"/>
                <a:ea typeface="ABBvoice"/>
                <a:cs typeface="ABBvoice"/>
              </a:rPr>
              <a:t>What:</a:t>
            </a:r>
            <a:endParaRPr kumimoji="0" lang="en-US" sz="1200" b="0" i="0" u="none" strike="noStrike" kern="1200" cap="none" spc="0" normalizeH="0" baseline="0" noProof="0">
              <a:ln>
                <a:noFill/>
              </a:ln>
              <a:solidFill>
                <a:srgbClr val="000000"/>
              </a:solidFill>
              <a:effectLst/>
              <a:uLnTx/>
              <a:uFillTx/>
              <a:latin typeface="ABBvoice"/>
              <a:ea typeface="ABBvoice"/>
              <a:cs typeface="ABBvoice"/>
            </a:endParaRPr>
          </a:p>
          <a:p>
            <a:r>
              <a:rPr kumimoji="0" lang="en-US" sz="1200" b="0" i="0" u="none" strike="noStrike" kern="1200" cap="none" spc="0" normalizeH="0" baseline="0" noProof="0">
                <a:ln>
                  <a:noFill/>
                </a:ln>
                <a:solidFill>
                  <a:srgbClr val="000000"/>
                </a:solidFill>
                <a:effectLst/>
                <a:uLnTx/>
                <a:uFillTx/>
                <a:latin typeface="ABBvoice"/>
                <a:ea typeface="ABBvoice"/>
                <a:cs typeface="ABBvoice"/>
              </a:rPr>
              <a:t>Unloading, installation, commissioning of the VSD system (ATABB, supported by CHABB)</a:t>
            </a:r>
          </a:p>
          <a:p>
            <a:endParaRPr kumimoji="0" lang="en-US" sz="1200" b="1" i="0" u="none" strike="noStrike" kern="1200" cap="none" spc="0" normalizeH="0" baseline="0" noProof="0">
              <a:ln>
                <a:noFill/>
              </a:ln>
              <a:solidFill>
                <a:srgbClr val="000000"/>
              </a:solidFill>
              <a:effectLst/>
              <a:uLnTx/>
              <a:uFillTx/>
              <a:latin typeface="ABBvoice"/>
              <a:ea typeface="ABBvoice"/>
              <a:cs typeface="ABBvoice"/>
            </a:endParaRPr>
          </a:p>
          <a:p>
            <a:endParaRPr lang="de-CH"/>
          </a:p>
          <a:p>
            <a:endParaRPr kumimoji="0" lang="en-US" sz="1200" b="1" i="0" u="none" strike="noStrike" kern="1200" cap="none" spc="0" normalizeH="0" baseline="0" noProof="0">
              <a:ln>
                <a:noFill/>
              </a:ln>
              <a:solidFill>
                <a:srgbClr val="000000"/>
              </a:solidFill>
              <a:effectLst/>
              <a:uLnTx/>
              <a:uFillTx/>
              <a:latin typeface="ABBvoice"/>
              <a:ea typeface="ABBvoice"/>
              <a:cs typeface="ABBvoice"/>
            </a:endParaRPr>
          </a:p>
          <a:p>
            <a:endParaRPr lang="de-CH"/>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3197381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a:t>https://new.abb.com/news/detail/102068/abb-medium-voltage-drive-selected-by-sims-metal-to-increase-power-and-decrease-energy-consumption-in-metal-shredding-system-application </a:t>
            </a:r>
          </a:p>
          <a:p>
            <a:endParaRPr kumimoji="0" lang="en-US" sz="1200" b="1" i="0" u="none" strike="noStrike" kern="1200" cap="none" spc="0" normalizeH="0" baseline="0" noProof="0">
              <a:ln>
                <a:noFill/>
              </a:ln>
              <a:solidFill>
                <a:srgbClr val="000000"/>
              </a:solidFill>
              <a:effectLst/>
              <a:uLnTx/>
              <a:uFillTx/>
              <a:latin typeface="ABBvoice"/>
              <a:ea typeface="ABBvoice"/>
              <a:cs typeface="ABBvoice"/>
            </a:endParaRPr>
          </a:p>
          <a:p>
            <a:endParaRPr lang="de-CH"/>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2061375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r>
              <a:rPr kumimoji="0" lang="en-US" sz="1200" b="0" i="0" u="none" strike="noStrike" kern="1200" cap="none" spc="0" normalizeH="0" baseline="0" noProof="0">
                <a:ln>
                  <a:noFill/>
                </a:ln>
                <a:solidFill>
                  <a:srgbClr val="000000"/>
                </a:solidFill>
                <a:effectLst/>
                <a:uLnTx/>
                <a:uFillTx/>
                <a:latin typeface="ABBvoice"/>
                <a:ea typeface="ABBvoice"/>
                <a:cs typeface="ABBvoice"/>
              </a:rPr>
              <a:t>https://new.abb.com/news/detail/70832/abb-wins-356million-aud-contract-for-fortescues-iron-bridge-magnetite-project-in-Australia</a:t>
            </a:r>
          </a:p>
          <a:p>
            <a:endParaRPr kumimoji="0" lang="en-US" sz="1200" b="0" i="0" u="none" strike="noStrike" kern="1200" cap="none" spc="0" normalizeH="0" baseline="0" noProof="0">
              <a:ln>
                <a:noFill/>
              </a:ln>
              <a:solidFill>
                <a:srgbClr val="000000"/>
              </a:solidFill>
              <a:effectLst/>
              <a:uLnTx/>
              <a:uFillTx/>
              <a:latin typeface="ABBvoice"/>
              <a:ea typeface="ABBvoice"/>
              <a:cs typeface="ABBvoice"/>
            </a:endParaRPr>
          </a:p>
          <a:p>
            <a:r>
              <a:rPr kumimoji="0" lang="en-US" sz="1200" b="1" i="0" u="none" strike="noStrike" kern="1200" cap="none" spc="0" normalizeH="0" baseline="0" noProof="0">
                <a:ln>
                  <a:noFill/>
                </a:ln>
                <a:solidFill>
                  <a:srgbClr val="000000"/>
                </a:solidFill>
                <a:effectLst/>
                <a:uLnTx/>
                <a:uFillTx/>
                <a:latin typeface="ABBvoice"/>
                <a:ea typeface="ABBvoice"/>
                <a:cs typeface="ABBvoice"/>
              </a:rPr>
              <a:t>Who?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ABBvoice"/>
                <a:ea typeface="ABBvoice"/>
                <a:cs typeface="ABBvoice"/>
              </a:rPr>
              <a:t>VSDs </a:t>
            </a:r>
            <a:r>
              <a:rPr kumimoji="0" lang="en-US" sz="1200" i="0" u="none" strike="noStrike" kern="1200" cap="none" spc="0" normalizeH="0" baseline="0" noProof="0">
                <a:ln>
                  <a:noFill/>
                </a:ln>
                <a:solidFill>
                  <a:srgbClr val="000000"/>
                </a:solidFill>
                <a:effectLst/>
                <a:uLnTx/>
                <a:uFillTx/>
                <a:latin typeface="ABBvoice"/>
                <a:ea typeface="ABBvoice"/>
                <a:cs typeface="ABBvoice"/>
              </a:rPr>
              <a:t>delivered for key applications of a new magnetite mine, including processing and transport facilities</a:t>
            </a:r>
          </a:p>
          <a:p>
            <a:endParaRPr kumimoji="0" lang="en-US" sz="1200" b="1" i="0" u="none" strike="noStrike" kern="1200" cap="none" spc="0" normalizeH="0" baseline="0" noProof="0">
              <a:ln>
                <a:noFill/>
              </a:ln>
              <a:solidFill>
                <a:srgbClr val="000000"/>
              </a:solidFill>
              <a:effectLst/>
              <a:uLnTx/>
              <a:uFillTx/>
              <a:latin typeface="ABBvoice"/>
              <a:ea typeface="ABBvoice"/>
              <a:cs typeface="ABBvoice"/>
            </a:endParaRPr>
          </a:p>
          <a:p>
            <a:r>
              <a:rPr kumimoji="0" lang="en-US" sz="1200" b="1" i="0" u="none" strike="noStrike" kern="1200" cap="none" spc="0" normalizeH="0" baseline="0" noProof="0">
                <a:ln>
                  <a:noFill/>
                </a:ln>
                <a:solidFill>
                  <a:srgbClr val="000000"/>
                </a:solidFill>
                <a:effectLst/>
                <a:uLnTx/>
                <a:uFillTx/>
                <a:latin typeface="ABBvoice"/>
                <a:ea typeface="ABBvoice"/>
                <a:cs typeface="ABBvoice"/>
              </a:rPr>
              <a:t>Drives package needed for:</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High Pressure Grinding Rolls</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High Intensity Grinding Mills</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Fans</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Slurry and water pipeline pumps</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Conveyors</a:t>
            </a:r>
          </a:p>
          <a:p>
            <a:endParaRPr kumimoji="0" lang="en-US" sz="1200" b="0" i="0" u="none" strike="noStrike" kern="1200" cap="none" spc="0" normalizeH="0" baseline="0" noProof="0">
              <a:ln>
                <a:noFill/>
              </a:ln>
              <a:solidFill>
                <a:srgbClr val="000000"/>
              </a:solidFill>
              <a:effectLst/>
              <a:uLnTx/>
              <a:uFillTx/>
              <a:latin typeface="ABBvoice"/>
              <a:ea typeface="ABBvoice"/>
              <a:cs typeface="ABBvoice"/>
            </a:endParaRPr>
          </a:p>
          <a:p>
            <a:r>
              <a:rPr kumimoji="0" lang="en-US" sz="1200" b="1" i="0" u="none" strike="noStrike" kern="1200" cap="none" spc="0" normalizeH="0" baseline="0" noProof="0">
                <a:ln>
                  <a:noFill/>
                </a:ln>
                <a:solidFill>
                  <a:srgbClr val="000000"/>
                </a:solidFill>
                <a:effectLst/>
                <a:uLnTx/>
                <a:uFillTx/>
                <a:latin typeface="ABBvoice"/>
                <a:ea typeface="ABBvoice"/>
                <a:cs typeface="ABBvoice"/>
              </a:rPr>
              <a:t>What?</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ABB MV water-cooled drives for more than 50MV Motors, including Multi-drives, totaling approx. 200MW</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ABB LV ACS880 Drives, including </a:t>
            </a:r>
            <a:r>
              <a:rPr kumimoji="0" lang="en-US" sz="1200" b="0" i="0" u="none" strike="noStrike" kern="1200" cap="none" spc="0" normalizeH="0" baseline="0" noProof="0" err="1">
                <a:ln>
                  <a:noFill/>
                </a:ln>
                <a:solidFill>
                  <a:srgbClr val="000000"/>
                </a:solidFill>
                <a:effectLst/>
                <a:uLnTx/>
                <a:uFillTx/>
                <a:latin typeface="ABBvoice"/>
                <a:ea typeface="ABBvoice"/>
                <a:cs typeface="ABBvoice"/>
              </a:rPr>
              <a:t>Multidrives</a:t>
            </a:r>
            <a:r>
              <a:rPr kumimoji="0" lang="en-US" sz="1200" b="0" i="0" u="none" strike="noStrike" kern="1200" cap="none" spc="0" normalizeH="0" baseline="0" noProof="0">
                <a:ln>
                  <a:noFill/>
                </a:ln>
                <a:solidFill>
                  <a:srgbClr val="000000"/>
                </a:solidFill>
                <a:effectLst/>
                <a:uLnTx/>
                <a:uFillTx/>
                <a:latin typeface="ABBvoice"/>
                <a:ea typeface="ABBvoice"/>
                <a:cs typeface="ABBvoice"/>
              </a:rPr>
              <a:t> </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High voltage induction motors</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E-Rooms for the MV Drives, Chillers</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Transformers for all the MV Drives</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Related engineering and project management to ensure smooth integration</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ABB MV water-cooled drives for more than 50MV Motors, including Multi-drives, totaling approx. 200MW</a:t>
            </a:r>
          </a:p>
          <a:p>
            <a:endParaRPr kumimoji="0" lang="en-US" sz="1200" b="0" i="0" u="none" strike="noStrike" kern="1200" cap="none" spc="0" normalizeH="0" baseline="0" noProof="0">
              <a:ln>
                <a:noFill/>
              </a:ln>
              <a:solidFill>
                <a:srgbClr val="000000"/>
              </a:solidFill>
              <a:effectLst/>
              <a:uLnTx/>
              <a:uFillTx/>
              <a:latin typeface="ABBvoice"/>
              <a:ea typeface="ABBvoice"/>
              <a:cs typeface="ABBvoice"/>
            </a:endParaRPr>
          </a:p>
          <a:p>
            <a:r>
              <a:rPr kumimoji="0" lang="en-US" sz="1200" b="0" i="0" u="none" strike="noStrike" kern="1200" cap="none" spc="0" normalizeH="0" baseline="0" noProof="0">
                <a:ln>
                  <a:noFill/>
                </a:ln>
                <a:solidFill>
                  <a:srgbClr val="000000"/>
                </a:solidFill>
                <a:effectLst/>
                <a:uLnTx/>
                <a:uFillTx/>
                <a:latin typeface="ABBvoice"/>
                <a:ea typeface="ABBvoice"/>
                <a:cs typeface="ABBvoice"/>
              </a:rPr>
              <a:t>ABB LV ACS880 Drives, including </a:t>
            </a:r>
            <a:r>
              <a:rPr kumimoji="0" lang="en-US" sz="1200" b="0" i="0" u="none" strike="noStrike" kern="1200" cap="none" spc="0" normalizeH="0" baseline="0" noProof="0" err="1">
                <a:ln>
                  <a:noFill/>
                </a:ln>
                <a:solidFill>
                  <a:srgbClr val="000000"/>
                </a:solidFill>
                <a:effectLst/>
                <a:uLnTx/>
                <a:uFillTx/>
                <a:latin typeface="ABBvoice"/>
                <a:ea typeface="ABBvoice"/>
                <a:cs typeface="ABBvoice"/>
              </a:rPr>
              <a:t>multidrives</a:t>
            </a:r>
            <a:r>
              <a:rPr kumimoji="0" lang="en-US" sz="1200" b="0" i="0" u="none" strike="noStrike" kern="1200" cap="none" spc="0" normalizeH="0" baseline="0" noProof="0">
                <a:ln>
                  <a:noFill/>
                </a:ln>
                <a:solidFill>
                  <a:srgbClr val="000000"/>
                </a:solidFill>
                <a:effectLst/>
                <a:uLnTx/>
                <a:uFillTx/>
                <a:latin typeface="ABBvoice"/>
                <a:ea typeface="ABBvoice"/>
                <a:cs typeface="ABBvoice"/>
              </a:rPr>
              <a:t> </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High voltage induction motors</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E-Rooms for the MV Drives, Chillers</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Transformers for all the MV Drives</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Related engineering and project management to ensure smooth integration</a:t>
            </a:r>
          </a:p>
          <a:p>
            <a:endParaRPr kumimoji="0" lang="en-US" sz="1200" b="0" i="0" u="none" strike="noStrike" kern="1200" cap="none" spc="0" normalizeH="0" baseline="0" noProof="0">
              <a:ln>
                <a:noFill/>
              </a:ln>
              <a:solidFill>
                <a:srgbClr val="000000"/>
              </a:solidFill>
              <a:effectLst/>
              <a:uLnTx/>
              <a:uFillTx/>
              <a:latin typeface="ABBvoice"/>
              <a:ea typeface="ABBvoice"/>
              <a:cs typeface="ABBvoice"/>
            </a:endParaRPr>
          </a:p>
          <a:p>
            <a:r>
              <a:rPr kumimoji="0" lang="en-US" sz="1200" b="1" i="0" u="none" strike="noStrike" kern="1200" cap="none" spc="0" normalizeH="0" baseline="0" noProof="0">
                <a:ln>
                  <a:noFill/>
                </a:ln>
                <a:solidFill>
                  <a:srgbClr val="000000"/>
                </a:solidFill>
                <a:effectLst/>
                <a:uLnTx/>
                <a:uFillTx/>
                <a:latin typeface="ABBvoice"/>
                <a:ea typeface="ABBvoice"/>
                <a:cs typeface="ABBvoice"/>
              </a:rPr>
              <a:t>Why?</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Industry-leading energy efficiency, negligible heat losses minimizing the HVAC installation</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Optimized size of E-rooms by smallest footprint of the drives, reducing overall costs </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Drives connected to the 33kV line, without the need for step-down transformers</a:t>
            </a:r>
          </a:p>
          <a:p>
            <a:r>
              <a:rPr kumimoji="0" lang="en-US" sz="1200" b="0" i="0" u="none" strike="noStrike" kern="1200" cap="none" spc="0" normalizeH="0" baseline="0" noProof="0">
                <a:ln>
                  <a:noFill/>
                </a:ln>
                <a:solidFill>
                  <a:srgbClr val="000000"/>
                </a:solidFill>
                <a:effectLst/>
                <a:uLnTx/>
                <a:uFillTx/>
                <a:latin typeface="ABBvoice"/>
                <a:ea typeface="ABBvoice"/>
                <a:cs typeface="ABBvoice"/>
              </a:rPr>
              <a:t>Complete LV/MV Drive system from one supplier for all the applications to ensure the smooth integration and risk mitigation</a:t>
            </a:r>
          </a:p>
          <a:p>
            <a:endParaRPr kumimoji="0" lang="en-US" sz="1200" b="0" i="0" u="none" strike="noStrike" kern="1200" cap="none" spc="0" normalizeH="0" baseline="0" noProof="0">
              <a:ln>
                <a:noFill/>
              </a:ln>
              <a:solidFill>
                <a:srgbClr val="000000"/>
              </a:solidFill>
              <a:effectLst/>
              <a:uLnTx/>
              <a:uFillTx/>
              <a:latin typeface="ABBvoice"/>
              <a:ea typeface="ABBvoice"/>
              <a:cs typeface="ABBvoice"/>
            </a:endParaRPr>
          </a:p>
          <a:p>
            <a:r>
              <a:rPr kumimoji="0" lang="en-US" sz="1200" b="0" i="0" u="none" strike="noStrike" kern="1200" cap="none" spc="0" normalizeH="0" baseline="0" noProof="0">
                <a:ln>
                  <a:noFill/>
                </a:ln>
                <a:solidFill>
                  <a:srgbClr val="000000"/>
                </a:solidFill>
                <a:effectLst/>
                <a:uLnTx/>
                <a:uFillTx/>
                <a:latin typeface="ABBvoice"/>
                <a:ea typeface="ABBvoice"/>
                <a:cs typeface="ABBvoice"/>
              </a:rPr>
              <a:t>Industry-leading energy efficiency  Results in OPEX</a:t>
            </a:r>
          </a:p>
          <a:p>
            <a:endParaRPr kumimoji="0" lang="en-US" sz="1200" b="1" i="0" u="none" strike="noStrike" kern="1200" cap="none" spc="0" normalizeH="0" baseline="0" noProof="0">
              <a:ln>
                <a:noFill/>
              </a:ln>
              <a:solidFill>
                <a:srgbClr val="000000"/>
              </a:solidFill>
              <a:effectLst/>
              <a:uLnTx/>
              <a:uFillTx/>
              <a:latin typeface="ABBvoice"/>
              <a:ea typeface="ABBvoice"/>
              <a:cs typeface="ABBvoice"/>
            </a:endParaRPr>
          </a:p>
          <a:p>
            <a:endParaRPr lang="de-CH"/>
          </a:p>
          <a:p>
            <a:endParaRPr kumimoji="0" lang="en-US" sz="1200" b="1" i="0" u="none" strike="noStrike" kern="1200" cap="none" spc="0" normalizeH="0" baseline="0" noProof="0">
              <a:ln>
                <a:noFill/>
              </a:ln>
              <a:solidFill>
                <a:srgbClr val="000000"/>
              </a:solidFill>
              <a:effectLst/>
              <a:uLnTx/>
              <a:uFillTx/>
              <a:latin typeface="ABBvoice"/>
              <a:ea typeface="ABBvoice"/>
              <a:cs typeface="ABBvoice"/>
            </a:endParaRPr>
          </a:p>
          <a:p>
            <a:endParaRPr lang="de-CH"/>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1632939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r>
              <a:rPr kumimoji="0" lang="en-US" sz="1200" b="0" i="0" u="none" strike="noStrike" kern="1200" cap="none" spc="0" normalizeH="0" baseline="0" noProof="0">
                <a:ln>
                  <a:noFill/>
                </a:ln>
                <a:solidFill>
                  <a:srgbClr val="000000"/>
                </a:solidFill>
                <a:effectLst/>
                <a:uLnTx/>
                <a:uFillTx/>
                <a:latin typeface="ABBvoice"/>
                <a:ea typeface="ABBvoice"/>
                <a:cs typeface="ABBvoice"/>
              </a:rPr>
              <a:t>https://new.abb.com/news/detail/107224/abb-to-roll-out-electric-powertrain-system-for-arcelormittal-nippon-steels-new-steel-mill-in-hazira-india </a:t>
            </a:r>
          </a:p>
          <a:p>
            <a:endParaRPr kumimoji="0" lang="en-US" sz="1200" b="0" i="0" u="none" strike="noStrike" kern="1200" cap="none" spc="0" normalizeH="0" baseline="0" noProof="0">
              <a:ln>
                <a:noFill/>
              </a:ln>
              <a:solidFill>
                <a:srgbClr val="000000"/>
              </a:solidFill>
              <a:effectLst/>
              <a:uLnTx/>
              <a:uFillTx/>
              <a:latin typeface="ABBvoice"/>
              <a:ea typeface="ABBvoice"/>
              <a:cs typeface="ABBvoice"/>
            </a:endParaRPr>
          </a:p>
          <a:p>
            <a:endParaRPr kumimoji="0" lang="en-US" sz="1200" b="0" i="0" u="none" strike="noStrike" kern="1200" cap="none" spc="0" normalizeH="0" baseline="0" noProof="0">
              <a:ln>
                <a:noFill/>
              </a:ln>
              <a:solidFill>
                <a:srgbClr val="000000"/>
              </a:solidFill>
              <a:effectLst/>
              <a:uLnTx/>
              <a:uFillTx/>
              <a:latin typeface="ABBvoice"/>
              <a:ea typeface="ABBvoice"/>
              <a:cs typeface="ABBvoice"/>
            </a:endParaRPr>
          </a:p>
          <a:p>
            <a:endParaRPr lang="de-CH"/>
          </a:p>
          <a:p>
            <a:endParaRPr kumimoji="0" lang="en-US" sz="1200" b="1" i="0" u="none" strike="noStrike" kern="1200" cap="none" spc="0" normalizeH="0" baseline="0" noProof="0">
              <a:ln>
                <a:noFill/>
              </a:ln>
              <a:solidFill>
                <a:srgbClr val="000000"/>
              </a:solidFill>
              <a:effectLst/>
              <a:uLnTx/>
              <a:uFillTx/>
              <a:latin typeface="ABBvoice"/>
              <a:ea typeface="ABBvoice"/>
              <a:cs typeface="ABBvoice"/>
            </a:endParaRPr>
          </a:p>
          <a:p>
            <a:endParaRPr lang="de-CH"/>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1981051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r>
              <a:rPr lang="en-US">
                <a:hlinkClick r:id="rId3"/>
              </a:rPr>
              <a:t>ABB to help decarbonize district heat supply near UNESCO World Heritage area in Denmark</a:t>
            </a:r>
            <a:endParaRPr lang="de-CH"/>
          </a:p>
          <a:p>
            <a:endParaRPr kumimoji="0" lang="en-US" sz="1200" b="1" i="0" u="none" strike="noStrike" kern="1200" cap="none" spc="0" normalizeH="0" baseline="0" noProof="0">
              <a:ln>
                <a:noFill/>
              </a:ln>
              <a:solidFill>
                <a:srgbClr val="000000"/>
              </a:solidFill>
              <a:effectLst/>
              <a:uLnTx/>
              <a:uFillTx/>
              <a:latin typeface="ABBvoice"/>
              <a:ea typeface="ABBvoice"/>
              <a:cs typeface="ABBvoice"/>
            </a:endParaRPr>
          </a:p>
          <a:p>
            <a:endParaRPr lang="de-CH"/>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2859034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endParaRPr kumimoji="0" lang="en-US" sz="1200" b="1" i="0" u="none" strike="noStrike" kern="1200" cap="none" spc="0" normalizeH="0" baseline="0" noProof="0">
              <a:ln>
                <a:noFill/>
              </a:ln>
              <a:solidFill>
                <a:srgbClr val="000000"/>
              </a:solidFill>
              <a:effectLst/>
              <a:uLnTx/>
              <a:uFillTx/>
              <a:latin typeface="ABBvoice"/>
              <a:ea typeface="ABBvoice"/>
              <a:cs typeface="ABBvoice"/>
            </a:endParaRPr>
          </a:p>
          <a:p>
            <a:endParaRPr lang="de-CH"/>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1768992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endParaRPr lang="de-CH"/>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32224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r>
              <a:rPr kumimoji="0" lang="pl-PL" sz="1200" b="0"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t>https://new.abb.com/news/detail/90181/worlds-largest-mobile-grid-simulator-will-help-drive-transition-to-renewable-energy</a:t>
            </a:r>
            <a:r>
              <a:rPr kumimoji="0" lang="en-US" sz="1200" b="0"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t> </a:t>
            </a:r>
            <a:endParaRPr lang="de-CH" b="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4E69C-C28A-4BE6-BE89-71D8FB2035FD}" type="slidenum">
              <a:rPr kumimoji="0" lang="en-US" sz="1200" b="0" i="0" u="none" strike="noStrike" kern="1200" cap="none" spc="0" normalizeH="0" baseline="0" noProof="0" smtClean="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srgbClr val="000000"/>
              </a:solidFill>
              <a:effectLst/>
              <a:uLnTx/>
              <a:uFillTx/>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20754922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txBody>
          <a:bodyPr/>
          <a:lstStyle/>
          <a:p>
            <a:endParaRPr lang="de-CH"/>
          </a:p>
        </p:txBody>
      </p:sp>
      <p:sp>
        <p:nvSpPr>
          <p:cNvPr id="3" name="Notes Placeholder 2"/>
          <p:cNvSpPr>
            <a:spLocks noGrp="1"/>
          </p:cNvSpPr>
          <p:nvPr>
            <p:ph type="body" idx="1"/>
          </p:nvPr>
        </p:nvSpPr>
        <p:spPr/>
        <p:txBody>
          <a:bodyPr/>
          <a:lstStyle/>
          <a:p>
            <a:endParaRPr lang="de-CH"/>
          </a:p>
        </p:txBody>
      </p:sp>
      <p:sp>
        <p:nvSpPr>
          <p:cNvPr id="4" name="Slide Number Placeholder 3"/>
          <p:cNvSpPr>
            <a:spLocks noGrp="1"/>
          </p:cNvSpPr>
          <p:nvPr>
            <p:ph type="sldNum" sz="quarter" idx="5"/>
          </p:nvPr>
        </p:nvSpPr>
        <p:spPr/>
        <p:txBody>
          <a:bodyPr/>
          <a:lstStyle/>
          <a:p>
            <a:fld id="{3A94E69C-C28A-4BE6-BE89-71D8FB2035FD}" type="slidenum">
              <a:rPr lang="en-US" smtClean="0"/>
              <a:pPr/>
              <a:t>32</a:t>
            </a:fld>
            <a:endParaRPr lang="en-US"/>
          </a:p>
        </p:txBody>
      </p:sp>
    </p:spTree>
    <p:extLst>
      <p:ext uri="{BB962C8B-B14F-4D97-AF65-F5344CB8AC3E}">
        <p14:creationId xmlns:p14="http://schemas.microsoft.com/office/powerpoint/2010/main" val="7452362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6.emf"/><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6.emf"/><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23.svg"/><Relationship Id="rId2" Type="http://schemas.openxmlformats.org/officeDocument/2006/relationships/image" Target="../media/image21.png"/><Relationship Id="rId1" Type="http://schemas.openxmlformats.org/officeDocument/2006/relationships/slideMaster" Target="../slideMasters/slideMaster2.xml"/><Relationship Id="rId6" Type="http://schemas.openxmlformats.org/officeDocument/2006/relationships/image" Target="../media/image22.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emf"/><Relationship Id="rId2" Type="http://schemas.openxmlformats.org/officeDocument/2006/relationships/image" Target="../media/image24.png"/><Relationship Id="rId1" Type="http://schemas.openxmlformats.org/officeDocument/2006/relationships/slideMaster" Target="../slideMasters/slideMaster2.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5.sv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6.emf"/><Relationship Id="rId1" Type="http://schemas.openxmlformats.org/officeDocument/2006/relationships/slideMaster" Target="../slideMasters/slideMaster2.xml"/><Relationship Id="rId4" Type="http://schemas.openxmlformats.org/officeDocument/2006/relationships/image" Target="../media/image28.sv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emf"/><Relationship Id="rId1" Type="http://schemas.openxmlformats.org/officeDocument/2006/relationships/slideMaster" Target="../slideMasters/slideMaster2.xml"/><Relationship Id="rId4" Type="http://schemas.openxmlformats.org/officeDocument/2006/relationships/image" Target="../media/image30.sv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6.emf"/><Relationship Id="rId5" Type="http://schemas.openxmlformats.org/officeDocument/2006/relationships/image" Target="../media/image23.svg"/><Relationship Id="rId4" Type="http://schemas.openxmlformats.org/officeDocument/2006/relationships/image" Target="../media/image22.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emf"/><Relationship Id="rId1" Type="http://schemas.openxmlformats.org/officeDocument/2006/relationships/slideMaster" Target="../slideMasters/slideMaster2.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5.svg"/></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3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34.pn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32.png"/><Relationship Id="rId10" Type="http://schemas.openxmlformats.org/officeDocument/2006/relationships/image" Target="../media/image33.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oleObject" Target="../embeddings/oleObject3.bin"/><Relationship Id="rId7"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3.xml"/><Relationship Id="rId6" Type="http://schemas.openxmlformats.org/officeDocument/2006/relationships/image" Target="../media/image6.emf"/><Relationship Id="rId5" Type="http://schemas.openxmlformats.org/officeDocument/2006/relationships/image" Target="../media/image35.png"/><Relationship Id="rId10" Type="http://schemas.openxmlformats.org/officeDocument/2006/relationships/image" Target="../media/image23.svg"/><Relationship Id="rId4" Type="http://schemas.openxmlformats.org/officeDocument/2006/relationships/image" Target="../media/image20.emf"/><Relationship Id="rId9" Type="http://schemas.openxmlformats.org/officeDocument/2006/relationships/image" Target="../media/image22.png"/></Relationships>
</file>

<file path=ppt/slideLayouts/_rels/slideLayout13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oleObject" Target="../embeddings/oleObject4.bin"/><Relationship Id="rId7" Type="http://schemas.openxmlformats.org/officeDocument/2006/relationships/image" Target="../media/image5.svg"/><Relationship Id="rId2" Type="http://schemas.openxmlformats.org/officeDocument/2006/relationships/slideMaster" Target="../slideMasters/slideMaster3.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6.png"/><Relationship Id="rId10" Type="http://schemas.openxmlformats.org/officeDocument/2006/relationships/image" Target="../media/image6.emf"/><Relationship Id="rId4" Type="http://schemas.openxmlformats.org/officeDocument/2006/relationships/image" Target="../media/image20.emf"/><Relationship Id="rId9" Type="http://schemas.openxmlformats.org/officeDocument/2006/relationships/image" Target="../media/image26.svg"/></Relationships>
</file>

<file path=ppt/slideLayouts/_rels/slideLayout140.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28.svg"/><Relationship Id="rId2" Type="http://schemas.openxmlformats.org/officeDocument/2006/relationships/slideMaster" Target="../slideMasters/slideMaster3.xml"/><Relationship Id="rId1" Type="http://schemas.openxmlformats.org/officeDocument/2006/relationships/tags" Target="../tags/tag5.xml"/><Relationship Id="rId6" Type="http://schemas.openxmlformats.org/officeDocument/2006/relationships/image" Target="../media/image27.png"/><Relationship Id="rId5" Type="http://schemas.openxmlformats.org/officeDocument/2006/relationships/image" Target="../media/image6.emf"/><Relationship Id="rId4" Type="http://schemas.openxmlformats.org/officeDocument/2006/relationships/image" Target="../media/image20.emf"/></Relationships>
</file>

<file path=ppt/slideLayouts/_rels/slideLayout141.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30.svg"/><Relationship Id="rId2" Type="http://schemas.openxmlformats.org/officeDocument/2006/relationships/slideMaster" Target="../slideMasters/slideMaster3.xml"/><Relationship Id="rId1" Type="http://schemas.openxmlformats.org/officeDocument/2006/relationships/tags" Target="../tags/tag6.xml"/><Relationship Id="rId6" Type="http://schemas.openxmlformats.org/officeDocument/2006/relationships/image" Target="../media/image29.png"/><Relationship Id="rId5" Type="http://schemas.openxmlformats.org/officeDocument/2006/relationships/image" Target="../media/image6.emf"/><Relationship Id="rId4" Type="http://schemas.openxmlformats.org/officeDocument/2006/relationships/image" Target="../media/image20.emf"/></Relationships>
</file>

<file path=ppt/slideLayouts/_rels/slideLayout14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oleObject" Target="../embeddings/oleObject7.bin"/><Relationship Id="rId7" Type="http://schemas.openxmlformats.org/officeDocument/2006/relationships/image" Target="../media/image22.png"/><Relationship Id="rId2" Type="http://schemas.openxmlformats.org/officeDocument/2006/relationships/slideMaster" Target="../slideMasters/slideMaster3.xml"/><Relationship Id="rId1" Type="http://schemas.openxmlformats.org/officeDocument/2006/relationships/tags" Target="../tags/tag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20.emf"/><Relationship Id="rId9" Type="http://schemas.openxmlformats.org/officeDocument/2006/relationships/image" Target="../media/image6.emf"/></Relationships>
</file>

<file path=ppt/slideLayouts/_rels/slideLayout14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oleObject" Target="../embeddings/oleObject8.bin"/><Relationship Id="rId7" Type="http://schemas.openxmlformats.org/officeDocument/2006/relationships/image" Target="../media/image5.svg"/><Relationship Id="rId2" Type="http://schemas.openxmlformats.org/officeDocument/2006/relationships/slideMaster" Target="../slideMasters/slideMaster3.xml"/><Relationship Id="rId1" Type="http://schemas.openxmlformats.org/officeDocument/2006/relationships/tags" Target="../tags/tag8.xml"/><Relationship Id="rId6" Type="http://schemas.openxmlformats.org/officeDocument/2006/relationships/image" Target="../media/image4.png"/><Relationship Id="rId5" Type="http://schemas.openxmlformats.org/officeDocument/2006/relationships/image" Target="../media/image6.emf"/><Relationship Id="rId4" Type="http://schemas.openxmlformats.org/officeDocument/2006/relationships/image" Target="../media/image20.emf"/><Relationship Id="rId9" Type="http://schemas.openxmlformats.org/officeDocument/2006/relationships/image" Target="../media/image23.svg"/></Relationships>
</file>

<file path=ppt/slideLayouts/_rels/slideLayout14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9.xml"/><Relationship Id="rId5" Type="http://schemas.openxmlformats.org/officeDocument/2006/relationships/image" Target="../media/image37.png"/><Relationship Id="rId4" Type="http://schemas.openxmlformats.org/officeDocument/2006/relationships/image" Target="../media/image20.emf"/></Relationships>
</file>

<file path=ppt/slideLayouts/_rels/slideLayout14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20.emf"/></Relationships>
</file>

<file path=ppt/slideLayouts/_rels/slideLayout14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20.emf"/></Relationships>
</file>

<file path=ppt/slideLayouts/_rels/slideLayout14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12.xml"/><Relationship Id="rId5" Type="http://schemas.openxmlformats.org/officeDocument/2006/relationships/image" Target="../media/image37.png"/><Relationship Id="rId4" Type="http://schemas.openxmlformats.org/officeDocument/2006/relationships/image" Target="../media/image20.emf"/></Relationships>
</file>

<file path=ppt/slideLayouts/_rels/slideLayout14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20.emf"/></Relationships>
</file>

<file path=ppt/slideLayouts/_rels/slideLayout14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20.emf"/></Relationships>
</file>

<file path=ppt/slideLayouts/_rels/slideLayout15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20.emf"/></Relationships>
</file>

<file path=ppt/slideLayouts/_rels/slideLayout15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20.emf"/></Relationships>
</file>

<file path=ppt/slideLayouts/_rels/slideLayout15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20.emf"/></Relationships>
</file>

<file path=ppt/slideLayouts/_rels/slideLayout15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8.xml"/><Relationship Id="rId4" Type="http://schemas.openxmlformats.org/officeDocument/2006/relationships/image" Target="../media/image20.emf"/></Relationships>
</file>

<file path=ppt/slideLayouts/_rels/slideLayout15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20.emf"/></Relationships>
</file>

<file path=ppt/slideLayouts/_rels/slideLayout15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20.emf"/></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20.emf"/></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3.xml"/><Relationship Id="rId1" Type="http://schemas.openxmlformats.org/officeDocument/2006/relationships/tags" Target="../tags/tag22.xml"/><Relationship Id="rId4" Type="http://schemas.openxmlformats.org/officeDocument/2006/relationships/image" Target="../media/image20.emf"/></Relationships>
</file>

<file path=ppt/slideLayouts/_rels/slideLayout15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3.xml"/><Relationship Id="rId1" Type="http://schemas.openxmlformats.org/officeDocument/2006/relationships/tags" Target="../tags/tag23.xml"/><Relationship Id="rId4" Type="http://schemas.openxmlformats.org/officeDocument/2006/relationships/image" Target="../media/image20.emf"/></Relationships>
</file>

<file path=ppt/slideLayouts/_rels/slideLayout15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3.xml"/><Relationship Id="rId1" Type="http://schemas.openxmlformats.org/officeDocument/2006/relationships/tags" Target="../tags/tag24.xml"/><Relationship Id="rId4" Type="http://schemas.openxmlformats.org/officeDocument/2006/relationships/image" Target="../media/image20.emf"/></Relationships>
</file>

<file path=ppt/slideLayouts/_rels/slideLayout16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20.emf"/></Relationships>
</file>

<file path=ppt/slideLayouts/_rels/slideLayout16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3.xml"/><Relationship Id="rId1" Type="http://schemas.openxmlformats.org/officeDocument/2006/relationships/tags" Target="../tags/tag26.xml"/><Relationship Id="rId4" Type="http://schemas.openxmlformats.org/officeDocument/2006/relationships/image" Target="../media/image20.emf"/></Relationships>
</file>

<file path=ppt/slideLayouts/_rels/slideLayout16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3.xml"/><Relationship Id="rId1" Type="http://schemas.openxmlformats.org/officeDocument/2006/relationships/tags" Target="../tags/tag27.xml"/><Relationship Id="rId4" Type="http://schemas.openxmlformats.org/officeDocument/2006/relationships/image" Target="../media/image20.emf"/></Relationships>
</file>

<file path=ppt/slideLayouts/_rels/slideLayout16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3.xml"/><Relationship Id="rId1" Type="http://schemas.openxmlformats.org/officeDocument/2006/relationships/tags" Target="../tags/tag28.xml"/><Relationship Id="rId4" Type="http://schemas.openxmlformats.org/officeDocument/2006/relationships/image" Target="../media/image20.emf"/></Relationships>
</file>

<file path=ppt/slideLayouts/_rels/slideLayout16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29.xml"/><Relationship Id="rId4" Type="http://schemas.openxmlformats.org/officeDocument/2006/relationships/image" Target="../media/image20.emf"/></Relationships>
</file>

<file path=ppt/slideLayouts/_rels/slideLayout16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3.xml"/><Relationship Id="rId1" Type="http://schemas.openxmlformats.org/officeDocument/2006/relationships/tags" Target="../tags/tag30.xml"/><Relationship Id="rId4" Type="http://schemas.openxmlformats.org/officeDocument/2006/relationships/image" Target="../media/image20.emf"/></Relationships>
</file>

<file path=ppt/slideLayouts/_rels/slideLayout166.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3.xml"/><Relationship Id="rId1" Type="http://schemas.openxmlformats.org/officeDocument/2006/relationships/tags" Target="../tags/tag31.xml"/><Relationship Id="rId4" Type="http://schemas.openxmlformats.org/officeDocument/2006/relationships/image" Target="../media/image20.emf"/></Relationships>
</file>

<file path=ppt/slideLayouts/_rels/slideLayout16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32.xml"/><Relationship Id="rId4" Type="http://schemas.openxmlformats.org/officeDocument/2006/relationships/image" Target="../media/image20.emf"/></Relationships>
</file>

<file path=ppt/slideLayouts/_rels/slideLayout16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3.xml"/><Relationship Id="rId1" Type="http://schemas.openxmlformats.org/officeDocument/2006/relationships/tags" Target="../tags/tag33.xml"/><Relationship Id="rId4" Type="http://schemas.openxmlformats.org/officeDocument/2006/relationships/image" Target="../media/image20.emf"/></Relationships>
</file>

<file path=ppt/slideLayouts/_rels/slideLayout16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3.xml"/><Relationship Id="rId1" Type="http://schemas.openxmlformats.org/officeDocument/2006/relationships/tags" Target="../tags/tag34.xml"/><Relationship Id="rId4" Type="http://schemas.openxmlformats.org/officeDocument/2006/relationships/image" Target="../media/image20.emf"/></Relationships>
</file>

<file path=ppt/slideLayouts/_rels/slideLayout170.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20.emf"/></Relationships>
</file>

<file path=ppt/slideLayouts/_rels/slideLayout171.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3.xml"/><Relationship Id="rId1" Type="http://schemas.openxmlformats.org/officeDocument/2006/relationships/tags" Target="../tags/tag36.xml"/><Relationship Id="rId4" Type="http://schemas.openxmlformats.org/officeDocument/2006/relationships/image" Target="../media/image20.emf"/></Relationships>
</file>

<file path=ppt/slideLayouts/_rels/slideLayout172.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3.xml"/><Relationship Id="rId1" Type="http://schemas.openxmlformats.org/officeDocument/2006/relationships/tags" Target="../tags/tag37.xml"/><Relationship Id="rId4" Type="http://schemas.openxmlformats.org/officeDocument/2006/relationships/image" Target="../media/image20.emf"/></Relationships>
</file>

<file path=ppt/slideLayouts/_rels/slideLayout173.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3.xml"/><Relationship Id="rId1" Type="http://schemas.openxmlformats.org/officeDocument/2006/relationships/tags" Target="../tags/tag38.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20.emf"/></Relationships>
</file>

<file path=ppt/slideLayouts/_rels/slideLayout174.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3.xml"/><Relationship Id="rId1" Type="http://schemas.openxmlformats.org/officeDocument/2006/relationships/tags" Target="../tags/tag39.xml"/><Relationship Id="rId4" Type="http://schemas.openxmlformats.org/officeDocument/2006/relationships/image" Target="../media/image20.emf"/></Relationships>
</file>

<file path=ppt/slideLayouts/_rels/slideLayout175.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3.xml"/><Relationship Id="rId1" Type="http://schemas.openxmlformats.org/officeDocument/2006/relationships/tags" Target="../tags/tag40.xml"/><Relationship Id="rId4" Type="http://schemas.openxmlformats.org/officeDocument/2006/relationships/image" Target="../media/image20.emf"/></Relationships>
</file>

<file path=ppt/slideLayouts/_rels/slideLayout176.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3.xml"/><Relationship Id="rId1" Type="http://schemas.openxmlformats.org/officeDocument/2006/relationships/tags" Target="../tags/tag41.xml"/><Relationship Id="rId4" Type="http://schemas.openxmlformats.org/officeDocument/2006/relationships/image" Target="../media/image20.emf"/></Relationships>
</file>

<file path=ppt/slideLayouts/_rels/slideLayout177.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3.xml"/><Relationship Id="rId1" Type="http://schemas.openxmlformats.org/officeDocument/2006/relationships/tags" Target="../tags/tag42.xml"/><Relationship Id="rId4" Type="http://schemas.openxmlformats.org/officeDocument/2006/relationships/image" Target="../media/image20.emf"/></Relationships>
</file>

<file path=ppt/slideLayouts/_rels/slideLayout178.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3.xml"/><Relationship Id="rId1" Type="http://schemas.openxmlformats.org/officeDocument/2006/relationships/tags" Target="../tags/tag43.xml"/><Relationship Id="rId4" Type="http://schemas.openxmlformats.org/officeDocument/2006/relationships/image" Target="../media/image20.emf"/></Relationships>
</file>

<file path=ppt/slideLayouts/_rels/slideLayout179.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Master" Target="../slideMasters/slideMaster3.xml"/><Relationship Id="rId1" Type="http://schemas.openxmlformats.org/officeDocument/2006/relationships/tags" Target="../tags/tag44.xml"/><Relationship Id="rId4" Type="http://schemas.openxmlformats.org/officeDocument/2006/relationships/image" Target="../media/image20.emf"/></Relationships>
</file>

<file path=ppt/slideLayouts/_rels/slideLayout180.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3.xml"/><Relationship Id="rId1" Type="http://schemas.openxmlformats.org/officeDocument/2006/relationships/tags" Target="../tags/tag45.xml"/><Relationship Id="rId4" Type="http://schemas.openxmlformats.org/officeDocument/2006/relationships/image" Target="../media/image20.emf"/></Relationships>
</file>

<file path=ppt/slideLayouts/_rels/slideLayout181.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3.xml"/><Relationship Id="rId1" Type="http://schemas.openxmlformats.org/officeDocument/2006/relationships/tags" Target="../tags/tag46.xml"/><Relationship Id="rId4" Type="http://schemas.openxmlformats.org/officeDocument/2006/relationships/image" Target="../media/image20.emf"/></Relationships>
</file>

<file path=ppt/slideLayouts/_rels/slideLayout182.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3.xml"/><Relationship Id="rId1" Type="http://schemas.openxmlformats.org/officeDocument/2006/relationships/tags" Target="../tags/tag47.xml"/><Relationship Id="rId4" Type="http://schemas.openxmlformats.org/officeDocument/2006/relationships/image" Target="../media/image20.emf"/></Relationships>
</file>

<file path=ppt/slideLayouts/_rels/slideLayout183.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3.xml"/><Relationship Id="rId1" Type="http://schemas.openxmlformats.org/officeDocument/2006/relationships/tags" Target="../tags/tag48.xml"/><Relationship Id="rId4" Type="http://schemas.openxmlformats.org/officeDocument/2006/relationships/image" Target="../media/image20.emf"/></Relationships>
</file>

<file path=ppt/slideLayouts/_rels/slideLayout184.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3.xml"/><Relationship Id="rId1" Type="http://schemas.openxmlformats.org/officeDocument/2006/relationships/tags" Target="../tags/tag49.xml"/><Relationship Id="rId4" Type="http://schemas.openxmlformats.org/officeDocument/2006/relationships/image" Target="../media/image20.emf"/></Relationships>
</file>

<file path=ppt/slideLayouts/_rels/slideLayout185.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Master" Target="../slideMasters/slideMaster3.xml"/><Relationship Id="rId1" Type="http://schemas.openxmlformats.org/officeDocument/2006/relationships/tags" Target="../tags/tag50.xml"/><Relationship Id="rId4" Type="http://schemas.openxmlformats.org/officeDocument/2006/relationships/image" Target="../media/image20.emf"/></Relationships>
</file>

<file path=ppt/slideLayouts/_rels/slideLayout186.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3.xml"/><Relationship Id="rId1" Type="http://schemas.openxmlformats.org/officeDocument/2006/relationships/tags" Target="../tags/tag51.xml"/><Relationship Id="rId4" Type="http://schemas.openxmlformats.org/officeDocument/2006/relationships/image" Target="../media/image20.emf"/></Relationships>
</file>

<file path=ppt/slideLayouts/_rels/slideLayout187.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3.xml"/><Relationship Id="rId1" Type="http://schemas.openxmlformats.org/officeDocument/2006/relationships/tags" Target="../tags/tag52.xml"/><Relationship Id="rId4" Type="http://schemas.openxmlformats.org/officeDocument/2006/relationships/image" Target="../media/image20.emf"/></Relationships>
</file>

<file path=ppt/slideLayouts/_rels/slideLayout188.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3.xml"/><Relationship Id="rId1" Type="http://schemas.openxmlformats.org/officeDocument/2006/relationships/tags" Target="../tags/tag53.xml"/><Relationship Id="rId4" Type="http://schemas.openxmlformats.org/officeDocument/2006/relationships/image" Target="../media/image20.emf"/></Relationships>
</file>

<file path=ppt/slideLayouts/_rels/slideLayout189.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3.xml"/><Relationship Id="rId1" Type="http://schemas.openxmlformats.org/officeDocument/2006/relationships/tags" Target="../tags/tag54.xml"/><Relationship Id="rId4" Type="http://schemas.openxmlformats.org/officeDocument/2006/relationships/image" Target="../media/image20.emf"/></Relationships>
</file>

<file path=ppt/slideLayouts/_rels/slideLayout190.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3.xml"/><Relationship Id="rId1" Type="http://schemas.openxmlformats.org/officeDocument/2006/relationships/tags" Target="../tags/tag55.xml"/><Relationship Id="rId4" Type="http://schemas.openxmlformats.org/officeDocument/2006/relationships/image" Target="../media/image20.emf"/></Relationships>
</file>

<file path=ppt/slideLayouts/_rels/slideLayout191.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3.xml"/><Relationship Id="rId1" Type="http://schemas.openxmlformats.org/officeDocument/2006/relationships/tags" Target="../tags/tag56.xml"/><Relationship Id="rId4" Type="http://schemas.openxmlformats.org/officeDocument/2006/relationships/image" Target="../media/image20.emf"/></Relationships>
</file>

<file path=ppt/slideLayouts/_rels/slideLayout192.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3.xml"/><Relationship Id="rId1" Type="http://schemas.openxmlformats.org/officeDocument/2006/relationships/tags" Target="../tags/tag57.xml"/><Relationship Id="rId4" Type="http://schemas.openxmlformats.org/officeDocument/2006/relationships/image" Target="../media/image20.emf"/></Relationships>
</file>

<file path=ppt/slideLayouts/_rels/slideLayout193.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3.xml"/><Relationship Id="rId1" Type="http://schemas.openxmlformats.org/officeDocument/2006/relationships/tags" Target="../tags/tag58.xml"/><Relationship Id="rId4" Type="http://schemas.openxmlformats.org/officeDocument/2006/relationships/image" Target="../media/image20.emf"/></Relationships>
</file>

<file path=ppt/slideLayouts/_rels/slideLayout194.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3.xml"/><Relationship Id="rId1" Type="http://schemas.openxmlformats.org/officeDocument/2006/relationships/tags" Target="../tags/tag59.xml"/><Relationship Id="rId4" Type="http://schemas.openxmlformats.org/officeDocument/2006/relationships/image" Target="../media/image20.emf"/></Relationships>
</file>

<file path=ppt/slideLayouts/_rels/slideLayout195.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3.xml"/><Relationship Id="rId1" Type="http://schemas.openxmlformats.org/officeDocument/2006/relationships/tags" Target="../tags/tag60.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20.emf"/></Relationships>
</file>

<file path=ppt/slideLayouts/_rels/slideLayout196.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3.xml"/><Relationship Id="rId1" Type="http://schemas.openxmlformats.org/officeDocument/2006/relationships/tags" Target="../tags/tag61.xml"/><Relationship Id="rId4" Type="http://schemas.openxmlformats.org/officeDocument/2006/relationships/image" Target="../media/image20.emf"/></Relationships>
</file>

<file path=ppt/slideLayouts/_rels/slideLayout197.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3.xml"/><Relationship Id="rId1" Type="http://schemas.openxmlformats.org/officeDocument/2006/relationships/tags" Target="../tags/tag62.xml"/><Relationship Id="rId4" Type="http://schemas.openxmlformats.org/officeDocument/2006/relationships/image" Target="../media/image20.emf"/></Relationships>
</file>

<file path=ppt/slideLayouts/_rels/slideLayout198.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3.xml"/><Relationship Id="rId1" Type="http://schemas.openxmlformats.org/officeDocument/2006/relationships/tags" Target="../tags/tag63.xml"/><Relationship Id="rId4" Type="http://schemas.openxmlformats.org/officeDocument/2006/relationships/image" Target="../media/image20.emf"/></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3.xml"/><Relationship Id="rId1" Type="http://schemas.openxmlformats.org/officeDocument/2006/relationships/tags" Target="../tags/tag64.xml"/><Relationship Id="rId4" Type="http://schemas.openxmlformats.org/officeDocument/2006/relationships/image" Target="../media/image20.emf"/></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3.xml"/><Relationship Id="rId1" Type="http://schemas.openxmlformats.org/officeDocument/2006/relationships/tags" Target="../tags/tag65.xml"/><Relationship Id="rId4" Type="http://schemas.openxmlformats.org/officeDocument/2006/relationships/image" Target="../media/image20.emf"/></Relationships>
</file>

<file path=ppt/slideLayouts/_rels/slideLayout201.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3.xml"/><Relationship Id="rId1" Type="http://schemas.openxmlformats.org/officeDocument/2006/relationships/tags" Target="../tags/tag66.xml"/><Relationship Id="rId4" Type="http://schemas.openxmlformats.org/officeDocument/2006/relationships/image" Target="../media/image20.emf"/></Relationships>
</file>

<file path=ppt/slideLayouts/_rels/slideLayout202.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3.xml"/><Relationship Id="rId1" Type="http://schemas.openxmlformats.org/officeDocument/2006/relationships/tags" Target="../tags/tag67.xml"/><Relationship Id="rId4" Type="http://schemas.openxmlformats.org/officeDocument/2006/relationships/image" Target="../media/image20.emf"/></Relationships>
</file>

<file path=ppt/slideLayouts/_rels/slideLayout203.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Master" Target="../slideMasters/slideMaster3.xml"/><Relationship Id="rId1" Type="http://schemas.openxmlformats.org/officeDocument/2006/relationships/tags" Target="../tags/tag68.xml"/><Relationship Id="rId4" Type="http://schemas.openxmlformats.org/officeDocument/2006/relationships/image" Target="../media/image20.emf"/></Relationships>
</file>

<file path=ppt/slideLayouts/_rels/slideLayout204.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Master" Target="../slideMasters/slideMaster3.xml"/><Relationship Id="rId1" Type="http://schemas.openxmlformats.org/officeDocument/2006/relationships/tags" Target="../tags/tag69.xml"/><Relationship Id="rId4" Type="http://schemas.openxmlformats.org/officeDocument/2006/relationships/image" Target="../media/image20.emf"/></Relationships>
</file>

<file path=ppt/slideLayouts/_rels/slideLayout205.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Master" Target="../slideMasters/slideMaster3.xml"/><Relationship Id="rId1" Type="http://schemas.openxmlformats.org/officeDocument/2006/relationships/tags" Target="../tags/tag70.xml"/><Relationship Id="rId4" Type="http://schemas.openxmlformats.org/officeDocument/2006/relationships/image" Target="../media/image20.emf"/></Relationships>
</file>

<file path=ppt/slideLayouts/_rels/slideLayout206.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Master" Target="../slideMasters/slideMaster3.xml"/><Relationship Id="rId1" Type="http://schemas.openxmlformats.org/officeDocument/2006/relationships/tags" Target="../tags/tag71.xml"/><Relationship Id="rId4" Type="http://schemas.openxmlformats.org/officeDocument/2006/relationships/image" Target="../media/image20.emf"/></Relationships>
</file>

<file path=ppt/slideLayouts/_rels/slideLayout207.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Master" Target="../slideMasters/slideMaster3.xml"/><Relationship Id="rId1" Type="http://schemas.openxmlformats.org/officeDocument/2006/relationships/tags" Target="../tags/tag72.xml"/><Relationship Id="rId4" Type="http://schemas.openxmlformats.org/officeDocument/2006/relationships/image" Target="../media/image20.emf"/></Relationships>
</file>

<file path=ppt/slideLayouts/_rels/slideLayout208.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Master" Target="../slideMasters/slideMaster3.xml"/><Relationship Id="rId1" Type="http://schemas.openxmlformats.org/officeDocument/2006/relationships/tags" Target="../tags/tag73.xml"/><Relationship Id="rId4" Type="http://schemas.openxmlformats.org/officeDocument/2006/relationships/image" Target="../media/image20.emf"/></Relationships>
</file>

<file path=ppt/slideLayouts/_rels/slideLayout209.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Master" Target="../slideMasters/slideMaster3.xml"/><Relationship Id="rId1" Type="http://schemas.openxmlformats.org/officeDocument/2006/relationships/tags" Target="../tags/tag74.xml"/><Relationship Id="rId4" Type="http://schemas.openxmlformats.org/officeDocument/2006/relationships/image" Target="../media/image20.emf"/></Relationships>
</file>

<file path=ppt/slideLayouts/_rels/slideLayout210.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oleObject" Target="../embeddings/oleObject75.bin"/><Relationship Id="rId7"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75.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0.emf"/></Relationships>
</file>

<file path=ppt/slideLayouts/_rels/slideLayout211.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3.png"/><Relationship Id="rId3" Type="http://schemas.openxmlformats.org/officeDocument/2006/relationships/oleObject" Target="../embeddings/oleObject76.bin"/><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slideMaster" Target="../slideMasters/slideMaster3.xml"/><Relationship Id="rId16" Type="http://schemas.openxmlformats.org/officeDocument/2006/relationships/image" Target="../media/image19.png"/><Relationship Id="rId1" Type="http://schemas.openxmlformats.org/officeDocument/2006/relationships/tags" Target="../tags/tag76.xml"/><Relationship Id="rId6" Type="http://schemas.openxmlformats.org/officeDocument/2006/relationships/image" Target="../media/image9.png"/><Relationship Id="rId11" Type="http://schemas.openxmlformats.org/officeDocument/2006/relationships/image" Target="../media/image42.png"/><Relationship Id="rId5" Type="http://schemas.openxmlformats.org/officeDocument/2006/relationships/image" Target="../media/image38.png"/><Relationship Id="rId15" Type="http://schemas.openxmlformats.org/officeDocument/2006/relationships/image" Target="../media/image45.png"/><Relationship Id="rId10" Type="http://schemas.openxmlformats.org/officeDocument/2006/relationships/image" Target="../media/image41.png"/><Relationship Id="rId4" Type="http://schemas.openxmlformats.org/officeDocument/2006/relationships/image" Target="../media/image20.emf"/><Relationship Id="rId9" Type="http://schemas.openxmlformats.org/officeDocument/2006/relationships/image" Target="../media/image40.png"/><Relationship Id="rId14" Type="http://schemas.openxmlformats.org/officeDocument/2006/relationships/image" Target="../media/image44.png"/></Relationships>
</file>

<file path=ppt/slideLayouts/_rels/slideLayout212.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Master" Target="../slideMasters/slideMaster3.xml"/><Relationship Id="rId1" Type="http://schemas.openxmlformats.org/officeDocument/2006/relationships/tags" Target="../tags/tag77.xml"/><Relationship Id="rId4" Type="http://schemas.openxmlformats.org/officeDocument/2006/relationships/image" Target="../media/image20.emf"/></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23.svg"/><Relationship Id="rId2" Type="http://schemas.openxmlformats.org/officeDocument/2006/relationships/image" Target="../media/image21.png"/><Relationship Id="rId1" Type="http://schemas.openxmlformats.org/officeDocument/2006/relationships/slideMaster" Target="../slideMasters/slideMaster4.xml"/><Relationship Id="rId6" Type="http://schemas.openxmlformats.org/officeDocument/2006/relationships/image" Target="../media/image22.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emf"/><Relationship Id="rId2" Type="http://schemas.openxmlformats.org/officeDocument/2006/relationships/image" Target="../media/image24.png"/><Relationship Id="rId1" Type="http://schemas.openxmlformats.org/officeDocument/2006/relationships/slideMaster" Target="../slideMasters/slideMaster4.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5.svg"/></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6.emf"/><Relationship Id="rId1" Type="http://schemas.openxmlformats.org/officeDocument/2006/relationships/slideMaster" Target="../slideMasters/slideMaster4.xml"/><Relationship Id="rId4" Type="http://schemas.openxmlformats.org/officeDocument/2006/relationships/image" Target="../media/image28.svg"/></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emf"/><Relationship Id="rId1" Type="http://schemas.openxmlformats.org/officeDocument/2006/relationships/slideMaster" Target="../slideMasters/slideMaster4.xml"/><Relationship Id="rId4" Type="http://schemas.openxmlformats.org/officeDocument/2006/relationships/image" Target="../media/image30.svg"/></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6" Type="http://schemas.openxmlformats.org/officeDocument/2006/relationships/image" Target="../media/image6.emf"/><Relationship Id="rId5" Type="http://schemas.openxmlformats.org/officeDocument/2006/relationships/image" Target="../media/image23.svg"/><Relationship Id="rId4" Type="http://schemas.openxmlformats.org/officeDocument/2006/relationships/image" Target="../media/image22.png"/></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emf"/><Relationship Id="rId1" Type="http://schemas.openxmlformats.org/officeDocument/2006/relationships/slideMaster" Target="../slideMasters/slideMaster4.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5.svg"/></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8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34.png"/><Relationship Id="rId2" Type="http://schemas.openxmlformats.org/officeDocument/2006/relationships/image" Target="../media/image8.png"/><Relationship Id="rId1" Type="http://schemas.openxmlformats.org/officeDocument/2006/relationships/slideMaster" Target="../slideMasters/slideMaster4.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32.png"/><Relationship Id="rId10" Type="http://schemas.openxmlformats.org/officeDocument/2006/relationships/image" Target="../media/image33.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A">
    <p:spTree>
      <p:nvGrpSpPr>
        <p:cNvPr id="1" name=""/>
        <p:cNvGrpSpPr/>
        <p:nvPr/>
      </p:nvGrpSpPr>
      <p:grpSpPr>
        <a:xfrm>
          <a:off x="0" y="0"/>
          <a:ext cx="0" cy="0"/>
          <a:chOff x="0" y="0"/>
          <a:chExt cx="0" cy="0"/>
        </a:xfrm>
      </p:grpSpPr>
      <p:pic>
        <p:nvPicPr>
          <p:cNvPr id="11" name="Picture 10" descr="Chart&#10;&#10;Description automatically generated with medium confidence">
            <a:extLst>
              <a:ext uri="{FF2B5EF4-FFF2-40B4-BE49-F238E27FC236}">
                <a16:creationId xmlns:a16="http://schemas.microsoft.com/office/drawing/2014/main" id="{83AD3074-4AEC-4AC2-A26D-D25764BFE98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F272EA1-7C97-4CB4-A2F2-14BEE5DCBCBF}"/>
              </a:ext>
            </a:extLst>
          </p:cNvPr>
          <p:cNvSpPr>
            <a:spLocks noGrp="1"/>
          </p:cNvSpPr>
          <p:nvPr>
            <p:ph type="title"/>
          </p:nvPr>
        </p:nvSpPr>
        <p:spPr>
          <a:xfrm>
            <a:off x="331200" y="5325037"/>
            <a:ext cx="9787525" cy="486000"/>
          </a:xfrm>
        </p:spPr>
        <p:txBody>
          <a:bodyPr/>
          <a:lstStyle>
            <a:lvl1pPr>
              <a:defRPr sz="3200" b="1"/>
            </a:lvl1pPr>
          </a:lstStyle>
          <a:p>
            <a:r>
              <a:rPr lang="en-US" noProof="0"/>
              <a:t>Click to edit Master title style</a:t>
            </a:r>
            <a:endParaRPr lang="en-US"/>
          </a:p>
        </p:txBody>
      </p:sp>
      <p:sp>
        <p:nvSpPr>
          <p:cNvPr id="10" name="Text Placeholder 2">
            <a:extLst>
              <a:ext uri="{FF2B5EF4-FFF2-40B4-BE49-F238E27FC236}">
                <a16:creationId xmlns:a16="http://schemas.microsoft.com/office/drawing/2014/main" id="{2B5F8F87-3B65-4B62-9068-930D3EF1A8BA}"/>
              </a:ext>
            </a:extLst>
          </p:cNvPr>
          <p:cNvSpPr>
            <a:spLocks noGrp="1"/>
          </p:cNvSpPr>
          <p:nvPr>
            <p:ph type="body" sz="quarter" idx="14" hasCustomPrompt="1"/>
          </p:nvPr>
        </p:nvSpPr>
        <p:spPr>
          <a:xfrm>
            <a:off x="331200" y="5808186"/>
            <a:ext cx="9787525" cy="486000"/>
          </a:xfrm>
        </p:spPr>
        <p:txBody>
          <a:bodyPr lIns="0"/>
          <a:lstStyle>
            <a:lvl1pPr>
              <a:defRPr sz="32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4" name="Text Placeholder 3">
            <a:extLst>
              <a:ext uri="{FF2B5EF4-FFF2-40B4-BE49-F238E27FC236}">
                <a16:creationId xmlns:a16="http://schemas.microsoft.com/office/drawing/2014/main" id="{7727E904-B25D-407B-9176-B1EC3BAEEC74}"/>
              </a:ext>
            </a:extLst>
          </p:cNvPr>
          <p:cNvSpPr>
            <a:spLocks noGrp="1"/>
          </p:cNvSpPr>
          <p:nvPr>
            <p:ph type="body" sz="quarter" idx="16" hasCustomPrompt="1"/>
          </p:nvPr>
        </p:nvSpPr>
        <p:spPr>
          <a:xfrm>
            <a:off x="331200" y="5136445"/>
            <a:ext cx="9787525" cy="185926"/>
          </a:xfrm>
        </p:spPr>
        <p:txBody>
          <a:bodyPr lIns="0" anchor="t"/>
          <a:lstStyle>
            <a:lvl1pPr>
              <a:spcBef>
                <a:spcPts val="0"/>
              </a:spcBef>
              <a:defRPr sz="1200" cap="all" spc="200" baseline="0"/>
            </a:lvl1pPr>
          </a:lstStyle>
          <a:p>
            <a:pPr lvl="0"/>
            <a:r>
              <a:rPr lang="en-US" noProof="0"/>
              <a:t>DATE OR OTHER INFORMATION – THIS LINE IS NOT OBLIGATORY</a:t>
            </a:r>
            <a:endParaRPr lang="en-US"/>
          </a:p>
        </p:txBody>
      </p:sp>
      <p:sp>
        <p:nvSpPr>
          <p:cNvPr id="3" name="Date Placeholder 2" hidden="1">
            <a:extLst>
              <a:ext uri="{FF2B5EF4-FFF2-40B4-BE49-F238E27FC236}">
                <a16:creationId xmlns:a16="http://schemas.microsoft.com/office/drawing/2014/main" id="{D8540927-FEEA-4930-9813-BB60C0573908}"/>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F1820304-43EF-4B92-8809-5E10605C26AC}" type="datetime4">
              <a:rPr lang="en-US" smtClean="0"/>
              <a:t>January 21, 2026</a:t>
            </a:fld>
            <a:endParaRPr lang="en-US"/>
          </a:p>
        </p:txBody>
      </p:sp>
      <p:sp>
        <p:nvSpPr>
          <p:cNvPr id="6" name="Footer Placeholder 5" hidden="1">
            <a:extLst>
              <a:ext uri="{FF2B5EF4-FFF2-40B4-BE49-F238E27FC236}">
                <a16:creationId xmlns:a16="http://schemas.microsoft.com/office/drawing/2014/main" id="{CEA8885D-4C24-47AF-B750-4596970023A4}"/>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7" name="Slide Number Placeholder 6" hidden="1">
            <a:extLst>
              <a:ext uri="{FF2B5EF4-FFF2-40B4-BE49-F238E27FC236}">
                <a16:creationId xmlns:a16="http://schemas.microsoft.com/office/drawing/2014/main" id="{2EAECFDD-505B-4910-A185-543B03579F2B}"/>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9" name="Text Placeholder 26">
            <a:extLst>
              <a:ext uri="{FF2B5EF4-FFF2-40B4-BE49-F238E27FC236}">
                <a16:creationId xmlns:a16="http://schemas.microsoft.com/office/drawing/2014/main" id="{F669D9C2-663A-4AF6-89C3-C44AB453F707}"/>
              </a:ext>
            </a:extLst>
          </p:cNvPr>
          <p:cNvSpPr txBox="1">
            <a:spLocks/>
          </p:cNvSpPr>
          <p:nvPr userDrawn="1"/>
        </p:nvSpPr>
        <p:spPr>
          <a:xfrm>
            <a:off x="331199" y="4900566"/>
            <a:ext cx="406799" cy="45719"/>
          </a:xfrm>
          <a:prstGeom prst="rect">
            <a:avLst/>
          </a:prstGeom>
        </p:spPr>
        <p:txBody>
          <a:bodyPr lIns="0" tIns="0" rIns="0" bIns="5400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sz="3200" noProof="0"/>
              <a:t>—</a:t>
            </a:r>
            <a:endParaRPr lang="en-US"/>
          </a:p>
        </p:txBody>
      </p:sp>
      <p:pic>
        <p:nvPicPr>
          <p:cNvPr id="15" name="Logo">
            <a:extLst>
              <a:ext uri="{FF2B5EF4-FFF2-40B4-BE49-F238E27FC236}">
                <a16:creationId xmlns:a16="http://schemas.microsoft.com/office/drawing/2014/main" id="{1D5A82AA-7C9A-430A-ADD8-F49D675E442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79643" y="6159885"/>
            <a:ext cx="873621" cy="335227"/>
          </a:xfrm>
          <a:prstGeom prst="rect">
            <a:avLst/>
          </a:prstGeom>
        </p:spPr>
      </p:pic>
      <p:sp>
        <p:nvSpPr>
          <p:cNvPr id="16" name="Textbox for metadata">
            <a:extLst>
              <a:ext uri="{FF2B5EF4-FFF2-40B4-BE49-F238E27FC236}">
                <a16:creationId xmlns:a16="http://schemas.microsoft.com/office/drawing/2014/main" id="{932E1283-5E1D-4454-90E0-0EB77DB007AD}"/>
              </a:ext>
            </a:extLst>
          </p:cNvPr>
          <p:cNvSpPr txBox="1">
            <a:spLocks/>
          </p:cNvSpPr>
          <p:nvPr userDrawn="1"/>
        </p:nvSpPr>
        <p:spPr>
          <a:xfrm>
            <a:off x="331196" y="654882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noProof="0">
              <a:solidFill>
                <a:schemeClr val="tx1"/>
              </a:solidFill>
            </a:endParaRPr>
          </a:p>
        </p:txBody>
      </p:sp>
      <p:sp>
        <p:nvSpPr>
          <p:cNvPr id="18"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2AFD311-4076-40D0-970F-D430967AA3D8}"/>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19"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8BD25C7F-9A4B-487D-847B-8AD6C18836B7}"/>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20"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A725CCBA-80C3-4817-89DB-6D984D0F4954}"/>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a:p>
        </p:txBody>
      </p:sp>
      <p:pic>
        <p:nvPicPr>
          <p:cNvPr id="1585600033" name="Classification" descr="{&quot;templafy&quot;:{&quot;id&quot;:&quot;a5f79114-bf1e-4a4d-88a8-25043a244f35&quot;}}"/>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1200" y="367200"/>
            <a:ext cx="1530000" cy="252000"/>
          </a:xfrm>
          <a:prstGeom prst="rect">
            <a:avLst/>
          </a:prstGeom>
        </p:spPr>
      </p:pic>
    </p:spTree>
    <p:extLst>
      <p:ext uri="{BB962C8B-B14F-4D97-AF65-F5344CB8AC3E}">
        <p14:creationId xmlns:p14="http://schemas.microsoft.com/office/powerpoint/2010/main" val="3338552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B">
    <p:spTree>
      <p:nvGrpSpPr>
        <p:cNvPr id="1" name=""/>
        <p:cNvGrpSpPr/>
        <p:nvPr/>
      </p:nvGrpSpPr>
      <p:grpSpPr>
        <a:xfrm>
          <a:off x="0" y="0"/>
          <a:ext cx="0" cy="0"/>
          <a:chOff x="0" y="0"/>
          <a:chExt cx="0" cy="0"/>
        </a:xfrm>
      </p:grpSpPr>
      <p:pic>
        <p:nvPicPr>
          <p:cNvPr id="11" name="Picture 10" descr="Chart&#10;&#10;Description automatically generated with medium confidence">
            <a:extLst>
              <a:ext uri="{FF2B5EF4-FFF2-40B4-BE49-F238E27FC236}">
                <a16:creationId xmlns:a16="http://schemas.microsoft.com/office/drawing/2014/main" id="{83AD3074-4AEC-4AC2-A26D-D25764BFE98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F272EA1-7C97-4CB4-A2F2-14BEE5DCBCBF}"/>
              </a:ext>
            </a:extLst>
          </p:cNvPr>
          <p:cNvSpPr>
            <a:spLocks noGrp="1"/>
          </p:cNvSpPr>
          <p:nvPr>
            <p:ph type="title"/>
          </p:nvPr>
        </p:nvSpPr>
        <p:spPr>
          <a:xfrm>
            <a:off x="331200" y="5139290"/>
            <a:ext cx="9787525" cy="486000"/>
          </a:xfrm>
        </p:spPr>
        <p:txBody>
          <a:bodyPr/>
          <a:lstStyle>
            <a:lvl1pPr>
              <a:defRPr sz="3200" b="1"/>
            </a:lvl1pPr>
          </a:lstStyle>
          <a:p>
            <a:r>
              <a:rPr lang="en-US" noProof="0"/>
              <a:t>Click to edit Master title style</a:t>
            </a:r>
            <a:endParaRPr lang="en-US"/>
          </a:p>
        </p:txBody>
      </p:sp>
      <p:sp>
        <p:nvSpPr>
          <p:cNvPr id="10" name="Text Placeholder 2">
            <a:extLst>
              <a:ext uri="{FF2B5EF4-FFF2-40B4-BE49-F238E27FC236}">
                <a16:creationId xmlns:a16="http://schemas.microsoft.com/office/drawing/2014/main" id="{2B5F8F87-3B65-4B62-9068-930D3EF1A8BA}"/>
              </a:ext>
            </a:extLst>
          </p:cNvPr>
          <p:cNvSpPr>
            <a:spLocks noGrp="1"/>
          </p:cNvSpPr>
          <p:nvPr>
            <p:ph type="body" sz="quarter" idx="14" hasCustomPrompt="1"/>
          </p:nvPr>
        </p:nvSpPr>
        <p:spPr>
          <a:xfrm>
            <a:off x="331200" y="5622439"/>
            <a:ext cx="9787525" cy="486000"/>
          </a:xfrm>
        </p:spPr>
        <p:txBody>
          <a:bodyPr lIns="0"/>
          <a:lstStyle>
            <a:lvl1pPr>
              <a:defRPr sz="32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3" name="Date Placeholder 2">
            <a:extLst>
              <a:ext uri="{FF2B5EF4-FFF2-40B4-BE49-F238E27FC236}">
                <a16:creationId xmlns:a16="http://schemas.microsoft.com/office/drawing/2014/main" id="{7C62B3A4-847D-448E-B792-DE62FEB4E58C}"/>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A394E7BB-A20E-4E6C-8755-0580ED31DFA6}" type="datetime4">
              <a:rPr lang="en-US" noProof="0" smtClean="0"/>
              <a:t>January 21, 2026</a:t>
            </a:fld>
            <a:endParaRPr lang="en-US" noProof="0"/>
          </a:p>
        </p:txBody>
      </p:sp>
      <p:sp>
        <p:nvSpPr>
          <p:cNvPr id="14" name="Footer Placeholder 5" hidden="1">
            <a:extLst>
              <a:ext uri="{FF2B5EF4-FFF2-40B4-BE49-F238E27FC236}">
                <a16:creationId xmlns:a16="http://schemas.microsoft.com/office/drawing/2014/main" id="{B6935CD3-ECA4-4229-A00C-3BDDEB2BD50E}"/>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5" name="Slide Number Placeholder 6" hidden="1">
            <a:extLst>
              <a:ext uri="{FF2B5EF4-FFF2-40B4-BE49-F238E27FC236}">
                <a16:creationId xmlns:a16="http://schemas.microsoft.com/office/drawing/2014/main" id="{9AA86E30-296D-41CC-A9C9-C72660CB7756}"/>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pic>
        <p:nvPicPr>
          <p:cNvPr id="16" name="Logo">
            <a:extLst>
              <a:ext uri="{FF2B5EF4-FFF2-40B4-BE49-F238E27FC236}">
                <a16:creationId xmlns:a16="http://schemas.microsoft.com/office/drawing/2014/main" id="{89FB94D8-068A-40E5-9C29-DDB083870C4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79643" y="6159885"/>
            <a:ext cx="873621" cy="335227"/>
          </a:xfrm>
          <a:prstGeom prst="rect">
            <a:avLst/>
          </a:prstGeom>
        </p:spPr>
      </p:pic>
      <p:sp>
        <p:nvSpPr>
          <p:cNvPr id="9" name="Text Placeholder 26">
            <a:extLst>
              <a:ext uri="{FF2B5EF4-FFF2-40B4-BE49-F238E27FC236}">
                <a16:creationId xmlns:a16="http://schemas.microsoft.com/office/drawing/2014/main" id="{DCA8C29B-B642-430B-B35C-1D22E16B5ADC}"/>
              </a:ext>
            </a:extLst>
          </p:cNvPr>
          <p:cNvSpPr txBox="1">
            <a:spLocks/>
          </p:cNvSpPr>
          <p:nvPr userDrawn="1"/>
        </p:nvSpPr>
        <p:spPr>
          <a:xfrm>
            <a:off x="331199" y="4900566"/>
            <a:ext cx="406799" cy="45719"/>
          </a:xfrm>
          <a:prstGeom prst="rect">
            <a:avLst/>
          </a:prstGeom>
        </p:spPr>
        <p:txBody>
          <a:bodyPr lIns="0" tIns="0" rIns="0" bIns="5400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sz="3200" noProof="0"/>
              <a:t>—</a:t>
            </a:r>
            <a:endParaRPr lang="en-US"/>
          </a:p>
        </p:txBody>
      </p:sp>
      <p:sp>
        <p:nvSpPr>
          <p:cNvPr id="29" name="Textbox for metadata">
            <a:extLst>
              <a:ext uri="{FF2B5EF4-FFF2-40B4-BE49-F238E27FC236}">
                <a16:creationId xmlns:a16="http://schemas.microsoft.com/office/drawing/2014/main" id="{D7DCD54B-3107-4990-98EF-B47683C6F3FD}"/>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noProof="0">
              <a:solidFill>
                <a:schemeClr val="tx1"/>
              </a:solidFill>
            </a:endParaRPr>
          </a:p>
        </p:txBody>
      </p:sp>
      <p:sp>
        <p:nvSpPr>
          <p:cNvPr id="19"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B0D0F57F-14FF-4552-BF2B-6E2C9856C84B}"/>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20"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84F086C7-2804-421D-86F6-0C377AD5170F}"/>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21"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B86297F8-6905-4EC1-9DA0-268763BA2E96}"/>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a:p>
        </p:txBody>
      </p:sp>
      <p:pic>
        <p:nvPicPr>
          <p:cNvPr id="262177678" name="Classification" descr="{&quot;templafy&quot;:{&quot;id&quot;:&quot;5fc9ec51-42e9-455a-9a5c-96390e5bbf02&quot;}}"/>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1200" y="367200"/>
            <a:ext cx="1530000" cy="252000"/>
          </a:xfrm>
          <a:prstGeom prst="rect">
            <a:avLst/>
          </a:prstGeom>
        </p:spPr>
      </p:pic>
    </p:spTree>
    <p:extLst>
      <p:ext uri="{BB962C8B-B14F-4D97-AF65-F5344CB8AC3E}">
        <p14:creationId xmlns:p14="http://schemas.microsoft.com/office/powerpoint/2010/main" val="1630792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C">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6858000"/>
          </a:xfrm>
        </p:spPr>
        <p:txBody>
          <a:bodyPr/>
          <a:lstStyle/>
          <a:p>
            <a:r>
              <a:rPr lang="en-US" noProof="0"/>
              <a:t>Click icon to add picture</a:t>
            </a:r>
            <a:endParaRPr lang="en-US"/>
          </a:p>
        </p:txBody>
      </p:sp>
      <p:sp>
        <p:nvSpPr>
          <p:cNvPr id="13" name="Title 1">
            <a:extLst>
              <a:ext uri="{FF2B5EF4-FFF2-40B4-BE49-F238E27FC236}">
                <a16:creationId xmlns:a16="http://schemas.microsoft.com/office/drawing/2014/main" id="{B99D19C6-E807-43C7-BEAA-AD58FCBC34A5}"/>
              </a:ext>
            </a:extLst>
          </p:cNvPr>
          <p:cNvSpPr>
            <a:spLocks noGrp="1"/>
          </p:cNvSpPr>
          <p:nvPr>
            <p:ph type="title"/>
          </p:nvPr>
        </p:nvSpPr>
        <p:spPr>
          <a:xfrm>
            <a:off x="331200" y="5325037"/>
            <a:ext cx="9787525" cy="486000"/>
          </a:xfrm>
        </p:spPr>
        <p:txBody>
          <a:bodyPr/>
          <a:lstStyle>
            <a:lvl1pPr>
              <a:defRPr sz="3200" b="1"/>
            </a:lvl1pPr>
          </a:lstStyle>
          <a:p>
            <a:r>
              <a:rPr lang="en-US" noProof="0"/>
              <a:t>Click to edit Master title style</a:t>
            </a:r>
            <a:endParaRPr lang="en-US"/>
          </a:p>
        </p:txBody>
      </p:sp>
      <p:sp>
        <p:nvSpPr>
          <p:cNvPr id="15" name="Text Placeholder 2">
            <a:extLst>
              <a:ext uri="{FF2B5EF4-FFF2-40B4-BE49-F238E27FC236}">
                <a16:creationId xmlns:a16="http://schemas.microsoft.com/office/drawing/2014/main" id="{2A363561-1FD5-460C-857B-7475A52266A1}"/>
              </a:ext>
            </a:extLst>
          </p:cNvPr>
          <p:cNvSpPr>
            <a:spLocks noGrp="1"/>
          </p:cNvSpPr>
          <p:nvPr>
            <p:ph type="body" sz="quarter" idx="14" hasCustomPrompt="1"/>
          </p:nvPr>
        </p:nvSpPr>
        <p:spPr>
          <a:xfrm>
            <a:off x="331200" y="5808186"/>
            <a:ext cx="9787525" cy="486000"/>
          </a:xfrm>
        </p:spPr>
        <p:txBody>
          <a:bodyPr lIns="0"/>
          <a:lstStyle>
            <a:lvl1pPr>
              <a:defRPr sz="32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6" name="Text Placeholder 3">
            <a:extLst>
              <a:ext uri="{FF2B5EF4-FFF2-40B4-BE49-F238E27FC236}">
                <a16:creationId xmlns:a16="http://schemas.microsoft.com/office/drawing/2014/main" id="{31AB030A-2C35-47D8-BDF0-01351D32C768}"/>
              </a:ext>
            </a:extLst>
          </p:cNvPr>
          <p:cNvSpPr>
            <a:spLocks noGrp="1"/>
          </p:cNvSpPr>
          <p:nvPr>
            <p:ph type="body" sz="quarter" idx="17" hasCustomPrompt="1"/>
          </p:nvPr>
        </p:nvSpPr>
        <p:spPr>
          <a:xfrm>
            <a:off x="331200" y="5136445"/>
            <a:ext cx="9787525" cy="185926"/>
          </a:xfrm>
        </p:spPr>
        <p:txBody>
          <a:bodyPr lIns="0" anchor="t"/>
          <a:lstStyle>
            <a:lvl1pPr>
              <a:spcBef>
                <a:spcPts val="0"/>
              </a:spcBef>
              <a:defRPr sz="1200" cap="all" spc="200" baseline="0"/>
            </a:lvl1pPr>
          </a:lstStyle>
          <a:p>
            <a:pPr lvl="0"/>
            <a:r>
              <a:rPr lang="en-US" noProof="0"/>
              <a:t>DATE OR OTHER INFORMATION – THIS LINE IS NOT OBLIGATORY</a:t>
            </a:r>
            <a:endParaRPr lang="en-US"/>
          </a:p>
        </p:txBody>
      </p:sp>
      <p:sp>
        <p:nvSpPr>
          <p:cNvPr id="19" name="Date Placeholder 2" hidden="1">
            <a:extLst>
              <a:ext uri="{FF2B5EF4-FFF2-40B4-BE49-F238E27FC236}">
                <a16:creationId xmlns:a16="http://schemas.microsoft.com/office/drawing/2014/main" id="{E2DA0BE3-FFDA-4368-915E-D6B90666C139}"/>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AB468AA7-2417-4EDD-9C40-B1F71A656BC8}" type="datetime4">
              <a:rPr lang="en-US" smtClean="0"/>
              <a:t>January 21, 2026</a:t>
            </a:fld>
            <a:endParaRPr lang="en-US"/>
          </a:p>
        </p:txBody>
      </p:sp>
      <p:sp>
        <p:nvSpPr>
          <p:cNvPr id="25" name="Footer Placeholder 5" hidden="1">
            <a:extLst>
              <a:ext uri="{FF2B5EF4-FFF2-40B4-BE49-F238E27FC236}">
                <a16:creationId xmlns:a16="http://schemas.microsoft.com/office/drawing/2014/main" id="{6444F00E-4A33-4AB0-ADF2-E09C76137DCC}"/>
              </a:ext>
            </a:extLst>
          </p:cNvPr>
          <p:cNvSpPr>
            <a:spLocks noGrp="1"/>
          </p:cNvSpPr>
          <p:nvPr>
            <p:ph type="ftr" sz="quarter" idx="24"/>
          </p:nvPr>
        </p:nvSpPr>
        <p:spPr>
          <a:xfrm>
            <a:off x="0" y="6858000"/>
            <a:ext cx="0" cy="0"/>
          </a:xfrm>
        </p:spPr>
        <p:txBody>
          <a:bodyPr/>
          <a:lstStyle>
            <a:lvl1pPr>
              <a:defRPr>
                <a:noFill/>
              </a:defRPr>
            </a:lvl1pPr>
          </a:lstStyle>
          <a:p>
            <a:endParaRPr lang="en-US"/>
          </a:p>
        </p:txBody>
      </p:sp>
      <p:sp>
        <p:nvSpPr>
          <p:cNvPr id="26" name="Slide Number Placeholder 6" hidden="1">
            <a:extLst>
              <a:ext uri="{FF2B5EF4-FFF2-40B4-BE49-F238E27FC236}">
                <a16:creationId xmlns:a16="http://schemas.microsoft.com/office/drawing/2014/main" id="{5B12548E-CFBD-4687-86F5-26FBF1855004}"/>
              </a:ext>
            </a:extLst>
          </p:cNvPr>
          <p:cNvSpPr>
            <a:spLocks noGrp="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0" name="Text Placeholder 29">
            <a:extLst>
              <a:ext uri="{FF2B5EF4-FFF2-40B4-BE49-F238E27FC236}">
                <a16:creationId xmlns:a16="http://schemas.microsoft.com/office/drawing/2014/main" id="{9C5F296E-6595-4C8C-8218-8E42105FE48B}"/>
              </a:ext>
            </a:extLst>
          </p:cNvPr>
          <p:cNvSpPr>
            <a:spLocks noGrp="1"/>
          </p:cNvSpPr>
          <p:nvPr>
            <p:ph type="body" sz="quarter" idx="32" hasCustomPrompt="1"/>
          </p:nvPr>
        </p:nvSpPr>
        <p:spPr>
          <a:xfrm>
            <a:off x="331200" y="4899600"/>
            <a:ext cx="406800" cy="46800"/>
          </a:xfrm>
          <a:solidFill>
            <a:schemeClr val="bg2"/>
          </a:solidFill>
          <a:ln w="3175">
            <a:solidFill>
              <a:schemeClr val="bg2">
                <a:alpha val="0"/>
              </a:schemeClr>
            </a:solidFill>
          </a:ln>
        </p:spPr>
        <p:txBody>
          <a:bodyPr>
            <a:normAutofit/>
          </a:bodyPr>
          <a:lstStyle>
            <a:lvl1pPr>
              <a:defRPr sz="1000">
                <a:noFill/>
              </a:defRPr>
            </a:lvl1pPr>
            <a:lvl2pPr>
              <a:defRPr sz="1000"/>
            </a:lvl2pPr>
            <a:lvl3pPr>
              <a:defRPr sz="1000"/>
            </a:lvl3pPr>
            <a:lvl4pPr>
              <a:defRPr sz="1000"/>
            </a:lvl4pPr>
            <a:lvl5pPr>
              <a:defRPr sz="1000"/>
            </a:lvl5pPr>
          </a:lstStyle>
          <a:p>
            <a:pPr lvl="0"/>
            <a:r>
              <a:rPr lang="en-US" noProof="0"/>
              <a:t>.</a:t>
            </a:r>
            <a:endParaRPr lang="en-US"/>
          </a:p>
        </p:txBody>
      </p:sp>
      <p:pic>
        <p:nvPicPr>
          <p:cNvPr id="27" name="Logo">
            <a:extLst>
              <a:ext uri="{FF2B5EF4-FFF2-40B4-BE49-F238E27FC236}">
                <a16:creationId xmlns:a16="http://schemas.microsoft.com/office/drawing/2014/main" id="{21F143E8-1C02-4AF6-AEC3-BBB4D74642C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79643" y="6159885"/>
            <a:ext cx="873621" cy="335227"/>
          </a:xfrm>
          <a:prstGeom prst="rect">
            <a:avLst/>
          </a:prstGeom>
        </p:spPr>
      </p:pic>
      <p:sp>
        <p:nvSpPr>
          <p:cNvPr id="35" name="Textbox for metadata">
            <a:extLst>
              <a:ext uri="{FF2B5EF4-FFF2-40B4-BE49-F238E27FC236}">
                <a16:creationId xmlns:a16="http://schemas.microsoft.com/office/drawing/2014/main" id="{21AACC99-245C-4AB3-B925-3040F2FE3845}"/>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noProof="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867EF0E0-86BF-44FA-AC2D-C951CA90505C}"/>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2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7F2A9ED0-B262-45EB-B163-BE942E3E3F11}"/>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2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4F0BE50A-027E-4CEF-B5DB-57271BF694E3}"/>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a:p>
        </p:txBody>
      </p:sp>
      <p:pic>
        <p:nvPicPr>
          <p:cNvPr id="1722493710" name="Classification" descr="{&quot;templafy&quot;:{&quot;id&quot;:&quot;a56c433f-ec63-49d5-8dbc-ed93dda1f241&quot;}}"/>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1200" y="367200"/>
            <a:ext cx="1530000" cy="252000"/>
          </a:xfrm>
          <a:prstGeom prst="rect">
            <a:avLst/>
          </a:prstGeom>
        </p:spPr>
      </p:pic>
    </p:spTree>
    <p:extLst>
      <p:ext uri="{BB962C8B-B14F-4D97-AF65-F5344CB8AC3E}">
        <p14:creationId xmlns:p14="http://schemas.microsoft.com/office/powerpoint/2010/main" val="2362327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6858000"/>
          </a:xfrm>
        </p:spPr>
        <p:txBody>
          <a:bodyPr/>
          <a:lstStyle/>
          <a:p>
            <a:r>
              <a:rPr lang="en-US" noProof="0"/>
              <a:t>Click icon to add picture</a:t>
            </a:r>
            <a:endParaRPr lang="en-US"/>
          </a:p>
        </p:txBody>
      </p:sp>
      <p:sp>
        <p:nvSpPr>
          <p:cNvPr id="12" name="Title 1">
            <a:extLst>
              <a:ext uri="{FF2B5EF4-FFF2-40B4-BE49-F238E27FC236}">
                <a16:creationId xmlns:a16="http://schemas.microsoft.com/office/drawing/2014/main" id="{940B86E6-98C1-4FD2-B2DC-32985D385E90}"/>
              </a:ext>
            </a:extLst>
          </p:cNvPr>
          <p:cNvSpPr>
            <a:spLocks noGrp="1"/>
          </p:cNvSpPr>
          <p:nvPr>
            <p:ph type="title"/>
          </p:nvPr>
        </p:nvSpPr>
        <p:spPr>
          <a:xfrm>
            <a:off x="331200" y="5139290"/>
            <a:ext cx="9787525" cy="486000"/>
          </a:xfrm>
        </p:spPr>
        <p:txBody>
          <a:bodyPr/>
          <a:lstStyle>
            <a:lvl1pPr>
              <a:defRPr sz="3200" b="1"/>
            </a:lvl1pPr>
          </a:lstStyle>
          <a:p>
            <a:r>
              <a:rPr lang="en-US" noProof="0"/>
              <a:t>Click to edit Master title style</a:t>
            </a:r>
            <a:endParaRPr lang="en-US"/>
          </a:p>
        </p:txBody>
      </p:sp>
      <p:sp>
        <p:nvSpPr>
          <p:cNvPr id="14" name="Text Placeholder 9">
            <a:extLst>
              <a:ext uri="{FF2B5EF4-FFF2-40B4-BE49-F238E27FC236}">
                <a16:creationId xmlns:a16="http://schemas.microsoft.com/office/drawing/2014/main" id="{5BED0FB7-B139-4781-9AEC-FDE168177212}"/>
              </a:ext>
            </a:extLst>
          </p:cNvPr>
          <p:cNvSpPr>
            <a:spLocks noGrp="1"/>
          </p:cNvSpPr>
          <p:nvPr>
            <p:ph type="body" sz="quarter" idx="14" hasCustomPrompt="1"/>
          </p:nvPr>
        </p:nvSpPr>
        <p:spPr>
          <a:xfrm>
            <a:off x="331200" y="5622439"/>
            <a:ext cx="9787525" cy="486000"/>
          </a:xfrm>
        </p:spPr>
        <p:txBody>
          <a:bodyPr lIns="0"/>
          <a:lstStyle>
            <a:lvl1pPr>
              <a:defRPr sz="32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7" name="Date Placeholder 2" hidden="1">
            <a:extLst>
              <a:ext uri="{FF2B5EF4-FFF2-40B4-BE49-F238E27FC236}">
                <a16:creationId xmlns:a16="http://schemas.microsoft.com/office/drawing/2014/main" id="{DEC93181-DC67-496C-BF38-9B85050BC846}"/>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4D124D52-1503-4931-ACF6-5F9324FA9DE6}" type="datetime4">
              <a:rPr lang="en-US" smtClean="0"/>
              <a:t>January 21, 2026</a:t>
            </a:fld>
            <a:endParaRPr lang="en-US"/>
          </a:p>
        </p:txBody>
      </p:sp>
      <p:sp>
        <p:nvSpPr>
          <p:cNvPr id="23" name="Footer Placeholder 5" hidden="1">
            <a:extLst>
              <a:ext uri="{FF2B5EF4-FFF2-40B4-BE49-F238E27FC236}">
                <a16:creationId xmlns:a16="http://schemas.microsoft.com/office/drawing/2014/main" id="{F875FF11-4129-4354-85FE-EB3DCEEC1DB3}"/>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24" name="Slide Number Placeholder 6" hidden="1">
            <a:extLst>
              <a:ext uri="{FF2B5EF4-FFF2-40B4-BE49-F238E27FC236}">
                <a16:creationId xmlns:a16="http://schemas.microsoft.com/office/drawing/2014/main" id="{B3D53CF0-1704-4F73-A324-D97E6ADADF91}"/>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26" name="Text Placeholder 29">
            <a:extLst>
              <a:ext uri="{FF2B5EF4-FFF2-40B4-BE49-F238E27FC236}">
                <a16:creationId xmlns:a16="http://schemas.microsoft.com/office/drawing/2014/main" id="{8E36617F-78CD-4DD5-BF39-0E1F6BBADD0A}"/>
              </a:ext>
            </a:extLst>
          </p:cNvPr>
          <p:cNvSpPr>
            <a:spLocks noGrp="1"/>
          </p:cNvSpPr>
          <p:nvPr>
            <p:ph type="body" sz="quarter" idx="32" hasCustomPrompt="1"/>
          </p:nvPr>
        </p:nvSpPr>
        <p:spPr>
          <a:xfrm>
            <a:off x="331200" y="4899600"/>
            <a:ext cx="406800" cy="46800"/>
          </a:xfrm>
          <a:solidFill>
            <a:schemeClr val="bg2"/>
          </a:solidFill>
          <a:ln w="3175">
            <a:solidFill>
              <a:schemeClr val="bg2">
                <a:alpha val="0"/>
              </a:schemeClr>
            </a:solidFill>
          </a:ln>
        </p:spPr>
        <p:txBody>
          <a:bodyPr>
            <a:normAutofit/>
          </a:bodyPr>
          <a:lstStyle>
            <a:lvl1pPr>
              <a:defRPr sz="1000">
                <a:noFill/>
              </a:defRPr>
            </a:lvl1pPr>
            <a:lvl2pPr>
              <a:defRPr sz="1000"/>
            </a:lvl2pPr>
            <a:lvl3pPr>
              <a:defRPr sz="1000"/>
            </a:lvl3pPr>
            <a:lvl4pPr>
              <a:defRPr sz="1000"/>
            </a:lvl4pPr>
            <a:lvl5pPr>
              <a:defRPr sz="1000"/>
            </a:lvl5pPr>
          </a:lstStyle>
          <a:p>
            <a:pPr lvl="0"/>
            <a:r>
              <a:rPr lang="en-US" noProof="0"/>
              <a:t>.</a:t>
            </a:r>
            <a:endParaRPr lang="en-US"/>
          </a:p>
        </p:txBody>
      </p:sp>
      <p:pic>
        <p:nvPicPr>
          <p:cNvPr id="25" name="Logo">
            <a:extLst>
              <a:ext uri="{FF2B5EF4-FFF2-40B4-BE49-F238E27FC236}">
                <a16:creationId xmlns:a16="http://schemas.microsoft.com/office/drawing/2014/main" id="{423ADEDC-A51B-4385-B340-F0AA2CEC29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79643" y="6159885"/>
            <a:ext cx="873621" cy="335227"/>
          </a:xfrm>
          <a:prstGeom prst="rect">
            <a:avLst/>
          </a:prstGeom>
        </p:spPr>
      </p:pic>
      <p:sp>
        <p:nvSpPr>
          <p:cNvPr id="33" name="Textbox for metadata">
            <a:extLst>
              <a:ext uri="{FF2B5EF4-FFF2-40B4-BE49-F238E27FC236}">
                <a16:creationId xmlns:a16="http://schemas.microsoft.com/office/drawing/2014/main" id="{1E386679-4E1E-4E5A-A6F1-BA141E6691DE}"/>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noProof="0">
              <a:solidFill>
                <a:schemeClr val="tx1"/>
              </a:solidFill>
            </a:endParaRPr>
          </a:p>
        </p:txBody>
      </p:sp>
      <p:sp>
        <p:nvSpPr>
          <p:cNvPr id="19"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44496121-D0E1-4C2C-869C-41036E3F6F78}"/>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20"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5081FCDB-DABC-4D99-A1D9-97F3162ACDC4}"/>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21"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F332621A-814E-4F40-9648-309969E41299}"/>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a:p>
        </p:txBody>
      </p:sp>
      <p:pic>
        <p:nvPicPr>
          <p:cNvPr id="23630085" name="Classification" descr="{&quot;templafy&quot;:{&quot;id&quot;:&quot;3df34ff8-dbd4-456d-8fbb-a9bd09ca08ea&quot;}}"/>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1200" y="367200"/>
            <a:ext cx="1530000" cy="252000"/>
          </a:xfrm>
          <a:prstGeom prst="rect">
            <a:avLst/>
          </a:prstGeom>
        </p:spPr>
      </p:pic>
    </p:spTree>
    <p:extLst>
      <p:ext uri="{BB962C8B-B14F-4D97-AF65-F5344CB8AC3E}">
        <p14:creationId xmlns:p14="http://schemas.microsoft.com/office/powerpoint/2010/main" val="301784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4611600"/>
          </a:xfrm>
        </p:spPr>
        <p:txBody>
          <a:bodyPr lIns="0" tIns="0" rIns="0" bIns="0"/>
          <a:lstStyle/>
          <a:p>
            <a:r>
              <a:rPr lang="en-US" noProof="0"/>
              <a:t>Click icon to add picture</a:t>
            </a:r>
            <a:endParaRPr lang="en-US"/>
          </a:p>
        </p:txBody>
      </p:sp>
      <p:sp>
        <p:nvSpPr>
          <p:cNvPr id="13" name="Title 1">
            <a:extLst>
              <a:ext uri="{FF2B5EF4-FFF2-40B4-BE49-F238E27FC236}">
                <a16:creationId xmlns:a16="http://schemas.microsoft.com/office/drawing/2014/main" id="{6DA95573-D6E2-4AE8-BC7C-9ED41474E121}"/>
              </a:ext>
            </a:extLst>
          </p:cNvPr>
          <p:cNvSpPr>
            <a:spLocks noGrp="1"/>
          </p:cNvSpPr>
          <p:nvPr>
            <p:ph type="title"/>
          </p:nvPr>
        </p:nvSpPr>
        <p:spPr>
          <a:xfrm>
            <a:off x="331200" y="5325037"/>
            <a:ext cx="9787525" cy="486000"/>
          </a:xfrm>
        </p:spPr>
        <p:txBody>
          <a:bodyPr/>
          <a:lstStyle>
            <a:lvl1pPr>
              <a:defRPr sz="3200" b="1"/>
            </a:lvl1pPr>
          </a:lstStyle>
          <a:p>
            <a:r>
              <a:rPr lang="en-US" noProof="0"/>
              <a:t>Click to edit Master title style</a:t>
            </a:r>
            <a:endParaRPr lang="en-US"/>
          </a:p>
        </p:txBody>
      </p:sp>
      <p:sp>
        <p:nvSpPr>
          <p:cNvPr id="15" name="Text Placeholder 9">
            <a:extLst>
              <a:ext uri="{FF2B5EF4-FFF2-40B4-BE49-F238E27FC236}">
                <a16:creationId xmlns:a16="http://schemas.microsoft.com/office/drawing/2014/main" id="{74B7DFE2-ECC3-43F8-84A5-7C854EDDC7D8}"/>
              </a:ext>
            </a:extLst>
          </p:cNvPr>
          <p:cNvSpPr>
            <a:spLocks noGrp="1"/>
          </p:cNvSpPr>
          <p:nvPr>
            <p:ph type="body" sz="quarter" idx="14" hasCustomPrompt="1"/>
          </p:nvPr>
        </p:nvSpPr>
        <p:spPr>
          <a:xfrm>
            <a:off x="331200" y="5808186"/>
            <a:ext cx="9787525" cy="486000"/>
          </a:xfrm>
        </p:spPr>
        <p:txBody>
          <a:bodyPr lIns="0"/>
          <a:lstStyle>
            <a:lvl1pPr>
              <a:defRPr sz="32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6" name="Text Placeholder 3">
            <a:extLst>
              <a:ext uri="{FF2B5EF4-FFF2-40B4-BE49-F238E27FC236}">
                <a16:creationId xmlns:a16="http://schemas.microsoft.com/office/drawing/2014/main" id="{17223CF7-4278-4148-85A7-A9569B5C54BF}"/>
              </a:ext>
            </a:extLst>
          </p:cNvPr>
          <p:cNvSpPr>
            <a:spLocks noGrp="1"/>
          </p:cNvSpPr>
          <p:nvPr>
            <p:ph type="body" sz="quarter" idx="17" hasCustomPrompt="1"/>
          </p:nvPr>
        </p:nvSpPr>
        <p:spPr>
          <a:xfrm>
            <a:off x="331200" y="5136445"/>
            <a:ext cx="9787525" cy="185926"/>
          </a:xfrm>
        </p:spPr>
        <p:txBody>
          <a:bodyPr lIns="0" anchor="t"/>
          <a:lstStyle>
            <a:lvl1pPr>
              <a:spcBef>
                <a:spcPts val="0"/>
              </a:spcBef>
              <a:defRPr sz="1200" cap="all" spc="200" baseline="0"/>
            </a:lvl1pPr>
          </a:lstStyle>
          <a:p>
            <a:pPr lvl="0"/>
            <a:r>
              <a:rPr lang="en-US" noProof="0"/>
              <a:t>DATE OR OTHER INFORMATION – THIS LINE IS NOT OBLIGATORY</a:t>
            </a:r>
            <a:endParaRPr lang="en-US"/>
          </a:p>
        </p:txBody>
      </p:sp>
      <p:sp>
        <p:nvSpPr>
          <p:cNvPr id="10" name="Text Placeholder 6">
            <a:extLst>
              <a:ext uri="{FF2B5EF4-FFF2-40B4-BE49-F238E27FC236}">
                <a16:creationId xmlns:a16="http://schemas.microsoft.com/office/drawing/2014/main" id="{8CF1CED0-A353-47EA-8ED6-DC423D2F5167}"/>
              </a:ext>
            </a:extLst>
          </p:cNvPr>
          <p:cNvSpPr txBox="1">
            <a:spLocks/>
          </p:cNvSpPr>
          <p:nvPr userDrawn="1"/>
        </p:nvSpPr>
        <p:spPr>
          <a:xfrm>
            <a:off x="331199" y="4900566"/>
            <a:ext cx="406799" cy="45719"/>
          </a:xfrm>
          <a:prstGeom prst="rect">
            <a:avLst/>
          </a:prstGeom>
        </p:spPr>
        <p:txBody>
          <a:bodyPr lIns="0" tIns="0" rIns="0" bIns="5400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sz="3200" noProof="0"/>
              <a:t>—</a:t>
            </a:r>
            <a:endParaRPr lang="en-US"/>
          </a:p>
        </p:txBody>
      </p:sp>
      <p:sp>
        <p:nvSpPr>
          <p:cNvPr id="14" name="Date Placeholder 2" hidden="1">
            <a:extLst>
              <a:ext uri="{FF2B5EF4-FFF2-40B4-BE49-F238E27FC236}">
                <a16:creationId xmlns:a16="http://schemas.microsoft.com/office/drawing/2014/main" id="{0A33B1B3-23BD-4E69-9630-079CFBD253DD}"/>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3F8196B3-DB73-4117-BE26-486FF35EB152}" type="datetime4">
              <a:rPr lang="en-US" smtClean="0"/>
              <a:t>January 21, 2026</a:t>
            </a:fld>
            <a:endParaRPr lang="en-US"/>
          </a:p>
        </p:txBody>
      </p:sp>
      <p:sp>
        <p:nvSpPr>
          <p:cNvPr id="18" name="Footer Placeholder 5" hidden="1">
            <a:extLst>
              <a:ext uri="{FF2B5EF4-FFF2-40B4-BE49-F238E27FC236}">
                <a16:creationId xmlns:a16="http://schemas.microsoft.com/office/drawing/2014/main" id="{FF96FD6D-EB5B-42F4-A782-864EE8984920}"/>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9" name="Slide Number Placeholder 6" hidden="1">
            <a:extLst>
              <a:ext uri="{FF2B5EF4-FFF2-40B4-BE49-F238E27FC236}">
                <a16:creationId xmlns:a16="http://schemas.microsoft.com/office/drawing/2014/main" id="{A5917654-E2E7-4F3B-9A54-AAD255683063}"/>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pic>
        <p:nvPicPr>
          <p:cNvPr id="25" name="Logo">
            <a:extLst>
              <a:ext uri="{FF2B5EF4-FFF2-40B4-BE49-F238E27FC236}">
                <a16:creationId xmlns:a16="http://schemas.microsoft.com/office/drawing/2014/main" id="{ED4B13D8-2F10-407F-A41A-CB05B3D1994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79643" y="6159885"/>
            <a:ext cx="873621" cy="335227"/>
          </a:xfrm>
          <a:prstGeom prst="rect">
            <a:avLst/>
          </a:prstGeom>
        </p:spPr>
      </p:pic>
      <p:sp>
        <p:nvSpPr>
          <p:cNvPr id="33" name="Textbox for metadata">
            <a:extLst>
              <a:ext uri="{FF2B5EF4-FFF2-40B4-BE49-F238E27FC236}">
                <a16:creationId xmlns:a16="http://schemas.microsoft.com/office/drawing/2014/main" id="{99A66A49-8F92-4F89-AFD0-110E26BF2680}"/>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noProof="0">
              <a:solidFill>
                <a:schemeClr val="tx1"/>
              </a:solidFill>
            </a:endParaRPr>
          </a:p>
        </p:txBody>
      </p:sp>
      <p:sp>
        <p:nvSpPr>
          <p:cNvPr id="23"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47C61707-0D77-48A5-9714-CB909585A68D}"/>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24"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A941D9CF-B941-4280-8DD1-D881D243EC4F}"/>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26"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097C192C-56D3-4D2E-A5FD-182AEBEC4C94}"/>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a:p>
        </p:txBody>
      </p:sp>
      <p:pic>
        <p:nvPicPr>
          <p:cNvPr id="257769794" name="Classification" descr="{&quot;templafy&quot;:{&quot;id&quot;:&quot;ffdfd1b0-bafe-4426-9e1d-7b7e78d8eb84&quot;}}"/>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1200" y="367200"/>
            <a:ext cx="1530000" cy="252000"/>
          </a:xfrm>
          <a:prstGeom prst="rect">
            <a:avLst/>
          </a:prstGeom>
        </p:spPr>
      </p:pic>
    </p:spTree>
    <p:extLst>
      <p:ext uri="{BB962C8B-B14F-4D97-AF65-F5344CB8AC3E}">
        <p14:creationId xmlns:p14="http://schemas.microsoft.com/office/powerpoint/2010/main" val="2824996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F">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4611600"/>
          </a:xfrm>
        </p:spPr>
        <p:txBody>
          <a:bodyPr lIns="0" tIns="0" rIns="0" bIns="0"/>
          <a:lstStyle/>
          <a:p>
            <a:r>
              <a:rPr lang="en-US" noProof="0"/>
              <a:t>Click icon to add picture</a:t>
            </a:r>
            <a:endParaRPr lang="en-US"/>
          </a:p>
        </p:txBody>
      </p:sp>
      <p:sp>
        <p:nvSpPr>
          <p:cNvPr id="12" name="Title 1">
            <a:extLst>
              <a:ext uri="{FF2B5EF4-FFF2-40B4-BE49-F238E27FC236}">
                <a16:creationId xmlns:a16="http://schemas.microsoft.com/office/drawing/2014/main" id="{CD08DEBF-5D94-4EC5-9268-53E64944E561}"/>
              </a:ext>
            </a:extLst>
          </p:cNvPr>
          <p:cNvSpPr>
            <a:spLocks noGrp="1"/>
          </p:cNvSpPr>
          <p:nvPr>
            <p:ph type="title"/>
          </p:nvPr>
        </p:nvSpPr>
        <p:spPr>
          <a:xfrm>
            <a:off x="331200" y="5139290"/>
            <a:ext cx="9787525" cy="486000"/>
          </a:xfrm>
        </p:spPr>
        <p:txBody>
          <a:bodyPr/>
          <a:lstStyle>
            <a:lvl1pPr>
              <a:defRPr sz="3200" b="1"/>
            </a:lvl1pPr>
          </a:lstStyle>
          <a:p>
            <a:r>
              <a:rPr lang="en-US" noProof="0"/>
              <a:t>Click to edit Master title style</a:t>
            </a:r>
            <a:endParaRPr lang="en-US"/>
          </a:p>
        </p:txBody>
      </p:sp>
      <p:sp>
        <p:nvSpPr>
          <p:cNvPr id="14" name="Text Placeholder 9">
            <a:extLst>
              <a:ext uri="{FF2B5EF4-FFF2-40B4-BE49-F238E27FC236}">
                <a16:creationId xmlns:a16="http://schemas.microsoft.com/office/drawing/2014/main" id="{D1D0512A-9CA1-454B-B205-24CCE4C1BB6B}"/>
              </a:ext>
            </a:extLst>
          </p:cNvPr>
          <p:cNvSpPr>
            <a:spLocks noGrp="1"/>
          </p:cNvSpPr>
          <p:nvPr>
            <p:ph type="body" sz="quarter" idx="14" hasCustomPrompt="1"/>
          </p:nvPr>
        </p:nvSpPr>
        <p:spPr>
          <a:xfrm>
            <a:off x="331200" y="5622439"/>
            <a:ext cx="9787525" cy="486000"/>
          </a:xfrm>
        </p:spPr>
        <p:txBody>
          <a:bodyPr lIns="0"/>
          <a:lstStyle>
            <a:lvl1pPr>
              <a:defRPr sz="32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Text Placeholder 6">
            <a:extLst>
              <a:ext uri="{FF2B5EF4-FFF2-40B4-BE49-F238E27FC236}">
                <a16:creationId xmlns:a16="http://schemas.microsoft.com/office/drawing/2014/main" id="{44186AE2-439F-4822-BDFB-97546FD2D79E}"/>
              </a:ext>
            </a:extLst>
          </p:cNvPr>
          <p:cNvSpPr txBox="1">
            <a:spLocks/>
          </p:cNvSpPr>
          <p:nvPr userDrawn="1"/>
        </p:nvSpPr>
        <p:spPr>
          <a:xfrm>
            <a:off x="331199" y="4900566"/>
            <a:ext cx="406799" cy="45719"/>
          </a:xfrm>
          <a:prstGeom prst="rect">
            <a:avLst/>
          </a:prstGeom>
        </p:spPr>
        <p:txBody>
          <a:bodyPr lIns="0" tIns="0" rIns="0" bIns="5400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sz="3200" noProof="0"/>
              <a:t>—</a:t>
            </a:r>
            <a:endParaRPr lang="en-US"/>
          </a:p>
        </p:txBody>
      </p:sp>
      <p:sp>
        <p:nvSpPr>
          <p:cNvPr id="13" name="Date Placeholder 2" hidden="1">
            <a:extLst>
              <a:ext uri="{FF2B5EF4-FFF2-40B4-BE49-F238E27FC236}">
                <a16:creationId xmlns:a16="http://schemas.microsoft.com/office/drawing/2014/main" id="{86899F48-C911-4CD2-8537-1874E4E7FFEA}"/>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D0D1362E-CE78-4662-BA91-6D9EC4483C6D}" type="datetime4">
              <a:rPr lang="en-US" smtClean="0"/>
              <a:t>January 21, 2026</a:t>
            </a:fld>
            <a:endParaRPr lang="en-US"/>
          </a:p>
        </p:txBody>
      </p:sp>
      <p:sp>
        <p:nvSpPr>
          <p:cNvPr id="16" name="Footer Placeholder 5" hidden="1">
            <a:extLst>
              <a:ext uri="{FF2B5EF4-FFF2-40B4-BE49-F238E27FC236}">
                <a16:creationId xmlns:a16="http://schemas.microsoft.com/office/drawing/2014/main" id="{7DCDF680-C48C-4D0A-9069-B2F60D63B78A}"/>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7" name="Slide Number Placeholder 6" hidden="1">
            <a:extLst>
              <a:ext uri="{FF2B5EF4-FFF2-40B4-BE49-F238E27FC236}">
                <a16:creationId xmlns:a16="http://schemas.microsoft.com/office/drawing/2014/main" id="{0266C1C2-4C9C-4B41-96AD-AEADB16E34D4}"/>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pic>
        <p:nvPicPr>
          <p:cNvPr id="23" name="Logo">
            <a:extLst>
              <a:ext uri="{FF2B5EF4-FFF2-40B4-BE49-F238E27FC236}">
                <a16:creationId xmlns:a16="http://schemas.microsoft.com/office/drawing/2014/main" id="{6E96A828-2243-44DA-97DD-66BBAE00B7B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79643" y="6159885"/>
            <a:ext cx="873621" cy="335227"/>
          </a:xfrm>
          <a:prstGeom prst="rect">
            <a:avLst/>
          </a:prstGeom>
        </p:spPr>
      </p:pic>
      <p:sp>
        <p:nvSpPr>
          <p:cNvPr id="31" name="Textbox for metadata">
            <a:extLst>
              <a:ext uri="{FF2B5EF4-FFF2-40B4-BE49-F238E27FC236}">
                <a16:creationId xmlns:a16="http://schemas.microsoft.com/office/drawing/2014/main" id="{E3F50A39-4A37-4A8F-8A6D-C4F1265DDE55}"/>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noProof="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2C259B8-2007-488D-8494-693ADFA23A83}"/>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2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E72EC7CB-C220-4F9F-904D-7507BD4E5788}"/>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24"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E2CC540C-F06B-49C1-B9EC-0743FEA24793}"/>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a:p>
        </p:txBody>
      </p:sp>
      <p:pic>
        <p:nvPicPr>
          <p:cNvPr id="1621192153" name="Classification" descr="{&quot;templafy&quot;:{&quot;id&quot;:&quot;0ab5d327-11ea-41a5-bf4e-b529891cfe48&quot;}}"/>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1200" y="367200"/>
            <a:ext cx="1530000" cy="252000"/>
          </a:xfrm>
          <a:prstGeom prst="rect">
            <a:avLst/>
          </a:prstGeom>
        </p:spPr>
      </p:pic>
    </p:spTree>
    <p:extLst>
      <p:ext uri="{BB962C8B-B14F-4D97-AF65-F5344CB8AC3E}">
        <p14:creationId xmlns:p14="http://schemas.microsoft.com/office/powerpoint/2010/main" val="73776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6858000"/>
          </a:xfrm>
        </p:spPr>
        <p:txBody>
          <a:bodyPr/>
          <a:lstStyle/>
          <a:p>
            <a:r>
              <a:rPr lang="en-US" noProof="0"/>
              <a:t>Click icon to add picture</a:t>
            </a:r>
            <a:endParaRPr lang="en-US"/>
          </a:p>
        </p:txBody>
      </p:sp>
      <p:sp>
        <p:nvSpPr>
          <p:cNvPr id="13" name="Title 1">
            <a:extLst>
              <a:ext uri="{FF2B5EF4-FFF2-40B4-BE49-F238E27FC236}">
                <a16:creationId xmlns:a16="http://schemas.microsoft.com/office/drawing/2014/main" id="{B99D19C6-E807-43C7-BEAA-AD58FCBC34A5}"/>
              </a:ext>
            </a:extLst>
          </p:cNvPr>
          <p:cNvSpPr>
            <a:spLocks noGrp="1"/>
          </p:cNvSpPr>
          <p:nvPr>
            <p:ph type="title"/>
          </p:nvPr>
        </p:nvSpPr>
        <p:spPr>
          <a:xfrm>
            <a:off x="331200" y="4529791"/>
            <a:ext cx="9787525" cy="486000"/>
          </a:xfrm>
        </p:spPr>
        <p:txBody>
          <a:bodyPr/>
          <a:lstStyle>
            <a:lvl1pPr>
              <a:defRPr sz="3200" b="1"/>
            </a:lvl1pPr>
          </a:lstStyle>
          <a:p>
            <a:r>
              <a:rPr lang="en-US" noProof="0"/>
              <a:t>Click to edit Master title style</a:t>
            </a:r>
            <a:endParaRPr lang="en-US"/>
          </a:p>
        </p:txBody>
      </p:sp>
      <p:sp>
        <p:nvSpPr>
          <p:cNvPr id="15" name="Text Placeholder 2">
            <a:extLst>
              <a:ext uri="{FF2B5EF4-FFF2-40B4-BE49-F238E27FC236}">
                <a16:creationId xmlns:a16="http://schemas.microsoft.com/office/drawing/2014/main" id="{2A363561-1FD5-460C-857B-7475A52266A1}"/>
              </a:ext>
            </a:extLst>
          </p:cNvPr>
          <p:cNvSpPr>
            <a:spLocks noGrp="1"/>
          </p:cNvSpPr>
          <p:nvPr>
            <p:ph type="body" sz="quarter" idx="14" hasCustomPrompt="1"/>
          </p:nvPr>
        </p:nvSpPr>
        <p:spPr>
          <a:xfrm>
            <a:off x="331200" y="5012939"/>
            <a:ext cx="9787525" cy="1164023"/>
          </a:xfrm>
        </p:spPr>
        <p:txBody>
          <a:bodyPr lIns="0"/>
          <a:lstStyle>
            <a:lvl1pPr>
              <a:defRPr sz="32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6" name="Text Placeholder 3">
            <a:extLst>
              <a:ext uri="{FF2B5EF4-FFF2-40B4-BE49-F238E27FC236}">
                <a16:creationId xmlns:a16="http://schemas.microsoft.com/office/drawing/2014/main" id="{31AB030A-2C35-47D8-BDF0-01351D32C768}"/>
              </a:ext>
            </a:extLst>
          </p:cNvPr>
          <p:cNvSpPr>
            <a:spLocks noGrp="1"/>
          </p:cNvSpPr>
          <p:nvPr>
            <p:ph type="body" sz="quarter" idx="17" hasCustomPrompt="1"/>
          </p:nvPr>
        </p:nvSpPr>
        <p:spPr>
          <a:xfrm>
            <a:off x="331200" y="4341199"/>
            <a:ext cx="9787525" cy="185926"/>
          </a:xfrm>
        </p:spPr>
        <p:txBody>
          <a:bodyPr lIns="0" anchor="t"/>
          <a:lstStyle>
            <a:lvl1pPr>
              <a:spcBef>
                <a:spcPts val="0"/>
              </a:spcBef>
              <a:defRPr sz="1200" cap="all" spc="200" baseline="0"/>
            </a:lvl1pPr>
          </a:lstStyle>
          <a:p>
            <a:pPr lvl="0"/>
            <a:r>
              <a:rPr lang="en-US" noProof="0"/>
              <a:t>DATE OR OTHER INFORMATION – THIS LINE IS NOT OBLIGATORY</a:t>
            </a:r>
            <a:endParaRPr lang="en-US"/>
          </a:p>
        </p:txBody>
      </p:sp>
      <p:sp>
        <p:nvSpPr>
          <p:cNvPr id="19" name="Date Placeholder 2" hidden="1">
            <a:extLst>
              <a:ext uri="{FF2B5EF4-FFF2-40B4-BE49-F238E27FC236}">
                <a16:creationId xmlns:a16="http://schemas.microsoft.com/office/drawing/2014/main" id="{E2DA0BE3-FFDA-4368-915E-D6B90666C139}"/>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AB468AA7-2417-4EDD-9C40-B1F71A656BC8}" type="datetime4">
              <a:rPr lang="en-US" smtClean="0"/>
              <a:t>January 21, 2026</a:t>
            </a:fld>
            <a:endParaRPr lang="en-US"/>
          </a:p>
        </p:txBody>
      </p:sp>
      <p:sp>
        <p:nvSpPr>
          <p:cNvPr id="25" name="Footer Placeholder 5" hidden="1">
            <a:extLst>
              <a:ext uri="{FF2B5EF4-FFF2-40B4-BE49-F238E27FC236}">
                <a16:creationId xmlns:a16="http://schemas.microsoft.com/office/drawing/2014/main" id="{6444F00E-4A33-4AB0-ADF2-E09C76137DCC}"/>
              </a:ext>
            </a:extLst>
          </p:cNvPr>
          <p:cNvSpPr>
            <a:spLocks noGrp="1"/>
          </p:cNvSpPr>
          <p:nvPr>
            <p:ph type="ftr" sz="quarter" idx="24"/>
          </p:nvPr>
        </p:nvSpPr>
        <p:spPr>
          <a:xfrm>
            <a:off x="0" y="6858000"/>
            <a:ext cx="0" cy="0"/>
          </a:xfrm>
        </p:spPr>
        <p:txBody>
          <a:bodyPr/>
          <a:lstStyle>
            <a:lvl1pPr>
              <a:defRPr>
                <a:noFill/>
              </a:defRPr>
            </a:lvl1pPr>
          </a:lstStyle>
          <a:p>
            <a:endParaRPr lang="en-US"/>
          </a:p>
        </p:txBody>
      </p:sp>
      <p:sp>
        <p:nvSpPr>
          <p:cNvPr id="26" name="Slide Number Placeholder 6" hidden="1">
            <a:extLst>
              <a:ext uri="{FF2B5EF4-FFF2-40B4-BE49-F238E27FC236}">
                <a16:creationId xmlns:a16="http://schemas.microsoft.com/office/drawing/2014/main" id="{5B12548E-CFBD-4687-86F5-26FBF1855004}"/>
              </a:ext>
            </a:extLst>
          </p:cNvPr>
          <p:cNvSpPr>
            <a:spLocks noGrp="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0" name="Text Placeholder 29">
            <a:extLst>
              <a:ext uri="{FF2B5EF4-FFF2-40B4-BE49-F238E27FC236}">
                <a16:creationId xmlns:a16="http://schemas.microsoft.com/office/drawing/2014/main" id="{9C5F296E-6595-4C8C-8218-8E42105FE48B}"/>
              </a:ext>
            </a:extLst>
          </p:cNvPr>
          <p:cNvSpPr>
            <a:spLocks noGrp="1"/>
          </p:cNvSpPr>
          <p:nvPr>
            <p:ph type="body" sz="quarter" idx="32" hasCustomPrompt="1"/>
          </p:nvPr>
        </p:nvSpPr>
        <p:spPr>
          <a:xfrm>
            <a:off x="331200" y="4104354"/>
            <a:ext cx="406800" cy="46800"/>
          </a:xfrm>
          <a:solidFill>
            <a:schemeClr val="bg2"/>
          </a:solidFill>
          <a:ln w="3175">
            <a:solidFill>
              <a:schemeClr val="bg2">
                <a:alpha val="0"/>
              </a:schemeClr>
            </a:solidFill>
          </a:ln>
        </p:spPr>
        <p:txBody>
          <a:bodyPr>
            <a:normAutofit/>
          </a:bodyPr>
          <a:lstStyle>
            <a:lvl1pPr>
              <a:defRPr sz="1000">
                <a:noFill/>
              </a:defRPr>
            </a:lvl1pPr>
            <a:lvl2pPr>
              <a:defRPr sz="1000"/>
            </a:lvl2pPr>
            <a:lvl3pPr>
              <a:defRPr sz="1000"/>
            </a:lvl3pPr>
            <a:lvl4pPr>
              <a:defRPr sz="1000"/>
            </a:lvl4pPr>
            <a:lvl5pPr>
              <a:defRPr sz="1000"/>
            </a:lvl5pPr>
          </a:lstStyle>
          <a:p>
            <a:pPr lvl="0"/>
            <a:r>
              <a:rPr lang="en-US" noProof="0"/>
              <a:t>.</a:t>
            </a:r>
            <a:endParaRPr lang="en-US"/>
          </a:p>
        </p:txBody>
      </p:sp>
      <p:pic>
        <p:nvPicPr>
          <p:cNvPr id="27" name="Logo">
            <a:extLst>
              <a:ext uri="{FF2B5EF4-FFF2-40B4-BE49-F238E27FC236}">
                <a16:creationId xmlns:a16="http://schemas.microsoft.com/office/drawing/2014/main" id="{21F143E8-1C02-4AF6-AEC3-BBB4D74642C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79643" y="6159885"/>
            <a:ext cx="873621" cy="335227"/>
          </a:xfrm>
          <a:prstGeom prst="rect">
            <a:avLst/>
          </a:prstGeom>
        </p:spPr>
      </p:pic>
      <p:sp>
        <p:nvSpPr>
          <p:cNvPr id="35" name="Textbox for metadata">
            <a:extLst>
              <a:ext uri="{FF2B5EF4-FFF2-40B4-BE49-F238E27FC236}">
                <a16:creationId xmlns:a16="http://schemas.microsoft.com/office/drawing/2014/main" id="{21AACC99-245C-4AB3-B925-3040F2FE3845}"/>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noProof="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867EF0E0-86BF-44FA-AC2D-C951CA90505C}"/>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2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7F2A9ED0-B262-45EB-B163-BE942E3E3F11}"/>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2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4F0BE50A-027E-4CEF-B5DB-57271BF694E3}"/>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a:p>
        </p:txBody>
      </p:sp>
      <p:pic>
        <p:nvPicPr>
          <p:cNvPr id="68534801" name="Classification" descr="{&quot;templafy&quot;:{&quot;id&quot;:&quot;ee199510-97fb-406a-a985-bfd726fb25a5&quot;}}"/>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1200" y="367200"/>
            <a:ext cx="1530000" cy="252000"/>
          </a:xfrm>
          <a:prstGeom prst="rect">
            <a:avLst/>
          </a:prstGeom>
        </p:spPr>
      </p:pic>
    </p:spTree>
    <p:extLst>
      <p:ext uri="{BB962C8B-B14F-4D97-AF65-F5344CB8AC3E}">
        <p14:creationId xmlns:p14="http://schemas.microsoft.com/office/powerpoint/2010/main" val="348854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H">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6858000"/>
          </a:xfrm>
        </p:spPr>
        <p:txBody>
          <a:bodyPr/>
          <a:lstStyle/>
          <a:p>
            <a:r>
              <a:rPr lang="en-US" noProof="0"/>
              <a:t>Click icon to add picture</a:t>
            </a:r>
            <a:endParaRPr lang="en-US"/>
          </a:p>
        </p:txBody>
      </p:sp>
      <p:sp>
        <p:nvSpPr>
          <p:cNvPr id="12" name="Title 1">
            <a:extLst>
              <a:ext uri="{FF2B5EF4-FFF2-40B4-BE49-F238E27FC236}">
                <a16:creationId xmlns:a16="http://schemas.microsoft.com/office/drawing/2014/main" id="{940B86E6-98C1-4FD2-B2DC-32985D385E90}"/>
              </a:ext>
            </a:extLst>
          </p:cNvPr>
          <p:cNvSpPr>
            <a:spLocks noGrp="1"/>
          </p:cNvSpPr>
          <p:nvPr>
            <p:ph type="title"/>
          </p:nvPr>
        </p:nvSpPr>
        <p:spPr>
          <a:xfrm>
            <a:off x="331200" y="4343000"/>
            <a:ext cx="9787525" cy="486000"/>
          </a:xfrm>
        </p:spPr>
        <p:txBody>
          <a:bodyPr/>
          <a:lstStyle>
            <a:lvl1pPr>
              <a:defRPr sz="3200" b="1"/>
            </a:lvl1pPr>
          </a:lstStyle>
          <a:p>
            <a:r>
              <a:rPr lang="en-US" noProof="0"/>
              <a:t>Click to edit Master title style</a:t>
            </a:r>
            <a:endParaRPr lang="en-US"/>
          </a:p>
        </p:txBody>
      </p:sp>
      <p:sp>
        <p:nvSpPr>
          <p:cNvPr id="14" name="Text Placeholder 9">
            <a:extLst>
              <a:ext uri="{FF2B5EF4-FFF2-40B4-BE49-F238E27FC236}">
                <a16:creationId xmlns:a16="http://schemas.microsoft.com/office/drawing/2014/main" id="{5BED0FB7-B139-4781-9AEC-FDE168177212}"/>
              </a:ext>
            </a:extLst>
          </p:cNvPr>
          <p:cNvSpPr>
            <a:spLocks noGrp="1"/>
          </p:cNvSpPr>
          <p:nvPr>
            <p:ph type="body" sz="quarter" idx="14" hasCustomPrompt="1"/>
          </p:nvPr>
        </p:nvSpPr>
        <p:spPr>
          <a:xfrm>
            <a:off x="331200" y="4826149"/>
            <a:ext cx="9787525" cy="1162800"/>
          </a:xfrm>
        </p:spPr>
        <p:txBody>
          <a:bodyPr lIns="0"/>
          <a:lstStyle>
            <a:lvl1pPr>
              <a:defRPr sz="32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7" name="Date Placeholder 2" hidden="1">
            <a:extLst>
              <a:ext uri="{FF2B5EF4-FFF2-40B4-BE49-F238E27FC236}">
                <a16:creationId xmlns:a16="http://schemas.microsoft.com/office/drawing/2014/main" id="{DEC93181-DC67-496C-BF38-9B85050BC846}"/>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4D124D52-1503-4931-ACF6-5F9324FA9DE6}" type="datetime4">
              <a:rPr lang="en-US" smtClean="0"/>
              <a:t>January 21, 2026</a:t>
            </a:fld>
            <a:endParaRPr lang="en-US"/>
          </a:p>
        </p:txBody>
      </p:sp>
      <p:sp>
        <p:nvSpPr>
          <p:cNvPr id="23" name="Footer Placeholder 5" hidden="1">
            <a:extLst>
              <a:ext uri="{FF2B5EF4-FFF2-40B4-BE49-F238E27FC236}">
                <a16:creationId xmlns:a16="http://schemas.microsoft.com/office/drawing/2014/main" id="{F875FF11-4129-4354-85FE-EB3DCEEC1DB3}"/>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24" name="Slide Number Placeholder 6" hidden="1">
            <a:extLst>
              <a:ext uri="{FF2B5EF4-FFF2-40B4-BE49-F238E27FC236}">
                <a16:creationId xmlns:a16="http://schemas.microsoft.com/office/drawing/2014/main" id="{B3D53CF0-1704-4F73-A324-D97E6ADADF91}"/>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26" name="Text Placeholder 29">
            <a:extLst>
              <a:ext uri="{FF2B5EF4-FFF2-40B4-BE49-F238E27FC236}">
                <a16:creationId xmlns:a16="http://schemas.microsoft.com/office/drawing/2014/main" id="{8E36617F-78CD-4DD5-BF39-0E1F6BBADD0A}"/>
              </a:ext>
            </a:extLst>
          </p:cNvPr>
          <p:cNvSpPr>
            <a:spLocks noGrp="1"/>
          </p:cNvSpPr>
          <p:nvPr>
            <p:ph type="body" sz="quarter" idx="32" hasCustomPrompt="1"/>
          </p:nvPr>
        </p:nvSpPr>
        <p:spPr>
          <a:xfrm>
            <a:off x="331200" y="4103310"/>
            <a:ext cx="406800" cy="46800"/>
          </a:xfrm>
          <a:solidFill>
            <a:schemeClr val="bg2"/>
          </a:solidFill>
          <a:ln w="3175">
            <a:solidFill>
              <a:schemeClr val="bg2">
                <a:alpha val="0"/>
              </a:schemeClr>
            </a:solidFill>
          </a:ln>
        </p:spPr>
        <p:txBody>
          <a:bodyPr>
            <a:normAutofit/>
          </a:bodyPr>
          <a:lstStyle>
            <a:lvl1pPr>
              <a:defRPr sz="1000">
                <a:noFill/>
              </a:defRPr>
            </a:lvl1pPr>
            <a:lvl2pPr>
              <a:defRPr sz="1000"/>
            </a:lvl2pPr>
            <a:lvl3pPr>
              <a:defRPr sz="1000"/>
            </a:lvl3pPr>
            <a:lvl4pPr>
              <a:defRPr sz="1000"/>
            </a:lvl4pPr>
            <a:lvl5pPr>
              <a:defRPr sz="1000"/>
            </a:lvl5pPr>
          </a:lstStyle>
          <a:p>
            <a:pPr lvl="0"/>
            <a:r>
              <a:rPr lang="en-US" noProof="0"/>
              <a:t>.</a:t>
            </a:r>
            <a:endParaRPr lang="en-US"/>
          </a:p>
        </p:txBody>
      </p:sp>
      <p:pic>
        <p:nvPicPr>
          <p:cNvPr id="25" name="Logo">
            <a:extLst>
              <a:ext uri="{FF2B5EF4-FFF2-40B4-BE49-F238E27FC236}">
                <a16:creationId xmlns:a16="http://schemas.microsoft.com/office/drawing/2014/main" id="{423ADEDC-A51B-4385-B340-F0AA2CEC29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79643" y="6159885"/>
            <a:ext cx="873621" cy="335227"/>
          </a:xfrm>
          <a:prstGeom prst="rect">
            <a:avLst/>
          </a:prstGeom>
        </p:spPr>
      </p:pic>
      <p:sp>
        <p:nvSpPr>
          <p:cNvPr id="33" name="Textbox for metadata">
            <a:extLst>
              <a:ext uri="{FF2B5EF4-FFF2-40B4-BE49-F238E27FC236}">
                <a16:creationId xmlns:a16="http://schemas.microsoft.com/office/drawing/2014/main" id="{1E386679-4E1E-4E5A-A6F1-BA141E6691DE}"/>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noProof="0">
              <a:solidFill>
                <a:schemeClr val="tx1"/>
              </a:solidFill>
            </a:endParaRPr>
          </a:p>
        </p:txBody>
      </p:sp>
      <p:sp>
        <p:nvSpPr>
          <p:cNvPr id="19"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44496121-D0E1-4C2C-869C-41036E3F6F78}"/>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20"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5081FCDB-DABC-4D99-A1D9-97F3162ACDC4}"/>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21"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F332621A-814E-4F40-9648-309969E41299}"/>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a:p>
        </p:txBody>
      </p:sp>
      <p:pic>
        <p:nvPicPr>
          <p:cNvPr id="1333744779" name="Classification" descr="{&quot;templafy&quot;:{&quot;id&quot;:&quot;cb94d801-9ab3-4d01-89ff-88d6bfba6285&quot;}}"/>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1200" y="367200"/>
            <a:ext cx="1530000" cy="252000"/>
          </a:xfrm>
          <a:prstGeom prst="rect">
            <a:avLst/>
          </a:prstGeom>
        </p:spPr>
      </p:pic>
    </p:spTree>
    <p:extLst>
      <p:ext uri="{BB962C8B-B14F-4D97-AF65-F5344CB8AC3E}">
        <p14:creationId xmlns:p14="http://schemas.microsoft.com/office/powerpoint/2010/main" val="2369923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I">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3614738"/>
          </a:xfrm>
        </p:spPr>
        <p:txBody>
          <a:bodyPr lIns="0" tIns="0" rIns="0" bIns="0"/>
          <a:lstStyle/>
          <a:p>
            <a:r>
              <a:rPr lang="en-US" noProof="0"/>
              <a:t>Click icon to add picture</a:t>
            </a:r>
            <a:endParaRPr lang="en-US"/>
          </a:p>
        </p:txBody>
      </p:sp>
      <p:sp>
        <p:nvSpPr>
          <p:cNvPr id="13" name="Title 1">
            <a:extLst>
              <a:ext uri="{FF2B5EF4-FFF2-40B4-BE49-F238E27FC236}">
                <a16:creationId xmlns:a16="http://schemas.microsoft.com/office/drawing/2014/main" id="{6DA95573-D6E2-4AE8-BC7C-9ED41474E121}"/>
              </a:ext>
            </a:extLst>
          </p:cNvPr>
          <p:cNvSpPr>
            <a:spLocks noGrp="1"/>
          </p:cNvSpPr>
          <p:nvPr>
            <p:ph type="title"/>
          </p:nvPr>
        </p:nvSpPr>
        <p:spPr>
          <a:xfrm>
            <a:off x="331200" y="4528800"/>
            <a:ext cx="9787525" cy="486000"/>
          </a:xfrm>
        </p:spPr>
        <p:txBody>
          <a:bodyPr/>
          <a:lstStyle>
            <a:lvl1pPr>
              <a:defRPr sz="3200" b="1"/>
            </a:lvl1pPr>
          </a:lstStyle>
          <a:p>
            <a:r>
              <a:rPr lang="en-US" noProof="0"/>
              <a:t>Click to edit Master title style</a:t>
            </a:r>
            <a:endParaRPr lang="en-US"/>
          </a:p>
        </p:txBody>
      </p:sp>
      <p:sp>
        <p:nvSpPr>
          <p:cNvPr id="15" name="Text Placeholder 9">
            <a:extLst>
              <a:ext uri="{FF2B5EF4-FFF2-40B4-BE49-F238E27FC236}">
                <a16:creationId xmlns:a16="http://schemas.microsoft.com/office/drawing/2014/main" id="{74B7DFE2-ECC3-43F8-84A5-7C854EDDC7D8}"/>
              </a:ext>
            </a:extLst>
          </p:cNvPr>
          <p:cNvSpPr>
            <a:spLocks noGrp="1"/>
          </p:cNvSpPr>
          <p:nvPr>
            <p:ph type="body" sz="quarter" idx="14" hasCustomPrompt="1"/>
          </p:nvPr>
        </p:nvSpPr>
        <p:spPr>
          <a:xfrm>
            <a:off x="331200" y="5014800"/>
            <a:ext cx="9787525" cy="1162800"/>
          </a:xfrm>
        </p:spPr>
        <p:txBody>
          <a:bodyPr lIns="0"/>
          <a:lstStyle>
            <a:lvl1pPr>
              <a:defRPr sz="32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6" name="Text Placeholder 3">
            <a:extLst>
              <a:ext uri="{FF2B5EF4-FFF2-40B4-BE49-F238E27FC236}">
                <a16:creationId xmlns:a16="http://schemas.microsoft.com/office/drawing/2014/main" id="{17223CF7-4278-4148-85A7-A9569B5C54BF}"/>
              </a:ext>
            </a:extLst>
          </p:cNvPr>
          <p:cNvSpPr>
            <a:spLocks noGrp="1"/>
          </p:cNvSpPr>
          <p:nvPr>
            <p:ph type="body" sz="quarter" idx="17" hasCustomPrompt="1"/>
          </p:nvPr>
        </p:nvSpPr>
        <p:spPr>
          <a:xfrm>
            <a:off x="331200" y="4341600"/>
            <a:ext cx="9787525" cy="185926"/>
          </a:xfrm>
        </p:spPr>
        <p:txBody>
          <a:bodyPr lIns="0" anchor="t"/>
          <a:lstStyle>
            <a:lvl1pPr>
              <a:spcBef>
                <a:spcPts val="0"/>
              </a:spcBef>
              <a:defRPr sz="1200" cap="all" spc="200" baseline="0"/>
            </a:lvl1pPr>
          </a:lstStyle>
          <a:p>
            <a:pPr lvl="0"/>
            <a:r>
              <a:rPr lang="en-US" noProof="0"/>
              <a:t>DATE OR OTHER INFORMATION – THIS LINE IS NOT OBLIGATORY</a:t>
            </a:r>
            <a:endParaRPr lang="en-US"/>
          </a:p>
        </p:txBody>
      </p:sp>
      <p:sp>
        <p:nvSpPr>
          <p:cNvPr id="10" name="Text Placeholder 6">
            <a:extLst>
              <a:ext uri="{FF2B5EF4-FFF2-40B4-BE49-F238E27FC236}">
                <a16:creationId xmlns:a16="http://schemas.microsoft.com/office/drawing/2014/main" id="{8CF1CED0-A353-47EA-8ED6-DC423D2F5167}"/>
              </a:ext>
            </a:extLst>
          </p:cNvPr>
          <p:cNvSpPr txBox="1">
            <a:spLocks/>
          </p:cNvSpPr>
          <p:nvPr userDrawn="1"/>
        </p:nvSpPr>
        <p:spPr>
          <a:xfrm>
            <a:off x="331199" y="4104000"/>
            <a:ext cx="406799" cy="45719"/>
          </a:xfrm>
          <a:prstGeom prst="rect">
            <a:avLst/>
          </a:prstGeom>
        </p:spPr>
        <p:txBody>
          <a:bodyPr lIns="0" tIns="0" rIns="0" bIns="5400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sz="3200" noProof="0"/>
              <a:t>—</a:t>
            </a:r>
            <a:endParaRPr lang="en-US"/>
          </a:p>
        </p:txBody>
      </p:sp>
      <p:sp>
        <p:nvSpPr>
          <p:cNvPr id="14" name="Date Placeholder 2" hidden="1">
            <a:extLst>
              <a:ext uri="{FF2B5EF4-FFF2-40B4-BE49-F238E27FC236}">
                <a16:creationId xmlns:a16="http://schemas.microsoft.com/office/drawing/2014/main" id="{0A33B1B3-23BD-4E69-9630-079CFBD253DD}"/>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3F8196B3-DB73-4117-BE26-486FF35EB152}" type="datetime4">
              <a:rPr lang="en-US" smtClean="0"/>
              <a:t>January 21, 2026</a:t>
            </a:fld>
            <a:endParaRPr lang="en-US"/>
          </a:p>
        </p:txBody>
      </p:sp>
      <p:sp>
        <p:nvSpPr>
          <p:cNvPr id="18" name="Footer Placeholder 5" hidden="1">
            <a:extLst>
              <a:ext uri="{FF2B5EF4-FFF2-40B4-BE49-F238E27FC236}">
                <a16:creationId xmlns:a16="http://schemas.microsoft.com/office/drawing/2014/main" id="{FF96FD6D-EB5B-42F4-A782-864EE8984920}"/>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9" name="Slide Number Placeholder 6" hidden="1">
            <a:extLst>
              <a:ext uri="{FF2B5EF4-FFF2-40B4-BE49-F238E27FC236}">
                <a16:creationId xmlns:a16="http://schemas.microsoft.com/office/drawing/2014/main" id="{A5917654-E2E7-4F3B-9A54-AAD255683063}"/>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pic>
        <p:nvPicPr>
          <p:cNvPr id="25" name="Logo">
            <a:extLst>
              <a:ext uri="{FF2B5EF4-FFF2-40B4-BE49-F238E27FC236}">
                <a16:creationId xmlns:a16="http://schemas.microsoft.com/office/drawing/2014/main" id="{ED4B13D8-2F10-407F-A41A-CB05B3D1994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79643" y="6159885"/>
            <a:ext cx="873621" cy="335227"/>
          </a:xfrm>
          <a:prstGeom prst="rect">
            <a:avLst/>
          </a:prstGeom>
        </p:spPr>
      </p:pic>
      <p:sp>
        <p:nvSpPr>
          <p:cNvPr id="33" name="Textbox for metadata">
            <a:extLst>
              <a:ext uri="{FF2B5EF4-FFF2-40B4-BE49-F238E27FC236}">
                <a16:creationId xmlns:a16="http://schemas.microsoft.com/office/drawing/2014/main" id="{99A66A49-8F92-4F89-AFD0-110E26BF2680}"/>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noProof="0">
              <a:solidFill>
                <a:schemeClr val="tx1"/>
              </a:solidFill>
            </a:endParaRPr>
          </a:p>
        </p:txBody>
      </p:sp>
      <p:sp>
        <p:nvSpPr>
          <p:cNvPr id="23"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47C61707-0D77-48A5-9714-CB909585A68D}"/>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24"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A941D9CF-B941-4280-8DD1-D881D243EC4F}"/>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26"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097C192C-56D3-4D2E-A5FD-182AEBEC4C94}"/>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a:p>
        </p:txBody>
      </p:sp>
      <p:pic>
        <p:nvPicPr>
          <p:cNvPr id="2084801163" name="Classification" descr="{&quot;templafy&quot;:{&quot;id&quot;:&quot;0042b6a7-8e14-4a46-8a2e-fd1adfff8eb6&quot;}}"/>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1200" y="367200"/>
            <a:ext cx="1530000" cy="252000"/>
          </a:xfrm>
          <a:prstGeom prst="rect">
            <a:avLst/>
          </a:prstGeom>
        </p:spPr>
      </p:pic>
    </p:spTree>
    <p:extLst>
      <p:ext uri="{BB962C8B-B14F-4D97-AF65-F5344CB8AC3E}">
        <p14:creationId xmlns:p14="http://schemas.microsoft.com/office/powerpoint/2010/main" val="3601790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J">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3614738"/>
          </a:xfrm>
        </p:spPr>
        <p:txBody>
          <a:bodyPr lIns="0" tIns="0" rIns="0" bIns="0"/>
          <a:lstStyle/>
          <a:p>
            <a:r>
              <a:rPr lang="en-US" noProof="0"/>
              <a:t>Click icon to add picture</a:t>
            </a:r>
            <a:endParaRPr lang="en-US"/>
          </a:p>
        </p:txBody>
      </p:sp>
      <p:sp>
        <p:nvSpPr>
          <p:cNvPr id="12" name="Title 1">
            <a:extLst>
              <a:ext uri="{FF2B5EF4-FFF2-40B4-BE49-F238E27FC236}">
                <a16:creationId xmlns:a16="http://schemas.microsoft.com/office/drawing/2014/main" id="{CD08DEBF-5D94-4EC5-9268-53E64944E561}"/>
              </a:ext>
            </a:extLst>
          </p:cNvPr>
          <p:cNvSpPr>
            <a:spLocks noGrp="1"/>
          </p:cNvSpPr>
          <p:nvPr>
            <p:ph type="title"/>
          </p:nvPr>
        </p:nvSpPr>
        <p:spPr>
          <a:xfrm>
            <a:off x="331200" y="4341600"/>
            <a:ext cx="9787525" cy="486000"/>
          </a:xfrm>
        </p:spPr>
        <p:txBody>
          <a:bodyPr/>
          <a:lstStyle>
            <a:lvl1pPr>
              <a:defRPr sz="3200" b="1"/>
            </a:lvl1pPr>
          </a:lstStyle>
          <a:p>
            <a:r>
              <a:rPr lang="en-US" noProof="0"/>
              <a:t>Click to edit Master title style</a:t>
            </a:r>
            <a:endParaRPr lang="en-US"/>
          </a:p>
        </p:txBody>
      </p:sp>
      <p:sp>
        <p:nvSpPr>
          <p:cNvPr id="14" name="Text Placeholder 9">
            <a:extLst>
              <a:ext uri="{FF2B5EF4-FFF2-40B4-BE49-F238E27FC236}">
                <a16:creationId xmlns:a16="http://schemas.microsoft.com/office/drawing/2014/main" id="{D1D0512A-9CA1-454B-B205-24CCE4C1BB6B}"/>
              </a:ext>
            </a:extLst>
          </p:cNvPr>
          <p:cNvSpPr>
            <a:spLocks noGrp="1"/>
          </p:cNvSpPr>
          <p:nvPr>
            <p:ph type="body" sz="quarter" idx="14" hasCustomPrompt="1"/>
          </p:nvPr>
        </p:nvSpPr>
        <p:spPr>
          <a:xfrm>
            <a:off x="331200" y="4827600"/>
            <a:ext cx="9787525" cy="1162800"/>
          </a:xfrm>
        </p:spPr>
        <p:txBody>
          <a:bodyPr lIns="0"/>
          <a:lstStyle>
            <a:lvl1pPr>
              <a:defRPr sz="32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Text Placeholder 6">
            <a:extLst>
              <a:ext uri="{FF2B5EF4-FFF2-40B4-BE49-F238E27FC236}">
                <a16:creationId xmlns:a16="http://schemas.microsoft.com/office/drawing/2014/main" id="{44186AE2-439F-4822-BDFB-97546FD2D79E}"/>
              </a:ext>
            </a:extLst>
          </p:cNvPr>
          <p:cNvSpPr txBox="1">
            <a:spLocks/>
          </p:cNvSpPr>
          <p:nvPr userDrawn="1"/>
        </p:nvSpPr>
        <p:spPr>
          <a:xfrm>
            <a:off x="331199" y="4104000"/>
            <a:ext cx="406799" cy="45719"/>
          </a:xfrm>
          <a:prstGeom prst="rect">
            <a:avLst/>
          </a:prstGeom>
        </p:spPr>
        <p:txBody>
          <a:bodyPr lIns="0" tIns="0" rIns="0" bIns="5400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sz="3200" noProof="0"/>
              <a:t>—</a:t>
            </a:r>
            <a:endParaRPr lang="en-US"/>
          </a:p>
        </p:txBody>
      </p:sp>
      <p:sp>
        <p:nvSpPr>
          <p:cNvPr id="13" name="Date Placeholder 2" hidden="1">
            <a:extLst>
              <a:ext uri="{FF2B5EF4-FFF2-40B4-BE49-F238E27FC236}">
                <a16:creationId xmlns:a16="http://schemas.microsoft.com/office/drawing/2014/main" id="{86899F48-C911-4CD2-8537-1874E4E7FFEA}"/>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D0D1362E-CE78-4662-BA91-6D9EC4483C6D}" type="datetime4">
              <a:rPr lang="en-US" smtClean="0"/>
              <a:t>January 21, 2026</a:t>
            </a:fld>
            <a:endParaRPr lang="en-US"/>
          </a:p>
        </p:txBody>
      </p:sp>
      <p:sp>
        <p:nvSpPr>
          <p:cNvPr id="16" name="Footer Placeholder 5" hidden="1">
            <a:extLst>
              <a:ext uri="{FF2B5EF4-FFF2-40B4-BE49-F238E27FC236}">
                <a16:creationId xmlns:a16="http://schemas.microsoft.com/office/drawing/2014/main" id="{7DCDF680-C48C-4D0A-9069-B2F60D63B78A}"/>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7" name="Slide Number Placeholder 6" hidden="1">
            <a:extLst>
              <a:ext uri="{FF2B5EF4-FFF2-40B4-BE49-F238E27FC236}">
                <a16:creationId xmlns:a16="http://schemas.microsoft.com/office/drawing/2014/main" id="{0266C1C2-4C9C-4B41-96AD-AEADB16E34D4}"/>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pic>
        <p:nvPicPr>
          <p:cNvPr id="23" name="Logo">
            <a:extLst>
              <a:ext uri="{FF2B5EF4-FFF2-40B4-BE49-F238E27FC236}">
                <a16:creationId xmlns:a16="http://schemas.microsoft.com/office/drawing/2014/main" id="{6E96A828-2243-44DA-97DD-66BBAE00B7B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79643" y="6159885"/>
            <a:ext cx="873621" cy="335227"/>
          </a:xfrm>
          <a:prstGeom prst="rect">
            <a:avLst/>
          </a:prstGeom>
        </p:spPr>
      </p:pic>
      <p:sp>
        <p:nvSpPr>
          <p:cNvPr id="31" name="Textbox for metadata">
            <a:extLst>
              <a:ext uri="{FF2B5EF4-FFF2-40B4-BE49-F238E27FC236}">
                <a16:creationId xmlns:a16="http://schemas.microsoft.com/office/drawing/2014/main" id="{E3F50A39-4A37-4A8F-8A6D-C4F1265DDE55}"/>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noProof="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2C259B8-2007-488D-8494-693ADFA23A83}"/>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2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E72EC7CB-C220-4F9F-904D-7507BD4E5788}"/>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24"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E2CC540C-F06B-49C1-B9EC-0743FEA24793}"/>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a:p>
        </p:txBody>
      </p:sp>
      <p:pic>
        <p:nvPicPr>
          <p:cNvPr id="1661228365" name="Classification" descr="{&quot;templafy&quot;:{&quot;id&quot;:&quot;d8c6d53d-fe00-4f09-b88f-4fe294080cf8&quot;}}"/>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1200" y="367200"/>
            <a:ext cx="1530000" cy="252000"/>
          </a:xfrm>
          <a:prstGeom prst="rect">
            <a:avLst/>
          </a:prstGeom>
        </p:spPr>
      </p:pic>
    </p:spTree>
    <p:extLst>
      <p:ext uri="{BB962C8B-B14F-4D97-AF65-F5344CB8AC3E}">
        <p14:creationId xmlns:p14="http://schemas.microsoft.com/office/powerpoint/2010/main" val="369112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A">
    <p:spTree>
      <p:nvGrpSpPr>
        <p:cNvPr id="1" name=""/>
        <p:cNvGrpSpPr/>
        <p:nvPr/>
      </p:nvGrpSpPr>
      <p:grpSpPr>
        <a:xfrm>
          <a:off x="0" y="0"/>
          <a:ext cx="0" cy="0"/>
          <a:chOff x="0" y="0"/>
          <a:chExt cx="0" cy="0"/>
        </a:xfrm>
      </p:grpSpPr>
      <p:pic>
        <p:nvPicPr>
          <p:cNvPr id="7" name="Picture Placeholder 7">
            <a:extLst>
              <a:ext uri="{FF2B5EF4-FFF2-40B4-BE49-F238E27FC236}">
                <a16:creationId xmlns:a16="http://schemas.microsoft.com/office/drawing/2014/main" id="{B1911FE5-F5D9-4714-BE5D-FCA057C73A2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bwMode="gray">
          <a:xfrm>
            <a:off x="0" y="0"/>
            <a:ext cx="12192000" cy="6858000"/>
          </a:xfrm>
          <a:prstGeom prst="rect">
            <a:avLst/>
          </a:prstGeom>
        </p:spPr>
      </p:pic>
      <p:sp>
        <p:nvSpPr>
          <p:cNvPr id="2" name="Title 1">
            <a:extLst>
              <a:ext uri="{FF2B5EF4-FFF2-40B4-BE49-F238E27FC236}">
                <a16:creationId xmlns:a16="http://schemas.microsoft.com/office/drawing/2014/main" id="{89ADAAE6-C7C8-41CD-B37C-3EE1E8987106}"/>
              </a:ext>
            </a:extLst>
          </p:cNvPr>
          <p:cNvSpPr>
            <a:spLocks noGrp="1"/>
          </p:cNvSpPr>
          <p:nvPr>
            <p:ph type="title" hasCustomPrompt="1"/>
          </p:nvPr>
        </p:nvSpPr>
        <p:spPr>
          <a:xfrm>
            <a:off x="1095374" y="1269000"/>
            <a:ext cx="6848476" cy="4320000"/>
          </a:xfrm>
        </p:spPr>
        <p:txBody>
          <a:bodyPr lIns="0" tIns="0" rIns="0" bIns="0"/>
          <a:lstStyle>
            <a:lvl1pPr>
              <a:defRPr sz="6000">
                <a:solidFill>
                  <a:schemeClr val="bg1"/>
                </a:solidFill>
              </a:defRPr>
            </a:lvl1pPr>
          </a:lstStyle>
          <a:p>
            <a:r>
              <a:rPr lang="en-US" noProof="0"/>
              <a:t>—</a:t>
            </a:r>
            <a:br>
              <a:rPr lang="en-US" noProof="0"/>
            </a:br>
            <a:r>
              <a:rPr lang="en-US" noProof="0"/>
              <a:t>Click to edit Master title style</a:t>
            </a:r>
            <a:endParaRPr lang="en-US"/>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Tree>
    <p:extLst>
      <p:ext uri="{BB962C8B-B14F-4D97-AF65-F5344CB8AC3E}">
        <p14:creationId xmlns:p14="http://schemas.microsoft.com/office/powerpoint/2010/main" val="2795851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DAAE6-C7C8-41CD-B37C-3EE1E8987106}"/>
              </a:ext>
            </a:extLst>
          </p:cNvPr>
          <p:cNvSpPr>
            <a:spLocks noGrp="1"/>
          </p:cNvSpPr>
          <p:nvPr>
            <p:ph type="title" hasCustomPrompt="1"/>
          </p:nvPr>
        </p:nvSpPr>
        <p:spPr>
          <a:xfrm>
            <a:off x="1098000" y="1269000"/>
            <a:ext cx="6847200" cy="4320000"/>
          </a:xfrm>
        </p:spPr>
        <p:txBody>
          <a:bodyPr lIns="0" tIns="0" rIns="0" bIns="0"/>
          <a:lstStyle>
            <a:lvl1pPr>
              <a:defRPr sz="6000">
                <a:solidFill>
                  <a:schemeClr val="tx1"/>
                </a:solidFill>
              </a:defRPr>
            </a:lvl1pPr>
          </a:lstStyle>
          <a:p>
            <a:r>
              <a:rPr lang="en-US" noProof="0"/>
              <a:t>—</a:t>
            </a:r>
            <a:br>
              <a:rPr lang="en-US" noProof="0"/>
            </a:br>
            <a:r>
              <a:rPr lang="en-US" noProof="0"/>
              <a:t>Click to edit Master title style</a:t>
            </a:r>
            <a:endParaRPr lang="en-US"/>
          </a:p>
        </p:txBody>
      </p:sp>
      <p:sp>
        <p:nvSpPr>
          <p:cNvPr id="3" name="Date Placeholder 2">
            <a:extLst>
              <a:ext uri="{FF2B5EF4-FFF2-40B4-BE49-F238E27FC236}">
                <a16:creationId xmlns:a16="http://schemas.microsoft.com/office/drawing/2014/main" id="{963B783F-8B3F-FC7D-CFF6-A945E0AF6005}"/>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BBB293D-D031-5695-8428-C67F0D88F6F1}"/>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CFAAD8AB-118C-AD72-4FA0-0082F2FD2830}"/>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Tree>
    <p:extLst>
      <p:ext uri="{BB962C8B-B14F-4D97-AF65-F5344CB8AC3E}">
        <p14:creationId xmlns:p14="http://schemas.microsoft.com/office/powerpoint/2010/main" val="3285594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25B3-798C-47FD-B05F-B2F3AB033020}"/>
              </a:ext>
            </a:extLst>
          </p:cNvPr>
          <p:cNvSpPr>
            <a:spLocks noGrp="1"/>
          </p:cNvSpPr>
          <p:nvPr>
            <p:ph type="title"/>
          </p:nvPr>
        </p:nvSpPr>
        <p:spPr>
          <a:xfrm>
            <a:off x="331200" y="691199"/>
            <a:ext cx="11530600" cy="367200"/>
          </a:xfrm>
        </p:spPr>
        <p:txBody>
          <a:bodyPr lIns="0" tIns="0" rIns="0" bIns="0"/>
          <a:lstStyle>
            <a:lvl1pPr>
              <a:defRPr b="1"/>
            </a:lvl1pPr>
          </a:lstStyle>
          <a:p>
            <a:r>
              <a:rPr lang="en-US" noProof="0"/>
              <a:t>Click to edit Master title style</a:t>
            </a:r>
            <a:endParaRPr lang="en-US"/>
          </a:p>
        </p:txBody>
      </p:sp>
      <p:sp>
        <p:nvSpPr>
          <p:cNvPr id="8" name="Text Placeholder 9">
            <a:extLst>
              <a:ext uri="{FF2B5EF4-FFF2-40B4-BE49-F238E27FC236}">
                <a16:creationId xmlns:a16="http://schemas.microsoft.com/office/drawing/2014/main" id="{CFEBAA7B-0B2E-41DA-8401-829266F20A8E}"/>
              </a:ext>
            </a:extLst>
          </p:cNvPr>
          <p:cNvSpPr>
            <a:spLocks noGrp="1"/>
          </p:cNvSpPr>
          <p:nvPr>
            <p:ph type="body" sz="quarter" idx="14" hasCustomPrompt="1"/>
          </p:nvPr>
        </p:nvSpPr>
        <p:spPr>
          <a:xfrm>
            <a:off x="331200" y="1057498"/>
            <a:ext cx="115306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2" name="Text Placeholder 11">
            <a:extLst>
              <a:ext uri="{FF2B5EF4-FFF2-40B4-BE49-F238E27FC236}">
                <a16:creationId xmlns:a16="http://schemas.microsoft.com/office/drawing/2014/main" id="{5289BAEE-D351-4460-976F-80EE4A24A991}"/>
              </a:ext>
            </a:extLst>
          </p:cNvPr>
          <p:cNvSpPr>
            <a:spLocks noGrp="1"/>
          </p:cNvSpPr>
          <p:nvPr>
            <p:ph type="body" sz="quarter" idx="15"/>
          </p:nvPr>
        </p:nvSpPr>
        <p:spPr>
          <a:xfrm>
            <a:off x="331200" y="1929600"/>
            <a:ext cx="11530600" cy="4244400"/>
          </a:xfrm>
        </p:spPr>
        <p:txBody>
          <a:bodyPr lIns="0" tIns="0" rIns="0" bIns="0"/>
          <a:lstStyle>
            <a:lvl1pPr marL="2844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1pPr>
            <a:lvl2pPr marL="5688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2pPr>
            <a:lvl3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3pPr>
            <a:lvl4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4pPr>
            <a:lvl5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5F7E1B39-5C80-4225-BFC0-8B0FA7ABAB97}"/>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32B732F8-4FA8-4FDC-A795-6371BBB4E79F}"/>
              </a:ext>
            </a:extLst>
          </p:cNvPr>
          <p:cNvSpPr>
            <a:spLocks noGrp="1"/>
          </p:cNvSpPr>
          <p:nvPr>
            <p:ph type="dt" sz="half" idx="11"/>
          </p:nvPr>
        </p:nvSpPr>
        <p:spPr/>
        <p:txBody>
          <a:bodyPr lIns="0" tIns="0" rIns="0" bIns="0"/>
          <a:lstStyle/>
          <a:p>
            <a:fld id="{2376BB2E-82C0-492B-8115-0ECFCE98941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FEB7AAD1-CD9E-4BAD-B4F6-882B69FA448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055545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9" name="Content Placeholder 8">
            <a:extLst>
              <a:ext uri="{FF2B5EF4-FFF2-40B4-BE49-F238E27FC236}">
                <a16:creationId xmlns:a16="http://schemas.microsoft.com/office/drawing/2014/main" id="{E7A0A1F6-D28F-445F-86A8-4985AF8BE52D}"/>
              </a:ext>
            </a:extLst>
          </p:cNvPr>
          <p:cNvSpPr>
            <a:spLocks noGrp="1"/>
          </p:cNvSpPr>
          <p:nvPr>
            <p:ph sz="quarter" idx="16"/>
          </p:nvPr>
        </p:nvSpPr>
        <p:spPr>
          <a:xfrm>
            <a:off x="331199" y="1929600"/>
            <a:ext cx="11530011" cy="424815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46355A8A-D6D9-4907-8D48-7F71EFC48A8D}"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843910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B8D13B44-2ED7-4317-A623-6B66EEF72462}"/>
              </a:ext>
            </a:extLst>
          </p:cNvPr>
          <p:cNvSpPr>
            <a:spLocks noGrp="1"/>
          </p:cNvSpPr>
          <p:nvPr>
            <p:ph sz="quarter" idx="17"/>
          </p:nvPr>
        </p:nvSpPr>
        <p:spPr>
          <a:xfrm>
            <a:off x="331199" y="1929600"/>
            <a:ext cx="11530011"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Text Placeholder 9">
            <a:extLst>
              <a:ext uri="{FF2B5EF4-FFF2-40B4-BE49-F238E27FC236}">
                <a16:creationId xmlns:a16="http://schemas.microsoft.com/office/drawing/2014/main" id="{0191ABF5-A638-4274-A939-005952C0BF1C}"/>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D45BC5BE-CC71-4A9F-AA20-FD83B16085C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069923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B8D13B44-2ED7-4317-A623-6B66EEF72462}"/>
              </a:ext>
            </a:extLst>
          </p:cNvPr>
          <p:cNvSpPr>
            <a:spLocks noGrp="1"/>
          </p:cNvSpPr>
          <p:nvPr>
            <p:ph sz="quarter" idx="17"/>
          </p:nvPr>
        </p:nvSpPr>
        <p:spPr>
          <a:xfrm>
            <a:off x="331199" y="2317637"/>
            <a:ext cx="11530011" cy="3193962"/>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Content Placeholder 8">
            <a:extLst>
              <a:ext uri="{FF2B5EF4-FFF2-40B4-BE49-F238E27FC236}">
                <a16:creationId xmlns:a16="http://schemas.microsoft.com/office/drawing/2014/main" id="{7EB647C7-C6C0-458F-916D-92A3818855C7}"/>
              </a:ext>
            </a:extLst>
          </p:cNvPr>
          <p:cNvSpPr>
            <a:spLocks noGrp="1"/>
          </p:cNvSpPr>
          <p:nvPr>
            <p:ph sz="quarter" idx="19"/>
          </p:nvPr>
        </p:nvSpPr>
        <p:spPr>
          <a:xfrm>
            <a:off x="331199" y="1929600"/>
            <a:ext cx="11530011"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1" name="Text Placeholder 9">
            <a:extLst>
              <a:ext uri="{FF2B5EF4-FFF2-40B4-BE49-F238E27FC236}">
                <a16:creationId xmlns:a16="http://schemas.microsoft.com/office/drawing/2014/main" id="{653D6A4D-9936-42D0-AC4D-FBDE81F97CB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9CBFB6B-ED16-478D-867A-A5535AE2B9C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121189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17B5336C-3364-49A8-B303-FFEDF4FEBDF6}"/>
              </a:ext>
            </a:extLst>
          </p:cNvPr>
          <p:cNvSpPr>
            <a:spLocks noGrp="1"/>
          </p:cNvSpPr>
          <p:nvPr>
            <p:ph sz="quarter" idx="17"/>
          </p:nvPr>
        </p:nvSpPr>
        <p:spPr>
          <a:xfrm>
            <a:off x="331200" y="1929600"/>
            <a:ext cx="5658438"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A2A16399-43BB-47C9-B960-482AB4AC5988}"/>
              </a:ext>
            </a:extLst>
          </p:cNvPr>
          <p:cNvSpPr>
            <a:spLocks noGrp="1"/>
          </p:cNvSpPr>
          <p:nvPr>
            <p:ph sz="quarter" idx="18"/>
          </p:nvPr>
        </p:nvSpPr>
        <p:spPr>
          <a:xfrm>
            <a:off x="6203361" y="1929600"/>
            <a:ext cx="5658438" cy="3582000"/>
          </a:xfrm>
          <a:noFill/>
          <a:ln>
            <a:noFill/>
          </a:ln>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Text Placeholder 9">
            <a:extLst>
              <a:ext uri="{FF2B5EF4-FFF2-40B4-BE49-F238E27FC236}">
                <a16:creationId xmlns:a16="http://schemas.microsoft.com/office/drawing/2014/main" id="{BD248592-FF76-4D0C-820C-440D43E13690}"/>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583F5DD8-6A3F-4122-82E4-69122C63ED9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77223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17B5336C-3364-49A8-B303-FFEDF4FEBDF6}"/>
              </a:ext>
            </a:extLst>
          </p:cNvPr>
          <p:cNvSpPr>
            <a:spLocks noGrp="1"/>
          </p:cNvSpPr>
          <p:nvPr>
            <p:ph sz="quarter" idx="17"/>
          </p:nvPr>
        </p:nvSpPr>
        <p:spPr>
          <a:xfrm>
            <a:off x="331200" y="2317637"/>
            <a:ext cx="5658438" cy="3193962"/>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A2A16399-43BB-47C9-B960-482AB4AC5988}"/>
              </a:ext>
            </a:extLst>
          </p:cNvPr>
          <p:cNvSpPr>
            <a:spLocks noGrp="1"/>
          </p:cNvSpPr>
          <p:nvPr>
            <p:ph sz="quarter" idx="18"/>
          </p:nvPr>
        </p:nvSpPr>
        <p:spPr>
          <a:xfrm>
            <a:off x="6203361" y="2317637"/>
            <a:ext cx="5658438" cy="3193962"/>
          </a:xfrm>
          <a:noFill/>
          <a:ln>
            <a:noFill/>
          </a:ln>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Content Placeholder 8">
            <a:extLst>
              <a:ext uri="{FF2B5EF4-FFF2-40B4-BE49-F238E27FC236}">
                <a16:creationId xmlns:a16="http://schemas.microsoft.com/office/drawing/2014/main" id="{16E8EA06-F8FC-49A9-A139-19792C8D084B}"/>
              </a:ext>
            </a:extLst>
          </p:cNvPr>
          <p:cNvSpPr>
            <a:spLocks noGrp="1"/>
          </p:cNvSpPr>
          <p:nvPr>
            <p:ph sz="quarter" idx="19"/>
          </p:nvPr>
        </p:nvSpPr>
        <p:spPr>
          <a:xfrm>
            <a:off x="331199" y="1929600"/>
            <a:ext cx="5658439"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5" name="Content Placeholder 8">
            <a:extLst>
              <a:ext uri="{FF2B5EF4-FFF2-40B4-BE49-F238E27FC236}">
                <a16:creationId xmlns:a16="http://schemas.microsoft.com/office/drawing/2014/main" id="{8D40EE9E-5785-4471-8A7D-6EDB4494F687}"/>
              </a:ext>
            </a:extLst>
          </p:cNvPr>
          <p:cNvSpPr>
            <a:spLocks noGrp="1"/>
          </p:cNvSpPr>
          <p:nvPr>
            <p:ph sz="quarter" idx="20"/>
          </p:nvPr>
        </p:nvSpPr>
        <p:spPr>
          <a:xfrm>
            <a:off x="6203361" y="1929600"/>
            <a:ext cx="5658439"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2" name="Text Placeholder 9">
            <a:extLst>
              <a:ext uri="{FF2B5EF4-FFF2-40B4-BE49-F238E27FC236}">
                <a16:creationId xmlns:a16="http://schemas.microsoft.com/office/drawing/2014/main" id="{D807EBA1-9E93-40B5-AB47-FE6B3497E95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B4E3226-49AD-4223-8BA6-89BC88A5F19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531262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765E783B-432D-48FF-919E-E9841F6E7CDB}"/>
              </a:ext>
            </a:extLst>
          </p:cNvPr>
          <p:cNvSpPr>
            <a:spLocks noGrp="1"/>
          </p:cNvSpPr>
          <p:nvPr>
            <p:ph sz="quarter" idx="17"/>
          </p:nvPr>
        </p:nvSpPr>
        <p:spPr>
          <a:xfrm>
            <a:off x="331200" y="1929600"/>
            <a:ext cx="3701050"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CE0F0C72-0A6F-47EB-B787-31465205AA09}"/>
              </a:ext>
            </a:extLst>
          </p:cNvPr>
          <p:cNvSpPr>
            <a:spLocks noGrp="1"/>
          </p:cNvSpPr>
          <p:nvPr>
            <p:ph sz="quarter" idx="18"/>
          </p:nvPr>
        </p:nvSpPr>
        <p:spPr>
          <a:xfrm>
            <a:off x="4245975" y="1929600"/>
            <a:ext cx="3701050"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42FDDA8A-CD8B-4264-BB35-5DED5E32A8B1}"/>
              </a:ext>
            </a:extLst>
          </p:cNvPr>
          <p:cNvSpPr>
            <a:spLocks noGrp="1"/>
          </p:cNvSpPr>
          <p:nvPr>
            <p:ph sz="quarter" idx="19"/>
          </p:nvPr>
        </p:nvSpPr>
        <p:spPr>
          <a:xfrm>
            <a:off x="8160749" y="1929600"/>
            <a:ext cx="3701050"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Text Placeholder 9">
            <a:extLst>
              <a:ext uri="{FF2B5EF4-FFF2-40B4-BE49-F238E27FC236}">
                <a16:creationId xmlns:a16="http://schemas.microsoft.com/office/drawing/2014/main" id="{34F12F13-0517-4E0E-8E16-1636B7C145A4}"/>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717956A-3931-4AF8-9925-711324B0AAB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455613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765E783B-432D-48FF-919E-E9841F6E7CDB}"/>
              </a:ext>
            </a:extLst>
          </p:cNvPr>
          <p:cNvSpPr>
            <a:spLocks noGrp="1"/>
          </p:cNvSpPr>
          <p:nvPr>
            <p:ph sz="quarter" idx="17"/>
          </p:nvPr>
        </p:nvSpPr>
        <p:spPr>
          <a:xfrm>
            <a:off x="331200" y="2317636"/>
            <a:ext cx="3701050" cy="3193963"/>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CE0F0C72-0A6F-47EB-B787-31465205AA09}"/>
              </a:ext>
            </a:extLst>
          </p:cNvPr>
          <p:cNvSpPr>
            <a:spLocks noGrp="1"/>
          </p:cNvSpPr>
          <p:nvPr>
            <p:ph sz="quarter" idx="18"/>
          </p:nvPr>
        </p:nvSpPr>
        <p:spPr>
          <a:xfrm>
            <a:off x="4245975" y="2317636"/>
            <a:ext cx="3701050" cy="3193963"/>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42FDDA8A-CD8B-4264-BB35-5DED5E32A8B1}"/>
              </a:ext>
            </a:extLst>
          </p:cNvPr>
          <p:cNvSpPr>
            <a:spLocks noGrp="1"/>
          </p:cNvSpPr>
          <p:nvPr>
            <p:ph sz="quarter" idx="19"/>
          </p:nvPr>
        </p:nvSpPr>
        <p:spPr>
          <a:xfrm>
            <a:off x="8160749" y="2317636"/>
            <a:ext cx="3701050" cy="3193963"/>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Content Placeholder 8">
            <a:extLst>
              <a:ext uri="{FF2B5EF4-FFF2-40B4-BE49-F238E27FC236}">
                <a16:creationId xmlns:a16="http://schemas.microsoft.com/office/drawing/2014/main" id="{706B61B5-5ECE-42A3-B17B-C8474A1712E3}"/>
              </a:ext>
            </a:extLst>
          </p:cNvPr>
          <p:cNvSpPr>
            <a:spLocks noGrp="1"/>
          </p:cNvSpPr>
          <p:nvPr>
            <p:ph sz="quarter" idx="20"/>
          </p:nvPr>
        </p:nvSpPr>
        <p:spPr>
          <a:xfrm>
            <a:off x="331199" y="1929600"/>
            <a:ext cx="3701051"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5" name="Content Placeholder 8">
            <a:extLst>
              <a:ext uri="{FF2B5EF4-FFF2-40B4-BE49-F238E27FC236}">
                <a16:creationId xmlns:a16="http://schemas.microsoft.com/office/drawing/2014/main" id="{2773C736-6DC9-4D25-9135-9FEE1C01F06F}"/>
              </a:ext>
            </a:extLst>
          </p:cNvPr>
          <p:cNvSpPr>
            <a:spLocks noGrp="1"/>
          </p:cNvSpPr>
          <p:nvPr>
            <p:ph sz="quarter" idx="21"/>
          </p:nvPr>
        </p:nvSpPr>
        <p:spPr>
          <a:xfrm>
            <a:off x="4245975" y="1929600"/>
            <a:ext cx="3701051"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7" name="Content Placeholder 8">
            <a:extLst>
              <a:ext uri="{FF2B5EF4-FFF2-40B4-BE49-F238E27FC236}">
                <a16:creationId xmlns:a16="http://schemas.microsoft.com/office/drawing/2014/main" id="{378A027D-384E-4893-8ACE-7EB49A9DD383}"/>
              </a:ext>
            </a:extLst>
          </p:cNvPr>
          <p:cNvSpPr>
            <a:spLocks noGrp="1"/>
          </p:cNvSpPr>
          <p:nvPr>
            <p:ph sz="quarter" idx="22"/>
          </p:nvPr>
        </p:nvSpPr>
        <p:spPr>
          <a:xfrm>
            <a:off x="8160749" y="1929600"/>
            <a:ext cx="3701051"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8" name="Text Placeholder 9">
            <a:extLst>
              <a:ext uri="{FF2B5EF4-FFF2-40B4-BE49-F238E27FC236}">
                <a16:creationId xmlns:a16="http://schemas.microsoft.com/office/drawing/2014/main" id="{449C90DB-E14A-489D-A9C1-BC279A96B97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42D30BB5-77B5-4646-B2BD-CC96A3211749}"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768951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690AB117-4C73-4A20-9957-79D439C51B4D}"/>
              </a:ext>
            </a:extLst>
          </p:cNvPr>
          <p:cNvSpPr>
            <a:spLocks noGrp="1"/>
          </p:cNvSpPr>
          <p:nvPr>
            <p:ph sz="quarter" idx="17"/>
          </p:nvPr>
        </p:nvSpPr>
        <p:spPr>
          <a:xfrm>
            <a:off x="331200"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7308727B-EED5-46EC-841D-047A6193C6F7}"/>
              </a:ext>
            </a:extLst>
          </p:cNvPr>
          <p:cNvSpPr>
            <a:spLocks noGrp="1"/>
          </p:cNvSpPr>
          <p:nvPr>
            <p:ph sz="quarter" idx="18"/>
          </p:nvPr>
        </p:nvSpPr>
        <p:spPr>
          <a:xfrm>
            <a:off x="3267545"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649CA4A0-E652-4ED8-94BE-90A9E06898C1}"/>
              </a:ext>
            </a:extLst>
          </p:cNvPr>
          <p:cNvSpPr>
            <a:spLocks noGrp="1"/>
          </p:cNvSpPr>
          <p:nvPr>
            <p:ph sz="quarter" idx="19"/>
          </p:nvPr>
        </p:nvSpPr>
        <p:spPr>
          <a:xfrm>
            <a:off x="6203890"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8" name="Content Placeholder 8">
            <a:extLst>
              <a:ext uri="{FF2B5EF4-FFF2-40B4-BE49-F238E27FC236}">
                <a16:creationId xmlns:a16="http://schemas.microsoft.com/office/drawing/2014/main" id="{AD8153C1-25B9-4517-970E-E26DC9F17786}"/>
              </a:ext>
            </a:extLst>
          </p:cNvPr>
          <p:cNvSpPr>
            <a:spLocks noGrp="1"/>
          </p:cNvSpPr>
          <p:nvPr>
            <p:ph sz="quarter" idx="20"/>
          </p:nvPr>
        </p:nvSpPr>
        <p:spPr>
          <a:xfrm>
            <a:off x="9140236"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Text Placeholder 9">
            <a:extLst>
              <a:ext uri="{FF2B5EF4-FFF2-40B4-BE49-F238E27FC236}">
                <a16:creationId xmlns:a16="http://schemas.microsoft.com/office/drawing/2014/main" id="{960817C6-275D-460F-9252-B93D047D6985}"/>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AA71856-B23C-48E3-A935-70A03ACC085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833473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690AB117-4C73-4A20-9957-79D439C51B4D}"/>
              </a:ext>
            </a:extLst>
          </p:cNvPr>
          <p:cNvSpPr>
            <a:spLocks noGrp="1"/>
          </p:cNvSpPr>
          <p:nvPr>
            <p:ph sz="quarter" idx="17"/>
          </p:nvPr>
        </p:nvSpPr>
        <p:spPr>
          <a:xfrm>
            <a:off x="331200" y="2317636"/>
            <a:ext cx="2721563" cy="3193964"/>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7308727B-EED5-46EC-841D-047A6193C6F7}"/>
              </a:ext>
            </a:extLst>
          </p:cNvPr>
          <p:cNvSpPr>
            <a:spLocks noGrp="1"/>
          </p:cNvSpPr>
          <p:nvPr>
            <p:ph sz="quarter" idx="18"/>
          </p:nvPr>
        </p:nvSpPr>
        <p:spPr>
          <a:xfrm>
            <a:off x="3267545" y="2317636"/>
            <a:ext cx="2721563" cy="3193964"/>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649CA4A0-E652-4ED8-94BE-90A9E06898C1}"/>
              </a:ext>
            </a:extLst>
          </p:cNvPr>
          <p:cNvSpPr>
            <a:spLocks noGrp="1"/>
          </p:cNvSpPr>
          <p:nvPr>
            <p:ph sz="quarter" idx="19"/>
          </p:nvPr>
        </p:nvSpPr>
        <p:spPr>
          <a:xfrm>
            <a:off x="6203890" y="2317636"/>
            <a:ext cx="2721563" cy="3193964"/>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8" name="Content Placeholder 8">
            <a:extLst>
              <a:ext uri="{FF2B5EF4-FFF2-40B4-BE49-F238E27FC236}">
                <a16:creationId xmlns:a16="http://schemas.microsoft.com/office/drawing/2014/main" id="{AD8153C1-25B9-4517-970E-E26DC9F17786}"/>
              </a:ext>
            </a:extLst>
          </p:cNvPr>
          <p:cNvSpPr>
            <a:spLocks noGrp="1"/>
          </p:cNvSpPr>
          <p:nvPr>
            <p:ph sz="quarter" idx="20"/>
          </p:nvPr>
        </p:nvSpPr>
        <p:spPr>
          <a:xfrm>
            <a:off x="9140236" y="2317636"/>
            <a:ext cx="2721563" cy="3193964"/>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Content Placeholder 8">
            <a:extLst>
              <a:ext uri="{FF2B5EF4-FFF2-40B4-BE49-F238E27FC236}">
                <a16:creationId xmlns:a16="http://schemas.microsoft.com/office/drawing/2014/main" id="{268A3033-04CA-4439-8559-F7AE384EA32B}"/>
              </a:ext>
            </a:extLst>
          </p:cNvPr>
          <p:cNvSpPr>
            <a:spLocks noGrp="1"/>
          </p:cNvSpPr>
          <p:nvPr>
            <p:ph sz="quarter" idx="21"/>
          </p:nvPr>
        </p:nvSpPr>
        <p:spPr>
          <a:xfrm>
            <a:off x="331200" y="1929600"/>
            <a:ext cx="2721563"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5" name="Content Placeholder 8">
            <a:extLst>
              <a:ext uri="{FF2B5EF4-FFF2-40B4-BE49-F238E27FC236}">
                <a16:creationId xmlns:a16="http://schemas.microsoft.com/office/drawing/2014/main" id="{4D699DA1-1B8F-4C83-8F6C-063B993E67CF}"/>
              </a:ext>
            </a:extLst>
          </p:cNvPr>
          <p:cNvSpPr>
            <a:spLocks noGrp="1"/>
          </p:cNvSpPr>
          <p:nvPr>
            <p:ph sz="quarter" idx="22"/>
          </p:nvPr>
        </p:nvSpPr>
        <p:spPr>
          <a:xfrm>
            <a:off x="3267545" y="1929600"/>
            <a:ext cx="2721563"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7" name="Content Placeholder 8">
            <a:extLst>
              <a:ext uri="{FF2B5EF4-FFF2-40B4-BE49-F238E27FC236}">
                <a16:creationId xmlns:a16="http://schemas.microsoft.com/office/drawing/2014/main" id="{91F962DF-57F1-4D07-A843-D38835817327}"/>
              </a:ext>
            </a:extLst>
          </p:cNvPr>
          <p:cNvSpPr>
            <a:spLocks noGrp="1"/>
          </p:cNvSpPr>
          <p:nvPr>
            <p:ph sz="quarter" idx="23"/>
          </p:nvPr>
        </p:nvSpPr>
        <p:spPr>
          <a:xfrm>
            <a:off x="6203890" y="1929600"/>
            <a:ext cx="2721563"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9" name="Content Placeholder 8">
            <a:extLst>
              <a:ext uri="{FF2B5EF4-FFF2-40B4-BE49-F238E27FC236}">
                <a16:creationId xmlns:a16="http://schemas.microsoft.com/office/drawing/2014/main" id="{4DC621D3-00B6-4873-80E9-80B2E963CB27}"/>
              </a:ext>
            </a:extLst>
          </p:cNvPr>
          <p:cNvSpPr>
            <a:spLocks noGrp="1"/>
          </p:cNvSpPr>
          <p:nvPr>
            <p:ph sz="quarter" idx="24"/>
          </p:nvPr>
        </p:nvSpPr>
        <p:spPr>
          <a:xfrm>
            <a:off x="9140236" y="1929600"/>
            <a:ext cx="2721563"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20" name="Text Placeholder 9">
            <a:extLst>
              <a:ext uri="{FF2B5EF4-FFF2-40B4-BE49-F238E27FC236}">
                <a16:creationId xmlns:a16="http://schemas.microsoft.com/office/drawing/2014/main" id="{20E266E3-5FFB-41B2-9494-480B63C0ED07}"/>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D224259-AF7D-45AB-A7F3-7D48B74D35F9}"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34633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ur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111B9042-212B-46A5-9683-B0E80DA38729}"/>
              </a:ext>
            </a:extLst>
          </p:cNvPr>
          <p:cNvSpPr>
            <a:spLocks noGrp="1"/>
          </p:cNvSpPr>
          <p:nvPr>
            <p:ph sz="quarter" idx="17"/>
          </p:nvPr>
        </p:nvSpPr>
        <p:spPr>
          <a:xfrm>
            <a:off x="331200" y="1929600"/>
            <a:ext cx="5658438"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CC8272B2-E586-4FA2-8B90-41D4FAB96F2A}"/>
              </a:ext>
            </a:extLst>
          </p:cNvPr>
          <p:cNvSpPr>
            <a:spLocks noGrp="1"/>
          </p:cNvSpPr>
          <p:nvPr>
            <p:ph sz="quarter" idx="18"/>
          </p:nvPr>
        </p:nvSpPr>
        <p:spPr>
          <a:xfrm>
            <a:off x="331200" y="3827714"/>
            <a:ext cx="5658438"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B4EE1E65-7497-40C2-9994-C31475F1F07E}"/>
              </a:ext>
            </a:extLst>
          </p:cNvPr>
          <p:cNvSpPr>
            <a:spLocks noGrp="1"/>
          </p:cNvSpPr>
          <p:nvPr>
            <p:ph sz="quarter" idx="19"/>
          </p:nvPr>
        </p:nvSpPr>
        <p:spPr>
          <a:xfrm>
            <a:off x="6204151" y="1929600"/>
            <a:ext cx="5658438"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8" name="Content Placeholder 8">
            <a:extLst>
              <a:ext uri="{FF2B5EF4-FFF2-40B4-BE49-F238E27FC236}">
                <a16:creationId xmlns:a16="http://schemas.microsoft.com/office/drawing/2014/main" id="{80A57BBC-5882-4E81-BCA2-FF31B00865E5}"/>
              </a:ext>
            </a:extLst>
          </p:cNvPr>
          <p:cNvSpPr>
            <a:spLocks noGrp="1"/>
          </p:cNvSpPr>
          <p:nvPr>
            <p:ph sz="quarter" idx="20"/>
          </p:nvPr>
        </p:nvSpPr>
        <p:spPr>
          <a:xfrm>
            <a:off x="6204151" y="3827714"/>
            <a:ext cx="5658438"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Text Placeholder 9">
            <a:extLst>
              <a:ext uri="{FF2B5EF4-FFF2-40B4-BE49-F238E27FC236}">
                <a16:creationId xmlns:a16="http://schemas.microsoft.com/office/drawing/2014/main" id="{D40A4B2B-8988-4AFD-A14B-AAA7F09DD511}"/>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C5C19BF-A0EC-478D-8ED8-83F7C19BC3B7}"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084946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ntent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8A928EB5-CEDF-4A8E-81B5-DCF53570E957}"/>
              </a:ext>
            </a:extLst>
          </p:cNvPr>
          <p:cNvSpPr>
            <a:spLocks noGrp="1"/>
          </p:cNvSpPr>
          <p:nvPr>
            <p:ph sz="quarter" idx="17"/>
          </p:nvPr>
        </p:nvSpPr>
        <p:spPr>
          <a:xfrm>
            <a:off x="331200" y="1929600"/>
            <a:ext cx="5658438" cy="1685138"/>
          </a:xfrm>
          <a:solidFill>
            <a:schemeClr val="accent5"/>
          </a:solidFill>
        </p:spPr>
        <p:txBody>
          <a:bodyPr lIns="108000" tIns="108000" rIns="108000" bIns="10800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43B0B81C-97D4-4F96-B86E-78446A115C98}"/>
              </a:ext>
            </a:extLst>
          </p:cNvPr>
          <p:cNvSpPr>
            <a:spLocks noGrp="1"/>
          </p:cNvSpPr>
          <p:nvPr>
            <p:ph sz="quarter" idx="18"/>
          </p:nvPr>
        </p:nvSpPr>
        <p:spPr>
          <a:xfrm>
            <a:off x="331200" y="3827714"/>
            <a:ext cx="5658438" cy="1685138"/>
          </a:xfrm>
          <a:solidFill>
            <a:schemeClr val="accent5"/>
          </a:solidFill>
        </p:spPr>
        <p:txBody>
          <a:bodyPr lIns="108000" tIns="108000" rIns="108000" bIns="10800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01D9841E-35A4-4050-896A-91A2DAC646E6}"/>
              </a:ext>
            </a:extLst>
          </p:cNvPr>
          <p:cNvSpPr>
            <a:spLocks noGrp="1"/>
          </p:cNvSpPr>
          <p:nvPr>
            <p:ph sz="quarter" idx="19"/>
          </p:nvPr>
        </p:nvSpPr>
        <p:spPr>
          <a:xfrm>
            <a:off x="6204151" y="1929600"/>
            <a:ext cx="5658438" cy="1685138"/>
          </a:xfrm>
          <a:solidFill>
            <a:schemeClr val="accent5"/>
          </a:solidFill>
        </p:spPr>
        <p:txBody>
          <a:bodyPr lIns="108000" tIns="108000" rIns="108000" bIns="10800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8" name="Content Placeholder 8">
            <a:extLst>
              <a:ext uri="{FF2B5EF4-FFF2-40B4-BE49-F238E27FC236}">
                <a16:creationId xmlns:a16="http://schemas.microsoft.com/office/drawing/2014/main" id="{25AE70BE-1AE8-4A0C-AE03-7895C4186A58}"/>
              </a:ext>
            </a:extLst>
          </p:cNvPr>
          <p:cNvSpPr>
            <a:spLocks noGrp="1"/>
          </p:cNvSpPr>
          <p:nvPr>
            <p:ph sz="quarter" idx="20"/>
          </p:nvPr>
        </p:nvSpPr>
        <p:spPr>
          <a:xfrm>
            <a:off x="6204151" y="3827714"/>
            <a:ext cx="5658438" cy="1685138"/>
          </a:xfrm>
          <a:solidFill>
            <a:schemeClr val="accent5"/>
          </a:solidFill>
        </p:spPr>
        <p:txBody>
          <a:bodyPr lIns="108000" tIns="108000" rIns="108000" bIns="10800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Text Placeholder 9">
            <a:extLst>
              <a:ext uri="{FF2B5EF4-FFF2-40B4-BE49-F238E27FC236}">
                <a16:creationId xmlns:a16="http://schemas.microsoft.com/office/drawing/2014/main" id="{2E790894-8E0F-44FE-8E80-5B61F5EE8C7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CA55D835-29B7-4A83-A1B6-C6F6D8C3646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6871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29CD7502-5938-4389-B579-94E4A626E742}"/>
              </a:ext>
            </a:extLst>
          </p:cNvPr>
          <p:cNvSpPr>
            <a:spLocks noGrp="1"/>
          </p:cNvSpPr>
          <p:nvPr>
            <p:ph sz="quarter" idx="17"/>
          </p:nvPr>
        </p:nvSpPr>
        <p:spPr>
          <a:xfrm>
            <a:off x="331200"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CA0C8084-3849-47AB-874C-D79A49627A99}"/>
              </a:ext>
            </a:extLst>
          </p:cNvPr>
          <p:cNvSpPr>
            <a:spLocks noGrp="1"/>
          </p:cNvSpPr>
          <p:nvPr>
            <p:ph sz="quarter" idx="18"/>
          </p:nvPr>
        </p:nvSpPr>
        <p:spPr>
          <a:xfrm>
            <a:off x="2680508"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4705789A-64BC-481F-BB51-3113BE639E7E}"/>
              </a:ext>
            </a:extLst>
          </p:cNvPr>
          <p:cNvSpPr>
            <a:spLocks noGrp="1"/>
          </p:cNvSpPr>
          <p:nvPr>
            <p:ph sz="quarter" idx="19"/>
          </p:nvPr>
        </p:nvSpPr>
        <p:spPr>
          <a:xfrm>
            <a:off x="5029816"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8" name="Content Placeholder 8">
            <a:extLst>
              <a:ext uri="{FF2B5EF4-FFF2-40B4-BE49-F238E27FC236}">
                <a16:creationId xmlns:a16="http://schemas.microsoft.com/office/drawing/2014/main" id="{E37C0D0A-A50A-45C1-8190-526E16A1EF98}"/>
              </a:ext>
            </a:extLst>
          </p:cNvPr>
          <p:cNvSpPr>
            <a:spLocks noGrp="1"/>
          </p:cNvSpPr>
          <p:nvPr>
            <p:ph sz="quarter" idx="20"/>
          </p:nvPr>
        </p:nvSpPr>
        <p:spPr>
          <a:xfrm>
            <a:off x="7379124"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0" name="Content Placeholder 8">
            <a:extLst>
              <a:ext uri="{FF2B5EF4-FFF2-40B4-BE49-F238E27FC236}">
                <a16:creationId xmlns:a16="http://schemas.microsoft.com/office/drawing/2014/main" id="{369E9214-F99C-45F1-92F0-86CA4C2DF62C}"/>
              </a:ext>
            </a:extLst>
          </p:cNvPr>
          <p:cNvSpPr>
            <a:spLocks noGrp="1"/>
          </p:cNvSpPr>
          <p:nvPr>
            <p:ph sz="quarter" idx="21"/>
          </p:nvPr>
        </p:nvSpPr>
        <p:spPr>
          <a:xfrm>
            <a:off x="9728430"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Text Placeholder 9">
            <a:extLst>
              <a:ext uri="{FF2B5EF4-FFF2-40B4-BE49-F238E27FC236}">
                <a16:creationId xmlns:a16="http://schemas.microsoft.com/office/drawing/2014/main" id="{8CA02EF2-4CA1-4BAA-BEF7-557FE01D706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1EC5406-6427-4E55-BD98-B4F066F5B25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548295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ix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7DC069AE-4595-4F69-A33D-192621021062}"/>
              </a:ext>
            </a:extLst>
          </p:cNvPr>
          <p:cNvSpPr>
            <a:spLocks noGrp="1"/>
          </p:cNvSpPr>
          <p:nvPr>
            <p:ph sz="quarter" idx="17"/>
          </p:nvPr>
        </p:nvSpPr>
        <p:spPr>
          <a:xfrm>
            <a:off x="331200" y="1929600"/>
            <a:ext cx="17436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9819553D-0FB3-43C0-986B-7FC595AE43C4}"/>
              </a:ext>
            </a:extLst>
          </p:cNvPr>
          <p:cNvSpPr>
            <a:spLocks noGrp="1"/>
          </p:cNvSpPr>
          <p:nvPr>
            <p:ph sz="quarter" idx="18"/>
          </p:nvPr>
        </p:nvSpPr>
        <p:spPr>
          <a:xfrm>
            <a:off x="2288745" y="1929600"/>
            <a:ext cx="17436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BFE61DB2-D5AC-443E-944E-263599532F8B}"/>
              </a:ext>
            </a:extLst>
          </p:cNvPr>
          <p:cNvSpPr>
            <a:spLocks noGrp="1"/>
          </p:cNvSpPr>
          <p:nvPr>
            <p:ph sz="quarter" idx="19"/>
          </p:nvPr>
        </p:nvSpPr>
        <p:spPr>
          <a:xfrm>
            <a:off x="4246290" y="1929600"/>
            <a:ext cx="17436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8" name="Content Placeholder 8">
            <a:extLst>
              <a:ext uri="{FF2B5EF4-FFF2-40B4-BE49-F238E27FC236}">
                <a16:creationId xmlns:a16="http://schemas.microsoft.com/office/drawing/2014/main" id="{28E24C1F-EA44-4316-85CB-A3FD52704376}"/>
              </a:ext>
            </a:extLst>
          </p:cNvPr>
          <p:cNvSpPr>
            <a:spLocks noGrp="1"/>
          </p:cNvSpPr>
          <p:nvPr>
            <p:ph sz="quarter" idx="20"/>
          </p:nvPr>
        </p:nvSpPr>
        <p:spPr>
          <a:xfrm>
            <a:off x="6203835" y="1929600"/>
            <a:ext cx="17436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0" name="Content Placeholder 8">
            <a:extLst>
              <a:ext uri="{FF2B5EF4-FFF2-40B4-BE49-F238E27FC236}">
                <a16:creationId xmlns:a16="http://schemas.microsoft.com/office/drawing/2014/main" id="{0FB7471F-CC87-42BF-8FF7-FCFD02E09754}"/>
              </a:ext>
            </a:extLst>
          </p:cNvPr>
          <p:cNvSpPr>
            <a:spLocks noGrp="1"/>
          </p:cNvSpPr>
          <p:nvPr>
            <p:ph sz="quarter" idx="21"/>
          </p:nvPr>
        </p:nvSpPr>
        <p:spPr>
          <a:xfrm>
            <a:off x="8161380" y="1929600"/>
            <a:ext cx="17436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1" name="Content Placeholder 8">
            <a:extLst>
              <a:ext uri="{FF2B5EF4-FFF2-40B4-BE49-F238E27FC236}">
                <a16:creationId xmlns:a16="http://schemas.microsoft.com/office/drawing/2014/main" id="{9FEC9E4E-C67E-4E57-9B58-24B9E177B04F}"/>
              </a:ext>
            </a:extLst>
          </p:cNvPr>
          <p:cNvSpPr>
            <a:spLocks noGrp="1"/>
          </p:cNvSpPr>
          <p:nvPr>
            <p:ph sz="quarter" idx="22"/>
          </p:nvPr>
        </p:nvSpPr>
        <p:spPr>
          <a:xfrm>
            <a:off x="10118926" y="1929600"/>
            <a:ext cx="17436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5" name="Text Placeholder 9">
            <a:extLst>
              <a:ext uri="{FF2B5EF4-FFF2-40B4-BE49-F238E27FC236}">
                <a16:creationId xmlns:a16="http://schemas.microsoft.com/office/drawing/2014/main" id="{A2881809-A7B5-4526-BBA2-7A02D8A6955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69A535A3-9DF9-4A44-A104-3E304DA06A4D}"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60212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ix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AC4CEC49-D3F2-4087-B090-CC600446878F}"/>
              </a:ext>
            </a:extLst>
          </p:cNvPr>
          <p:cNvSpPr>
            <a:spLocks noGrp="1"/>
          </p:cNvSpPr>
          <p:nvPr>
            <p:ph sz="quarter" idx="17"/>
          </p:nvPr>
        </p:nvSpPr>
        <p:spPr>
          <a:xfrm>
            <a:off x="331200" y="1929600"/>
            <a:ext cx="3701050"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AE0F39AC-3C30-4653-B2FB-5DEED0522028}"/>
              </a:ext>
            </a:extLst>
          </p:cNvPr>
          <p:cNvSpPr>
            <a:spLocks noGrp="1"/>
          </p:cNvSpPr>
          <p:nvPr>
            <p:ph sz="quarter" idx="18"/>
          </p:nvPr>
        </p:nvSpPr>
        <p:spPr>
          <a:xfrm>
            <a:off x="4245975" y="1929600"/>
            <a:ext cx="3701050"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ECDF745A-5CCE-4066-B327-433778B0EADD}"/>
              </a:ext>
            </a:extLst>
          </p:cNvPr>
          <p:cNvSpPr>
            <a:spLocks noGrp="1"/>
          </p:cNvSpPr>
          <p:nvPr>
            <p:ph sz="quarter" idx="19"/>
          </p:nvPr>
        </p:nvSpPr>
        <p:spPr>
          <a:xfrm>
            <a:off x="8160749" y="1929600"/>
            <a:ext cx="3701050"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8" name="Content Placeholder 8">
            <a:extLst>
              <a:ext uri="{FF2B5EF4-FFF2-40B4-BE49-F238E27FC236}">
                <a16:creationId xmlns:a16="http://schemas.microsoft.com/office/drawing/2014/main" id="{CDA5DF35-04D6-4B3E-8C90-1E98EBB7C18A}"/>
              </a:ext>
            </a:extLst>
          </p:cNvPr>
          <p:cNvSpPr>
            <a:spLocks noGrp="1"/>
          </p:cNvSpPr>
          <p:nvPr>
            <p:ph sz="quarter" idx="20"/>
          </p:nvPr>
        </p:nvSpPr>
        <p:spPr>
          <a:xfrm>
            <a:off x="331200" y="3827714"/>
            <a:ext cx="3701050"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0" name="Content Placeholder 8">
            <a:extLst>
              <a:ext uri="{FF2B5EF4-FFF2-40B4-BE49-F238E27FC236}">
                <a16:creationId xmlns:a16="http://schemas.microsoft.com/office/drawing/2014/main" id="{22076C0C-4A2D-44FD-B598-286736F29BCA}"/>
              </a:ext>
            </a:extLst>
          </p:cNvPr>
          <p:cNvSpPr>
            <a:spLocks noGrp="1"/>
          </p:cNvSpPr>
          <p:nvPr>
            <p:ph sz="quarter" idx="21"/>
          </p:nvPr>
        </p:nvSpPr>
        <p:spPr>
          <a:xfrm>
            <a:off x="4245975" y="3827714"/>
            <a:ext cx="3701050"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1" name="Content Placeholder 8">
            <a:extLst>
              <a:ext uri="{FF2B5EF4-FFF2-40B4-BE49-F238E27FC236}">
                <a16:creationId xmlns:a16="http://schemas.microsoft.com/office/drawing/2014/main" id="{E41F7DA0-0F6C-441C-B565-0C058C2E1500}"/>
              </a:ext>
            </a:extLst>
          </p:cNvPr>
          <p:cNvSpPr>
            <a:spLocks noGrp="1"/>
          </p:cNvSpPr>
          <p:nvPr>
            <p:ph sz="quarter" idx="22"/>
          </p:nvPr>
        </p:nvSpPr>
        <p:spPr>
          <a:xfrm>
            <a:off x="8160749" y="3827714"/>
            <a:ext cx="3701050"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5" name="Text Placeholder 9">
            <a:extLst>
              <a:ext uri="{FF2B5EF4-FFF2-40B4-BE49-F238E27FC236}">
                <a16:creationId xmlns:a16="http://schemas.microsoft.com/office/drawing/2014/main" id="{41ECC15F-7C10-4935-8982-A8422A134E9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A5A9205A-BFB6-463C-B7C4-0812A3A71C0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653405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3D2E957E-1838-4CD0-B6A0-51FEFF23F39D}"/>
              </a:ext>
            </a:extLst>
          </p:cNvPr>
          <p:cNvSpPr>
            <a:spLocks noGrp="1"/>
          </p:cNvSpPr>
          <p:nvPr>
            <p:ph sz="quarter" idx="17"/>
          </p:nvPr>
        </p:nvSpPr>
        <p:spPr>
          <a:xfrm>
            <a:off x="331200" y="1929600"/>
            <a:ext cx="2721563"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D15157C6-6D4A-4DDE-9987-9DB9A432B242}"/>
              </a:ext>
            </a:extLst>
          </p:cNvPr>
          <p:cNvSpPr>
            <a:spLocks noGrp="1"/>
          </p:cNvSpPr>
          <p:nvPr>
            <p:ph sz="quarter" idx="18"/>
          </p:nvPr>
        </p:nvSpPr>
        <p:spPr>
          <a:xfrm>
            <a:off x="3267545" y="1929600"/>
            <a:ext cx="2721563"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54051EE1-49F6-492B-B13B-31EA841D39F6}"/>
              </a:ext>
            </a:extLst>
          </p:cNvPr>
          <p:cNvSpPr>
            <a:spLocks noGrp="1"/>
          </p:cNvSpPr>
          <p:nvPr>
            <p:ph sz="quarter" idx="19"/>
          </p:nvPr>
        </p:nvSpPr>
        <p:spPr>
          <a:xfrm>
            <a:off x="6203890" y="1929600"/>
            <a:ext cx="2721563"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8" name="Content Placeholder 8">
            <a:extLst>
              <a:ext uri="{FF2B5EF4-FFF2-40B4-BE49-F238E27FC236}">
                <a16:creationId xmlns:a16="http://schemas.microsoft.com/office/drawing/2014/main" id="{AD543771-ECCC-4B61-B10B-B29AC251EB7C}"/>
              </a:ext>
            </a:extLst>
          </p:cNvPr>
          <p:cNvSpPr>
            <a:spLocks noGrp="1"/>
          </p:cNvSpPr>
          <p:nvPr>
            <p:ph sz="quarter" idx="20"/>
          </p:nvPr>
        </p:nvSpPr>
        <p:spPr>
          <a:xfrm>
            <a:off x="9140236" y="1929600"/>
            <a:ext cx="2721563"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0" name="Content Placeholder 8">
            <a:extLst>
              <a:ext uri="{FF2B5EF4-FFF2-40B4-BE49-F238E27FC236}">
                <a16:creationId xmlns:a16="http://schemas.microsoft.com/office/drawing/2014/main" id="{20E6F15F-BCD7-43EA-B6A7-A9D7E7E08A37}"/>
              </a:ext>
            </a:extLst>
          </p:cNvPr>
          <p:cNvSpPr>
            <a:spLocks noGrp="1"/>
          </p:cNvSpPr>
          <p:nvPr>
            <p:ph sz="quarter" idx="21"/>
          </p:nvPr>
        </p:nvSpPr>
        <p:spPr>
          <a:xfrm>
            <a:off x="331200" y="3827714"/>
            <a:ext cx="2721563"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1" name="Content Placeholder 8">
            <a:extLst>
              <a:ext uri="{FF2B5EF4-FFF2-40B4-BE49-F238E27FC236}">
                <a16:creationId xmlns:a16="http://schemas.microsoft.com/office/drawing/2014/main" id="{75A95EF1-3692-4526-8F7E-86DF4458BD9C}"/>
              </a:ext>
            </a:extLst>
          </p:cNvPr>
          <p:cNvSpPr>
            <a:spLocks noGrp="1"/>
          </p:cNvSpPr>
          <p:nvPr>
            <p:ph sz="quarter" idx="22"/>
          </p:nvPr>
        </p:nvSpPr>
        <p:spPr>
          <a:xfrm>
            <a:off x="3267545" y="3827714"/>
            <a:ext cx="2721563"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2" name="Content Placeholder 8">
            <a:extLst>
              <a:ext uri="{FF2B5EF4-FFF2-40B4-BE49-F238E27FC236}">
                <a16:creationId xmlns:a16="http://schemas.microsoft.com/office/drawing/2014/main" id="{25D091E8-36DA-49BB-805A-67B1175FE099}"/>
              </a:ext>
            </a:extLst>
          </p:cNvPr>
          <p:cNvSpPr>
            <a:spLocks noGrp="1"/>
          </p:cNvSpPr>
          <p:nvPr>
            <p:ph sz="quarter" idx="23"/>
          </p:nvPr>
        </p:nvSpPr>
        <p:spPr>
          <a:xfrm>
            <a:off x="6203890" y="3827714"/>
            <a:ext cx="2721563"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3" name="Content Placeholder 8">
            <a:extLst>
              <a:ext uri="{FF2B5EF4-FFF2-40B4-BE49-F238E27FC236}">
                <a16:creationId xmlns:a16="http://schemas.microsoft.com/office/drawing/2014/main" id="{30B3BAED-A68C-44C5-936A-FECF662C4458}"/>
              </a:ext>
            </a:extLst>
          </p:cNvPr>
          <p:cNvSpPr>
            <a:spLocks noGrp="1"/>
          </p:cNvSpPr>
          <p:nvPr>
            <p:ph sz="quarter" idx="24"/>
          </p:nvPr>
        </p:nvSpPr>
        <p:spPr>
          <a:xfrm>
            <a:off x="9140236" y="3827714"/>
            <a:ext cx="2721563" cy="168513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DD55A46A-C5C5-4D10-972D-D4C6D2F6F993}"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7" name="Text Placeholder 9">
            <a:extLst>
              <a:ext uri="{FF2B5EF4-FFF2-40B4-BE49-F238E27FC236}">
                <a16:creationId xmlns:a16="http://schemas.microsoft.com/office/drawing/2014/main" id="{2C0C9163-1A50-4D9E-8C77-630EB66F52A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283468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59AF416F-3BC8-4A49-A9DA-4F4E14BD9EE6}"/>
              </a:ext>
            </a:extLst>
          </p:cNvPr>
          <p:cNvSpPr>
            <a:spLocks noGrp="1"/>
          </p:cNvSpPr>
          <p:nvPr>
            <p:ph sz="quarter" idx="22"/>
          </p:nvPr>
        </p:nvSpPr>
        <p:spPr>
          <a:xfrm>
            <a:off x="2289175" y="1929600"/>
            <a:ext cx="9574213" cy="1080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7CD77F5C-7E22-4988-898D-D00F5D9CD09E}"/>
              </a:ext>
            </a:extLst>
          </p:cNvPr>
          <p:cNvSpPr>
            <a:spLocks noGrp="1"/>
          </p:cNvSpPr>
          <p:nvPr>
            <p:ph sz="quarter" idx="23"/>
          </p:nvPr>
        </p:nvSpPr>
        <p:spPr>
          <a:xfrm>
            <a:off x="2289175" y="3178800"/>
            <a:ext cx="9574213" cy="1080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83810668-C703-445D-9664-9098F49777F5}"/>
              </a:ext>
            </a:extLst>
          </p:cNvPr>
          <p:cNvSpPr>
            <a:spLocks noGrp="1"/>
          </p:cNvSpPr>
          <p:nvPr>
            <p:ph sz="quarter" idx="24"/>
          </p:nvPr>
        </p:nvSpPr>
        <p:spPr>
          <a:xfrm>
            <a:off x="2289175" y="4428000"/>
            <a:ext cx="9574213" cy="1080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Content Placeholder 8">
            <a:extLst>
              <a:ext uri="{FF2B5EF4-FFF2-40B4-BE49-F238E27FC236}">
                <a16:creationId xmlns:a16="http://schemas.microsoft.com/office/drawing/2014/main" id="{FB1884A1-CF89-46FD-90B2-856A47701333}"/>
              </a:ext>
            </a:extLst>
          </p:cNvPr>
          <p:cNvSpPr>
            <a:spLocks noGrp="1"/>
          </p:cNvSpPr>
          <p:nvPr>
            <p:ph sz="quarter" idx="21"/>
          </p:nvPr>
        </p:nvSpPr>
        <p:spPr>
          <a:xfrm>
            <a:off x="331201" y="1929600"/>
            <a:ext cx="1743664" cy="1080000"/>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5" name="Content Placeholder 8">
            <a:extLst>
              <a:ext uri="{FF2B5EF4-FFF2-40B4-BE49-F238E27FC236}">
                <a16:creationId xmlns:a16="http://schemas.microsoft.com/office/drawing/2014/main" id="{BFD86A11-87FF-4DCC-B9D2-B666660C6E7B}"/>
              </a:ext>
            </a:extLst>
          </p:cNvPr>
          <p:cNvSpPr>
            <a:spLocks noGrp="1"/>
          </p:cNvSpPr>
          <p:nvPr>
            <p:ph sz="quarter" idx="25"/>
          </p:nvPr>
        </p:nvSpPr>
        <p:spPr>
          <a:xfrm>
            <a:off x="331201" y="3178800"/>
            <a:ext cx="1743664" cy="1080000"/>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7" name="Content Placeholder 8">
            <a:extLst>
              <a:ext uri="{FF2B5EF4-FFF2-40B4-BE49-F238E27FC236}">
                <a16:creationId xmlns:a16="http://schemas.microsoft.com/office/drawing/2014/main" id="{6F97BA98-5A30-4E5F-B616-3DD2FB543519}"/>
              </a:ext>
            </a:extLst>
          </p:cNvPr>
          <p:cNvSpPr>
            <a:spLocks noGrp="1"/>
          </p:cNvSpPr>
          <p:nvPr>
            <p:ph sz="quarter" idx="26"/>
          </p:nvPr>
        </p:nvSpPr>
        <p:spPr>
          <a:xfrm>
            <a:off x="331201" y="4428000"/>
            <a:ext cx="1743664" cy="1080000"/>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5AB8C684-B08F-4AF3-839C-7A65AB6AB041}"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F332D07F-212A-4F1F-A913-9C992990BDE5}"/>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919195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516E3F5E-86F1-4189-95E6-3E3FCAA7E57B}"/>
              </a:ext>
            </a:extLst>
          </p:cNvPr>
          <p:cNvSpPr>
            <a:spLocks noGrp="1"/>
          </p:cNvSpPr>
          <p:nvPr>
            <p:ph sz="quarter" idx="25"/>
          </p:nvPr>
        </p:nvSpPr>
        <p:spPr>
          <a:xfrm>
            <a:off x="2289175" y="1929600"/>
            <a:ext cx="9574213" cy="79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A9473803-25B0-48E7-A720-3DC0D09F9EA0}"/>
              </a:ext>
            </a:extLst>
          </p:cNvPr>
          <p:cNvSpPr>
            <a:spLocks noGrp="1"/>
          </p:cNvSpPr>
          <p:nvPr>
            <p:ph sz="quarter" idx="26"/>
          </p:nvPr>
        </p:nvSpPr>
        <p:spPr>
          <a:xfrm>
            <a:off x="2289175" y="2858400"/>
            <a:ext cx="9574213" cy="79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70FEA12C-85FF-468F-97EE-32C99D8CFE06}"/>
              </a:ext>
            </a:extLst>
          </p:cNvPr>
          <p:cNvSpPr>
            <a:spLocks noGrp="1"/>
          </p:cNvSpPr>
          <p:nvPr>
            <p:ph sz="quarter" idx="27"/>
          </p:nvPr>
        </p:nvSpPr>
        <p:spPr>
          <a:xfrm>
            <a:off x="2289175" y="3787200"/>
            <a:ext cx="9574213" cy="79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8" name="Content Placeholder 8">
            <a:extLst>
              <a:ext uri="{FF2B5EF4-FFF2-40B4-BE49-F238E27FC236}">
                <a16:creationId xmlns:a16="http://schemas.microsoft.com/office/drawing/2014/main" id="{8238CB58-E5B8-4AB2-95E4-2BACE430AD48}"/>
              </a:ext>
            </a:extLst>
          </p:cNvPr>
          <p:cNvSpPr>
            <a:spLocks noGrp="1"/>
          </p:cNvSpPr>
          <p:nvPr>
            <p:ph sz="quarter" idx="28"/>
          </p:nvPr>
        </p:nvSpPr>
        <p:spPr>
          <a:xfrm>
            <a:off x="2289175" y="4716000"/>
            <a:ext cx="9574213" cy="79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Content Placeholder 8">
            <a:extLst>
              <a:ext uri="{FF2B5EF4-FFF2-40B4-BE49-F238E27FC236}">
                <a16:creationId xmlns:a16="http://schemas.microsoft.com/office/drawing/2014/main" id="{D4BF1D29-3435-4164-B890-745B9AB2B2BA}"/>
              </a:ext>
            </a:extLst>
          </p:cNvPr>
          <p:cNvSpPr>
            <a:spLocks noGrp="1"/>
          </p:cNvSpPr>
          <p:nvPr>
            <p:ph sz="quarter" idx="24"/>
          </p:nvPr>
        </p:nvSpPr>
        <p:spPr>
          <a:xfrm>
            <a:off x="331201" y="1929600"/>
            <a:ext cx="1743664" cy="792000"/>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5" name="Content Placeholder 8">
            <a:extLst>
              <a:ext uri="{FF2B5EF4-FFF2-40B4-BE49-F238E27FC236}">
                <a16:creationId xmlns:a16="http://schemas.microsoft.com/office/drawing/2014/main" id="{6F29A2FA-2B0C-4A45-92DB-06D5B9DEBF74}"/>
              </a:ext>
            </a:extLst>
          </p:cNvPr>
          <p:cNvSpPr>
            <a:spLocks noGrp="1"/>
          </p:cNvSpPr>
          <p:nvPr>
            <p:ph sz="quarter" idx="29"/>
          </p:nvPr>
        </p:nvSpPr>
        <p:spPr>
          <a:xfrm>
            <a:off x="331201" y="2858400"/>
            <a:ext cx="1743664" cy="792000"/>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7" name="Content Placeholder 8">
            <a:extLst>
              <a:ext uri="{FF2B5EF4-FFF2-40B4-BE49-F238E27FC236}">
                <a16:creationId xmlns:a16="http://schemas.microsoft.com/office/drawing/2014/main" id="{97709378-E74F-4797-905F-17F4A0599703}"/>
              </a:ext>
            </a:extLst>
          </p:cNvPr>
          <p:cNvSpPr>
            <a:spLocks noGrp="1"/>
          </p:cNvSpPr>
          <p:nvPr>
            <p:ph sz="quarter" idx="30"/>
          </p:nvPr>
        </p:nvSpPr>
        <p:spPr>
          <a:xfrm>
            <a:off x="331201" y="3787200"/>
            <a:ext cx="1743664" cy="792000"/>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19" name="Content Placeholder 8">
            <a:extLst>
              <a:ext uri="{FF2B5EF4-FFF2-40B4-BE49-F238E27FC236}">
                <a16:creationId xmlns:a16="http://schemas.microsoft.com/office/drawing/2014/main" id="{F1E9E9DA-7BA5-4FCB-9176-B988B0CD8A78}"/>
              </a:ext>
            </a:extLst>
          </p:cNvPr>
          <p:cNvSpPr>
            <a:spLocks noGrp="1"/>
          </p:cNvSpPr>
          <p:nvPr>
            <p:ph sz="quarter" idx="31"/>
          </p:nvPr>
        </p:nvSpPr>
        <p:spPr>
          <a:xfrm>
            <a:off x="331201" y="4716000"/>
            <a:ext cx="1743664" cy="792000"/>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20" name="Text Placeholder 9">
            <a:extLst>
              <a:ext uri="{FF2B5EF4-FFF2-40B4-BE49-F238E27FC236}">
                <a16:creationId xmlns:a16="http://schemas.microsoft.com/office/drawing/2014/main" id="{C1B99B3E-00B2-4B94-8810-1F4D3724101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CD72ADA-79FC-42EF-BD09-3C8F643DDEA3}"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072277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amp; pictur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1929600"/>
            <a:ext cx="5657850"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AB71CB31-8784-427F-9939-4AB0493804E2}"/>
              </a:ext>
            </a:extLst>
          </p:cNvPr>
          <p:cNvSpPr>
            <a:spLocks noGrp="1"/>
          </p:cNvSpPr>
          <p:nvPr>
            <p:ph sz="quarter" idx="18"/>
          </p:nvPr>
        </p:nvSpPr>
        <p:spPr>
          <a:xfrm>
            <a:off x="331200" y="1929600"/>
            <a:ext cx="5658438"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25D02587-8ADF-4D16-A1EB-DCBF73B66A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321879CC-FD5F-4989-BE5B-B088F2C720C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178261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amp; picture B">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0"/>
            <a:ext cx="5986462" cy="6858000"/>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4896438"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F4AF48D9-D62A-43F2-B1B1-80F00328C2E1}"/>
              </a:ext>
            </a:extLst>
          </p:cNvPr>
          <p:cNvSpPr>
            <a:spLocks noGrp="1"/>
          </p:cNvSpPr>
          <p:nvPr>
            <p:ph sz="quarter" idx="18"/>
          </p:nvPr>
        </p:nvSpPr>
        <p:spPr>
          <a:xfrm>
            <a:off x="331200" y="1929600"/>
            <a:ext cx="4896438"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8130A4F-A20C-4A2F-9F1D-C9175BB404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pic>
        <p:nvPicPr>
          <p:cNvPr id="10" name="Logo">
            <a:extLst>
              <a:ext uri="{FF2B5EF4-FFF2-40B4-BE49-F238E27FC236}">
                <a16:creationId xmlns:a16="http://schemas.microsoft.com/office/drawing/2014/main" id="{083B2B64-DEC0-437B-8CF1-FF080677286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54200" y="6456066"/>
            <a:ext cx="507600" cy="192272"/>
          </a:xfrm>
          <a:prstGeom prst="rect">
            <a:avLst/>
          </a:prstGeom>
        </p:spPr>
      </p:pic>
    </p:spTree>
    <p:extLst>
      <p:ext uri="{BB962C8B-B14F-4D97-AF65-F5344CB8AC3E}">
        <p14:creationId xmlns:p14="http://schemas.microsoft.com/office/powerpoint/2010/main" val="814610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amp; picture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4246563" y="1929600"/>
            <a:ext cx="7616825"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D15BD5A4-C0CB-4E6D-82DC-F95E085D10AD}"/>
              </a:ext>
            </a:extLst>
          </p:cNvPr>
          <p:cNvSpPr>
            <a:spLocks noGrp="1"/>
          </p:cNvSpPr>
          <p:nvPr>
            <p:ph sz="quarter" idx="18"/>
          </p:nvPr>
        </p:nvSpPr>
        <p:spPr>
          <a:xfrm>
            <a:off x="331200" y="1929600"/>
            <a:ext cx="3701050"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AF4E7B03-C6B8-4C99-89AF-93B92656C253}"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AD224E81-3B71-4BD4-8650-96F92DAA0DC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623235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amp; conten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5658438" cy="3582000"/>
          </a:xfrm>
        </p:spPr>
        <p:txBody>
          <a:body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701C5F00-64AD-4E5C-9A89-0FB66FF3455E}"/>
              </a:ext>
            </a:extLst>
          </p:cNvPr>
          <p:cNvSpPr>
            <a:spLocks noGrp="1"/>
          </p:cNvSpPr>
          <p:nvPr>
            <p:ph sz="quarter" idx="18"/>
          </p:nvPr>
        </p:nvSpPr>
        <p:spPr>
          <a:xfrm>
            <a:off x="6204151" y="1929600"/>
            <a:ext cx="5658438"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B6D7FFA-A418-4D0A-BE21-B4A0FB574A2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DC53B099-959A-4FA4-8B87-C7BCAA0E2ADC}"/>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995953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ntent &amp;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267075" y="1929600"/>
            <a:ext cx="5657850"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37772B2F-A922-4FD0-B70C-DF06D70EDEFE}"/>
              </a:ext>
            </a:extLst>
          </p:cNvPr>
          <p:cNvSpPr>
            <a:spLocks noGrp="1"/>
          </p:cNvSpPr>
          <p:nvPr>
            <p:ph sz="quarter" idx="19"/>
          </p:nvPr>
        </p:nvSpPr>
        <p:spPr>
          <a:xfrm>
            <a:off x="331200"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AD2821E5-D990-439A-A494-886D9CF08292}"/>
              </a:ext>
            </a:extLst>
          </p:cNvPr>
          <p:cNvSpPr>
            <a:spLocks noGrp="1"/>
          </p:cNvSpPr>
          <p:nvPr>
            <p:ph sz="quarter" idx="20"/>
          </p:nvPr>
        </p:nvSpPr>
        <p:spPr>
          <a:xfrm>
            <a:off x="9141026"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6C82B09-7D5E-4E71-A5C7-4FAFC9C8452A}"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6F139C90-52BB-4794-B21A-FE69E4C0F947}"/>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13703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content &amp; four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1743663"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2" name="Picture Placeholder 10">
            <a:extLst>
              <a:ext uri="{FF2B5EF4-FFF2-40B4-BE49-F238E27FC236}">
                <a16:creationId xmlns:a16="http://schemas.microsoft.com/office/drawing/2014/main" id="{E57CBEA0-D649-41AB-96A9-0A1BAA2BBC69}"/>
              </a:ext>
            </a:extLst>
          </p:cNvPr>
          <p:cNvSpPr>
            <a:spLocks noGrp="1"/>
          </p:cNvSpPr>
          <p:nvPr>
            <p:ph type="pic" sz="quarter" idx="18"/>
          </p:nvPr>
        </p:nvSpPr>
        <p:spPr>
          <a:xfrm>
            <a:off x="6205538" y="1929600"/>
            <a:ext cx="1741487" cy="168389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4FC3BCC6-F11F-4786-B6A2-A61B71BFCA5B}"/>
              </a:ext>
            </a:extLst>
          </p:cNvPr>
          <p:cNvSpPr>
            <a:spLocks noGrp="1"/>
          </p:cNvSpPr>
          <p:nvPr>
            <p:ph type="pic" sz="quarter" idx="20"/>
          </p:nvPr>
        </p:nvSpPr>
        <p:spPr>
          <a:xfrm>
            <a:off x="331199" y="3827463"/>
            <a:ext cx="1743663" cy="1684137"/>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76B3C7E3-593C-48D3-9C43-78D8CBB54BCB}"/>
              </a:ext>
            </a:extLst>
          </p:cNvPr>
          <p:cNvSpPr>
            <a:spLocks noGrp="1"/>
          </p:cNvSpPr>
          <p:nvPr>
            <p:ph type="pic" sz="quarter" idx="22"/>
          </p:nvPr>
        </p:nvSpPr>
        <p:spPr>
          <a:xfrm>
            <a:off x="6205538" y="3827463"/>
            <a:ext cx="1741487" cy="1684137"/>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24B60418-CD27-4B6A-B47B-4BDFA7CA6905}"/>
              </a:ext>
            </a:extLst>
          </p:cNvPr>
          <p:cNvSpPr>
            <a:spLocks noGrp="1"/>
          </p:cNvSpPr>
          <p:nvPr>
            <p:ph sz="quarter" idx="24"/>
          </p:nvPr>
        </p:nvSpPr>
        <p:spPr>
          <a:xfrm>
            <a:off x="2289175" y="1929600"/>
            <a:ext cx="3700463" cy="168389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Content Placeholder 8">
            <a:extLst>
              <a:ext uri="{FF2B5EF4-FFF2-40B4-BE49-F238E27FC236}">
                <a16:creationId xmlns:a16="http://schemas.microsoft.com/office/drawing/2014/main" id="{0C9024FC-07E0-4B27-8F60-C634F0536A8E}"/>
              </a:ext>
            </a:extLst>
          </p:cNvPr>
          <p:cNvSpPr>
            <a:spLocks noGrp="1"/>
          </p:cNvSpPr>
          <p:nvPr>
            <p:ph sz="quarter" idx="25"/>
          </p:nvPr>
        </p:nvSpPr>
        <p:spPr>
          <a:xfrm>
            <a:off x="2289175" y="3827702"/>
            <a:ext cx="3700463" cy="168389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6" name="Content Placeholder 8">
            <a:extLst>
              <a:ext uri="{FF2B5EF4-FFF2-40B4-BE49-F238E27FC236}">
                <a16:creationId xmlns:a16="http://schemas.microsoft.com/office/drawing/2014/main" id="{DD5ECF00-2F66-45D3-A4DD-E29E84C05CEF}"/>
              </a:ext>
            </a:extLst>
          </p:cNvPr>
          <p:cNvSpPr>
            <a:spLocks noGrp="1"/>
          </p:cNvSpPr>
          <p:nvPr>
            <p:ph sz="quarter" idx="26"/>
          </p:nvPr>
        </p:nvSpPr>
        <p:spPr>
          <a:xfrm>
            <a:off x="8162126" y="1929600"/>
            <a:ext cx="3700463" cy="168389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8" name="Content Placeholder 8">
            <a:extLst>
              <a:ext uri="{FF2B5EF4-FFF2-40B4-BE49-F238E27FC236}">
                <a16:creationId xmlns:a16="http://schemas.microsoft.com/office/drawing/2014/main" id="{C7C9823B-43AB-4F63-9D6D-5A962847C33C}"/>
              </a:ext>
            </a:extLst>
          </p:cNvPr>
          <p:cNvSpPr>
            <a:spLocks noGrp="1"/>
          </p:cNvSpPr>
          <p:nvPr>
            <p:ph sz="quarter" idx="27"/>
          </p:nvPr>
        </p:nvSpPr>
        <p:spPr>
          <a:xfrm>
            <a:off x="8162126" y="3827702"/>
            <a:ext cx="3700463" cy="1683898"/>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C4B2DBC-2C93-4BB0-9545-38CC83AC3FF2}"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7" name="Text Placeholder 9">
            <a:extLst>
              <a:ext uri="{FF2B5EF4-FFF2-40B4-BE49-F238E27FC236}">
                <a16:creationId xmlns:a16="http://schemas.microsoft.com/office/drawing/2014/main" id="{86F6A932-1446-4FE1-8B9F-00388D8CFC3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618091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ix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3701050"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46B44AB-31BD-4F21-A237-6C6CDB64E3DC}"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A070848A-0A2B-4E42-BA39-7225BE9CE2BF}"/>
              </a:ext>
            </a:extLst>
          </p:cNvPr>
          <p:cNvSpPr>
            <a:spLocks noGrp="1"/>
          </p:cNvSpPr>
          <p:nvPr>
            <p:ph type="pic" sz="quarter" idx="18"/>
          </p:nvPr>
        </p:nvSpPr>
        <p:spPr>
          <a:xfrm>
            <a:off x="4246369" y="1929600"/>
            <a:ext cx="3701050" cy="168513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0AE3C9E3-E2A8-46ED-ABF1-7303E76CEF2D}"/>
              </a:ext>
            </a:extLst>
          </p:cNvPr>
          <p:cNvSpPr>
            <a:spLocks noGrp="1"/>
          </p:cNvSpPr>
          <p:nvPr>
            <p:ph type="pic" sz="quarter" idx="19"/>
          </p:nvPr>
        </p:nvSpPr>
        <p:spPr>
          <a:xfrm>
            <a:off x="8161539" y="1929600"/>
            <a:ext cx="3701050" cy="1685138"/>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9832A96F-2BC5-43BC-99A2-C5EA0E0B92E8}"/>
              </a:ext>
            </a:extLst>
          </p:cNvPr>
          <p:cNvSpPr>
            <a:spLocks noGrp="1"/>
          </p:cNvSpPr>
          <p:nvPr>
            <p:ph type="pic" sz="quarter" idx="20"/>
          </p:nvPr>
        </p:nvSpPr>
        <p:spPr>
          <a:xfrm>
            <a:off x="331200" y="3828250"/>
            <a:ext cx="3701050" cy="1685138"/>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9C12755E-FD35-421D-92FC-301A3E6C795C}"/>
              </a:ext>
            </a:extLst>
          </p:cNvPr>
          <p:cNvSpPr>
            <a:spLocks noGrp="1"/>
          </p:cNvSpPr>
          <p:nvPr>
            <p:ph type="pic" sz="quarter" idx="21"/>
          </p:nvPr>
        </p:nvSpPr>
        <p:spPr>
          <a:xfrm>
            <a:off x="4246370" y="3828250"/>
            <a:ext cx="3701050" cy="1685138"/>
          </a:xfrm>
        </p:spPr>
        <p:txBody>
          <a:bodyPr lIns="0" tIns="0" rIns="0" bIns="0"/>
          <a:lstStyle/>
          <a:p>
            <a:r>
              <a:rPr lang="en-US" noProof="0"/>
              <a:t>Click icon to add picture</a:t>
            </a:r>
            <a:endParaRPr lang="en-US"/>
          </a:p>
        </p:txBody>
      </p:sp>
      <p:sp>
        <p:nvSpPr>
          <p:cNvPr id="27" name="Picture Placeholder 10">
            <a:extLst>
              <a:ext uri="{FF2B5EF4-FFF2-40B4-BE49-F238E27FC236}">
                <a16:creationId xmlns:a16="http://schemas.microsoft.com/office/drawing/2014/main" id="{36658FB1-3615-4333-B392-A31BA2C7E1DD}"/>
              </a:ext>
            </a:extLst>
          </p:cNvPr>
          <p:cNvSpPr>
            <a:spLocks noGrp="1"/>
          </p:cNvSpPr>
          <p:nvPr>
            <p:ph type="pic" sz="quarter" idx="22"/>
          </p:nvPr>
        </p:nvSpPr>
        <p:spPr>
          <a:xfrm>
            <a:off x="8161539" y="3828250"/>
            <a:ext cx="3701050" cy="1685138"/>
          </a:xfrm>
        </p:spPr>
        <p:txBody>
          <a:bodyPr lIns="0" tIns="0" rIns="0" bIns="0"/>
          <a:lstStyle/>
          <a:p>
            <a:r>
              <a:rPr lang="en-US" noProof="0"/>
              <a:t>Click icon to add picture</a:t>
            </a:r>
            <a:endParaRPr lang="en-US"/>
          </a:p>
        </p:txBody>
      </p:sp>
      <p:sp>
        <p:nvSpPr>
          <p:cNvPr id="14" name="Text Placeholder 9">
            <a:extLst>
              <a:ext uri="{FF2B5EF4-FFF2-40B4-BE49-F238E27FC236}">
                <a16:creationId xmlns:a16="http://schemas.microsoft.com/office/drawing/2014/main" id="{7F3D969B-F1B8-417E-A3D4-EA1488C5BC9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222334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ight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3262" y="1929600"/>
            <a:ext cx="2721600"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AC384AB-7748-4AC6-9381-B1DFBB6806AE}" type="datetime4">
              <a:rPr lang="en-US" noProof="0" smtClean="0"/>
              <a:t>January 21, 2026</a:t>
            </a:fld>
            <a:endParaRPr lang="en-US" noProof="0"/>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1E005323-AD61-4D2C-AED7-77715F765150}"/>
              </a:ext>
            </a:extLst>
          </p:cNvPr>
          <p:cNvSpPr>
            <a:spLocks noGrp="1"/>
          </p:cNvSpPr>
          <p:nvPr>
            <p:ph type="pic" sz="quarter" idx="18"/>
          </p:nvPr>
        </p:nvSpPr>
        <p:spPr>
          <a:xfrm>
            <a:off x="3269171" y="1929600"/>
            <a:ext cx="2721600" cy="168513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E265B3D8-2A9B-4D13-BF6C-564CE2C2C168}"/>
              </a:ext>
            </a:extLst>
          </p:cNvPr>
          <p:cNvSpPr>
            <a:spLocks noGrp="1"/>
          </p:cNvSpPr>
          <p:nvPr>
            <p:ph type="pic" sz="quarter" idx="19"/>
          </p:nvPr>
        </p:nvSpPr>
        <p:spPr>
          <a:xfrm>
            <a:off x="6205080" y="1929600"/>
            <a:ext cx="2721600" cy="1685138"/>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42FC6897-A625-48C9-B09E-E8160A89BB9F}"/>
              </a:ext>
            </a:extLst>
          </p:cNvPr>
          <p:cNvSpPr>
            <a:spLocks noGrp="1"/>
          </p:cNvSpPr>
          <p:nvPr>
            <p:ph type="pic" sz="quarter" idx="20"/>
          </p:nvPr>
        </p:nvSpPr>
        <p:spPr>
          <a:xfrm>
            <a:off x="9140989" y="1929600"/>
            <a:ext cx="2721600" cy="1685138"/>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ED948E42-FDE5-4236-912E-FAD45E412CE6}"/>
              </a:ext>
            </a:extLst>
          </p:cNvPr>
          <p:cNvSpPr>
            <a:spLocks noGrp="1"/>
          </p:cNvSpPr>
          <p:nvPr>
            <p:ph type="pic" sz="quarter" idx="21"/>
          </p:nvPr>
        </p:nvSpPr>
        <p:spPr>
          <a:xfrm>
            <a:off x="333262" y="3828250"/>
            <a:ext cx="2721600" cy="1685138"/>
          </a:xfrm>
        </p:spPr>
        <p:txBody>
          <a:bodyPr lIns="0" tIns="0" rIns="0" bIns="0"/>
          <a:lstStyle/>
          <a:p>
            <a:r>
              <a:rPr lang="en-US" noProof="0"/>
              <a:t>Click icon to add picture</a:t>
            </a:r>
            <a:endParaRPr lang="en-US"/>
          </a:p>
        </p:txBody>
      </p:sp>
      <p:sp>
        <p:nvSpPr>
          <p:cNvPr id="27" name="Picture Placeholder 10">
            <a:extLst>
              <a:ext uri="{FF2B5EF4-FFF2-40B4-BE49-F238E27FC236}">
                <a16:creationId xmlns:a16="http://schemas.microsoft.com/office/drawing/2014/main" id="{05F2CC5F-8E4F-4642-B2B0-2BE00A820765}"/>
              </a:ext>
            </a:extLst>
          </p:cNvPr>
          <p:cNvSpPr>
            <a:spLocks noGrp="1"/>
          </p:cNvSpPr>
          <p:nvPr>
            <p:ph type="pic" sz="quarter" idx="22"/>
          </p:nvPr>
        </p:nvSpPr>
        <p:spPr>
          <a:xfrm>
            <a:off x="3269171" y="3828250"/>
            <a:ext cx="2721600" cy="1685138"/>
          </a:xfrm>
        </p:spPr>
        <p:txBody>
          <a:bodyPr lIns="0" tIns="0" rIns="0" bIns="0"/>
          <a:lstStyle/>
          <a:p>
            <a:r>
              <a:rPr lang="en-US" noProof="0"/>
              <a:t>Click icon to add picture</a:t>
            </a:r>
            <a:endParaRPr lang="en-US"/>
          </a:p>
        </p:txBody>
      </p:sp>
      <p:sp>
        <p:nvSpPr>
          <p:cNvPr id="28" name="Picture Placeholder 10">
            <a:extLst>
              <a:ext uri="{FF2B5EF4-FFF2-40B4-BE49-F238E27FC236}">
                <a16:creationId xmlns:a16="http://schemas.microsoft.com/office/drawing/2014/main" id="{1D8BDEDA-0F19-4637-BBCF-46A127B54FFD}"/>
              </a:ext>
            </a:extLst>
          </p:cNvPr>
          <p:cNvSpPr>
            <a:spLocks noGrp="1"/>
          </p:cNvSpPr>
          <p:nvPr>
            <p:ph type="pic" sz="quarter" idx="23"/>
          </p:nvPr>
        </p:nvSpPr>
        <p:spPr>
          <a:xfrm>
            <a:off x="6205080" y="3828250"/>
            <a:ext cx="2721600" cy="1685138"/>
          </a:xfrm>
        </p:spPr>
        <p:txBody>
          <a:bodyPr lIns="0" tIns="0" rIns="0" bIns="0"/>
          <a:lstStyle/>
          <a:p>
            <a:r>
              <a:rPr lang="en-US" noProof="0"/>
              <a:t>Click icon to add picture</a:t>
            </a:r>
            <a:endParaRPr lang="en-US"/>
          </a:p>
        </p:txBody>
      </p:sp>
      <p:sp>
        <p:nvSpPr>
          <p:cNvPr id="29" name="Picture Placeholder 10">
            <a:extLst>
              <a:ext uri="{FF2B5EF4-FFF2-40B4-BE49-F238E27FC236}">
                <a16:creationId xmlns:a16="http://schemas.microsoft.com/office/drawing/2014/main" id="{432A8BA0-84B2-4316-8A93-63EFB05A0FF9}"/>
              </a:ext>
            </a:extLst>
          </p:cNvPr>
          <p:cNvSpPr>
            <a:spLocks noGrp="1"/>
          </p:cNvSpPr>
          <p:nvPr>
            <p:ph type="pic" sz="quarter" idx="24"/>
          </p:nvPr>
        </p:nvSpPr>
        <p:spPr>
          <a:xfrm>
            <a:off x="9140989" y="3828250"/>
            <a:ext cx="2721600" cy="1685138"/>
          </a:xfrm>
        </p:spPr>
        <p:txBody>
          <a:bodyPr lIns="0" tIns="0" rIns="0" bIns="0"/>
          <a:lstStyle/>
          <a:p>
            <a:r>
              <a:rPr lang="en-US" noProof="0"/>
              <a:t>Click icon to add picture</a:t>
            </a:r>
            <a:endParaRPr lang="en-US"/>
          </a:p>
        </p:txBody>
      </p:sp>
      <p:sp>
        <p:nvSpPr>
          <p:cNvPr id="16" name="Text Placeholder 9">
            <a:extLst>
              <a:ext uri="{FF2B5EF4-FFF2-40B4-BE49-F238E27FC236}">
                <a16:creationId xmlns:a16="http://schemas.microsoft.com/office/drawing/2014/main" id="{BB1ADEE7-69F7-4612-BA69-1E14BB9BCCD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785910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9" y="4719600"/>
            <a:ext cx="5658437" cy="788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5658438" cy="26676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6205538" y="4719600"/>
            <a:ext cx="5657850" cy="788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09F3D72-C189-43F8-8397-07A00FF75E02}"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6205538" y="1929600"/>
            <a:ext cx="5657850" cy="2667600"/>
          </a:xfrm>
        </p:spPr>
        <p:txBody>
          <a:bodyPr lIns="0" tIns="0" rIns="0" bIns="0"/>
          <a:lstStyle/>
          <a:p>
            <a:r>
              <a:rPr lang="en-US" noProof="0"/>
              <a:t>Click icon to add picture</a:t>
            </a:r>
            <a:endParaRPr lang="en-US"/>
          </a:p>
        </p:txBody>
      </p:sp>
      <p:sp>
        <p:nvSpPr>
          <p:cNvPr id="13" name="Text Placeholder 9">
            <a:extLst>
              <a:ext uri="{FF2B5EF4-FFF2-40B4-BE49-F238E27FC236}">
                <a16:creationId xmlns:a16="http://schemas.microsoft.com/office/drawing/2014/main" id="{A00D889A-2322-4DDB-A5EF-532FA124D0A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034727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4420800"/>
            <a:ext cx="3701050"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3699460" cy="23652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4246563" y="4420800"/>
            <a:ext cx="3700462"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4246561" y="1929600"/>
            <a:ext cx="3700463" cy="23652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8162925" y="4420800"/>
            <a:ext cx="3700463"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5ED3724E-7403-4535-AD5D-B4C4C174F4BD}"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8162925" y="1929600"/>
            <a:ext cx="3700463" cy="2365200"/>
          </a:xfrm>
        </p:spPr>
        <p:txBody>
          <a:bodyPr lIns="0" tIns="0" rIns="0" bIns="0"/>
          <a:lstStyle/>
          <a:p>
            <a:r>
              <a:rPr lang="en-US" noProof="0"/>
              <a:t>Click icon to add picture</a:t>
            </a:r>
            <a:endParaRPr lang="en-US"/>
          </a:p>
        </p:txBody>
      </p:sp>
      <p:sp>
        <p:nvSpPr>
          <p:cNvPr id="14" name="Text Placeholder 9">
            <a:extLst>
              <a:ext uri="{FF2B5EF4-FFF2-40B4-BE49-F238E27FC236}">
                <a16:creationId xmlns:a16="http://schemas.microsoft.com/office/drawing/2014/main" id="{3F6BC82E-5E7C-45F5-91CD-D280E38D1F4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880960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9" y="4068000"/>
            <a:ext cx="2721563"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2721563" cy="20160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3267450" y="4068000"/>
            <a:ext cx="2722563"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3267783" y="1929600"/>
            <a:ext cx="2721563" cy="20160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6204701" y="4068000"/>
            <a:ext cx="2721600"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6204367" y="1929600"/>
            <a:ext cx="2721600" cy="20160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9140989" y="4068000"/>
            <a:ext cx="2721600"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4A7B7625-26EE-4C17-9567-5E610651927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9140989" y="1929600"/>
            <a:ext cx="2721600" cy="2016000"/>
          </a:xfrm>
        </p:spPr>
        <p:txBody>
          <a:bodyPr lIns="0" tIns="0" rIns="0" bIns="0"/>
          <a:lstStyle/>
          <a:p>
            <a:r>
              <a:rPr lang="en-US" noProof="0"/>
              <a:t>Click icon to add picture</a:t>
            </a:r>
            <a:endParaRPr lang="en-US"/>
          </a:p>
        </p:txBody>
      </p:sp>
      <p:sp>
        <p:nvSpPr>
          <p:cNvPr id="16" name="Text Placeholder 9">
            <a:extLst>
              <a:ext uri="{FF2B5EF4-FFF2-40B4-BE49-F238E27FC236}">
                <a16:creationId xmlns:a16="http://schemas.microsoft.com/office/drawing/2014/main" id="{CDAC575A-6618-4D58-8557-3418AC6A26F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518068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ive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2134799" cy="15588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2680347"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2680346" y="1929600"/>
            <a:ext cx="2134800" cy="15588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5029494"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5029494" y="1929600"/>
            <a:ext cx="2134800" cy="15588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7378641"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7378642" y="1929600"/>
            <a:ext cx="2134800" cy="1558800"/>
          </a:xfrm>
        </p:spPr>
        <p:txBody>
          <a:bodyPr lIns="0" tIns="0" rIns="0" bIns="0"/>
          <a:lstStyle/>
          <a:p>
            <a:r>
              <a:rPr lang="en-US" noProof="0"/>
              <a:t>Click icon to add picture</a:t>
            </a:r>
            <a:endParaRPr lang="en-US"/>
          </a:p>
        </p:txBody>
      </p:sp>
      <p:sp>
        <p:nvSpPr>
          <p:cNvPr id="34" name="Text Placeholder 11">
            <a:extLst>
              <a:ext uri="{FF2B5EF4-FFF2-40B4-BE49-F238E27FC236}">
                <a16:creationId xmlns:a16="http://schemas.microsoft.com/office/drawing/2014/main" id="{AF557D37-8C58-45BB-BCD2-B899758EECF1}"/>
              </a:ext>
            </a:extLst>
          </p:cNvPr>
          <p:cNvSpPr>
            <a:spLocks noGrp="1"/>
          </p:cNvSpPr>
          <p:nvPr>
            <p:ph type="body" sz="quarter" idx="24"/>
          </p:nvPr>
        </p:nvSpPr>
        <p:spPr>
          <a:xfrm>
            <a:off x="9727789"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9F03A262-70B8-4805-B81F-88BBD693FA5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6" name="Picture Placeholder 10">
            <a:extLst>
              <a:ext uri="{FF2B5EF4-FFF2-40B4-BE49-F238E27FC236}">
                <a16:creationId xmlns:a16="http://schemas.microsoft.com/office/drawing/2014/main" id="{EF28028A-6874-45E0-BC8D-8A1F2FBBA251}"/>
              </a:ext>
            </a:extLst>
          </p:cNvPr>
          <p:cNvSpPr>
            <a:spLocks noGrp="1"/>
          </p:cNvSpPr>
          <p:nvPr>
            <p:ph type="pic" sz="quarter" idx="25"/>
          </p:nvPr>
        </p:nvSpPr>
        <p:spPr>
          <a:xfrm>
            <a:off x="9727789" y="1929600"/>
            <a:ext cx="2134800" cy="1558800"/>
          </a:xfrm>
        </p:spPr>
        <p:txBody>
          <a:bodyPr/>
          <a:lstStyle/>
          <a:p>
            <a:r>
              <a:rPr lang="en-US" noProof="0"/>
              <a:t>Click icon to add picture</a:t>
            </a:r>
            <a:endParaRPr lang="en-US"/>
          </a:p>
        </p:txBody>
      </p:sp>
      <p:sp>
        <p:nvSpPr>
          <p:cNvPr id="18" name="Text Placeholder 9">
            <a:extLst>
              <a:ext uri="{FF2B5EF4-FFF2-40B4-BE49-F238E27FC236}">
                <a16:creationId xmlns:a16="http://schemas.microsoft.com/office/drawing/2014/main" id="{731086D8-E45A-41ED-AC3B-AE44C824906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82591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ix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1742400" cy="12240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2288998"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2288998" y="1929600"/>
            <a:ext cx="1742400" cy="1224000"/>
          </a:xfrm>
        </p:spPr>
        <p:txBody>
          <a:bodyPr/>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4246796"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4246796" y="1929600"/>
            <a:ext cx="1742400" cy="12240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6204594"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6204594" y="1929600"/>
            <a:ext cx="1742400" cy="1224000"/>
          </a:xfrm>
        </p:spPr>
        <p:txBody>
          <a:bodyPr/>
          <a:lstStyle/>
          <a:p>
            <a:r>
              <a:rPr lang="en-US" noProof="0"/>
              <a:t>Click icon to add picture</a:t>
            </a:r>
            <a:endParaRPr lang="en-US"/>
          </a:p>
        </p:txBody>
      </p:sp>
      <p:sp>
        <p:nvSpPr>
          <p:cNvPr id="34" name="Text Placeholder 11">
            <a:extLst>
              <a:ext uri="{FF2B5EF4-FFF2-40B4-BE49-F238E27FC236}">
                <a16:creationId xmlns:a16="http://schemas.microsoft.com/office/drawing/2014/main" id="{AF557D37-8C58-45BB-BCD2-B899758EECF1}"/>
              </a:ext>
            </a:extLst>
          </p:cNvPr>
          <p:cNvSpPr>
            <a:spLocks noGrp="1"/>
          </p:cNvSpPr>
          <p:nvPr>
            <p:ph type="body" sz="quarter" idx="24"/>
          </p:nvPr>
        </p:nvSpPr>
        <p:spPr>
          <a:xfrm>
            <a:off x="8162392"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EF28028A-6874-45E0-BC8D-8A1F2FBBA251}"/>
              </a:ext>
            </a:extLst>
          </p:cNvPr>
          <p:cNvSpPr>
            <a:spLocks noGrp="1"/>
          </p:cNvSpPr>
          <p:nvPr>
            <p:ph type="pic" sz="quarter" idx="25"/>
          </p:nvPr>
        </p:nvSpPr>
        <p:spPr>
          <a:xfrm>
            <a:off x="8162392" y="1929600"/>
            <a:ext cx="1742400" cy="1224000"/>
          </a:xfrm>
        </p:spPr>
        <p:txBody>
          <a:bodyPr lIns="0" tIns="0" rIns="0" bIns="0"/>
          <a:lstStyle/>
          <a:p>
            <a:r>
              <a:rPr lang="en-US" noProof="0"/>
              <a:t>Click icon to add picture</a:t>
            </a:r>
            <a:endParaRPr lang="en-US"/>
          </a:p>
        </p:txBody>
      </p:sp>
      <p:sp>
        <p:nvSpPr>
          <p:cNvPr id="35" name="Text Placeholder 11">
            <a:extLst>
              <a:ext uri="{FF2B5EF4-FFF2-40B4-BE49-F238E27FC236}">
                <a16:creationId xmlns:a16="http://schemas.microsoft.com/office/drawing/2014/main" id="{620D32C3-A646-46A3-A89B-D8B54CCB2006}"/>
              </a:ext>
            </a:extLst>
          </p:cNvPr>
          <p:cNvSpPr>
            <a:spLocks noGrp="1"/>
          </p:cNvSpPr>
          <p:nvPr>
            <p:ph type="body" sz="quarter" idx="26"/>
          </p:nvPr>
        </p:nvSpPr>
        <p:spPr>
          <a:xfrm>
            <a:off x="10120189"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18F7C587-1FFE-4FC9-A2E6-781F44D5305A}"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7" name="Picture Placeholder 10">
            <a:extLst>
              <a:ext uri="{FF2B5EF4-FFF2-40B4-BE49-F238E27FC236}">
                <a16:creationId xmlns:a16="http://schemas.microsoft.com/office/drawing/2014/main" id="{AF50D2F7-148B-415F-9691-B8FFA28455D4}"/>
              </a:ext>
            </a:extLst>
          </p:cNvPr>
          <p:cNvSpPr>
            <a:spLocks noGrp="1"/>
          </p:cNvSpPr>
          <p:nvPr>
            <p:ph type="pic" sz="quarter" idx="27"/>
          </p:nvPr>
        </p:nvSpPr>
        <p:spPr>
          <a:xfrm>
            <a:off x="10120189" y="1929600"/>
            <a:ext cx="1742400" cy="1224000"/>
          </a:xfrm>
        </p:spPr>
        <p:txBody>
          <a:bodyPr lIns="0" tIns="0" rIns="0" bIns="0"/>
          <a:lstStyle/>
          <a:p>
            <a:r>
              <a:rPr lang="en-US" noProof="0"/>
              <a:t>Click icon to add picture</a:t>
            </a:r>
            <a:endParaRPr lang="en-US"/>
          </a:p>
        </p:txBody>
      </p:sp>
      <p:sp>
        <p:nvSpPr>
          <p:cNvPr id="20" name="Text Placeholder 9">
            <a:extLst>
              <a:ext uri="{FF2B5EF4-FFF2-40B4-BE49-F238E27FC236}">
                <a16:creationId xmlns:a16="http://schemas.microsoft.com/office/drawing/2014/main" id="{D760D6FD-6CAE-4F90-B86F-38E9400A0AC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924775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amp; nine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4896438"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279205"/>
            <a:ext cx="1834650" cy="1686395"/>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59548B43-B5A0-4273-B56B-10B599F0056D}"/>
              </a:ext>
            </a:extLst>
          </p:cNvPr>
          <p:cNvSpPr>
            <a:spLocks noGrp="1"/>
          </p:cNvSpPr>
          <p:nvPr>
            <p:ph type="pic" sz="quarter" idx="18"/>
          </p:nvPr>
        </p:nvSpPr>
        <p:spPr>
          <a:xfrm>
            <a:off x="8117138" y="279205"/>
            <a:ext cx="1834650" cy="1686395"/>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35CD4B9C-945C-40FF-BD47-450E004E75F8}"/>
              </a:ext>
            </a:extLst>
          </p:cNvPr>
          <p:cNvSpPr>
            <a:spLocks noGrp="1"/>
          </p:cNvSpPr>
          <p:nvPr>
            <p:ph type="pic" sz="quarter" idx="19"/>
          </p:nvPr>
        </p:nvSpPr>
        <p:spPr>
          <a:xfrm>
            <a:off x="10028738" y="279205"/>
            <a:ext cx="1834650" cy="1686395"/>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C37EE18F-5138-46F6-8F64-45A9C1B34E2B}"/>
              </a:ext>
            </a:extLst>
          </p:cNvPr>
          <p:cNvSpPr>
            <a:spLocks noGrp="1"/>
          </p:cNvSpPr>
          <p:nvPr>
            <p:ph type="pic" sz="quarter" idx="20"/>
          </p:nvPr>
        </p:nvSpPr>
        <p:spPr>
          <a:xfrm>
            <a:off x="6205538" y="2052205"/>
            <a:ext cx="1834650" cy="1686395"/>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31F1B58F-EB8F-46BE-AEA0-7CD46F5312C3}"/>
              </a:ext>
            </a:extLst>
          </p:cNvPr>
          <p:cNvSpPr>
            <a:spLocks noGrp="1"/>
          </p:cNvSpPr>
          <p:nvPr>
            <p:ph type="pic" sz="quarter" idx="21"/>
          </p:nvPr>
        </p:nvSpPr>
        <p:spPr>
          <a:xfrm>
            <a:off x="8117138" y="2052205"/>
            <a:ext cx="1834650" cy="1686395"/>
          </a:xfrm>
        </p:spPr>
        <p:txBody>
          <a:bodyPr/>
          <a:lstStyle/>
          <a:p>
            <a:r>
              <a:rPr lang="en-US" noProof="0"/>
              <a:t>Click icon to add picture</a:t>
            </a:r>
            <a:endParaRPr lang="en-US"/>
          </a:p>
        </p:txBody>
      </p:sp>
      <p:sp>
        <p:nvSpPr>
          <p:cNvPr id="27" name="Picture Placeholder 10">
            <a:extLst>
              <a:ext uri="{FF2B5EF4-FFF2-40B4-BE49-F238E27FC236}">
                <a16:creationId xmlns:a16="http://schemas.microsoft.com/office/drawing/2014/main" id="{A0E14069-0987-4022-836B-AAB206CC5CA6}"/>
              </a:ext>
            </a:extLst>
          </p:cNvPr>
          <p:cNvSpPr>
            <a:spLocks noGrp="1"/>
          </p:cNvSpPr>
          <p:nvPr>
            <p:ph type="pic" sz="quarter" idx="22"/>
          </p:nvPr>
        </p:nvSpPr>
        <p:spPr>
          <a:xfrm>
            <a:off x="10028738" y="2052205"/>
            <a:ext cx="1834650" cy="1686395"/>
          </a:xfrm>
        </p:spPr>
        <p:txBody>
          <a:bodyPr lIns="0" tIns="0" rIns="0" bIns="0"/>
          <a:lstStyle/>
          <a:p>
            <a:r>
              <a:rPr lang="en-US" noProof="0"/>
              <a:t>Click icon to add picture</a:t>
            </a:r>
            <a:endParaRPr lang="en-US"/>
          </a:p>
        </p:txBody>
      </p:sp>
      <p:sp>
        <p:nvSpPr>
          <p:cNvPr id="28" name="Picture Placeholder 10">
            <a:extLst>
              <a:ext uri="{FF2B5EF4-FFF2-40B4-BE49-F238E27FC236}">
                <a16:creationId xmlns:a16="http://schemas.microsoft.com/office/drawing/2014/main" id="{742A9089-F92B-49A4-BABA-71AA8366E460}"/>
              </a:ext>
            </a:extLst>
          </p:cNvPr>
          <p:cNvSpPr>
            <a:spLocks noGrp="1"/>
          </p:cNvSpPr>
          <p:nvPr>
            <p:ph type="pic" sz="quarter" idx="23"/>
          </p:nvPr>
        </p:nvSpPr>
        <p:spPr>
          <a:xfrm>
            <a:off x="6205538" y="3825205"/>
            <a:ext cx="1834650" cy="1686395"/>
          </a:xfrm>
        </p:spPr>
        <p:txBody>
          <a:bodyPr lIns="0" tIns="0" rIns="0" bIns="0"/>
          <a:lstStyle/>
          <a:p>
            <a:r>
              <a:rPr lang="en-US" noProof="0"/>
              <a:t>Click icon to add picture</a:t>
            </a:r>
            <a:endParaRPr lang="en-US"/>
          </a:p>
        </p:txBody>
      </p:sp>
      <p:sp>
        <p:nvSpPr>
          <p:cNvPr id="29" name="Picture Placeholder 10">
            <a:extLst>
              <a:ext uri="{FF2B5EF4-FFF2-40B4-BE49-F238E27FC236}">
                <a16:creationId xmlns:a16="http://schemas.microsoft.com/office/drawing/2014/main" id="{C0EF4526-4C12-4244-8872-7B4E2C535F2F}"/>
              </a:ext>
            </a:extLst>
          </p:cNvPr>
          <p:cNvSpPr>
            <a:spLocks noGrp="1"/>
          </p:cNvSpPr>
          <p:nvPr>
            <p:ph type="pic" sz="quarter" idx="24"/>
          </p:nvPr>
        </p:nvSpPr>
        <p:spPr>
          <a:xfrm>
            <a:off x="8117138" y="3825205"/>
            <a:ext cx="1834650" cy="1686395"/>
          </a:xfrm>
        </p:spPr>
        <p:txBody>
          <a:bodyPr lIns="0" tIns="0" rIns="0" bIns="0"/>
          <a:lstStyle/>
          <a:p>
            <a:r>
              <a:rPr lang="en-US" noProof="0"/>
              <a:t>Click icon to add picture</a:t>
            </a:r>
            <a:endParaRPr lang="en-US"/>
          </a:p>
        </p:txBody>
      </p:sp>
      <p:sp>
        <p:nvSpPr>
          <p:cNvPr id="36" name="Picture Placeholder 10">
            <a:extLst>
              <a:ext uri="{FF2B5EF4-FFF2-40B4-BE49-F238E27FC236}">
                <a16:creationId xmlns:a16="http://schemas.microsoft.com/office/drawing/2014/main" id="{2437BD9E-8D26-498F-82EA-45C3AF5A77AD}"/>
              </a:ext>
            </a:extLst>
          </p:cNvPr>
          <p:cNvSpPr>
            <a:spLocks noGrp="1"/>
          </p:cNvSpPr>
          <p:nvPr>
            <p:ph type="pic" sz="quarter" idx="25"/>
          </p:nvPr>
        </p:nvSpPr>
        <p:spPr>
          <a:xfrm>
            <a:off x="10028738" y="3825205"/>
            <a:ext cx="1834650" cy="1686395"/>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AE84A20A-6C50-422B-A13D-BA125DC2739D}"/>
              </a:ext>
            </a:extLst>
          </p:cNvPr>
          <p:cNvSpPr>
            <a:spLocks noGrp="1"/>
          </p:cNvSpPr>
          <p:nvPr>
            <p:ph sz="quarter" idx="26"/>
          </p:nvPr>
        </p:nvSpPr>
        <p:spPr>
          <a:xfrm>
            <a:off x="331200" y="1929600"/>
            <a:ext cx="4896438"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601B8E7-7595-4CB6-84B4-1B3C9B5D8FF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AC4A9BBF-197B-4C9D-B440-391CB9BAAF0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457005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Picture full screen">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42F1E3-1CF0-4318-B2CA-0E8CE1BBC509}"/>
              </a:ext>
            </a:extLst>
          </p:cNvPr>
          <p:cNvSpPr>
            <a:spLocks noGrp="1"/>
          </p:cNvSpPr>
          <p:nvPr>
            <p:ph type="pic" sz="quarter" idx="15"/>
          </p:nvPr>
        </p:nvSpPr>
        <p:spPr>
          <a:xfrm>
            <a:off x="0" y="0"/>
            <a:ext cx="12192000" cy="6858000"/>
          </a:xfrm>
        </p:spPr>
        <p:txBody>
          <a:bodyPr lIns="0" tIns="0" rIns="0" bIns="0"/>
          <a:lstStyle/>
          <a:p>
            <a:r>
              <a:rPr lang="en-US" noProof="0"/>
              <a:t>Click icon to add picture</a:t>
            </a:r>
            <a:endParaRPr lang="en-US"/>
          </a:p>
        </p:txBody>
      </p:sp>
      <p:sp>
        <p:nvSpPr>
          <p:cNvPr id="80" name="Title 1">
            <a:extLst>
              <a:ext uri="{FF2B5EF4-FFF2-40B4-BE49-F238E27FC236}">
                <a16:creationId xmlns:a16="http://schemas.microsoft.com/office/drawing/2014/main" id="{30A68600-7881-4B67-B186-6217D1ABAC79}"/>
              </a:ext>
            </a:extLst>
          </p:cNvPr>
          <p:cNvSpPr>
            <a:spLocks noGrp="1"/>
          </p:cNvSpPr>
          <p:nvPr>
            <p:ph type="title"/>
          </p:nvPr>
        </p:nvSpPr>
        <p:spPr>
          <a:xfrm>
            <a:off x="331200" y="691200"/>
            <a:ext cx="11530600" cy="367200"/>
          </a:xfrm>
        </p:spPr>
        <p:txBody>
          <a:body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233B759A-8EC4-474C-9D8F-27FFD7EFC0CB}"/>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 name="Footer Placeholder 2">
            <a:extLst>
              <a:ext uri="{FF2B5EF4-FFF2-40B4-BE49-F238E27FC236}">
                <a16:creationId xmlns:a16="http://schemas.microsoft.com/office/drawing/2014/main" id="{84F6A480-9627-4834-A7C2-9C9C23E027E2}"/>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28357F29-FBD8-4C17-AA78-F7962A8410D8}"/>
              </a:ext>
            </a:extLst>
          </p:cNvPr>
          <p:cNvSpPr>
            <a:spLocks noGrp="1"/>
          </p:cNvSpPr>
          <p:nvPr>
            <p:ph type="dt" sz="half" idx="11"/>
          </p:nvPr>
        </p:nvSpPr>
        <p:spPr/>
        <p:txBody>
          <a:bodyPr lIns="0" tIns="0" rIns="0" bIns="0"/>
          <a:lstStyle/>
          <a:p>
            <a:fld id="{1ED25921-0164-44A7-9160-BDE8AC310B51}"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4A6EB2A1-5955-4872-8062-32929D0BDAB8}"/>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37" name="Text Placeholder 9">
            <a:extLst>
              <a:ext uri="{FF2B5EF4-FFF2-40B4-BE49-F238E27FC236}">
                <a16:creationId xmlns:a16="http://schemas.microsoft.com/office/drawing/2014/main" id="{E9BF6FE6-5893-4416-9A56-5FE878A6910E}"/>
              </a:ext>
            </a:extLst>
          </p:cNvPr>
          <p:cNvSpPr>
            <a:spLocks noGrp="1"/>
          </p:cNvSpPr>
          <p:nvPr>
            <p:ph type="body" sz="quarter" idx="16"/>
          </p:nvPr>
        </p:nvSpPr>
        <p:spPr>
          <a:xfrm>
            <a:off x="334800" y="514800"/>
            <a:ext cx="306000" cy="32400"/>
          </a:xfrm>
          <a:solidFill>
            <a:schemeClr val="bg2"/>
          </a:solidFill>
          <a:ln w="6350">
            <a:solidFill>
              <a:schemeClr val="bg2"/>
            </a:solidFill>
            <a:miter lim="800000"/>
          </a:ln>
        </p:spPr>
        <p:txBody>
          <a:bodyPr lIns="0" tIns="0" rIns="0" bIns="0"/>
          <a:lstStyle>
            <a:lvl1pPr>
              <a:defRPr>
                <a:noFill/>
              </a:defRPr>
            </a:lvl1pPr>
          </a:lstStyle>
          <a:p>
            <a:pPr lvl="0"/>
            <a:r>
              <a:rPr lang="en-US" noProof="0"/>
              <a:t>Click to edit Master text styles</a:t>
            </a:r>
            <a:endParaRPr lang="en-US"/>
          </a:p>
        </p:txBody>
      </p:sp>
      <p:pic>
        <p:nvPicPr>
          <p:cNvPr id="2" name="LogoFooter">
            <a:extLst>
              <a:ext uri="{FF2B5EF4-FFF2-40B4-BE49-F238E27FC236}">
                <a16:creationId xmlns:a16="http://schemas.microsoft.com/office/drawing/2014/main" id="{B5B2B43B-F910-7839-8063-5DB9432AABA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54200" y="6456066"/>
            <a:ext cx="507600" cy="192272"/>
          </a:xfrm>
          <a:prstGeom prst="rect">
            <a:avLst/>
          </a:prstGeom>
        </p:spPr>
      </p:pic>
      <p:sp>
        <p:nvSpPr>
          <p:cNvPr id="6"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185D9D8-D11B-3B47-230F-74A7A19935AB}"/>
              </a:ext>
            </a:extLst>
          </p:cNvPr>
          <p:cNvSpPr txBox="1"/>
          <p:nvPr userDrawn="1"/>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9" name="Date dynamic" descr="{&quot;templafy&quot;:{&quot;id&quot;:&quot;e8d18f84-fe04-40a2-95d9-67ddf423bff7&quot;}}" hidden="1">
            <a:extLst>
              <a:ext uri="{FF2B5EF4-FFF2-40B4-BE49-F238E27FC236}">
                <a16:creationId xmlns:a16="http://schemas.microsoft.com/office/drawing/2014/main" id="{E9964A56-81C9-77D6-0DA1-35E7D7D082CD}"/>
              </a:ext>
            </a:extLst>
          </p:cNvPr>
          <p:cNvSpPr/>
          <p:nvPr userDrawn="1"/>
        </p:nvSpPr>
        <p:spPr bwMode="gray">
          <a:xfrm>
            <a:off x="2934000" y="6548400"/>
            <a:ext cx="1296000"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noProof="0">
                <a:solidFill>
                  <a:schemeClr val="tx1"/>
                </a:solidFill>
              </a:rPr>
              <a:t>September 21, 2023</a:t>
            </a:r>
          </a:p>
        </p:txBody>
      </p:sp>
      <p:sp>
        <p:nvSpPr>
          <p:cNvPr id="12" name="Slide number">
            <a:extLst>
              <a:ext uri="{FF2B5EF4-FFF2-40B4-BE49-F238E27FC236}">
                <a16:creationId xmlns:a16="http://schemas.microsoft.com/office/drawing/2014/main" id="{41A3BA16-6B6A-D206-D9D9-E6B17F9FD035}"/>
              </a:ext>
            </a:extLst>
          </p:cNvPr>
          <p:cNvSpPr/>
          <p:nvPr userDrawn="1"/>
        </p:nvSpPr>
        <p:spPr bwMode="gray">
          <a:xfrm>
            <a:off x="2181600"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noProof="0">
                <a:solidFill>
                  <a:schemeClr val="tx1"/>
                </a:solidFill>
              </a:rPr>
              <a:t>Slide </a:t>
            </a:r>
            <a:fld id="{6ACD6C49-4324-4266-B7DB-7E26C75ACED4}" type="slidenum">
              <a:rPr lang="en-US" sz="800" noProof="0" smtClean="0">
                <a:solidFill>
                  <a:schemeClr val="tx1"/>
                </a:solidFill>
              </a:rPr>
              <a:t>‹#›</a:t>
            </a:fld>
            <a:endParaRPr lang="en-US" sz="800" noProof="0">
              <a:solidFill>
                <a:schemeClr val="tx1"/>
              </a:solidFill>
            </a:endParaRPr>
          </a:p>
        </p:txBody>
      </p:sp>
    </p:spTree>
    <p:extLst>
      <p:ext uri="{BB962C8B-B14F-4D97-AF65-F5344CB8AC3E}">
        <p14:creationId xmlns:p14="http://schemas.microsoft.com/office/powerpoint/2010/main" val="3401676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ounded picture &amp; text boxes">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B44EC52-177B-4EE6-B503-BC62C90040B3}"/>
              </a:ext>
            </a:extLst>
          </p:cNvPr>
          <p:cNvSpPr>
            <a:spLocks noGrp="1"/>
          </p:cNvSpPr>
          <p:nvPr>
            <p:ph type="pic" sz="quarter" idx="17"/>
          </p:nvPr>
        </p:nvSpPr>
        <p:spPr bwMode="gray">
          <a:xfrm>
            <a:off x="331789" y="2304000"/>
            <a:ext cx="2935286" cy="2935286"/>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4032250" y="2304000"/>
            <a:ext cx="7818950" cy="2343600"/>
          </a:xfrm>
        </p:spPr>
        <p:txBody>
          <a:bodyPr lIns="0" tIns="0" rIns="0" bIns="0"/>
          <a:lstStyle>
            <a:lvl1pPr>
              <a:defRPr sz="2400" b="0">
                <a:latin typeface="ABBvoice Light" panose="020D0403020503020204" pitchFamily="34" charset="0"/>
                <a:ea typeface="ABBvoice Light" panose="020D0403020503020204" pitchFamily="34" charset="0"/>
                <a:cs typeface="ABBvoice Light" panose="020D0403020503020204" pitchFamily="34" charset="0"/>
              </a:defRPr>
            </a:lvl1pPr>
            <a:lvl2pPr indent="-284400">
              <a:defRPr sz="2400" b="0">
                <a:latin typeface="ABBvoice Light" panose="020D0403020503020204" pitchFamily="34" charset="0"/>
                <a:ea typeface="ABBvoice Light" panose="020D0403020503020204" pitchFamily="34" charset="0"/>
                <a:cs typeface="ABBvoice Light" panose="020D0403020503020204" pitchFamily="34" charset="0"/>
              </a:defRPr>
            </a:lvl2pPr>
            <a:lvl3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3pPr>
            <a:lvl4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4pPr>
            <a:lvl5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1" name="Text Placeholder 11">
            <a:extLst>
              <a:ext uri="{FF2B5EF4-FFF2-40B4-BE49-F238E27FC236}">
                <a16:creationId xmlns:a16="http://schemas.microsoft.com/office/drawing/2014/main" id="{45EE9DB0-5B20-4895-89CC-4D1979114BE5}"/>
              </a:ext>
            </a:extLst>
          </p:cNvPr>
          <p:cNvSpPr>
            <a:spLocks noGrp="1"/>
          </p:cNvSpPr>
          <p:nvPr>
            <p:ph type="body" sz="quarter" idx="18"/>
          </p:nvPr>
        </p:nvSpPr>
        <p:spPr>
          <a:xfrm>
            <a:off x="4032250" y="4737600"/>
            <a:ext cx="7818950" cy="684000"/>
          </a:xfrm>
        </p:spPr>
        <p:txBody>
          <a:bodyPr lIns="0" tIns="0" rIns="0" bIns="0"/>
          <a:lstStyle>
            <a:lvl1pPr>
              <a:defRPr sz="1400" b="1">
                <a:latin typeface="+mn-lt"/>
                <a:ea typeface="ABBvoice Light" panose="020D0403020503020204" pitchFamily="34" charset="0"/>
                <a:cs typeface="ABBvoice Light" panose="020D0403020503020204" pitchFamily="34" charset="0"/>
              </a:defRPr>
            </a:lvl1pPr>
            <a:lvl2pPr>
              <a:defRPr sz="1400" b="1">
                <a:latin typeface="+mn-lt"/>
                <a:ea typeface="ABBvoice Light" panose="020D0403020503020204" pitchFamily="34" charset="0"/>
                <a:cs typeface="ABBvoice Light" panose="020D0403020503020204" pitchFamily="34" charset="0"/>
              </a:defRPr>
            </a:lvl2pPr>
            <a:lvl3pPr>
              <a:defRPr sz="1400" b="1">
                <a:latin typeface="+mn-lt"/>
                <a:ea typeface="ABBvoice Light" panose="020D0403020503020204" pitchFamily="34" charset="0"/>
                <a:cs typeface="ABBvoice Light" panose="020D0403020503020204" pitchFamily="34" charset="0"/>
              </a:defRPr>
            </a:lvl3pPr>
            <a:lvl4pPr>
              <a:defRPr sz="1400" b="1">
                <a:latin typeface="+mn-lt"/>
                <a:ea typeface="ABBvoice Light" panose="020D0403020503020204" pitchFamily="34" charset="0"/>
                <a:cs typeface="ABBvoice Light" panose="020D0403020503020204" pitchFamily="34" charset="0"/>
              </a:defRPr>
            </a:lvl4pPr>
            <a:lvl5pPr>
              <a:defRPr sz="1400" b="1">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30F739D-D043-4399-A7D3-5EFB7AFB4681}"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074576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our rounded picture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2B44EC52-177B-4EE6-B503-BC62C90040B3}"/>
              </a:ext>
            </a:extLst>
          </p:cNvPr>
          <p:cNvSpPr>
            <a:spLocks noGrp="1"/>
          </p:cNvSpPr>
          <p:nvPr>
            <p:ph type="pic" sz="quarter" idx="17"/>
          </p:nvPr>
        </p:nvSpPr>
        <p:spPr bwMode="gray">
          <a:xfrm>
            <a:off x="338400"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8"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2767594A-9B1B-4FC9-A3EF-98EEA86AC62C}"/>
              </a:ext>
            </a:extLst>
          </p:cNvPr>
          <p:cNvSpPr>
            <a:spLocks noGrp="1"/>
          </p:cNvSpPr>
          <p:nvPr>
            <p:ph type="pic" sz="quarter" idx="18"/>
          </p:nvPr>
        </p:nvSpPr>
        <p:spPr bwMode="gray">
          <a:xfrm>
            <a:off x="3272596"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1" name="Text Placeholder 11">
            <a:extLst>
              <a:ext uri="{FF2B5EF4-FFF2-40B4-BE49-F238E27FC236}">
                <a16:creationId xmlns:a16="http://schemas.microsoft.com/office/drawing/2014/main" id="{5E9B6A50-8E7E-44DE-87B0-BBA84E8C9C4D}"/>
              </a:ext>
            </a:extLst>
          </p:cNvPr>
          <p:cNvSpPr>
            <a:spLocks noGrp="1"/>
          </p:cNvSpPr>
          <p:nvPr>
            <p:ph type="body" sz="quarter" idx="19"/>
          </p:nvPr>
        </p:nvSpPr>
        <p:spPr>
          <a:xfrm>
            <a:off x="3267795"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403055A0-7433-437E-92E6-21BA8C2F2EC9}"/>
              </a:ext>
            </a:extLst>
          </p:cNvPr>
          <p:cNvSpPr>
            <a:spLocks noGrp="1"/>
          </p:cNvSpPr>
          <p:nvPr>
            <p:ph type="pic" sz="quarter" idx="20"/>
          </p:nvPr>
        </p:nvSpPr>
        <p:spPr bwMode="gray">
          <a:xfrm>
            <a:off x="6206792"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2" name="Text Placeholder 11">
            <a:extLst>
              <a:ext uri="{FF2B5EF4-FFF2-40B4-BE49-F238E27FC236}">
                <a16:creationId xmlns:a16="http://schemas.microsoft.com/office/drawing/2014/main" id="{F4B5EE1A-3316-46F5-BB7B-CCCA30464A87}"/>
              </a:ext>
            </a:extLst>
          </p:cNvPr>
          <p:cNvSpPr>
            <a:spLocks noGrp="1"/>
          </p:cNvSpPr>
          <p:nvPr>
            <p:ph type="body" sz="quarter" idx="21"/>
          </p:nvPr>
        </p:nvSpPr>
        <p:spPr>
          <a:xfrm>
            <a:off x="6204392"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00FD68CA-5637-4712-BABD-05E96DCD3BCF}"/>
              </a:ext>
            </a:extLst>
          </p:cNvPr>
          <p:cNvSpPr>
            <a:spLocks noGrp="1"/>
          </p:cNvSpPr>
          <p:nvPr>
            <p:ph type="pic" sz="quarter" idx="22"/>
          </p:nvPr>
        </p:nvSpPr>
        <p:spPr bwMode="gray">
          <a:xfrm>
            <a:off x="9140989"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3" name="Text Placeholder 11">
            <a:extLst>
              <a:ext uri="{FF2B5EF4-FFF2-40B4-BE49-F238E27FC236}">
                <a16:creationId xmlns:a16="http://schemas.microsoft.com/office/drawing/2014/main" id="{B81787D8-AACD-4182-9B1C-706B7FA5B2FE}"/>
              </a:ext>
            </a:extLst>
          </p:cNvPr>
          <p:cNvSpPr>
            <a:spLocks noGrp="1"/>
          </p:cNvSpPr>
          <p:nvPr>
            <p:ph type="body" sz="quarter" idx="23"/>
          </p:nvPr>
        </p:nvSpPr>
        <p:spPr>
          <a:xfrm>
            <a:off x="9140989"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B62B0B7-A6D9-4AB3-BC54-596A0494B0A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259819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our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1200" y="2552400"/>
            <a:ext cx="914400" cy="914400"/>
          </a:xfrm>
        </p:spPr>
        <p:txBody>
          <a:bodyPr lIns="0" tIns="0" rIns="0" bIns="0"/>
          <a:lstStyle>
            <a:lvl1pPr algn="ctr">
              <a:defRPr sz="8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3267796" y="2552400"/>
            <a:ext cx="914400" cy="914400"/>
          </a:xfrm>
        </p:spPr>
        <p:txBody>
          <a:bodyPr lIns="0" tIns="0" rIns="0" bIns="0"/>
          <a:lstStyle>
            <a:lvl1pPr algn="ctr">
              <a:defRPr sz="8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3267796"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6204392" y="2552400"/>
            <a:ext cx="914400" cy="914400"/>
          </a:xfrm>
        </p:spPr>
        <p:txBody>
          <a:bodyPr lIns="0" tIns="0" rIns="0" bIns="0"/>
          <a:lstStyle>
            <a:lvl1pPr algn="ctr">
              <a:defRPr sz="8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6204392"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9140989" y="2552400"/>
            <a:ext cx="914400" cy="914400"/>
          </a:xfrm>
        </p:spPr>
        <p:txBody>
          <a:bodyPr lIns="0" tIns="0" rIns="0" bIns="0"/>
          <a:lstStyle>
            <a:lvl1pPr algn="ctr">
              <a:defRPr sz="8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140989"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45B8400D-EAFD-4884-B26A-401063EFAC59}"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6" name="Text Placeholder 9">
            <a:extLst>
              <a:ext uri="{FF2B5EF4-FFF2-40B4-BE49-F238E27FC236}">
                <a16:creationId xmlns:a16="http://schemas.microsoft.com/office/drawing/2014/main" id="{C9A43077-8463-4968-88C4-11AE5FC21D2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32387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iv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1200" y="2552400"/>
            <a:ext cx="914400" cy="914400"/>
          </a:xfrm>
        </p:spPr>
        <p:txBody>
          <a:bodyPr lIns="0" tIns="0" rIns="0" bIns="0"/>
          <a:lstStyle>
            <a:lvl1pPr algn="ctr">
              <a:defRPr sz="8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2774847" y="2552400"/>
            <a:ext cx="914400" cy="914400"/>
          </a:xfrm>
        </p:spPr>
        <p:txBody>
          <a:bodyPr lIns="0" tIns="0" rIns="0" bIns="0"/>
          <a:lstStyle>
            <a:lvl1pPr algn="ctr">
              <a:defRPr sz="8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2774847"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5218494" y="2552400"/>
            <a:ext cx="914400" cy="914400"/>
          </a:xfrm>
        </p:spPr>
        <p:txBody>
          <a:bodyPr lIns="0" tIns="0" rIns="0" bIns="0"/>
          <a:lstStyle>
            <a:lvl1pPr algn="ctr">
              <a:defRPr sz="8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5218494"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7662141" y="2552400"/>
            <a:ext cx="914400" cy="914400"/>
          </a:xfrm>
        </p:spPr>
        <p:txBody>
          <a:bodyPr lIns="0" tIns="0" rIns="0" bIns="0"/>
          <a:lstStyle>
            <a:lvl1pPr algn="ctr">
              <a:defRPr sz="8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7662141"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10105789" y="2552400"/>
            <a:ext cx="914400" cy="914400"/>
          </a:xfrm>
        </p:spPr>
        <p:txBody>
          <a:bodyPr lIns="0" tIns="0" rIns="0" bIns="0"/>
          <a:lstStyle>
            <a:lvl1pPr algn="ctr">
              <a:defRPr sz="8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10105789"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C1B80FDE-85AC-4E18-8486-735F9A91D36A}"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E3342590-42A3-4E78-9950-B9D9986172B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083094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ix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4800" y="19296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932400"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4396763" y="1929600"/>
            <a:ext cx="457200" cy="457200"/>
          </a:xfrm>
        </p:spPr>
        <p:txBody>
          <a:bodyPr lIns="0" tIns="0" rIns="0" bIns="0"/>
          <a:lstStyle>
            <a:lvl1pPr algn="ctr">
              <a:defRPr sz="7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4994363"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8458725" y="1929600"/>
            <a:ext cx="457200" cy="457200"/>
          </a:xfrm>
        </p:spPr>
        <p:txBody>
          <a:bodyPr lIns="0" tIns="0" rIns="0" bIns="0"/>
          <a:lstStyle>
            <a:lvl1pPr algn="ctr">
              <a:defRPr sz="7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9056325"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334800" y="3829844"/>
            <a:ext cx="457200" cy="457200"/>
          </a:xfrm>
        </p:spPr>
        <p:txBody>
          <a:bodyPr lIns="0" tIns="0" rIns="0" bIns="0"/>
          <a:lstStyle>
            <a:lvl1pPr algn="ctr">
              <a:defRPr sz="7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32400"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4396763" y="3829844"/>
            <a:ext cx="457200" cy="457200"/>
          </a:xfrm>
        </p:spPr>
        <p:txBody>
          <a:bodyPr lIns="0" tIns="0" rIns="0" bIns="0"/>
          <a:lstStyle>
            <a:lvl1pPr algn="ctr">
              <a:defRPr sz="7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4994363"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Picture Placeholder 10">
            <a:extLst>
              <a:ext uri="{FF2B5EF4-FFF2-40B4-BE49-F238E27FC236}">
                <a16:creationId xmlns:a16="http://schemas.microsoft.com/office/drawing/2014/main" id="{D5F0F628-8A10-418E-9B30-5C02EB627E1C}"/>
              </a:ext>
            </a:extLst>
          </p:cNvPr>
          <p:cNvSpPr>
            <a:spLocks noGrp="1"/>
          </p:cNvSpPr>
          <p:nvPr>
            <p:ph type="pic" sz="quarter" idx="26" hasCustomPrompt="1"/>
          </p:nvPr>
        </p:nvSpPr>
        <p:spPr>
          <a:xfrm>
            <a:off x="8458725" y="3829844"/>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677AB433-7578-4A04-94CE-256E9DF81444}"/>
              </a:ext>
            </a:extLst>
          </p:cNvPr>
          <p:cNvSpPr>
            <a:spLocks noGrp="1"/>
          </p:cNvSpPr>
          <p:nvPr>
            <p:ph type="body" sz="quarter" idx="27"/>
          </p:nvPr>
        </p:nvSpPr>
        <p:spPr>
          <a:xfrm>
            <a:off x="9056325"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F8C9630-DA98-45BF-80B7-8BB2A4E05A1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0" name="Text Placeholder 9">
            <a:extLst>
              <a:ext uri="{FF2B5EF4-FFF2-40B4-BE49-F238E27FC236}">
                <a16:creationId xmlns:a16="http://schemas.microsoft.com/office/drawing/2014/main" id="{664C5B26-A749-427A-8626-9ECBE088C9D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370226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Nin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4800" y="19296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932400"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4396294" y="1929600"/>
            <a:ext cx="457200" cy="457200"/>
          </a:xfrm>
        </p:spPr>
        <p:txBody>
          <a:bodyPr lIns="0" tIns="0" rIns="0" bIns="0"/>
          <a:lstStyle>
            <a:lvl1pPr algn="ctr">
              <a:defRPr sz="7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4993894"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8457788" y="1929600"/>
            <a:ext cx="457200" cy="457200"/>
          </a:xfrm>
        </p:spPr>
        <p:txBody>
          <a:bodyPr lIns="0" tIns="0" rIns="0" bIns="0"/>
          <a:lstStyle>
            <a:lvl1pPr algn="ctr">
              <a:defRPr sz="7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9055388"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334800" y="3272400"/>
            <a:ext cx="457200" cy="457200"/>
          </a:xfrm>
        </p:spPr>
        <p:txBody>
          <a:bodyPr lIns="0" tIns="0" rIns="0" bIns="0"/>
          <a:lstStyle>
            <a:lvl1pPr algn="ctr">
              <a:defRPr sz="7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32400"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4396294" y="3272400"/>
            <a:ext cx="457200" cy="457200"/>
          </a:xfrm>
        </p:spPr>
        <p:txBody>
          <a:bodyPr lIns="0" tIns="0" rIns="0" bIns="0"/>
          <a:lstStyle>
            <a:lvl1pPr algn="ctr">
              <a:defRPr sz="7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4993894"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Picture Placeholder 10">
            <a:extLst>
              <a:ext uri="{FF2B5EF4-FFF2-40B4-BE49-F238E27FC236}">
                <a16:creationId xmlns:a16="http://schemas.microsoft.com/office/drawing/2014/main" id="{D5F0F628-8A10-418E-9B30-5C02EB627E1C}"/>
              </a:ext>
            </a:extLst>
          </p:cNvPr>
          <p:cNvSpPr>
            <a:spLocks noGrp="1"/>
          </p:cNvSpPr>
          <p:nvPr>
            <p:ph type="pic" sz="quarter" idx="26" hasCustomPrompt="1"/>
          </p:nvPr>
        </p:nvSpPr>
        <p:spPr>
          <a:xfrm>
            <a:off x="8457788" y="3272400"/>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677AB433-7578-4A04-94CE-256E9DF81444}"/>
              </a:ext>
            </a:extLst>
          </p:cNvPr>
          <p:cNvSpPr>
            <a:spLocks noGrp="1"/>
          </p:cNvSpPr>
          <p:nvPr>
            <p:ph type="body" sz="quarter" idx="27"/>
          </p:nvPr>
        </p:nvSpPr>
        <p:spPr>
          <a:xfrm>
            <a:off x="9055388"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8" name="Picture Placeholder 10">
            <a:extLst>
              <a:ext uri="{FF2B5EF4-FFF2-40B4-BE49-F238E27FC236}">
                <a16:creationId xmlns:a16="http://schemas.microsoft.com/office/drawing/2014/main" id="{4C864FEE-0A1C-4897-8B82-F45359452B14}"/>
              </a:ext>
            </a:extLst>
          </p:cNvPr>
          <p:cNvSpPr>
            <a:spLocks noGrp="1"/>
          </p:cNvSpPr>
          <p:nvPr>
            <p:ph type="pic" sz="quarter" idx="28" hasCustomPrompt="1"/>
          </p:nvPr>
        </p:nvSpPr>
        <p:spPr>
          <a:xfrm>
            <a:off x="334800" y="4615200"/>
            <a:ext cx="457200" cy="457200"/>
          </a:xfrm>
        </p:spPr>
        <p:txBody>
          <a:bodyPr lIns="0" tIns="0" rIns="0" bIns="0"/>
          <a:lstStyle>
            <a:lvl1pPr algn="ctr">
              <a:defRPr sz="700" b="1"/>
            </a:lvl1pPr>
          </a:lstStyle>
          <a:p>
            <a:r>
              <a:rPr lang="en-US" noProof="0"/>
              <a:t>Please add icon</a:t>
            </a:r>
            <a:endParaRPr lang="en-US"/>
          </a:p>
        </p:txBody>
      </p:sp>
      <p:sp>
        <p:nvSpPr>
          <p:cNvPr id="38" name="Text Placeholder 11">
            <a:extLst>
              <a:ext uri="{FF2B5EF4-FFF2-40B4-BE49-F238E27FC236}">
                <a16:creationId xmlns:a16="http://schemas.microsoft.com/office/drawing/2014/main" id="{FBC895BB-D162-4E65-9A05-7277A36BC032}"/>
              </a:ext>
            </a:extLst>
          </p:cNvPr>
          <p:cNvSpPr>
            <a:spLocks noGrp="1"/>
          </p:cNvSpPr>
          <p:nvPr>
            <p:ph type="body" sz="quarter" idx="29"/>
          </p:nvPr>
        </p:nvSpPr>
        <p:spPr>
          <a:xfrm>
            <a:off x="932400"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9" name="Picture Placeholder 10">
            <a:extLst>
              <a:ext uri="{FF2B5EF4-FFF2-40B4-BE49-F238E27FC236}">
                <a16:creationId xmlns:a16="http://schemas.microsoft.com/office/drawing/2014/main" id="{1F21B681-AA7C-40DE-8FD3-7B067F1B9F82}"/>
              </a:ext>
            </a:extLst>
          </p:cNvPr>
          <p:cNvSpPr>
            <a:spLocks noGrp="1"/>
          </p:cNvSpPr>
          <p:nvPr>
            <p:ph type="pic" sz="quarter" idx="30" hasCustomPrompt="1"/>
          </p:nvPr>
        </p:nvSpPr>
        <p:spPr>
          <a:xfrm>
            <a:off x="4396294" y="4615200"/>
            <a:ext cx="457200" cy="457200"/>
          </a:xfrm>
        </p:spPr>
        <p:txBody>
          <a:bodyPr lIns="0" tIns="0" rIns="0" bIns="0"/>
          <a:lstStyle>
            <a:lvl1pPr algn="ctr">
              <a:defRPr sz="700" b="1"/>
            </a:lvl1pPr>
          </a:lstStyle>
          <a:p>
            <a:r>
              <a:rPr lang="en-US" noProof="0"/>
              <a:t>Please add icon</a:t>
            </a:r>
            <a:endParaRPr lang="en-US"/>
          </a:p>
        </p:txBody>
      </p:sp>
      <p:sp>
        <p:nvSpPr>
          <p:cNvPr id="39" name="Text Placeholder 11">
            <a:extLst>
              <a:ext uri="{FF2B5EF4-FFF2-40B4-BE49-F238E27FC236}">
                <a16:creationId xmlns:a16="http://schemas.microsoft.com/office/drawing/2014/main" id="{D6CD389E-53C9-4827-B43F-AE5D96E283DD}"/>
              </a:ext>
            </a:extLst>
          </p:cNvPr>
          <p:cNvSpPr>
            <a:spLocks noGrp="1"/>
          </p:cNvSpPr>
          <p:nvPr>
            <p:ph type="body" sz="quarter" idx="31"/>
          </p:nvPr>
        </p:nvSpPr>
        <p:spPr>
          <a:xfrm>
            <a:off x="4993894"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6" name="Picture Placeholder 10">
            <a:extLst>
              <a:ext uri="{FF2B5EF4-FFF2-40B4-BE49-F238E27FC236}">
                <a16:creationId xmlns:a16="http://schemas.microsoft.com/office/drawing/2014/main" id="{1E8F4191-056B-4619-9288-972A95E4D9D1}"/>
              </a:ext>
            </a:extLst>
          </p:cNvPr>
          <p:cNvSpPr>
            <a:spLocks noGrp="1"/>
          </p:cNvSpPr>
          <p:nvPr>
            <p:ph type="pic" sz="quarter" idx="32" hasCustomPrompt="1"/>
          </p:nvPr>
        </p:nvSpPr>
        <p:spPr>
          <a:xfrm>
            <a:off x="8457788" y="4615200"/>
            <a:ext cx="457200" cy="457200"/>
          </a:xfrm>
        </p:spPr>
        <p:txBody>
          <a:bodyPr lIns="0" tIns="0" rIns="0" bIns="0"/>
          <a:lstStyle>
            <a:lvl1pPr algn="ctr">
              <a:defRPr sz="700" b="1"/>
            </a:lvl1pPr>
          </a:lstStyle>
          <a:p>
            <a:r>
              <a:rPr lang="en-US" noProof="0"/>
              <a:t>Please add icon</a:t>
            </a:r>
            <a:endParaRPr lang="en-US"/>
          </a:p>
        </p:txBody>
      </p:sp>
      <p:sp>
        <p:nvSpPr>
          <p:cNvPr id="40" name="Text Placeholder 11">
            <a:extLst>
              <a:ext uri="{FF2B5EF4-FFF2-40B4-BE49-F238E27FC236}">
                <a16:creationId xmlns:a16="http://schemas.microsoft.com/office/drawing/2014/main" id="{C6A43FA3-4FF5-4557-967D-6FB6ECC33571}"/>
              </a:ext>
            </a:extLst>
          </p:cNvPr>
          <p:cNvSpPr>
            <a:spLocks noGrp="1"/>
          </p:cNvSpPr>
          <p:nvPr>
            <p:ph type="body" sz="quarter" idx="33"/>
          </p:nvPr>
        </p:nvSpPr>
        <p:spPr>
          <a:xfrm>
            <a:off x="9055388"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A4D8750-925C-4D3A-8C32-BBF1D70B9BC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37" name="Text Placeholder 9">
            <a:extLst>
              <a:ext uri="{FF2B5EF4-FFF2-40B4-BE49-F238E27FC236}">
                <a16:creationId xmlns:a16="http://schemas.microsoft.com/office/drawing/2014/main" id="{EAB8C8AA-5479-4E03-B260-4B35C2BB4F3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709098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rocess: 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3" name="Content Placeholder 8">
            <a:extLst>
              <a:ext uri="{FF2B5EF4-FFF2-40B4-BE49-F238E27FC236}">
                <a16:creationId xmlns:a16="http://schemas.microsoft.com/office/drawing/2014/main" id="{17F53BD8-37C5-48ED-B4A6-D7482E31399E}"/>
              </a:ext>
            </a:extLst>
          </p:cNvPr>
          <p:cNvSpPr>
            <a:spLocks noGrp="1"/>
          </p:cNvSpPr>
          <p:nvPr>
            <p:ph sz="quarter" idx="23"/>
          </p:nvPr>
        </p:nvSpPr>
        <p:spPr>
          <a:xfrm>
            <a:off x="331199" y="1929600"/>
            <a:ext cx="3701051" cy="360000"/>
          </a:xfrm>
          <a:prstGeom prst="homePlate">
            <a:avLst/>
          </a:prstGeom>
          <a:solidFill>
            <a:schemeClr val="bg2"/>
          </a:solidFill>
        </p:spPr>
        <p:txBody>
          <a:bodyPr lIns="0" tIns="0" rIns="0" bIns="0" anchor="ctr"/>
          <a:lstStyle>
            <a:lvl1pPr algn="ctr">
              <a:defRPr sz="1400" b="1">
                <a:solidFill>
                  <a:schemeClr val="bg1"/>
                </a:solidFill>
              </a:defRPr>
            </a:lvl1pPr>
          </a:lstStyle>
          <a:p>
            <a:pPr lvl="0"/>
            <a:r>
              <a:rPr lang="en-US" noProof="0"/>
              <a:t>Click to edit Master text styles</a:t>
            </a:r>
            <a:endParaRPr lang="en-US"/>
          </a:p>
        </p:txBody>
      </p:sp>
      <p:sp>
        <p:nvSpPr>
          <p:cNvPr id="15" name="Content Placeholder 8">
            <a:extLst>
              <a:ext uri="{FF2B5EF4-FFF2-40B4-BE49-F238E27FC236}">
                <a16:creationId xmlns:a16="http://schemas.microsoft.com/office/drawing/2014/main" id="{41D5ECEA-2E5E-4D71-841F-95A2A0D97798}"/>
              </a:ext>
            </a:extLst>
          </p:cNvPr>
          <p:cNvSpPr>
            <a:spLocks noGrp="1"/>
          </p:cNvSpPr>
          <p:nvPr>
            <p:ph sz="quarter" idx="24"/>
          </p:nvPr>
        </p:nvSpPr>
        <p:spPr>
          <a:xfrm>
            <a:off x="4245975" y="1929600"/>
            <a:ext cx="3701051" cy="360000"/>
          </a:xfrm>
          <a:prstGeom prst="chevron">
            <a:avLst/>
          </a:prstGeom>
          <a:solidFill>
            <a:schemeClr val="bg2"/>
          </a:solidFill>
        </p:spPr>
        <p:txBody>
          <a:bodyPr lIns="0" tIns="0" rIns="0" bIns="0" anchor="ctr"/>
          <a:lstStyle>
            <a:lvl1pPr algn="ctr">
              <a:defRPr sz="1400" b="1">
                <a:solidFill>
                  <a:schemeClr val="bg1"/>
                </a:solidFill>
              </a:defRPr>
            </a:lvl1pPr>
          </a:lstStyle>
          <a:p>
            <a:pPr lvl="0"/>
            <a:r>
              <a:rPr lang="en-US" noProof="0"/>
              <a:t>Click to edit Master text styles</a:t>
            </a:r>
            <a:endParaRPr lang="en-US"/>
          </a:p>
        </p:txBody>
      </p:sp>
      <p:sp>
        <p:nvSpPr>
          <p:cNvPr id="17" name="Content Placeholder 8">
            <a:extLst>
              <a:ext uri="{FF2B5EF4-FFF2-40B4-BE49-F238E27FC236}">
                <a16:creationId xmlns:a16="http://schemas.microsoft.com/office/drawing/2014/main" id="{041C7270-2AD5-4174-9BB6-40887670ECE3}"/>
              </a:ext>
            </a:extLst>
          </p:cNvPr>
          <p:cNvSpPr>
            <a:spLocks noGrp="1"/>
          </p:cNvSpPr>
          <p:nvPr>
            <p:ph sz="quarter" idx="25"/>
          </p:nvPr>
        </p:nvSpPr>
        <p:spPr>
          <a:xfrm>
            <a:off x="8160749" y="1929600"/>
            <a:ext cx="3701051" cy="360000"/>
          </a:xfrm>
          <a:prstGeom prst="chevron">
            <a:avLst/>
          </a:prstGeom>
          <a:solidFill>
            <a:schemeClr val="bg2"/>
          </a:solidFill>
        </p:spPr>
        <p:txBody>
          <a:bodyPr lIns="0" tIns="0" rIns="0" bIns="0" anchor="ctr"/>
          <a:lstStyle>
            <a:lvl1pPr algn="ctr">
              <a:defRPr sz="1400" b="1">
                <a:solidFill>
                  <a:schemeClr val="bg1"/>
                </a:solidFill>
              </a:defRPr>
            </a:lvl1pPr>
          </a:lstStyle>
          <a:p>
            <a:pPr lvl="0"/>
            <a:r>
              <a:rPr lang="en-US" noProof="0"/>
              <a:t>Click to edit Master text styles</a:t>
            </a:r>
            <a:endParaRPr lang="en-US"/>
          </a:p>
        </p:txBody>
      </p:sp>
      <p:sp>
        <p:nvSpPr>
          <p:cNvPr id="22" name="Content Placeholder 8">
            <a:extLst>
              <a:ext uri="{FF2B5EF4-FFF2-40B4-BE49-F238E27FC236}">
                <a16:creationId xmlns:a16="http://schemas.microsoft.com/office/drawing/2014/main" id="{E6F51FA5-7813-4436-9E2D-0AA10EED3502}"/>
              </a:ext>
            </a:extLst>
          </p:cNvPr>
          <p:cNvSpPr>
            <a:spLocks noGrp="1"/>
          </p:cNvSpPr>
          <p:nvPr>
            <p:ph sz="quarter" idx="17"/>
          </p:nvPr>
        </p:nvSpPr>
        <p:spPr>
          <a:xfrm>
            <a:off x="331200" y="2401200"/>
            <a:ext cx="3701050" cy="31104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3" name="Content Placeholder 8">
            <a:extLst>
              <a:ext uri="{FF2B5EF4-FFF2-40B4-BE49-F238E27FC236}">
                <a16:creationId xmlns:a16="http://schemas.microsoft.com/office/drawing/2014/main" id="{E6214208-AE04-4F1F-B879-DC21F5861A5B}"/>
              </a:ext>
            </a:extLst>
          </p:cNvPr>
          <p:cNvSpPr>
            <a:spLocks noGrp="1"/>
          </p:cNvSpPr>
          <p:nvPr>
            <p:ph sz="quarter" idx="18"/>
          </p:nvPr>
        </p:nvSpPr>
        <p:spPr>
          <a:xfrm>
            <a:off x="4245975" y="2401200"/>
            <a:ext cx="3701050" cy="31104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Content Placeholder 8">
            <a:extLst>
              <a:ext uri="{FF2B5EF4-FFF2-40B4-BE49-F238E27FC236}">
                <a16:creationId xmlns:a16="http://schemas.microsoft.com/office/drawing/2014/main" id="{C5BC1243-5335-403B-A737-9CF168164EF1}"/>
              </a:ext>
            </a:extLst>
          </p:cNvPr>
          <p:cNvSpPr>
            <a:spLocks noGrp="1"/>
          </p:cNvSpPr>
          <p:nvPr>
            <p:ph sz="quarter" idx="19"/>
          </p:nvPr>
        </p:nvSpPr>
        <p:spPr>
          <a:xfrm>
            <a:off x="8160749" y="2401200"/>
            <a:ext cx="3701050" cy="31104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239E8059-DF18-404A-BEA0-01765B3AFD3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C01AE2CA-8A5F-4992-AB7D-3C309899A56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678648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meline: five text boxes &amp;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0" name="Text Placeholder 11">
            <a:extLst>
              <a:ext uri="{FF2B5EF4-FFF2-40B4-BE49-F238E27FC236}">
                <a16:creationId xmlns:a16="http://schemas.microsoft.com/office/drawing/2014/main" id="{907891A7-3AF7-4352-8C25-93B984B9D5F8}"/>
              </a:ext>
            </a:extLst>
          </p:cNvPr>
          <p:cNvSpPr>
            <a:spLocks noGrp="1"/>
          </p:cNvSpPr>
          <p:nvPr>
            <p:ph type="body" sz="quarter" idx="26"/>
          </p:nvPr>
        </p:nvSpPr>
        <p:spPr bwMode="gray">
          <a:xfrm>
            <a:off x="338400" y="5227200"/>
            <a:ext cx="11520000" cy="0"/>
          </a:xfrm>
          <a:custGeom>
            <a:avLst/>
            <a:gdLst>
              <a:gd name="connsiteX0" fmla="*/ 0 w 2066400"/>
              <a:gd name="connsiteY0" fmla="*/ 0 h 118800"/>
              <a:gd name="connsiteX1" fmla="*/ 2066400 w 2066400"/>
              <a:gd name="connsiteY1" fmla="*/ 0 h 118800"/>
              <a:gd name="connsiteX2" fmla="*/ 2066400 w 2066400"/>
              <a:gd name="connsiteY2" fmla="*/ 118800 h 118800"/>
              <a:gd name="connsiteX3" fmla="*/ 0 w 2066400"/>
              <a:gd name="connsiteY3" fmla="*/ 118800 h 118800"/>
              <a:gd name="connsiteX4" fmla="*/ 0 w 2066400"/>
              <a:gd name="connsiteY4" fmla="*/ 0 h 118800"/>
              <a:gd name="connsiteX0" fmla="*/ 2066400 w 2157840"/>
              <a:gd name="connsiteY0" fmla="*/ 118800 h 210240"/>
              <a:gd name="connsiteX1" fmla="*/ 0 w 2157840"/>
              <a:gd name="connsiteY1" fmla="*/ 118800 h 210240"/>
              <a:gd name="connsiteX2" fmla="*/ 0 w 2157840"/>
              <a:gd name="connsiteY2" fmla="*/ 0 h 210240"/>
              <a:gd name="connsiteX3" fmla="*/ 2066400 w 2157840"/>
              <a:gd name="connsiteY3" fmla="*/ 0 h 210240"/>
              <a:gd name="connsiteX4" fmla="*/ 2157840 w 2157840"/>
              <a:gd name="connsiteY4" fmla="*/ 210240 h 210240"/>
              <a:gd name="connsiteX0" fmla="*/ 2066400 w 2066400"/>
              <a:gd name="connsiteY0" fmla="*/ 118800 h 118800"/>
              <a:gd name="connsiteX1" fmla="*/ 0 w 2066400"/>
              <a:gd name="connsiteY1" fmla="*/ 118800 h 118800"/>
              <a:gd name="connsiteX2" fmla="*/ 0 w 2066400"/>
              <a:gd name="connsiteY2" fmla="*/ 0 h 118800"/>
              <a:gd name="connsiteX3" fmla="*/ 2066400 w 2066400"/>
              <a:gd name="connsiteY3" fmla="*/ 0 h 118800"/>
              <a:gd name="connsiteX0" fmla="*/ 0 w 2066400"/>
              <a:gd name="connsiteY0" fmla="*/ 118800 h 118800"/>
              <a:gd name="connsiteX1" fmla="*/ 0 w 2066400"/>
              <a:gd name="connsiteY1" fmla="*/ 0 h 118800"/>
              <a:gd name="connsiteX2" fmla="*/ 2066400 w 2066400"/>
              <a:gd name="connsiteY2" fmla="*/ 0 h 118800"/>
              <a:gd name="connsiteX0" fmla="*/ 0 w 2066400"/>
              <a:gd name="connsiteY0" fmla="*/ 0 h 0"/>
              <a:gd name="connsiteX1" fmla="*/ 2066400 w 2066400"/>
              <a:gd name="connsiteY1" fmla="*/ 0 h 0"/>
            </a:gdLst>
            <a:ahLst/>
            <a:cxnLst>
              <a:cxn ang="0">
                <a:pos x="connsiteX0" y="connsiteY0"/>
              </a:cxn>
              <a:cxn ang="0">
                <a:pos x="connsiteX1" y="connsiteY1"/>
              </a:cxn>
            </a:cxnLst>
            <a:rect l="l" t="t" r="r" b="b"/>
            <a:pathLst>
              <a:path w="2066400">
                <a:moveTo>
                  <a:pt x="0" y="0"/>
                </a:moveTo>
                <a:lnTo>
                  <a:pt x="2066400" y="0"/>
                </a:lnTo>
              </a:path>
            </a:pathLst>
          </a:custGeom>
          <a:ln w="15875">
            <a:solidFill>
              <a:schemeClr val="accent4"/>
            </a:solidFill>
            <a:tailEnd type="arrow" w="med" len="sm"/>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1" name="Text Placeholder 11">
            <a:extLst>
              <a:ext uri="{FF2B5EF4-FFF2-40B4-BE49-F238E27FC236}">
                <a16:creationId xmlns:a16="http://schemas.microsoft.com/office/drawing/2014/main" id="{116A6796-F195-444B-8CAF-9408872890E2}"/>
              </a:ext>
            </a:extLst>
          </p:cNvPr>
          <p:cNvSpPr>
            <a:spLocks noGrp="1"/>
          </p:cNvSpPr>
          <p:nvPr>
            <p:ph type="body" sz="quarter" idx="27" hasCustomPrompt="1"/>
          </p:nvPr>
        </p:nvSpPr>
        <p:spPr>
          <a:xfrm>
            <a:off x="331200"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2" name="Text Placeholder 11">
            <a:extLst>
              <a:ext uri="{FF2B5EF4-FFF2-40B4-BE49-F238E27FC236}">
                <a16:creationId xmlns:a16="http://schemas.microsoft.com/office/drawing/2014/main" id="{6A84518F-EB08-4F36-8400-95AB01D38109}"/>
              </a:ext>
            </a:extLst>
          </p:cNvPr>
          <p:cNvSpPr>
            <a:spLocks noGrp="1"/>
          </p:cNvSpPr>
          <p:nvPr>
            <p:ph type="body" sz="quarter" idx="28" hasCustomPrompt="1"/>
          </p:nvPr>
        </p:nvSpPr>
        <p:spPr>
          <a:xfrm>
            <a:off x="2724447"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3" name="Text Placeholder 11">
            <a:extLst>
              <a:ext uri="{FF2B5EF4-FFF2-40B4-BE49-F238E27FC236}">
                <a16:creationId xmlns:a16="http://schemas.microsoft.com/office/drawing/2014/main" id="{C503EA10-D1F3-4AA4-8CED-AEE30E121F6D}"/>
              </a:ext>
            </a:extLst>
          </p:cNvPr>
          <p:cNvSpPr>
            <a:spLocks noGrp="1"/>
          </p:cNvSpPr>
          <p:nvPr>
            <p:ph type="body" sz="quarter" idx="29" hasCustomPrompt="1"/>
          </p:nvPr>
        </p:nvSpPr>
        <p:spPr>
          <a:xfrm>
            <a:off x="5117694"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4" name="Text Placeholder 11">
            <a:extLst>
              <a:ext uri="{FF2B5EF4-FFF2-40B4-BE49-F238E27FC236}">
                <a16:creationId xmlns:a16="http://schemas.microsoft.com/office/drawing/2014/main" id="{DF438A3D-D3E1-4D5D-BA34-887EAEB9949A}"/>
              </a:ext>
            </a:extLst>
          </p:cNvPr>
          <p:cNvSpPr>
            <a:spLocks noGrp="1"/>
          </p:cNvSpPr>
          <p:nvPr>
            <p:ph type="body" sz="quarter" idx="30" hasCustomPrompt="1"/>
          </p:nvPr>
        </p:nvSpPr>
        <p:spPr>
          <a:xfrm>
            <a:off x="7510941"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5" name="Text Placeholder 11">
            <a:extLst>
              <a:ext uri="{FF2B5EF4-FFF2-40B4-BE49-F238E27FC236}">
                <a16:creationId xmlns:a16="http://schemas.microsoft.com/office/drawing/2014/main" id="{3EDD5930-9373-4D21-B203-C97F69292A19}"/>
              </a:ext>
            </a:extLst>
          </p:cNvPr>
          <p:cNvSpPr>
            <a:spLocks noGrp="1"/>
          </p:cNvSpPr>
          <p:nvPr>
            <p:ph type="body" sz="quarter" idx="31" hasCustomPrompt="1"/>
          </p:nvPr>
        </p:nvSpPr>
        <p:spPr>
          <a:xfrm>
            <a:off x="9904189"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1929600"/>
            <a:ext cx="1957975"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Text Placeholder 11">
            <a:extLst>
              <a:ext uri="{FF2B5EF4-FFF2-40B4-BE49-F238E27FC236}">
                <a16:creationId xmlns:a16="http://schemas.microsoft.com/office/drawing/2014/main" id="{5AE7A1D2-DAC3-46BE-AA9A-E1EB0825207A}"/>
              </a:ext>
            </a:extLst>
          </p:cNvPr>
          <p:cNvSpPr>
            <a:spLocks noGrp="1"/>
          </p:cNvSpPr>
          <p:nvPr>
            <p:ph type="body" sz="quarter" idx="17"/>
          </p:nvPr>
        </p:nvSpPr>
        <p:spPr>
          <a:xfrm>
            <a:off x="2724129"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Text Placeholder 11">
            <a:extLst>
              <a:ext uri="{FF2B5EF4-FFF2-40B4-BE49-F238E27FC236}">
                <a16:creationId xmlns:a16="http://schemas.microsoft.com/office/drawing/2014/main" id="{3CF0CC0E-6E4F-4BBB-AC3B-74E8C1262776}"/>
              </a:ext>
            </a:extLst>
          </p:cNvPr>
          <p:cNvSpPr>
            <a:spLocks noGrp="1"/>
          </p:cNvSpPr>
          <p:nvPr>
            <p:ph type="body" sz="quarter" idx="18"/>
          </p:nvPr>
        </p:nvSpPr>
        <p:spPr>
          <a:xfrm>
            <a:off x="5117483"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Text Placeholder 11">
            <a:extLst>
              <a:ext uri="{FF2B5EF4-FFF2-40B4-BE49-F238E27FC236}">
                <a16:creationId xmlns:a16="http://schemas.microsoft.com/office/drawing/2014/main" id="{F46DB502-496B-4374-80BE-F2A5D51992FE}"/>
              </a:ext>
            </a:extLst>
          </p:cNvPr>
          <p:cNvSpPr>
            <a:spLocks noGrp="1"/>
          </p:cNvSpPr>
          <p:nvPr>
            <p:ph type="body" sz="quarter" idx="19"/>
          </p:nvPr>
        </p:nvSpPr>
        <p:spPr>
          <a:xfrm>
            <a:off x="7510837"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Text Placeholder 11">
            <a:extLst>
              <a:ext uri="{FF2B5EF4-FFF2-40B4-BE49-F238E27FC236}">
                <a16:creationId xmlns:a16="http://schemas.microsoft.com/office/drawing/2014/main" id="{4B72E113-B74F-4C8D-B9C6-1799A1DAE158}"/>
              </a:ext>
            </a:extLst>
          </p:cNvPr>
          <p:cNvSpPr>
            <a:spLocks noGrp="1"/>
          </p:cNvSpPr>
          <p:nvPr>
            <p:ph type="body" sz="quarter" idx="20"/>
          </p:nvPr>
        </p:nvSpPr>
        <p:spPr>
          <a:xfrm>
            <a:off x="9904189"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5" name="Text Placeholder 11">
            <a:extLst>
              <a:ext uri="{FF2B5EF4-FFF2-40B4-BE49-F238E27FC236}">
                <a16:creationId xmlns:a16="http://schemas.microsoft.com/office/drawing/2014/main" id="{9AE4540D-5837-4887-82D2-ADB1E470A04C}"/>
              </a:ext>
            </a:extLst>
          </p:cNvPr>
          <p:cNvSpPr>
            <a:spLocks noGrp="1"/>
          </p:cNvSpPr>
          <p:nvPr>
            <p:ph type="body" sz="quarter" idx="21"/>
          </p:nvPr>
        </p:nvSpPr>
        <p:spPr>
          <a:xfrm>
            <a:off x="331200"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6" name="Text Placeholder 11">
            <a:extLst>
              <a:ext uri="{FF2B5EF4-FFF2-40B4-BE49-F238E27FC236}">
                <a16:creationId xmlns:a16="http://schemas.microsoft.com/office/drawing/2014/main" id="{441512B5-B055-451B-A63A-61AC3D27A779}"/>
              </a:ext>
            </a:extLst>
          </p:cNvPr>
          <p:cNvSpPr>
            <a:spLocks noGrp="1"/>
          </p:cNvSpPr>
          <p:nvPr>
            <p:ph type="body" sz="quarter" idx="22"/>
          </p:nvPr>
        </p:nvSpPr>
        <p:spPr>
          <a:xfrm>
            <a:off x="2724447"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7" name="Text Placeholder 11">
            <a:extLst>
              <a:ext uri="{FF2B5EF4-FFF2-40B4-BE49-F238E27FC236}">
                <a16:creationId xmlns:a16="http://schemas.microsoft.com/office/drawing/2014/main" id="{1272552C-9A92-45B5-9658-E0A7758AE5F7}"/>
              </a:ext>
            </a:extLst>
          </p:cNvPr>
          <p:cNvSpPr>
            <a:spLocks noGrp="1"/>
          </p:cNvSpPr>
          <p:nvPr>
            <p:ph type="body" sz="quarter" idx="23"/>
          </p:nvPr>
        </p:nvSpPr>
        <p:spPr>
          <a:xfrm>
            <a:off x="5117694"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8" name="Text Placeholder 11">
            <a:extLst>
              <a:ext uri="{FF2B5EF4-FFF2-40B4-BE49-F238E27FC236}">
                <a16:creationId xmlns:a16="http://schemas.microsoft.com/office/drawing/2014/main" id="{B93E5512-D171-4A0F-A84D-1429CB1B2404}"/>
              </a:ext>
            </a:extLst>
          </p:cNvPr>
          <p:cNvSpPr>
            <a:spLocks noGrp="1"/>
          </p:cNvSpPr>
          <p:nvPr>
            <p:ph type="body" sz="quarter" idx="24"/>
          </p:nvPr>
        </p:nvSpPr>
        <p:spPr>
          <a:xfrm>
            <a:off x="7510941"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9" name="Text Placeholder 11">
            <a:extLst>
              <a:ext uri="{FF2B5EF4-FFF2-40B4-BE49-F238E27FC236}">
                <a16:creationId xmlns:a16="http://schemas.microsoft.com/office/drawing/2014/main" id="{A19BB1C7-BB18-4D53-B7FD-0B43DE543E7B}"/>
              </a:ext>
            </a:extLst>
          </p:cNvPr>
          <p:cNvSpPr>
            <a:spLocks noGrp="1"/>
          </p:cNvSpPr>
          <p:nvPr>
            <p:ph type="body" sz="quarter" idx="25"/>
          </p:nvPr>
        </p:nvSpPr>
        <p:spPr>
          <a:xfrm>
            <a:off x="9904189"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852FD16C-6F98-4AAA-AD3D-C29F6033BBD9}"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175311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meline: seven text boxes &amp;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5" name="Text Placeholder 11">
            <a:extLst>
              <a:ext uri="{FF2B5EF4-FFF2-40B4-BE49-F238E27FC236}">
                <a16:creationId xmlns:a16="http://schemas.microsoft.com/office/drawing/2014/main" id="{9AE4540D-5837-4887-82D2-ADB1E470A04C}"/>
              </a:ext>
            </a:extLst>
          </p:cNvPr>
          <p:cNvSpPr>
            <a:spLocks noGrp="1"/>
          </p:cNvSpPr>
          <p:nvPr>
            <p:ph type="body" sz="quarter" idx="21"/>
          </p:nvPr>
        </p:nvSpPr>
        <p:spPr>
          <a:xfrm>
            <a:off x="3312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6" name="Text Placeholder 11">
            <a:extLst>
              <a:ext uri="{FF2B5EF4-FFF2-40B4-BE49-F238E27FC236}">
                <a16:creationId xmlns:a16="http://schemas.microsoft.com/office/drawing/2014/main" id="{441512B5-B055-451B-A63A-61AC3D27A779}"/>
              </a:ext>
            </a:extLst>
          </p:cNvPr>
          <p:cNvSpPr>
            <a:spLocks noGrp="1"/>
          </p:cNvSpPr>
          <p:nvPr>
            <p:ph type="body" sz="quarter" idx="22"/>
          </p:nvPr>
        </p:nvSpPr>
        <p:spPr>
          <a:xfrm>
            <a:off x="19806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7" name="Text Placeholder 11">
            <a:extLst>
              <a:ext uri="{FF2B5EF4-FFF2-40B4-BE49-F238E27FC236}">
                <a16:creationId xmlns:a16="http://schemas.microsoft.com/office/drawing/2014/main" id="{1272552C-9A92-45B5-9658-E0A7758AE5F7}"/>
              </a:ext>
            </a:extLst>
          </p:cNvPr>
          <p:cNvSpPr>
            <a:spLocks noGrp="1"/>
          </p:cNvSpPr>
          <p:nvPr>
            <p:ph type="body" sz="quarter" idx="23"/>
          </p:nvPr>
        </p:nvSpPr>
        <p:spPr>
          <a:xfrm>
            <a:off x="36300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8" name="Text Placeholder 11">
            <a:extLst>
              <a:ext uri="{FF2B5EF4-FFF2-40B4-BE49-F238E27FC236}">
                <a16:creationId xmlns:a16="http://schemas.microsoft.com/office/drawing/2014/main" id="{B93E5512-D171-4A0F-A84D-1429CB1B2404}"/>
              </a:ext>
            </a:extLst>
          </p:cNvPr>
          <p:cNvSpPr>
            <a:spLocks noGrp="1"/>
          </p:cNvSpPr>
          <p:nvPr>
            <p:ph type="body" sz="quarter" idx="24"/>
          </p:nvPr>
        </p:nvSpPr>
        <p:spPr>
          <a:xfrm>
            <a:off x="52794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9" name="Text Placeholder 11">
            <a:extLst>
              <a:ext uri="{FF2B5EF4-FFF2-40B4-BE49-F238E27FC236}">
                <a16:creationId xmlns:a16="http://schemas.microsoft.com/office/drawing/2014/main" id="{A19BB1C7-BB18-4D53-B7FD-0B43DE543E7B}"/>
              </a:ext>
            </a:extLst>
          </p:cNvPr>
          <p:cNvSpPr>
            <a:spLocks noGrp="1"/>
          </p:cNvSpPr>
          <p:nvPr>
            <p:ph type="body" sz="quarter" idx="25"/>
          </p:nvPr>
        </p:nvSpPr>
        <p:spPr>
          <a:xfrm>
            <a:off x="69288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7" name="Text Placeholder 11">
            <a:extLst>
              <a:ext uri="{FF2B5EF4-FFF2-40B4-BE49-F238E27FC236}">
                <a16:creationId xmlns:a16="http://schemas.microsoft.com/office/drawing/2014/main" id="{6189B57F-C66A-4C80-8E4E-09199BDEEA46}"/>
              </a:ext>
            </a:extLst>
          </p:cNvPr>
          <p:cNvSpPr>
            <a:spLocks noGrp="1"/>
          </p:cNvSpPr>
          <p:nvPr>
            <p:ph type="body" sz="quarter" idx="27"/>
          </p:nvPr>
        </p:nvSpPr>
        <p:spPr>
          <a:xfrm>
            <a:off x="85782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9" name="Text Placeholder 11">
            <a:extLst>
              <a:ext uri="{FF2B5EF4-FFF2-40B4-BE49-F238E27FC236}">
                <a16:creationId xmlns:a16="http://schemas.microsoft.com/office/drawing/2014/main" id="{6FC8D2EC-39D1-4154-8306-67F231081AD5}"/>
              </a:ext>
            </a:extLst>
          </p:cNvPr>
          <p:cNvSpPr>
            <a:spLocks noGrp="1"/>
          </p:cNvSpPr>
          <p:nvPr>
            <p:ph type="body" sz="quarter" idx="29"/>
          </p:nvPr>
        </p:nvSpPr>
        <p:spPr>
          <a:xfrm>
            <a:off x="102276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0" name="Text Placeholder 11">
            <a:extLst>
              <a:ext uri="{FF2B5EF4-FFF2-40B4-BE49-F238E27FC236}">
                <a16:creationId xmlns:a16="http://schemas.microsoft.com/office/drawing/2014/main" id="{A4C85EBA-3628-4B96-A145-783BC7DB5012}"/>
              </a:ext>
            </a:extLst>
          </p:cNvPr>
          <p:cNvSpPr>
            <a:spLocks noGrp="1"/>
          </p:cNvSpPr>
          <p:nvPr>
            <p:ph type="body" sz="quarter" idx="30" hasCustomPrompt="1"/>
          </p:nvPr>
        </p:nvSpPr>
        <p:spPr bwMode="gray">
          <a:xfrm>
            <a:off x="338400" y="5227200"/>
            <a:ext cx="11520000" cy="0"/>
          </a:xfrm>
          <a:custGeom>
            <a:avLst/>
            <a:gdLst>
              <a:gd name="connsiteX0" fmla="*/ 0 w 11520000"/>
              <a:gd name="connsiteY0" fmla="*/ 0 h 392400"/>
              <a:gd name="connsiteX1" fmla="*/ 11520000 w 11520000"/>
              <a:gd name="connsiteY1" fmla="*/ 0 h 392400"/>
              <a:gd name="connsiteX2" fmla="*/ 11520000 w 11520000"/>
              <a:gd name="connsiteY2" fmla="*/ 392400 h 392400"/>
              <a:gd name="connsiteX3" fmla="*/ 0 w 11520000"/>
              <a:gd name="connsiteY3" fmla="*/ 392400 h 392400"/>
              <a:gd name="connsiteX4" fmla="*/ 0 w 11520000"/>
              <a:gd name="connsiteY4" fmla="*/ 0 h 392400"/>
              <a:gd name="connsiteX0" fmla="*/ 11520000 w 11611440"/>
              <a:gd name="connsiteY0" fmla="*/ 392400 h 483840"/>
              <a:gd name="connsiteX1" fmla="*/ 0 w 11611440"/>
              <a:gd name="connsiteY1" fmla="*/ 392400 h 483840"/>
              <a:gd name="connsiteX2" fmla="*/ 0 w 11611440"/>
              <a:gd name="connsiteY2" fmla="*/ 0 h 483840"/>
              <a:gd name="connsiteX3" fmla="*/ 11520000 w 11611440"/>
              <a:gd name="connsiteY3" fmla="*/ 0 h 483840"/>
              <a:gd name="connsiteX4" fmla="*/ 11611440 w 11611440"/>
              <a:gd name="connsiteY4" fmla="*/ 483840 h 483840"/>
              <a:gd name="connsiteX0" fmla="*/ 11520000 w 11520000"/>
              <a:gd name="connsiteY0" fmla="*/ 392400 h 392400"/>
              <a:gd name="connsiteX1" fmla="*/ 0 w 11520000"/>
              <a:gd name="connsiteY1" fmla="*/ 392400 h 392400"/>
              <a:gd name="connsiteX2" fmla="*/ 0 w 11520000"/>
              <a:gd name="connsiteY2" fmla="*/ 0 h 392400"/>
              <a:gd name="connsiteX3" fmla="*/ 11520000 w 11520000"/>
              <a:gd name="connsiteY3" fmla="*/ 0 h 392400"/>
              <a:gd name="connsiteX0" fmla="*/ 0 w 11520000"/>
              <a:gd name="connsiteY0" fmla="*/ 392400 h 392400"/>
              <a:gd name="connsiteX1" fmla="*/ 0 w 11520000"/>
              <a:gd name="connsiteY1" fmla="*/ 0 h 392400"/>
              <a:gd name="connsiteX2" fmla="*/ 11520000 w 11520000"/>
              <a:gd name="connsiteY2" fmla="*/ 0 h 392400"/>
              <a:gd name="connsiteX0" fmla="*/ 0 w 11520000"/>
              <a:gd name="connsiteY0" fmla="*/ 0 h 0"/>
              <a:gd name="connsiteX1" fmla="*/ 11520000 w 11520000"/>
              <a:gd name="connsiteY1" fmla="*/ 0 h 0"/>
            </a:gdLst>
            <a:ahLst/>
            <a:cxnLst>
              <a:cxn ang="0">
                <a:pos x="connsiteX0" y="connsiteY0"/>
              </a:cxn>
              <a:cxn ang="0">
                <a:pos x="connsiteX1" y="connsiteY1"/>
              </a:cxn>
            </a:cxnLst>
            <a:rect l="l" t="t" r="r" b="b"/>
            <a:pathLst>
              <a:path w="11520000">
                <a:moveTo>
                  <a:pt x="0" y="0"/>
                </a:moveTo>
                <a:lnTo>
                  <a:pt x="11520000" y="0"/>
                </a:lnTo>
              </a:path>
            </a:pathLst>
          </a:custGeom>
          <a:ln w="15875">
            <a:solidFill>
              <a:schemeClr val="accent4"/>
            </a:solidFill>
            <a:tailEnd type="arrow" w="med" len="sm"/>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1" name="Text Placeholder 11">
            <a:extLst>
              <a:ext uri="{FF2B5EF4-FFF2-40B4-BE49-F238E27FC236}">
                <a16:creationId xmlns:a16="http://schemas.microsoft.com/office/drawing/2014/main" id="{24B2DA46-341A-4D4F-9970-F7FCB405515D}"/>
              </a:ext>
            </a:extLst>
          </p:cNvPr>
          <p:cNvSpPr>
            <a:spLocks noGrp="1"/>
          </p:cNvSpPr>
          <p:nvPr>
            <p:ph type="body" sz="quarter" idx="31" hasCustomPrompt="1"/>
          </p:nvPr>
        </p:nvSpPr>
        <p:spPr>
          <a:xfrm>
            <a:off x="3348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2" name="Text Placeholder 11">
            <a:extLst>
              <a:ext uri="{FF2B5EF4-FFF2-40B4-BE49-F238E27FC236}">
                <a16:creationId xmlns:a16="http://schemas.microsoft.com/office/drawing/2014/main" id="{EED18986-BEAB-4E6C-81DE-64316E13BD03}"/>
              </a:ext>
            </a:extLst>
          </p:cNvPr>
          <p:cNvSpPr>
            <a:spLocks noGrp="1"/>
          </p:cNvSpPr>
          <p:nvPr>
            <p:ph type="body" sz="quarter" idx="32" hasCustomPrompt="1"/>
          </p:nvPr>
        </p:nvSpPr>
        <p:spPr>
          <a:xfrm>
            <a:off x="19836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3" name="Text Placeholder 11">
            <a:extLst>
              <a:ext uri="{FF2B5EF4-FFF2-40B4-BE49-F238E27FC236}">
                <a16:creationId xmlns:a16="http://schemas.microsoft.com/office/drawing/2014/main" id="{DAF1745E-D93E-4B2F-BF38-5CD3330E0402}"/>
              </a:ext>
            </a:extLst>
          </p:cNvPr>
          <p:cNvSpPr>
            <a:spLocks noGrp="1"/>
          </p:cNvSpPr>
          <p:nvPr>
            <p:ph type="body" sz="quarter" idx="33" hasCustomPrompt="1"/>
          </p:nvPr>
        </p:nvSpPr>
        <p:spPr>
          <a:xfrm>
            <a:off x="36324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4" name="Text Placeholder 11">
            <a:extLst>
              <a:ext uri="{FF2B5EF4-FFF2-40B4-BE49-F238E27FC236}">
                <a16:creationId xmlns:a16="http://schemas.microsoft.com/office/drawing/2014/main" id="{429D6633-25A8-4FC0-B518-3616DF6C6530}"/>
              </a:ext>
            </a:extLst>
          </p:cNvPr>
          <p:cNvSpPr>
            <a:spLocks noGrp="1"/>
          </p:cNvSpPr>
          <p:nvPr>
            <p:ph type="body" sz="quarter" idx="34" hasCustomPrompt="1"/>
          </p:nvPr>
        </p:nvSpPr>
        <p:spPr>
          <a:xfrm>
            <a:off x="52812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5" name="Text Placeholder 11">
            <a:extLst>
              <a:ext uri="{FF2B5EF4-FFF2-40B4-BE49-F238E27FC236}">
                <a16:creationId xmlns:a16="http://schemas.microsoft.com/office/drawing/2014/main" id="{ACF9310C-4C08-4791-82FA-D88032731F32}"/>
              </a:ext>
            </a:extLst>
          </p:cNvPr>
          <p:cNvSpPr>
            <a:spLocks noGrp="1"/>
          </p:cNvSpPr>
          <p:nvPr>
            <p:ph type="body" sz="quarter" idx="35" hasCustomPrompt="1"/>
          </p:nvPr>
        </p:nvSpPr>
        <p:spPr>
          <a:xfrm>
            <a:off x="69300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6" name="Text Placeholder 11">
            <a:extLst>
              <a:ext uri="{FF2B5EF4-FFF2-40B4-BE49-F238E27FC236}">
                <a16:creationId xmlns:a16="http://schemas.microsoft.com/office/drawing/2014/main" id="{190FAD99-82FB-4521-87C2-193E1163DE9E}"/>
              </a:ext>
            </a:extLst>
          </p:cNvPr>
          <p:cNvSpPr>
            <a:spLocks noGrp="1"/>
          </p:cNvSpPr>
          <p:nvPr>
            <p:ph type="body" sz="quarter" idx="36" hasCustomPrompt="1"/>
          </p:nvPr>
        </p:nvSpPr>
        <p:spPr>
          <a:xfrm>
            <a:off x="85788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7" name="Text Placeholder 11">
            <a:extLst>
              <a:ext uri="{FF2B5EF4-FFF2-40B4-BE49-F238E27FC236}">
                <a16:creationId xmlns:a16="http://schemas.microsoft.com/office/drawing/2014/main" id="{70230B34-0C99-4086-AE59-3593C6921A24}"/>
              </a:ext>
            </a:extLst>
          </p:cNvPr>
          <p:cNvSpPr>
            <a:spLocks noGrp="1"/>
          </p:cNvSpPr>
          <p:nvPr>
            <p:ph type="body" sz="quarter" idx="37" hasCustomPrompt="1"/>
          </p:nvPr>
        </p:nvSpPr>
        <p:spPr>
          <a:xfrm>
            <a:off x="102276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1916102"/>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Text Placeholder 11">
            <a:extLst>
              <a:ext uri="{FF2B5EF4-FFF2-40B4-BE49-F238E27FC236}">
                <a16:creationId xmlns:a16="http://schemas.microsoft.com/office/drawing/2014/main" id="{5AE7A1D2-DAC3-46BE-AA9A-E1EB0825207A}"/>
              </a:ext>
            </a:extLst>
          </p:cNvPr>
          <p:cNvSpPr>
            <a:spLocks noGrp="1"/>
          </p:cNvSpPr>
          <p:nvPr>
            <p:ph type="body" sz="quarter" idx="17"/>
          </p:nvPr>
        </p:nvSpPr>
        <p:spPr>
          <a:xfrm>
            <a:off x="1980600" y="1916102"/>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Text Placeholder 11">
            <a:extLst>
              <a:ext uri="{FF2B5EF4-FFF2-40B4-BE49-F238E27FC236}">
                <a16:creationId xmlns:a16="http://schemas.microsoft.com/office/drawing/2014/main" id="{3CF0CC0E-6E4F-4BBB-AC3B-74E8C1262776}"/>
              </a:ext>
            </a:extLst>
          </p:cNvPr>
          <p:cNvSpPr>
            <a:spLocks noGrp="1"/>
          </p:cNvSpPr>
          <p:nvPr>
            <p:ph type="body" sz="quarter" idx="18"/>
          </p:nvPr>
        </p:nvSpPr>
        <p:spPr>
          <a:xfrm>
            <a:off x="36300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Text Placeholder 11">
            <a:extLst>
              <a:ext uri="{FF2B5EF4-FFF2-40B4-BE49-F238E27FC236}">
                <a16:creationId xmlns:a16="http://schemas.microsoft.com/office/drawing/2014/main" id="{F46DB502-496B-4374-80BE-F2A5D51992FE}"/>
              </a:ext>
            </a:extLst>
          </p:cNvPr>
          <p:cNvSpPr>
            <a:spLocks noGrp="1"/>
          </p:cNvSpPr>
          <p:nvPr>
            <p:ph type="body" sz="quarter" idx="19"/>
          </p:nvPr>
        </p:nvSpPr>
        <p:spPr>
          <a:xfrm>
            <a:off x="52794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Text Placeholder 11">
            <a:extLst>
              <a:ext uri="{FF2B5EF4-FFF2-40B4-BE49-F238E27FC236}">
                <a16:creationId xmlns:a16="http://schemas.microsoft.com/office/drawing/2014/main" id="{4B72E113-B74F-4C8D-B9C6-1799A1DAE158}"/>
              </a:ext>
            </a:extLst>
          </p:cNvPr>
          <p:cNvSpPr>
            <a:spLocks noGrp="1"/>
          </p:cNvSpPr>
          <p:nvPr>
            <p:ph type="body" sz="quarter" idx="20"/>
          </p:nvPr>
        </p:nvSpPr>
        <p:spPr>
          <a:xfrm>
            <a:off x="69288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Text Placeholder 11">
            <a:extLst>
              <a:ext uri="{FF2B5EF4-FFF2-40B4-BE49-F238E27FC236}">
                <a16:creationId xmlns:a16="http://schemas.microsoft.com/office/drawing/2014/main" id="{FE86579E-E5FB-4B48-A02E-380334B3B7D7}"/>
              </a:ext>
            </a:extLst>
          </p:cNvPr>
          <p:cNvSpPr>
            <a:spLocks noGrp="1"/>
          </p:cNvSpPr>
          <p:nvPr>
            <p:ph type="body" sz="quarter" idx="26"/>
          </p:nvPr>
        </p:nvSpPr>
        <p:spPr>
          <a:xfrm>
            <a:off x="85782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8" name="Text Placeholder 11">
            <a:extLst>
              <a:ext uri="{FF2B5EF4-FFF2-40B4-BE49-F238E27FC236}">
                <a16:creationId xmlns:a16="http://schemas.microsoft.com/office/drawing/2014/main" id="{4FB5AF6E-663D-4AEE-B328-405A089F5CCF}"/>
              </a:ext>
            </a:extLst>
          </p:cNvPr>
          <p:cNvSpPr>
            <a:spLocks noGrp="1"/>
          </p:cNvSpPr>
          <p:nvPr>
            <p:ph type="body" sz="quarter" idx="28"/>
          </p:nvPr>
        </p:nvSpPr>
        <p:spPr>
          <a:xfrm>
            <a:off x="102276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45D4783D-C0BB-4E01-B007-930C90FCC1E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535713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meline: fiv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67200" y="26280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2707200" y="2628000"/>
            <a:ext cx="457200" cy="457200"/>
          </a:xfrm>
        </p:spPr>
        <p:txBody>
          <a:bodyPr lIns="0" tIns="0" rIns="0" bIns="0"/>
          <a:lstStyle>
            <a:lvl1pPr algn="ctr">
              <a:defRPr sz="700" b="1"/>
            </a:lvl1pPr>
          </a:lstStyle>
          <a:p>
            <a:r>
              <a:rPr lang="en-US" noProof="0"/>
              <a:t>Please add icon</a:t>
            </a:r>
            <a:endParaRPr lang="en-US"/>
          </a:p>
        </p:txBody>
      </p:sp>
      <p:sp>
        <p:nvSpPr>
          <p:cNvPr id="1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5047200" y="2628000"/>
            <a:ext cx="457200" cy="457200"/>
          </a:xfrm>
        </p:spPr>
        <p:txBody>
          <a:bodyPr lIns="0" tIns="0" rIns="0" bIns="0"/>
          <a:lstStyle>
            <a:lvl1pPr algn="ctr">
              <a:defRPr sz="700" b="1"/>
            </a:lvl1pPr>
          </a:lstStyle>
          <a:p>
            <a:r>
              <a:rPr lang="en-US" noProof="0"/>
              <a:t>Please add icon</a:t>
            </a:r>
            <a:endParaRPr lang="en-US"/>
          </a:p>
        </p:txBody>
      </p:sp>
      <p:sp>
        <p:nvSpPr>
          <p:cNvPr id="16"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7387200" y="2628000"/>
            <a:ext cx="457200" cy="457200"/>
          </a:xfrm>
        </p:spPr>
        <p:txBody>
          <a:bodyPr lIns="0" tIns="0" rIns="0" bIns="0"/>
          <a:lstStyle>
            <a:lvl1pPr algn="ctr">
              <a:defRPr sz="700" b="1"/>
            </a:lvl1pPr>
          </a:lstStyle>
          <a:p>
            <a:r>
              <a:rPr lang="en-US" noProof="0"/>
              <a:t>Please add icon</a:t>
            </a:r>
            <a:endParaRPr lang="en-US"/>
          </a:p>
        </p:txBody>
      </p:sp>
      <p:sp>
        <p:nvSpPr>
          <p:cNvPr id="18"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9727200" y="2628000"/>
            <a:ext cx="457200" cy="457200"/>
          </a:xfrm>
        </p:spPr>
        <p:txBody>
          <a:bodyPr lIns="0" tIns="0" rIns="0" bIns="0"/>
          <a:lstStyle>
            <a:lvl1pPr algn="ctr">
              <a:defRPr sz="700" b="1"/>
            </a:lvl1pPr>
          </a:lstStyle>
          <a:p>
            <a:r>
              <a:rPr lang="en-US" noProof="0"/>
              <a:t>Please add icon</a:t>
            </a:r>
            <a:endParaRPr lang="en-US"/>
          </a:p>
        </p:txBody>
      </p:sp>
      <p:sp>
        <p:nvSpPr>
          <p:cNvPr id="22" name="Text Placeholder 11">
            <a:extLst>
              <a:ext uri="{FF2B5EF4-FFF2-40B4-BE49-F238E27FC236}">
                <a16:creationId xmlns:a16="http://schemas.microsoft.com/office/drawing/2014/main" id="{5CE67186-CCF3-4DDD-89EF-CB4B536BBBF0}"/>
              </a:ext>
            </a:extLst>
          </p:cNvPr>
          <p:cNvSpPr>
            <a:spLocks noGrp="1"/>
          </p:cNvSpPr>
          <p:nvPr>
            <p:ph type="body" sz="quarter" idx="26"/>
          </p:nvPr>
        </p:nvSpPr>
        <p:spPr bwMode="gray">
          <a:xfrm>
            <a:off x="594000" y="3258000"/>
            <a:ext cx="11264400" cy="0"/>
          </a:xfrm>
          <a:custGeom>
            <a:avLst/>
            <a:gdLst>
              <a:gd name="connsiteX0" fmla="*/ 0 w 7652632"/>
              <a:gd name="connsiteY0" fmla="*/ 0 h 174512"/>
              <a:gd name="connsiteX1" fmla="*/ 7652632 w 7652632"/>
              <a:gd name="connsiteY1" fmla="*/ 0 h 174512"/>
              <a:gd name="connsiteX2" fmla="*/ 7652632 w 7652632"/>
              <a:gd name="connsiteY2" fmla="*/ 174512 h 174512"/>
              <a:gd name="connsiteX3" fmla="*/ 0 w 7652632"/>
              <a:gd name="connsiteY3" fmla="*/ 174512 h 174512"/>
              <a:gd name="connsiteX4" fmla="*/ 0 w 7652632"/>
              <a:gd name="connsiteY4" fmla="*/ 0 h 174512"/>
              <a:gd name="connsiteX0" fmla="*/ 0 w 7652632"/>
              <a:gd name="connsiteY0" fmla="*/ 174512 h 265952"/>
              <a:gd name="connsiteX1" fmla="*/ 0 w 7652632"/>
              <a:gd name="connsiteY1" fmla="*/ 0 h 265952"/>
              <a:gd name="connsiteX2" fmla="*/ 7652632 w 7652632"/>
              <a:gd name="connsiteY2" fmla="*/ 0 h 265952"/>
              <a:gd name="connsiteX3" fmla="*/ 7652632 w 7652632"/>
              <a:gd name="connsiteY3" fmla="*/ 174512 h 265952"/>
              <a:gd name="connsiteX4" fmla="*/ 91440 w 7652632"/>
              <a:gd name="connsiteY4" fmla="*/ 265952 h 265952"/>
              <a:gd name="connsiteX0" fmla="*/ 0 w 7652632"/>
              <a:gd name="connsiteY0" fmla="*/ 174512 h 174512"/>
              <a:gd name="connsiteX1" fmla="*/ 0 w 7652632"/>
              <a:gd name="connsiteY1" fmla="*/ 0 h 174512"/>
              <a:gd name="connsiteX2" fmla="*/ 7652632 w 7652632"/>
              <a:gd name="connsiteY2" fmla="*/ 0 h 174512"/>
              <a:gd name="connsiteX3" fmla="*/ 7652632 w 7652632"/>
              <a:gd name="connsiteY3" fmla="*/ 174512 h 174512"/>
              <a:gd name="connsiteX0" fmla="*/ 0 w 7652632"/>
              <a:gd name="connsiteY0" fmla="*/ 0 h 174512"/>
              <a:gd name="connsiteX1" fmla="*/ 7652632 w 7652632"/>
              <a:gd name="connsiteY1" fmla="*/ 0 h 174512"/>
              <a:gd name="connsiteX2" fmla="*/ 7652632 w 7652632"/>
              <a:gd name="connsiteY2" fmla="*/ 174512 h 174512"/>
              <a:gd name="connsiteX0" fmla="*/ 0 w 7652632"/>
              <a:gd name="connsiteY0" fmla="*/ 0 h 0"/>
              <a:gd name="connsiteX1" fmla="*/ 7652632 w 7652632"/>
              <a:gd name="connsiteY1" fmla="*/ 0 h 0"/>
            </a:gdLst>
            <a:ahLst/>
            <a:cxnLst>
              <a:cxn ang="0">
                <a:pos x="connsiteX0" y="connsiteY0"/>
              </a:cxn>
              <a:cxn ang="0">
                <a:pos x="connsiteX1" y="connsiteY1"/>
              </a:cxn>
            </a:cxnLst>
            <a:rect l="l" t="t" r="r" b="b"/>
            <a:pathLst>
              <a:path w="7652632">
                <a:moveTo>
                  <a:pt x="0" y="0"/>
                </a:moveTo>
                <a:lnTo>
                  <a:pt x="7652632" y="0"/>
                </a:lnTo>
              </a:path>
            </a:pathLst>
          </a:custGeom>
          <a:ln w="15875">
            <a:solidFill>
              <a:schemeClr val="accent4"/>
            </a:solidFill>
            <a:tailEnd type="arrow" w="med" len="sm"/>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3" name="Text Placeholder 11">
            <a:extLst>
              <a:ext uri="{FF2B5EF4-FFF2-40B4-BE49-F238E27FC236}">
                <a16:creationId xmlns:a16="http://schemas.microsoft.com/office/drawing/2014/main" id="{976CC6DF-7551-4B6C-A618-D58E9805CE92}"/>
              </a:ext>
            </a:extLst>
          </p:cNvPr>
          <p:cNvSpPr>
            <a:spLocks noGrp="1"/>
          </p:cNvSpPr>
          <p:nvPr>
            <p:ph type="body" sz="quarter" idx="27"/>
          </p:nvPr>
        </p:nvSpPr>
        <p:spPr>
          <a:xfrm>
            <a:off x="54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Text Placeholder 11">
            <a:extLst>
              <a:ext uri="{FF2B5EF4-FFF2-40B4-BE49-F238E27FC236}">
                <a16:creationId xmlns:a16="http://schemas.microsoft.com/office/drawing/2014/main" id="{55E7D41C-3046-4F7E-8B69-F4C83361509F}"/>
              </a:ext>
            </a:extLst>
          </p:cNvPr>
          <p:cNvSpPr>
            <a:spLocks noGrp="1"/>
          </p:cNvSpPr>
          <p:nvPr>
            <p:ph type="body" sz="quarter" idx="28"/>
          </p:nvPr>
        </p:nvSpPr>
        <p:spPr>
          <a:xfrm>
            <a:off x="288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Text Placeholder 11">
            <a:extLst>
              <a:ext uri="{FF2B5EF4-FFF2-40B4-BE49-F238E27FC236}">
                <a16:creationId xmlns:a16="http://schemas.microsoft.com/office/drawing/2014/main" id="{DAC75856-6BC0-4D21-AF0C-407CC2A03047}"/>
              </a:ext>
            </a:extLst>
          </p:cNvPr>
          <p:cNvSpPr>
            <a:spLocks noGrp="1"/>
          </p:cNvSpPr>
          <p:nvPr>
            <p:ph type="body" sz="quarter" idx="29"/>
          </p:nvPr>
        </p:nvSpPr>
        <p:spPr>
          <a:xfrm>
            <a:off x="522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Text Placeholder 11">
            <a:extLst>
              <a:ext uri="{FF2B5EF4-FFF2-40B4-BE49-F238E27FC236}">
                <a16:creationId xmlns:a16="http://schemas.microsoft.com/office/drawing/2014/main" id="{ECF624F4-7D6E-415F-B67F-32ED309EB60C}"/>
              </a:ext>
            </a:extLst>
          </p:cNvPr>
          <p:cNvSpPr>
            <a:spLocks noGrp="1"/>
          </p:cNvSpPr>
          <p:nvPr>
            <p:ph type="body" sz="quarter" idx="30"/>
          </p:nvPr>
        </p:nvSpPr>
        <p:spPr>
          <a:xfrm>
            <a:off x="756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Text Placeholder 11">
            <a:extLst>
              <a:ext uri="{FF2B5EF4-FFF2-40B4-BE49-F238E27FC236}">
                <a16:creationId xmlns:a16="http://schemas.microsoft.com/office/drawing/2014/main" id="{EB82237B-1203-4191-BF1A-5B4068747CF6}"/>
              </a:ext>
            </a:extLst>
          </p:cNvPr>
          <p:cNvSpPr>
            <a:spLocks noGrp="1"/>
          </p:cNvSpPr>
          <p:nvPr>
            <p:ph type="body" sz="quarter" idx="31"/>
          </p:nvPr>
        </p:nvSpPr>
        <p:spPr>
          <a:xfrm>
            <a:off x="990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54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288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5"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522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7"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756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9"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990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3B68CB6-39F5-4D50-A355-0E41D6C75931}"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108923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meline: eight icons &amp; text boxes">
    <p:spTree>
      <p:nvGrpSpPr>
        <p:cNvPr id="1" name=""/>
        <p:cNvGrpSpPr/>
        <p:nvPr/>
      </p:nvGrpSpPr>
      <p:grpSpPr>
        <a:xfrm>
          <a:off x="0" y="0"/>
          <a:ext cx="0" cy="0"/>
          <a:chOff x="0" y="0"/>
          <a:chExt cx="0" cy="0"/>
        </a:xfrm>
      </p:grpSpPr>
      <p:sp>
        <p:nvSpPr>
          <p:cNvPr id="34" name="Text Placeholder 11">
            <a:extLst>
              <a:ext uri="{FF2B5EF4-FFF2-40B4-BE49-F238E27FC236}">
                <a16:creationId xmlns:a16="http://schemas.microsoft.com/office/drawing/2014/main" id="{9F115F95-ABE8-402C-A02F-266D5B211E49}"/>
              </a:ext>
            </a:extLst>
          </p:cNvPr>
          <p:cNvSpPr>
            <a:spLocks noGrp="1"/>
          </p:cNvSpPr>
          <p:nvPr>
            <p:ph type="body" sz="quarter" idx="32"/>
          </p:nvPr>
        </p:nvSpPr>
        <p:spPr bwMode="gray">
          <a:xfrm>
            <a:off x="558000" y="3258000"/>
            <a:ext cx="11296800" cy="0"/>
          </a:xfrm>
          <a:custGeom>
            <a:avLst/>
            <a:gdLst>
              <a:gd name="connsiteX0" fmla="*/ 0 w 1152000"/>
              <a:gd name="connsiteY0" fmla="*/ 0 h 93031"/>
              <a:gd name="connsiteX1" fmla="*/ 1152000 w 1152000"/>
              <a:gd name="connsiteY1" fmla="*/ 0 h 93031"/>
              <a:gd name="connsiteX2" fmla="*/ 1152000 w 1152000"/>
              <a:gd name="connsiteY2" fmla="*/ 93031 h 93031"/>
              <a:gd name="connsiteX3" fmla="*/ 0 w 1152000"/>
              <a:gd name="connsiteY3" fmla="*/ 93031 h 93031"/>
              <a:gd name="connsiteX4" fmla="*/ 0 w 1152000"/>
              <a:gd name="connsiteY4" fmla="*/ 0 h 93031"/>
              <a:gd name="connsiteX0" fmla="*/ 1152000 w 1243440"/>
              <a:gd name="connsiteY0" fmla="*/ 93031 h 184471"/>
              <a:gd name="connsiteX1" fmla="*/ 0 w 1243440"/>
              <a:gd name="connsiteY1" fmla="*/ 93031 h 184471"/>
              <a:gd name="connsiteX2" fmla="*/ 0 w 1243440"/>
              <a:gd name="connsiteY2" fmla="*/ 0 h 184471"/>
              <a:gd name="connsiteX3" fmla="*/ 1152000 w 1243440"/>
              <a:gd name="connsiteY3" fmla="*/ 0 h 184471"/>
              <a:gd name="connsiteX4" fmla="*/ 1243440 w 1243440"/>
              <a:gd name="connsiteY4" fmla="*/ 184471 h 184471"/>
              <a:gd name="connsiteX0" fmla="*/ 1152000 w 1152000"/>
              <a:gd name="connsiteY0" fmla="*/ 93031 h 93031"/>
              <a:gd name="connsiteX1" fmla="*/ 0 w 1152000"/>
              <a:gd name="connsiteY1" fmla="*/ 93031 h 93031"/>
              <a:gd name="connsiteX2" fmla="*/ 0 w 1152000"/>
              <a:gd name="connsiteY2" fmla="*/ 0 h 93031"/>
              <a:gd name="connsiteX3" fmla="*/ 1152000 w 1152000"/>
              <a:gd name="connsiteY3" fmla="*/ 0 h 93031"/>
              <a:gd name="connsiteX0" fmla="*/ 0 w 1152000"/>
              <a:gd name="connsiteY0" fmla="*/ 93031 h 93031"/>
              <a:gd name="connsiteX1" fmla="*/ 0 w 1152000"/>
              <a:gd name="connsiteY1" fmla="*/ 0 h 93031"/>
              <a:gd name="connsiteX2" fmla="*/ 1152000 w 1152000"/>
              <a:gd name="connsiteY2" fmla="*/ 0 h 93031"/>
              <a:gd name="connsiteX0" fmla="*/ 0 w 1152000"/>
              <a:gd name="connsiteY0" fmla="*/ 0 h 0"/>
              <a:gd name="connsiteX1" fmla="*/ 1152000 w 1152000"/>
              <a:gd name="connsiteY1" fmla="*/ 0 h 0"/>
            </a:gdLst>
            <a:ahLst/>
            <a:cxnLst>
              <a:cxn ang="0">
                <a:pos x="connsiteX0" y="connsiteY0"/>
              </a:cxn>
              <a:cxn ang="0">
                <a:pos x="connsiteX1" y="connsiteY1"/>
              </a:cxn>
            </a:cxnLst>
            <a:rect l="l" t="t" r="r" b="b"/>
            <a:pathLst>
              <a:path w="1152000">
                <a:moveTo>
                  <a:pt x="0" y="0"/>
                </a:moveTo>
                <a:lnTo>
                  <a:pt x="1152000" y="0"/>
                </a:lnTo>
              </a:path>
            </a:pathLst>
          </a:custGeom>
          <a:ln w="15875">
            <a:solidFill>
              <a:schemeClr val="accent4"/>
            </a:solidFill>
            <a:tailEnd type="arrow" w="med" len="sm"/>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67200" y="26280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1789714" y="2628000"/>
            <a:ext cx="457200" cy="457200"/>
          </a:xfrm>
        </p:spPr>
        <p:txBody>
          <a:bodyPr lIns="0" tIns="0" rIns="0" bIns="0"/>
          <a:lstStyle>
            <a:lvl1pPr algn="ctr">
              <a:defRPr sz="700" b="1"/>
            </a:lvl1pPr>
          </a:lstStyle>
          <a:p>
            <a:r>
              <a:rPr lang="en-US" noProof="0"/>
              <a:t>Please add icon</a:t>
            </a:r>
            <a:endParaRPr lang="en-US"/>
          </a:p>
        </p:txBody>
      </p:sp>
      <p:sp>
        <p:nvSpPr>
          <p:cNvPr id="1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3212228" y="2628000"/>
            <a:ext cx="457200" cy="457200"/>
          </a:xfrm>
        </p:spPr>
        <p:txBody>
          <a:bodyPr lIns="0" tIns="0" rIns="0" bIns="0"/>
          <a:lstStyle>
            <a:lvl1pPr algn="ctr">
              <a:defRPr sz="700" b="1"/>
            </a:lvl1pPr>
          </a:lstStyle>
          <a:p>
            <a:r>
              <a:rPr lang="en-US" noProof="0"/>
              <a:t>Please add icon</a:t>
            </a:r>
            <a:endParaRPr lang="en-US"/>
          </a:p>
        </p:txBody>
      </p:sp>
      <p:sp>
        <p:nvSpPr>
          <p:cNvPr id="16"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4634742" y="2628000"/>
            <a:ext cx="457200" cy="457200"/>
          </a:xfrm>
        </p:spPr>
        <p:txBody>
          <a:bodyPr lIns="0" tIns="0" rIns="0" bIns="0"/>
          <a:lstStyle>
            <a:lvl1pPr algn="ctr">
              <a:defRPr sz="700" b="1"/>
            </a:lvl1pPr>
          </a:lstStyle>
          <a:p>
            <a:r>
              <a:rPr lang="en-US" noProof="0"/>
              <a:t>Please add icon</a:t>
            </a:r>
            <a:endParaRPr lang="en-US"/>
          </a:p>
        </p:txBody>
      </p:sp>
      <p:sp>
        <p:nvSpPr>
          <p:cNvPr id="18"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6057256" y="2628000"/>
            <a:ext cx="457200" cy="457200"/>
          </a:xfrm>
        </p:spPr>
        <p:txBody>
          <a:bodyPr lIns="0" tIns="0" rIns="0" bIns="0"/>
          <a:lstStyle>
            <a:lvl1pPr algn="ctr">
              <a:defRPr sz="700" b="1"/>
            </a:lvl1pPr>
          </a:lstStyle>
          <a:p>
            <a:r>
              <a:rPr lang="en-US" noProof="0"/>
              <a:t>Please add icon</a:t>
            </a:r>
            <a:endParaRPr lang="en-US"/>
          </a:p>
        </p:txBody>
      </p:sp>
      <p:sp>
        <p:nvSpPr>
          <p:cNvPr id="28" name="Picture Placeholder 10">
            <a:extLst>
              <a:ext uri="{FF2B5EF4-FFF2-40B4-BE49-F238E27FC236}">
                <a16:creationId xmlns:a16="http://schemas.microsoft.com/office/drawing/2014/main" id="{BE766B07-3708-4890-9255-CC2A2A5CECBF}"/>
              </a:ext>
            </a:extLst>
          </p:cNvPr>
          <p:cNvSpPr>
            <a:spLocks noGrp="1"/>
          </p:cNvSpPr>
          <p:nvPr>
            <p:ph type="pic" sz="quarter" idx="26" hasCustomPrompt="1"/>
          </p:nvPr>
        </p:nvSpPr>
        <p:spPr>
          <a:xfrm>
            <a:off x="7479770" y="2628000"/>
            <a:ext cx="457200" cy="457200"/>
          </a:xfrm>
        </p:spPr>
        <p:txBody>
          <a:bodyPr lIns="0" tIns="0" rIns="0" bIns="0"/>
          <a:lstStyle>
            <a:lvl1pPr algn="ctr">
              <a:defRPr sz="700" b="1"/>
            </a:lvl1pPr>
          </a:lstStyle>
          <a:p>
            <a:r>
              <a:rPr lang="en-US" noProof="0"/>
              <a:t>Please add icon</a:t>
            </a:r>
            <a:endParaRPr lang="en-US"/>
          </a:p>
        </p:txBody>
      </p:sp>
      <p:sp>
        <p:nvSpPr>
          <p:cNvPr id="30" name="Picture Placeholder 10">
            <a:extLst>
              <a:ext uri="{FF2B5EF4-FFF2-40B4-BE49-F238E27FC236}">
                <a16:creationId xmlns:a16="http://schemas.microsoft.com/office/drawing/2014/main" id="{65E2D852-BE36-42A3-A2B8-94EA0CA4EE6D}"/>
              </a:ext>
            </a:extLst>
          </p:cNvPr>
          <p:cNvSpPr>
            <a:spLocks noGrp="1"/>
          </p:cNvSpPr>
          <p:nvPr>
            <p:ph type="pic" sz="quarter" idx="28" hasCustomPrompt="1"/>
          </p:nvPr>
        </p:nvSpPr>
        <p:spPr>
          <a:xfrm>
            <a:off x="8902284" y="2628000"/>
            <a:ext cx="457200" cy="457200"/>
          </a:xfrm>
        </p:spPr>
        <p:txBody>
          <a:bodyPr lIns="0" tIns="0" rIns="0" bIns="0"/>
          <a:lstStyle>
            <a:lvl1pPr algn="ctr">
              <a:defRPr sz="700" b="1"/>
            </a:lvl1pPr>
          </a:lstStyle>
          <a:p>
            <a:r>
              <a:rPr lang="en-US" noProof="0"/>
              <a:t>Please add icon</a:t>
            </a:r>
            <a:endParaRPr lang="en-US"/>
          </a:p>
        </p:txBody>
      </p:sp>
      <p:sp>
        <p:nvSpPr>
          <p:cNvPr id="32" name="Picture Placeholder 10">
            <a:extLst>
              <a:ext uri="{FF2B5EF4-FFF2-40B4-BE49-F238E27FC236}">
                <a16:creationId xmlns:a16="http://schemas.microsoft.com/office/drawing/2014/main" id="{47866753-9238-4EF3-9507-1A1A08058E9C}"/>
              </a:ext>
            </a:extLst>
          </p:cNvPr>
          <p:cNvSpPr>
            <a:spLocks noGrp="1"/>
          </p:cNvSpPr>
          <p:nvPr>
            <p:ph type="pic" sz="quarter" idx="30" hasCustomPrompt="1"/>
          </p:nvPr>
        </p:nvSpPr>
        <p:spPr>
          <a:xfrm>
            <a:off x="10324800" y="2628000"/>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C6B1807F-9211-4322-A9DE-43E7460326F6}"/>
              </a:ext>
            </a:extLst>
          </p:cNvPr>
          <p:cNvSpPr>
            <a:spLocks noGrp="1"/>
          </p:cNvSpPr>
          <p:nvPr>
            <p:ph type="body" sz="quarter" idx="33"/>
          </p:nvPr>
        </p:nvSpPr>
        <p:spPr>
          <a:xfrm>
            <a:off x="54360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6" name="Text Placeholder 11">
            <a:extLst>
              <a:ext uri="{FF2B5EF4-FFF2-40B4-BE49-F238E27FC236}">
                <a16:creationId xmlns:a16="http://schemas.microsoft.com/office/drawing/2014/main" id="{713703C9-52F7-41B2-8F89-4F2E87FC5B78}"/>
              </a:ext>
            </a:extLst>
          </p:cNvPr>
          <p:cNvSpPr>
            <a:spLocks noGrp="1"/>
          </p:cNvSpPr>
          <p:nvPr>
            <p:ph type="body" sz="quarter" idx="34"/>
          </p:nvPr>
        </p:nvSpPr>
        <p:spPr>
          <a:xfrm>
            <a:off x="1966114"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7" name="Text Placeholder 11">
            <a:extLst>
              <a:ext uri="{FF2B5EF4-FFF2-40B4-BE49-F238E27FC236}">
                <a16:creationId xmlns:a16="http://schemas.microsoft.com/office/drawing/2014/main" id="{CD7859A9-DEAC-44BA-90B2-C59341DD7AA5}"/>
              </a:ext>
            </a:extLst>
          </p:cNvPr>
          <p:cNvSpPr>
            <a:spLocks noGrp="1"/>
          </p:cNvSpPr>
          <p:nvPr>
            <p:ph type="body" sz="quarter" idx="35"/>
          </p:nvPr>
        </p:nvSpPr>
        <p:spPr>
          <a:xfrm>
            <a:off x="3388628"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8" name="Text Placeholder 11">
            <a:extLst>
              <a:ext uri="{FF2B5EF4-FFF2-40B4-BE49-F238E27FC236}">
                <a16:creationId xmlns:a16="http://schemas.microsoft.com/office/drawing/2014/main" id="{F2B89E32-E735-4545-BDE1-3CA3BEDF7DE6}"/>
              </a:ext>
            </a:extLst>
          </p:cNvPr>
          <p:cNvSpPr>
            <a:spLocks noGrp="1"/>
          </p:cNvSpPr>
          <p:nvPr>
            <p:ph type="body" sz="quarter" idx="36"/>
          </p:nvPr>
        </p:nvSpPr>
        <p:spPr>
          <a:xfrm>
            <a:off x="4811142"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9" name="Text Placeholder 11">
            <a:extLst>
              <a:ext uri="{FF2B5EF4-FFF2-40B4-BE49-F238E27FC236}">
                <a16:creationId xmlns:a16="http://schemas.microsoft.com/office/drawing/2014/main" id="{79DB9110-B5F8-423A-A697-8591E76C9EE4}"/>
              </a:ext>
            </a:extLst>
          </p:cNvPr>
          <p:cNvSpPr>
            <a:spLocks noGrp="1"/>
          </p:cNvSpPr>
          <p:nvPr>
            <p:ph type="body" sz="quarter" idx="37"/>
          </p:nvPr>
        </p:nvSpPr>
        <p:spPr>
          <a:xfrm>
            <a:off x="6233656"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0" name="Text Placeholder 11">
            <a:extLst>
              <a:ext uri="{FF2B5EF4-FFF2-40B4-BE49-F238E27FC236}">
                <a16:creationId xmlns:a16="http://schemas.microsoft.com/office/drawing/2014/main" id="{4A113945-5C37-4C98-9F22-2E8E222896F0}"/>
              </a:ext>
            </a:extLst>
          </p:cNvPr>
          <p:cNvSpPr>
            <a:spLocks noGrp="1"/>
          </p:cNvSpPr>
          <p:nvPr>
            <p:ph type="body" sz="quarter" idx="38"/>
          </p:nvPr>
        </p:nvSpPr>
        <p:spPr>
          <a:xfrm>
            <a:off x="765617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1" name="Text Placeholder 11">
            <a:extLst>
              <a:ext uri="{FF2B5EF4-FFF2-40B4-BE49-F238E27FC236}">
                <a16:creationId xmlns:a16="http://schemas.microsoft.com/office/drawing/2014/main" id="{6CFB8023-5E64-4185-A3F2-D0F8FCB194A8}"/>
              </a:ext>
            </a:extLst>
          </p:cNvPr>
          <p:cNvSpPr>
            <a:spLocks noGrp="1"/>
          </p:cNvSpPr>
          <p:nvPr>
            <p:ph type="body" sz="quarter" idx="39"/>
          </p:nvPr>
        </p:nvSpPr>
        <p:spPr>
          <a:xfrm>
            <a:off x="9078684"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2" name="Text Placeholder 11">
            <a:extLst>
              <a:ext uri="{FF2B5EF4-FFF2-40B4-BE49-F238E27FC236}">
                <a16:creationId xmlns:a16="http://schemas.microsoft.com/office/drawing/2014/main" id="{E41837A5-5A9E-4304-9788-7F565C602441}"/>
              </a:ext>
            </a:extLst>
          </p:cNvPr>
          <p:cNvSpPr>
            <a:spLocks noGrp="1"/>
          </p:cNvSpPr>
          <p:nvPr>
            <p:ph type="body" sz="quarter" idx="40"/>
          </p:nvPr>
        </p:nvSpPr>
        <p:spPr>
          <a:xfrm>
            <a:off x="1050120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54360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1" name="Text Placeholder 11">
            <a:extLst>
              <a:ext uri="{FF2B5EF4-FFF2-40B4-BE49-F238E27FC236}">
                <a16:creationId xmlns:a16="http://schemas.microsoft.com/office/drawing/2014/main" id="{4D6AB49F-5CDC-4EA4-8AD2-A427B0E0BBA5}"/>
              </a:ext>
            </a:extLst>
          </p:cNvPr>
          <p:cNvSpPr>
            <a:spLocks noGrp="1"/>
          </p:cNvSpPr>
          <p:nvPr>
            <p:ph type="body" sz="quarter" idx="41"/>
          </p:nvPr>
        </p:nvSpPr>
        <p:spPr>
          <a:xfrm>
            <a:off x="1966114"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2" name="Text Placeholder 11">
            <a:extLst>
              <a:ext uri="{FF2B5EF4-FFF2-40B4-BE49-F238E27FC236}">
                <a16:creationId xmlns:a16="http://schemas.microsoft.com/office/drawing/2014/main" id="{F463238E-B23C-4F7A-B1CE-7F163AD95E4B}"/>
              </a:ext>
            </a:extLst>
          </p:cNvPr>
          <p:cNvSpPr>
            <a:spLocks noGrp="1"/>
          </p:cNvSpPr>
          <p:nvPr>
            <p:ph type="body" sz="quarter" idx="42"/>
          </p:nvPr>
        </p:nvSpPr>
        <p:spPr>
          <a:xfrm>
            <a:off x="3388628"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3" name="Text Placeholder 11">
            <a:extLst>
              <a:ext uri="{FF2B5EF4-FFF2-40B4-BE49-F238E27FC236}">
                <a16:creationId xmlns:a16="http://schemas.microsoft.com/office/drawing/2014/main" id="{5DB448C2-2659-44FA-83F9-45594F8D9494}"/>
              </a:ext>
            </a:extLst>
          </p:cNvPr>
          <p:cNvSpPr>
            <a:spLocks noGrp="1"/>
          </p:cNvSpPr>
          <p:nvPr>
            <p:ph type="body" sz="quarter" idx="43"/>
          </p:nvPr>
        </p:nvSpPr>
        <p:spPr>
          <a:xfrm>
            <a:off x="4811142"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4" name="Text Placeholder 11">
            <a:extLst>
              <a:ext uri="{FF2B5EF4-FFF2-40B4-BE49-F238E27FC236}">
                <a16:creationId xmlns:a16="http://schemas.microsoft.com/office/drawing/2014/main" id="{0790F9F6-D5F4-45A2-A221-F081E5C91D0B}"/>
              </a:ext>
            </a:extLst>
          </p:cNvPr>
          <p:cNvSpPr>
            <a:spLocks noGrp="1"/>
          </p:cNvSpPr>
          <p:nvPr>
            <p:ph type="body" sz="quarter" idx="44"/>
          </p:nvPr>
        </p:nvSpPr>
        <p:spPr>
          <a:xfrm>
            <a:off x="6233656"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5" name="Text Placeholder 11">
            <a:extLst>
              <a:ext uri="{FF2B5EF4-FFF2-40B4-BE49-F238E27FC236}">
                <a16:creationId xmlns:a16="http://schemas.microsoft.com/office/drawing/2014/main" id="{D2ADD6FC-36B5-4CFB-851C-0D31F197AB4A}"/>
              </a:ext>
            </a:extLst>
          </p:cNvPr>
          <p:cNvSpPr>
            <a:spLocks noGrp="1"/>
          </p:cNvSpPr>
          <p:nvPr>
            <p:ph type="body" sz="quarter" idx="45"/>
          </p:nvPr>
        </p:nvSpPr>
        <p:spPr>
          <a:xfrm>
            <a:off x="765617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6" name="Text Placeholder 11">
            <a:extLst>
              <a:ext uri="{FF2B5EF4-FFF2-40B4-BE49-F238E27FC236}">
                <a16:creationId xmlns:a16="http://schemas.microsoft.com/office/drawing/2014/main" id="{021BC5A5-67A6-48CA-A81C-99793628929B}"/>
              </a:ext>
            </a:extLst>
          </p:cNvPr>
          <p:cNvSpPr>
            <a:spLocks noGrp="1"/>
          </p:cNvSpPr>
          <p:nvPr>
            <p:ph type="body" sz="quarter" idx="46"/>
          </p:nvPr>
        </p:nvSpPr>
        <p:spPr>
          <a:xfrm>
            <a:off x="9078684"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7" name="Text Placeholder 11">
            <a:extLst>
              <a:ext uri="{FF2B5EF4-FFF2-40B4-BE49-F238E27FC236}">
                <a16:creationId xmlns:a16="http://schemas.microsoft.com/office/drawing/2014/main" id="{FB6B97BC-758E-4B5D-BE93-360237912AC9}"/>
              </a:ext>
            </a:extLst>
          </p:cNvPr>
          <p:cNvSpPr>
            <a:spLocks noGrp="1"/>
          </p:cNvSpPr>
          <p:nvPr>
            <p:ph type="body" sz="quarter" idx="47"/>
          </p:nvPr>
        </p:nvSpPr>
        <p:spPr>
          <a:xfrm>
            <a:off x="1050120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496A4784-E403-481E-8D66-9E6056CF057A}"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912456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F7A1AB0-1A59-47D7-9E7E-F23820610FF3}"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976963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79257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BD622A39-4236-4AD5-88CF-54333D308FC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49000" y="2793222"/>
            <a:ext cx="3294000" cy="1263978"/>
          </a:xfrm>
          <a:prstGeom prst="rect">
            <a:avLst/>
          </a:prstGeom>
        </p:spPr>
      </p:pic>
    </p:spTree>
    <p:extLst>
      <p:ext uri="{BB962C8B-B14F-4D97-AF65-F5344CB8AC3E}">
        <p14:creationId xmlns:p14="http://schemas.microsoft.com/office/powerpoint/2010/main" val="2623416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4256188" y="1336538"/>
            <a:ext cx="2772000" cy="490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sz="1600">
                <a:latin typeface="+mn-lt"/>
                <a:cs typeface="Arial" panose="020B0604020202020204" pitchFamily="34" charset="0"/>
              </a:rPr>
              <a:t>PICTURES</a:t>
            </a:r>
            <a:br>
              <a:rPr lang="en-GB" sz="900">
                <a:latin typeface="+mn-lt"/>
                <a:cs typeface="Arial" panose="020B0604020202020204" pitchFamily="34" charset="0"/>
              </a:rPr>
            </a:br>
            <a:r>
              <a:rPr lang="en-US" sz="900" b="1" noProof="1">
                <a:solidFill>
                  <a:schemeClr val="tx1"/>
                </a:solidFill>
                <a:latin typeface="+mn-lt"/>
                <a:cs typeface="Arial" panose="020B0604020202020204" pitchFamily="34" charset="0"/>
              </a:rPr>
              <a:t>Insert corporate picture from Templafy</a:t>
            </a:r>
            <a:endParaRPr lang="en-US"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noProof="1">
                <a:solidFill>
                  <a:schemeClr val="tx1"/>
                </a:solidFill>
                <a:latin typeface="+mn-lt"/>
                <a:cs typeface="Arial" panose="020B0604020202020204" pitchFamily="34" charset="0"/>
              </a:rPr>
              <a:t>1.</a:t>
            </a:r>
            <a:r>
              <a:rPr lang="en-US" altLang="da-DK" sz="900" b="0" noProof="1">
                <a:solidFill>
                  <a:schemeClr val="tx1"/>
                </a:solidFill>
                <a:latin typeface="+mn-lt"/>
                <a:cs typeface="Arial" panose="020B0604020202020204" pitchFamily="34" charset="0"/>
              </a:rPr>
              <a:t> Click the blue </a:t>
            </a:r>
            <a:r>
              <a:rPr lang="en-US" altLang="da-DK" sz="900" b="1" baseline="0" noProof="1">
                <a:solidFill>
                  <a:schemeClr val="tx1"/>
                </a:solidFill>
                <a:latin typeface="+mn-lt"/>
                <a:cs typeface="Arial" panose="020B0604020202020204" pitchFamily="34" charset="0"/>
              </a:rPr>
              <a:t>Templafy </a:t>
            </a:r>
            <a:r>
              <a:rPr lang="en-US" altLang="da-DK" sz="900" b="0" baseline="0" noProof="1">
                <a:solidFill>
                  <a:schemeClr val="tx1"/>
                </a:solidFill>
                <a:latin typeface="+mn-lt"/>
                <a:cs typeface="Arial" panose="020B0604020202020204" pitchFamily="34" charset="0"/>
              </a:rPr>
              <a:t>button to view T</a:t>
            </a:r>
            <a:br>
              <a:rPr lang="en-GB" altLang="da-DK" sz="900" b="0" baseline="0" noProof="1">
                <a:solidFill>
                  <a:schemeClr val="tx1"/>
                </a:solidFill>
                <a:latin typeface="+mn-lt"/>
                <a:cs typeface="Arial" panose="020B0604020202020204" pitchFamily="34" charset="0"/>
              </a:rPr>
            </a:br>
            <a:r>
              <a:rPr lang="en-US" altLang="da-DK" sz="900" b="0" baseline="0" noProof="1">
                <a:solidFill>
                  <a:schemeClr val="tx1"/>
                </a:solidFill>
                <a:latin typeface="+mn-lt"/>
                <a:cs typeface="Arial" panose="020B0604020202020204" pitchFamily="34" charset="0"/>
              </a:rPr>
              <a:t>emplafy pane on right side of the screen, if it </a:t>
            </a:r>
            <a:br>
              <a:rPr lang="en-GB" altLang="da-DK" sz="900" b="0" baseline="0" noProof="1">
                <a:solidFill>
                  <a:schemeClr val="tx1"/>
                </a:solidFill>
                <a:latin typeface="+mn-lt"/>
                <a:cs typeface="Arial" panose="020B0604020202020204" pitchFamily="34" charset="0"/>
              </a:rPr>
            </a:br>
            <a:r>
              <a:rPr lang="en-US" altLang="da-DK" sz="900" b="0" baseline="0" noProof="1">
                <a:solidFill>
                  <a:schemeClr val="tx1"/>
                </a:solidFill>
                <a:latin typeface="+mn-lt"/>
                <a:cs typeface="Arial" panose="020B0604020202020204" pitchFamily="34" charset="0"/>
              </a:rPr>
              <a:t>is not already there</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2. </a:t>
            </a:r>
            <a:r>
              <a:rPr lang="en-US" altLang="da-DK" sz="900" b="0" baseline="0" noProof="1">
                <a:solidFill>
                  <a:schemeClr val="tx1"/>
                </a:solidFill>
                <a:latin typeface="+mn-lt"/>
                <a:cs typeface="Arial" panose="020B0604020202020204" pitchFamily="34" charset="0"/>
              </a:rPr>
              <a:t>Select picture placeholder by clicking on the frame (at the edge)</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3. </a:t>
            </a:r>
            <a:r>
              <a:rPr lang="en-US" altLang="da-DK" sz="900" b="0" baseline="0" noProof="1">
                <a:solidFill>
                  <a:schemeClr val="tx1"/>
                </a:solidFill>
                <a:latin typeface="+mn-lt"/>
                <a:cs typeface="Arial" panose="020B0604020202020204" pitchFamily="34" charset="0"/>
              </a:rPr>
              <a:t>Click the </a:t>
            </a:r>
            <a:r>
              <a:rPr lang="en-US" altLang="da-DK" sz="900" b="1" baseline="0" noProof="1">
                <a:solidFill>
                  <a:schemeClr val="tx1"/>
                </a:solidFill>
                <a:latin typeface="+mn-lt"/>
                <a:cs typeface="Arial" panose="020B0604020202020204" pitchFamily="34" charset="0"/>
              </a:rPr>
              <a:t>Images </a:t>
            </a:r>
            <a:r>
              <a:rPr lang="en-US" altLang="da-DK" sz="900" b="0" i="0" baseline="0" noProof="1">
                <a:solidFill>
                  <a:schemeClr val="tx1"/>
                </a:solidFill>
                <a:latin typeface="+mn-lt"/>
                <a:cs typeface="Arial" panose="020B0604020202020204" pitchFamily="34" charset="0"/>
              </a:rPr>
              <a:t>button</a:t>
            </a:r>
            <a:r>
              <a:rPr lang="en-US" altLang="da-DK" sz="900" b="0" baseline="0" noProof="1">
                <a:solidFill>
                  <a:schemeClr val="tx1"/>
                </a:solidFill>
                <a:latin typeface="+mn-lt"/>
                <a:cs typeface="Arial" panose="020B0604020202020204" pitchFamily="34" charset="0"/>
              </a:rPr>
              <a:t> in the Templafy pane</a:t>
            </a:r>
            <a:br>
              <a:rPr lang="en-GB" altLang="da-DK" sz="900" b="0" baseline="0" noProof="1">
                <a:solidFill>
                  <a:schemeClr val="tx1"/>
                </a:solidFill>
                <a:latin typeface="+mn-lt"/>
                <a:cs typeface="Arial" panose="020B0604020202020204" pitchFamily="34" charset="0"/>
              </a:rPr>
            </a:br>
            <a:endParaRPr lang="en-US" altLang="da-DK" sz="900" b="0" baseline="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Insert picture</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On slides with pictureplaceholder, click on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the icon and choose </a:t>
            </a:r>
            <a:r>
              <a:rPr lang="en-US" altLang="da-DK" sz="900" b="1" noProof="1">
                <a:solidFill>
                  <a:schemeClr val="tx1"/>
                </a:solidFill>
                <a:latin typeface="+mn-lt"/>
                <a:cs typeface="Arial" panose="020B0604020202020204" pitchFamily="34" charset="0"/>
              </a:rPr>
              <a:t>Insert </a:t>
            </a:r>
            <a:r>
              <a:rPr lang="en-US" altLang="da-DK" sz="900" b="0" noProof="1">
                <a:solidFill>
                  <a:schemeClr val="tx1"/>
                </a:solidFill>
                <a:latin typeface="+mn-lt"/>
                <a:cs typeface="Arial" panose="020B0604020202020204" pitchFamily="34" charset="0"/>
              </a:rPr>
              <a:t>to browse for picture</a:t>
            </a:r>
            <a:endParaRPr lang="en-US"/>
          </a:p>
          <a:p>
            <a:pPr eaLnBrk="1" hangingPunct="1">
              <a:spcBef>
                <a:spcPts val="1200"/>
              </a:spcBef>
              <a:spcAft>
                <a:spcPts val="600"/>
              </a:spcAft>
              <a:defRPr/>
            </a:pPr>
            <a:r>
              <a:rPr lang="en-US" sz="900" b="1" noProof="1">
                <a:solidFill>
                  <a:schemeClr val="tx1"/>
                </a:solidFill>
                <a:latin typeface="+mn-lt"/>
                <a:cs typeface="Arial" panose="020B0604020202020204" pitchFamily="34" charset="0"/>
              </a:rPr>
              <a:t>Crop picture</a:t>
            </a:r>
            <a:endParaRPr lang="en-US"/>
          </a:p>
          <a:p>
            <a:pPr eaLnBrk="1" hangingPunct="1">
              <a:spcAft>
                <a:spcPts val="600"/>
              </a:spcAft>
              <a:defRPr/>
            </a:pPr>
            <a:r>
              <a:rPr lang="en-US" altLang="da-DK" sz="900" b="1" noProof="1">
                <a:solidFill>
                  <a:schemeClr val="tx1"/>
                </a:solidFill>
                <a:latin typeface="+mn-lt"/>
                <a:cs typeface="Arial" panose="020B0604020202020204" pitchFamily="34" charset="0"/>
              </a:rPr>
              <a:t>1. </a:t>
            </a:r>
            <a:r>
              <a:rPr lang="en-US" altLang="da-DK" sz="900" b="0" noProof="1">
                <a:solidFill>
                  <a:schemeClr val="tx1"/>
                </a:solidFill>
                <a:latin typeface="+mn-lt"/>
                <a:cs typeface="Arial" panose="020B0604020202020204" pitchFamily="34" charset="0"/>
              </a:rPr>
              <a:t>Click </a:t>
            </a:r>
            <a:r>
              <a:rPr lang="en-US" altLang="da-DK" sz="900" b="1" noProof="1">
                <a:solidFill>
                  <a:schemeClr val="tx1"/>
                </a:solidFill>
                <a:latin typeface="+mn-lt"/>
                <a:cs typeface="Arial" panose="020B0604020202020204" pitchFamily="34" charset="0"/>
              </a:rPr>
              <a:t>Crop</a:t>
            </a:r>
            <a:r>
              <a:rPr lang="en-US" altLang="da-DK" sz="900" b="0" noProof="1">
                <a:solidFill>
                  <a:schemeClr val="tx1"/>
                </a:solidFill>
                <a:latin typeface="+mn-lt"/>
                <a:cs typeface="Arial" panose="020B0604020202020204" pitchFamily="34" charset="0"/>
              </a:rPr>
              <a:t> to change size or focus of the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picture</a:t>
            </a:r>
            <a:endParaRPr lang="en-US"/>
          </a:p>
          <a:p>
            <a:pPr eaLnBrk="1" hangingPunct="1">
              <a:spcAft>
                <a:spcPts val="600"/>
              </a:spcAft>
              <a:defRPr/>
            </a:pPr>
            <a:r>
              <a:rPr lang="en-US" altLang="da-DK" sz="900" b="1" noProof="1">
                <a:solidFill>
                  <a:schemeClr val="tx1"/>
                </a:solidFill>
                <a:latin typeface="+mn-lt"/>
                <a:cs typeface="Arial" panose="020B0604020202020204" pitchFamily="34" charset="0"/>
              </a:rPr>
              <a:t>2. </a:t>
            </a:r>
            <a:r>
              <a:rPr lang="en-US" altLang="da-DK" sz="900" b="0" noProof="1">
                <a:solidFill>
                  <a:schemeClr val="tx1"/>
                </a:solidFill>
                <a:latin typeface="+mn-lt"/>
                <a:cs typeface="Arial" panose="020B0604020202020204" pitchFamily="34" charset="0"/>
              </a:rPr>
              <a:t>If you want to scale the picture, hold </a:t>
            </a:r>
            <a:r>
              <a:rPr lang="en-US" altLang="da-DK" sz="900" b="1" noProof="1">
                <a:solidFill>
                  <a:schemeClr val="tx1"/>
                </a:solidFill>
                <a:latin typeface="+mn-lt"/>
                <a:cs typeface="Arial" panose="020B0604020202020204" pitchFamily="34" charset="0"/>
              </a:rPr>
              <a:t>SHIFT</a:t>
            </a:r>
            <a:r>
              <a:rPr lang="en-US" altLang="da-DK" sz="900" b="0" noProof="1">
                <a:solidFill>
                  <a:schemeClr val="tx1"/>
                </a:solidFill>
                <a:latin typeface="+mn-lt"/>
                <a:cs typeface="Arial" panose="020B0604020202020204" pitchFamily="34" charset="0"/>
              </a:rPr>
              <a:t>-key down while dragging the corners of the picture</a:t>
            </a:r>
            <a:br>
              <a:rPr lang="en-GB" altLang="da-DK" sz="900" b="0" noProof="1">
                <a:solidFill>
                  <a:schemeClr val="tx1"/>
                </a:solidFill>
                <a:latin typeface="+mn-lt"/>
                <a:cs typeface="Arial" panose="020B0604020202020204" pitchFamily="34" charset="0"/>
              </a:rPr>
            </a:b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t>
            </a:r>
            <a:r>
              <a:rPr lang="en-US" altLang="da-DK" sz="900" b="0" noProof="1">
                <a:solidFill>
                  <a:schemeClr val="tx1"/>
                </a:solidFill>
                <a:latin typeface="+mn-lt"/>
                <a:cs typeface="Arial" panose="020B0604020202020204" pitchFamily="34" charset="0"/>
              </a:rPr>
              <a:t>If you delete the picture and insert a new one, the picture may lie in front of the text or graphic. If this happens, select the picture,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right-click and choose </a:t>
            </a:r>
            <a:r>
              <a:rPr lang="en-US" altLang="da-DK" sz="900" b="1" noProof="1">
                <a:solidFill>
                  <a:schemeClr val="tx1"/>
                </a:solidFill>
                <a:latin typeface="+mn-lt"/>
                <a:cs typeface="Arial" panose="020B0604020202020204" pitchFamily="34" charset="0"/>
              </a:rPr>
              <a:t>Send to Back</a:t>
            </a:r>
            <a:endParaRPr lang="en-US"/>
          </a:p>
          <a:p>
            <a:pPr marL="0" marR="0" lvl="0" indent="0" algn="l" defTabSz="914400" rtl="0" eaLnBrk="1" fontAlgn="auto" latinLnBrk="0" hangingPunct="1">
              <a:lnSpc>
                <a:spcPct val="100000"/>
              </a:lnSpc>
              <a:spcBef>
                <a:spcPts val="1200"/>
              </a:spcBef>
              <a:spcAft>
                <a:spcPts val="600"/>
              </a:spcAft>
              <a:buClrTx/>
              <a:buSzTx/>
              <a:buFontTx/>
              <a:buNone/>
              <a:tabLst/>
              <a:defRPr/>
            </a:pPr>
            <a:r>
              <a:rPr lang="en-US" sz="1600">
                <a:latin typeface="+mn-lt"/>
                <a:cs typeface="Arial" panose="020B0604020202020204" pitchFamily="34" charset="0"/>
              </a:rPr>
              <a:t>GUIDES</a:t>
            </a:r>
            <a:endParaRPr lang="en-US" sz="1600" b="1" noProof="1">
              <a:solidFill>
                <a:schemeClr val="tx1"/>
              </a:solidFill>
              <a:latin typeface="+mn-lt"/>
              <a:cs typeface="Arial" panose="020B0604020202020204" pitchFamily="34" charset="0"/>
            </a:endParaRPr>
          </a:p>
          <a:p>
            <a:pPr eaLnBrk="1" hangingPunct="1">
              <a:spcAft>
                <a:spcPts val="600"/>
              </a:spcAft>
              <a:defRPr/>
            </a:pPr>
            <a:r>
              <a:rPr lang="en-US" altLang="da-DK" sz="900" b="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View</a:t>
            </a:r>
            <a:r>
              <a:rPr lang="en-US" altLang="da-DK" sz="900" b="0" noProof="1">
                <a:solidFill>
                  <a:schemeClr val="tx1"/>
                </a:solidFill>
                <a:latin typeface="+mn-lt"/>
                <a:cs typeface="Arial" panose="020B0604020202020204" pitchFamily="34" charset="0"/>
              </a:rPr>
              <a:t> tab and set tick mark next to </a:t>
            </a:r>
            <a:r>
              <a:rPr lang="en-US" altLang="da-DK" sz="900" b="1" noProof="1">
                <a:solidFill>
                  <a:schemeClr val="tx1"/>
                </a:solidFill>
                <a:latin typeface="+mn-lt"/>
                <a:cs typeface="Arial" panose="020B0604020202020204" pitchFamily="34" charset="0"/>
              </a:rPr>
              <a:t>Guides</a:t>
            </a: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Alt + F9 </a:t>
            </a:r>
            <a:r>
              <a:rPr lang="en-US" altLang="da-DK" sz="900" b="0" noProof="1">
                <a:solidFill>
                  <a:schemeClr val="tx1"/>
                </a:solidFill>
                <a:latin typeface="+mn-lt"/>
                <a:cs typeface="Arial" panose="020B0604020202020204" pitchFamily="34" charset="0"/>
              </a:rPr>
              <a:t>for quick view of guides</a:t>
            </a:r>
            <a:br>
              <a:rPr lang="en-GB"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Mac: </a:t>
            </a:r>
            <a:r>
              <a:rPr lang="en-US" sz="900" b="0" i="0">
                <a:solidFill>
                  <a:srgbClr val="333333"/>
                </a:solidFill>
                <a:effectLst/>
                <a:latin typeface="Arial"/>
              </a:rPr>
              <a:t>⌘ </a:t>
            </a:r>
            <a:r>
              <a:rPr lang="en-US" altLang="da-DK" sz="900" b="0" noProof="1">
                <a:solidFill>
                  <a:schemeClr val="tx1"/>
                </a:solidFill>
                <a:latin typeface="+mn-lt"/>
                <a:cs typeface="Arial" panose="020B0604020202020204" pitchFamily="34" charset="0"/>
              </a:rPr>
              <a:t>+ option + ctrl + G</a:t>
            </a:r>
            <a:endParaRPr lang="en-US"/>
          </a:p>
        </p:txBody>
      </p:sp>
      <p:pic>
        <p:nvPicPr>
          <p:cNvPr id="27" name="Billede 26">
            <a:extLst>
              <a:ext uri="{FF2B5EF4-FFF2-40B4-BE49-F238E27FC236}">
                <a16:creationId xmlns:a16="http://schemas.microsoft.com/office/drawing/2014/main" id="{3A5D5234-21E3-4579-AE5E-A650C0CF9FB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065739" y="1784704"/>
            <a:ext cx="305786" cy="36585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065739" y="3869641"/>
            <a:ext cx="313788"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8172496" y="1336538"/>
            <a:ext cx="2772000" cy="519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HEADER &amp; FOOTER</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Do this at the very end to apply the changes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on all slides</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Click on </a:t>
            </a:r>
            <a:r>
              <a:rPr lang="en-US" altLang="da-DK" sz="900" b="1" noProof="1">
                <a:solidFill>
                  <a:schemeClr val="tx1"/>
                </a:solidFill>
                <a:latin typeface="+mn-lt"/>
                <a:cs typeface="Arial" panose="020B0604020202020204" pitchFamily="34" charset="0"/>
              </a:rPr>
              <a:t>Header &amp; Footer </a:t>
            </a:r>
            <a:r>
              <a:rPr lang="en-US" altLang="da-DK" sz="900" b="0" noProof="1">
                <a:solidFill>
                  <a:schemeClr val="tx1"/>
                </a:solidFill>
                <a:latin typeface="+mn-lt"/>
                <a:cs typeface="Arial" panose="020B0604020202020204" pitchFamily="34" charset="0"/>
              </a:rPr>
              <a:t>in the </a:t>
            </a:r>
            <a:r>
              <a:rPr lang="en-US" altLang="da-DK" sz="900" b="1" noProof="1">
                <a:solidFill>
                  <a:schemeClr val="tx1"/>
                </a:solidFill>
                <a:latin typeface="+mn-lt"/>
                <a:cs typeface="Arial" panose="020B0604020202020204" pitchFamily="34" charset="0"/>
              </a:rPr>
              <a:t>Insert</a:t>
            </a:r>
            <a:r>
              <a:rPr lang="en-US" altLang="da-DK" sz="900" b="0" noProof="1">
                <a:solidFill>
                  <a:schemeClr val="tx1"/>
                </a:solidFill>
                <a:latin typeface="+mn-lt"/>
                <a:cs typeface="Arial" panose="020B0604020202020204" pitchFamily="34" charset="0"/>
              </a:rPr>
              <a:t> tab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(write the desired text, click date or Slide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number from or to)</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Click </a:t>
            </a:r>
            <a:r>
              <a:rPr lang="en-US" altLang="da-DK" sz="900" b="1" noProof="1">
                <a:solidFill>
                  <a:schemeClr val="tx1"/>
                </a:solidFill>
                <a:latin typeface="+mn-lt"/>
                <a:cs typeface="Arial" panose="020B0604020202020204" pitchFamily="34" charset="0"/>
              </a:rPr>
              <a:t>Apply to All </a:t>
            </a:r>
            <a:r>
              <a:rPr lang="en-US" altLang="da-DK" sz="900" b="0" noProof="1">
                <a:solidFill>
                  <a:schemeClr val="tx1"/>
                </a:solidFill>
                <a:latin typeface="+mn-lt"/>
                <a:cs typeface="Arial" panose="020B0604020202020204" pitchFamily="34" charset="0"/>
              </a:rPr>
              <a:t>or </a:t>
            </a:r>
            <a:r>
              <a:rPr lang="en-US" altLang="da-DK" sz="900" b="1" noProof="1">
                <a:solidFill>
                  <a:schemeClr val="tx1"/>
                </a:solidFill>
                <a:latin typeface="+mn-lt"/>
                <a:cs typeface="Arial" panose="020B0604020202020204" pitchFamily="34" charset="0"/>
              </a:rPr>
              <a:t>Apply</a:t>
            </a:r>
            <a:r>
              <a:rPr lang="en-US" altLang="da-DK" sz="900" b="0" noProof="1">
                <a:solidFill>
                  <a:schemeClr val="tx1"/>
                </a:solidFill>
                <a:latin typeface="+mn-lt"/>
                <a:cs typeface="Arial" panose="020B0604020202020204" pitchFamily="34" charset="0"/>
              </a:rPr>
              <a:t> if only used on one slide</a:t>
            </a:r>
            <a:endParaRPr lang="en-US"/>
          </a:p>
          <a:p>
            <a:pPr eaLnBrk="1" hangingPunct="1">
              <a:spcAft>
                <a:spcPts val="600"/>
              </a:spcAft>
              <a:defRPr/>
            </a:pP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1600" b="0" noProof="1">
                <a:solidFill>
                  <a:schemeClr val="tx1"/>
                </a:solidFill>
                <a:latin typeface="+mn-lt"/>
                <a:cs typeface="Arial" panose="020B0604020202020204" pitchFamily="34" charset="0"/>
              </a:rPr>
              <a:t>COPY/PASTE CONTENT</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When copying old content to your new presentation,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2 options are available:</a:t>
            </a:r>
            <a:endParaRPr lang="en-US"/>
          </a:p>
          <a:p>
            <a:pPr eaLnBrk="1" hangingPunct="1">
              <a:spcAft>
                <a:spcPts val="600"/>
              </a:spcAft>
              <a:defRPr/>
            </a:pPr>
            <a:r>
              <a:rPr lang="en-US" altLang="da-DK" sz="900" b="1" noProof="1">
                <a:solidFill>
                  <a:schemeClr val="tx1"/>
                </a:solidFill>
                <a:latin typeface="+mn-lt"/>
                <a:cs typeface="Arial" panose="020B0604020202020204" pitchFamily="34" charset="0"/>
              </a:rPr>
              <a:t>1. Best practice: </a:t>
            </a:r>
            <a:r>
              <a:rPr lang="en-US" altLang="da-DK" sz="900" b="0" noProof="1">
                <a:solidFill>
                  <a:schemeClr val="tx1"/>
                </a:solidFill>
                <a:latin typeface="+mn-lt"/>
                <a:cs typeface="Arial" panose="020B0604020202020204" pitchFamily="34" charset="0"/>
              </a:rPr>
              <a:t>Create a slide in your new presentation and copy </a:t>
            </a:r>
            <a:r>
              <a:rPr lang="en-US" altLang="da-DK" sz="900" b="0" i="0" u="sng" noProof="1">
                <a:solidFill>
                  <a:schemeClr val="tx1"/>
                </a:solidFill>
                <a:latin typeface="+mn-lt"/>
                <a:cs typeface="Arial" panose="020B0604020202020204" pitchFamily="34" charset="0"/>
              </a:rPr>
              <a:t>one</a:t>
            </a:r>
            <a:r>
              <a:rPr lang="en-US" altLang="da-DK" sz="900" b="0" i="0" u="none" noProof="1">
                <a:solidFill>
                  <a:schemeClr val="tx1"/>
                </a:solidFill>
                <a:latin typeface="+mn-lt"/>
                <a:cs typeface="Arial" panose="020B0604020202020204" pitchFamily="34" charset="0"/>
              </a:rPr>
              <a:t> piece of content at a time (e.g. copy all text from </a:t>
            </a:r>
            <a:r>
              <a:rPr lang="en-US" altLang="da-DK" sz="900" b="0" i="0" u="sng" noProof="1">
                <a:solidFill>
                  <a:schemeClr val="tx1"/>
                </a:solidFill>
                <a:latin typeface="+mn-lt"/>
                <a:cs typeface="Arial" panose="020B0604020202020204" pitchFamily="34" charset="0"/>
              </a:rPr>
              <a:t>one</a:t>
            </a:r>
            <a:r>
              <a:rPr lang="en-US" altLang="da-DK" sz="900" b="0" i="0" u="none" noProof="1">
                <a:solidFill>
                  <a:schemeClr val="tx1"/>
                </a:solidFill>
                <a:latin typeface="+mn-lt"/>
                <a:cs typeface="Arial" panose="020B0604020202020204" pitchFamily="34" charset="0"/>
              </a:rPr>
              <a:t> textbox)</a:t>
            </a:r>
            <a:endParaRPr lang="en-US" altLang="da-DK" sz="900" b="1" i="0" u="sng"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2. </a:t>
            </a:r>
            <a:r>
              <a:rPr lang="en-US" altLang="da-DK" sz="900" b="0" noProof="1">
                <a:solidFill>
                  <a:schemeClr val="tx1"/>
                </a:solidFill>
                <a:latin typeface="+mn-lt"/>
                <a:cs typeface="Arial" panose="020B0604020202020204" pitchFamily="34" charset="0"/>
              </a:rPr>
              <a:t>Or copy an entire slide into your new presentation and then choose a fitting layout. Remember to delete the old, wrong layouts (go to View &gt; Slidemaster and delete them)</a:t>
            </a:r>
            <a:endParaRPr lang="en-US" altLang="da-DK" sz="900" b="1" noProof="1">
              <a:solidFill>
                <a:schemeClr val="tx1"/>
              </a:solidFill>
              <a:latin typeface="+mn-lt"/>
              <a:cs typeface="Arial" panose="020B0604020202020204" pitchFamily="34" charset="0"/>
            </a:endParaRPr>
          </a:p>
          <a:p>
            <a:pPr eaLnBrk="1" hangingPunct="1">
              <a:spcAft>
                <a:spcPts val="600"/>
              </a:spcAft>
              <a:defRPr/>
            </a:pPr>
            <a:endParaRPr lang="en-US"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SLIDES &amp; SLIDE ELEMENTS</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Insert predefined slides and elements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using the Templafy pane. Choose </a:t>
            </a:r>
            <a:br>
              <a:rPr lang="en-GB"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Slides</a:t>
            </a:r>
            <a:r>
              <a:rPr lang="en-US" altLang="da-DK" sz="900" b="0" noProof="1">
                <a:solidFill>
                  <a:schemeClr val="tx1"/>
                </a:solidFill>
                <a:latin typeface="+mn-lt"/>
                <a:cs typeface="Arial" panose="020B0604020202020204" pitchFamily="34" charset="0"/>
              </a:rPr>
              <a:t> and </a:t>
            </a:r>
            <a:r>
              <a:rPr lang="en-US" altLang="da-DK" sz="900" b="1" noProof="1">
                <a:solidFill>
                  <a:schemeClr val="tx1"/>
                </a:solidFill>
                <a:latin typeface="+mn-lt"/>
                <a:cs typeface="Arial" panose="020B0604020202020204" pitchFamily="34" charset="0"/>
              </a:rPr>
              <a:t>Slide elements </a:t>
            </a:r>
            <a:r>
              <a:rPr lang="en-US" altLang="da-DK" sz="900" b="0" noProof="1">
                <a:solidFill>
                  <a:schemeClr val="tx1"/>
                </a:solidFill>
                <a:latin typeface="+mn-lt"/>
                <a:cs typeface="Arial" panose="020B0604020202020204" pitchFamily="34" charset="0"/>
              </a:rPr>
              <a:t>from the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buttons in the Templafy pane on the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right side of the screen</a:t>
            </a:r>
            <a:endParaRPr lang="en-US" altLang="da-DK" sz="900" b="1" noProof="1">
              <a:solidFill>
                <a:schemeClr val="tx1"/>
              </a:solidFill>
              <a:latin typeface="+mn-lt"/>
              <a:cs typeface="Arial" panose="020B0604020202020204" pitchFamily="34" charset="0"/>
            </a:endParaRPr>
          </a:p>
        </p:txBody>
      </p:sp>
      <p:sp>
        <p:nvSpPr>
          <p:cNvPr id="65" name="Fast overskrift">
            <a:extLst>
              <a:ext uri="{FF2B5EF4-FFF2-40B4-BE49-F238E27FC236}">
                <a16:creationId xmlns:a16="http://schemas.microsoft.com/office/drawing/2014/main" id="{09C05D50-8477-4113-8B72-9C373B0FF9F9}"/>
              </a:ext>
            </a:extLst>
          </p:cNvPr>
          <p:cNvSpPr txBox="1"/>
          <p:nvPr userDrawn="1"/>
        </p:nvSpPr>
        <p:spPr>
          <a:xfrm>
            <a:off x="331788" y="291401"/>
            <a:ext cx="11317285" cy="650171"/>
          </a:xfrm>
          <a:prstGeom prst="rect">
            <a:avLst/>
          </a:prstGeom>
          <a:noFill/>
        </p:spPr>
        <p:txBody>
          <a:bodyPr wrap="square" lIns="0" tIns="0" rIns="0" bIns="0" rtlCol="0" anchor="t" anchorCtr="0">
            <a:noAutofit/>
          </a:bodyPr>
          <a:lstStyle/>
          <a:p>
            <a:r>
              <a:rPr lang="en-US" sz="3200" b="0" noProof="1">
                <a:solidFill>
                  <a:schemeClr val="tx1"/>
                </a:solidFill>
                <a:latin typeface="+mj-lt"/>
                <a:cs typeface="Arial" panose="020B0604020202020204" pitchFamily="34" charset="0"/>
              </a:rPr>
              <a:t>TIPS &amp; TRICKS - YOUR USER GUIDE</a:t>
            </a:r>
            <a:endParaRPr lang="en-US"/>
          </a:p>
        </p:txBody>
      </p:sp>
      <p:pic>
        <p:nvPicPr>
          <p:cNvPr id="19" name="Picture 12">
            <a:extLst>
              <a:ext uri="{FF2B5EF4-FFF2-40B4-BE49-F238E27FC236}">
                <a16:creationId xmlns:a16="http://schemas.microsoft.com/office/drawing/2014/main" id="{D59A1415-DF88-48C2-BFBD-2900D34A9A2E}"/>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944496" y="1959171"/>
            <a:ext cx="378293" cy="543366"/>
          </a:xfrm>
          <a:prstGeom prst="rect">
            <a:avLst/>
          </a:prstGeom>
        </p:spPr>
      </p:pic>
      <p:sp>
        <p:nvSpPr>
          <p:cNvPr id="20" name="Date Placeholder 6">
            <a:extLst>
              <a:ext uri="{FF2B5EF4-FFF2-40B4-BE49-F238E27FC236}">
                <a16:creationId xmlns:a16="http://schemas.microsoft.com/office/drawing/2014/main" id="{56AA1691-6753-45B8-AB77-1105989467F7}"/>
              </a:ext>
            </a:extLst>
          </p:cNvPr>
          <p:cNvSpPr>
            <a:spLocks noGrp="1" noRot="1" noMove="1" noResize="1" noEditPoints="1" noAdjustHandles="1" noChangeArrowheads="1" noChangeShapeType="1"/>
          </p:cNvSpPr>
          <p:nvPr>
            <p:ph type="dt" sz="half" idx="15"/>
          </p:nvPr>
        </p:nvSpPr>
        <p:spPr>
          <a:xfrm>
            <a:off x="0" y="6858000"/>
            <a:ext cx="0" cy="0"/>
          </a:xfrm>
        </p:spPr>
        <p:txBody>
          <a:bodyPr/>
          <a:lstStyle>
            <a:lvl1pPr>
              <a:defRPr sz="100">
                <a:noFill/>
              </a:defRPr>
            </a:lvl1pPr>
          </a:lstStyle>
          <a:p>
            <a:fld id="{D354439C-8D07-432D-B1F2-FDA4576B497B}" type="datetime4">
              <a:rPr lang="en-US" smtClean="0"/>
              <a:t>January 21, 2026</a:t>
            </a:fld>
            <a:endParaRPr lang="en-US"/>
          </a:p>
        </p:txBody>
      </p:sp>
      <p:sp>
        <p:nvSpPr>
          <p:cNvPr id="21" name="Footer Placeholder 8" hidden="1">
            <a:extLst>
              <a:ext uri="{FF2B5EF4-FFF2-40B4-BE49-F238E27FC236}">
                <a16:creationId xmlns:a16="http://schemas.microsoft.com/office/drawing/2014/main" id="{2F8C9320-E8BF-471F-8DD3-1BC479021917}"/>
              </a:ext>
            </a:extLst>
          </p:cNvPr>
          <p:cNvSpPr>
            <a:spLocks noGrp="1" noRot="1" noMove="1" noResize="1" noEditPoints="1" noAdjustHandles="1" noChangeArrowheads="1" noChangeShapeType="1"/>
          </p:cNvSpPr>
          <p:nvPr>
            <p:ph type="ftr" sz="quarter" idx="16"/>
          </p:nvPr>
        </p:nvSpPr>
        <p:spPr>
          <a:xfrm>
            <a:off x="0" y="6858000"/>
            <a:ext cx="0" cy="0"/>
          </a:xfrm>
        </p:spPr>
        <p:txBody>
          <a:bodyPr/>
          <a:lstStyle>
            <a:lvl1pPr>
              <a:defRPr sz="100">
                <a:noFill/>
              </a:defRPr>
            </a:lvl1pPr>
          </a:lstStyle>
          <a:p>
            <a:endParaRPr lang="en-US"/>
          </a:p>
        </p:txBody>
      </p:sp>
      <p:sp>
        <p:nvSpPr>
          <p:cNvPr id="22" name="Slide Number Placeholder 10" hidden="1">
            <a:extLst>
              <a:ext uri="{FF2B5EF4-FFF2-40B4-BE49-F238E27FC236}">
                <a16:creationId xmlns:a16="http://schemas.microsoft.com/office/drawing/2014/main" id="{B01A309B-80AB-481C-AE3F-3C56C2C92EE2}"/>
              </a:ext>
            </a:extLst>
          </p:cNvPr>
          <p:cNvSpPr>
            <a:spLocks noGrp="1" noRot="1" noMove="1" noResize="1" noEditPoints="1" noAdjustHandles="1" noChangeArrowheads="1" noChangeShapeType="1"/>
          </p:cNvSpPr>
          <p:nvPr>
            <p:ph type="sldNum" sz="quarter" idx="17"/>
          </p:nvPr>
        </p:nvSpPr>
        <p:spPr>
          <a:xfrm>
            <a:off x="0" y="6858000"/>
            <a:ext cx="0" cy="0"/>
          </a:xfrm>
        </p:spPr>
        <p:txBody>
          <a:bodyPr/>
          <a:lstStyle>
            <a:lvl1pPr>
              <a:defRPr sz="100">
                <a:noFill/>
              </a:defRPr>
            </a:lvl1pPr>
          </a:lstStyle>
          <a:p>
            <a:fld id="{23AA811B-2EBD-4900-905E-5BE206449611}" type="slidenum">
              <a:rPr lang="en-US" smtClean="0"/>
              <a:pPr/>
              <a:t>‹#›</a:t>
            </a:fld>
            <a:endParaRPr lang="en-US"/>
          </a:p>
        </p:txBody>
      </p:sp>
      <p:pic>
        <p:nvPicPr>
          <p:cNvPr id="9" name="Picture 33">
            <a:extLst>
              <a:ext uri="{FF2B5EF4-FFF2-40B4-BE49-F238E27FC236}">
                <a16:creationId xmlns:a16="http://schemas.microsoft.com/office/drawing/2014/main" id="{B03E872F-21DD-423D-B6DE-4945F155FB87}"/>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7065739" y="3152530"/>
            <a:ext cx="341204" cy="321707"/>
          </a:xfrm>
          <a:prstGeom prst="rect">
            <a:avLst/>
          </a:prstGeom>
        </p:spPr>
      </p:pic>
      <p:sp>
        <p:nvSpPr>
          <p:cNvPr id="24" name="Text Box 2">
            <a:extLst>
              <a:ext uri="{FF2B5EF4-FFF2-40B4-BE49-F238E27FC236}">
                <a16:creationId xmlns:a16="http://schemas.microsoft.com/office/drawing/2014/main" id="{8B1B4749-2B7E-4474-A2D3-2B2892ADCA26}"/>
              </a:ext>
            </a:extLst>
          </p:cNvPr>
          <p:cNvSpPr txBox="1">
            <a:spLocks noChangeArrowheads="1"/>
          </p:cNvSpPr>
          <p:nvPr userDrawn="1"/>
        </p:nvSpPr>
        <p:spPr bwMode="auto">
          <a:xfrm>
            <a:off x="331788" y="1336538"/>
            <a:ext cx="2772000" cy="464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TEXT STYLES</a:t>
            </a:r>
            <a:endParaRPr lang="en-US" altLang="da-DK" sz="1600" b="0" noProof="1">
              <a:solidFill>
                <a:schemeClr val="tx1"/>
              </a:solidFill>
              <a:latin typeface="+mn-lt"/>
              <a:cs typeface="Arial" panose="020B0604020202020204" pitchFamily="34" charset="0"/>
            </a:endParaRPr>
          </a:p>
          <a:p>
            <a:pPr eaLnBrk="1" hangingPunct="1">
              <a:spcAft>
                <a:spcPts val="600"/>
              </a:spcAft>
              <a:defRPr/>
            </a:pPr>
            <a:r>
              <a:rPr lang="en-US" altLang="da-DK" sz="900" b="0" noProof="1">
                <a:solidFill>
                  <a:schemeClr val="tx1"/>
                </a:solidFill>
                <a:latin typeface="+mn-lt"/>
                <a:cs typeface="Arial" panose="020B0604020202020204" pitchFamily="34" charset="0"/>
              </a:rPr>
              <a:t>Use the </a:t>
            </a:r>
            <a:r>
              <a:rPr lang="en-US" altLang="da-DK" sz="900" b="1" noProof="1">
                <a:solidFill>
                  <a:schemeClr val="tx1"/>
                </a:solidFill>
                <a:latin typeface="+mn-lt"/>
                <a:cs typeface="Arial" panose="020B0604020202020204" pitchFamily="34" charset="0"/>
              </a:rPr>
              <a:t>TAB</a:t>
            </a:r>
            <a:r>
              <a:rPr lang="en-US" altLang="da-DK" sz="900" b="0" noProof="1">
                <a:solidFill>
                  <a:schemeClr val="tx1"/>
                </a:solidFill>
                <a:latin typeface="+mn-lt"/>
                <a:cs typeface="Arial" panose="020B0604020202020204" pitchFamily="34" charset="0"/>
              </a:rPr>
              <a:t>-key</a:t>
            </a:r>
            <a:r>
              <a:rPr lang="en-US" altLang="da-DK" sz="900" b="0" baseline="0" noProof="1">
                <a:solidFill>
                  <a:schemeClr val="tx1"/>
                </a:solidFill>
                <a:latin typeface="+mn-lt"/>
                <a:cs typeface="Arial" panose="020B0604020202020204" pitchFamily="34" charset="0"/>
              </a:rPr>
              <a:t> to jump through levels. Click </a:t>
            </a:r>
            <a:r>
              <a:rPr lang="en-US" altLang="da-DK" sz="900" b="1" baseline="0" noProof="1">
                <a:solidFill>
                  <a:schemeClr val="tx1"/>
                </a:solidFill>
                <a:latin typeface="+mn-lt"/>
                <a:cs typeface="Arial" panose="020B0604020202020204" pitchFamily="34" charset="0"/>
              </a:rPr>
              <a:t>ENTER </a:t>
            </a:r>
            <a:r>
              <a:rPr lang="en-US" altLang="da-DK" sz="900" b="0" baseline="0" noProof="1">
                <a:solidFill>
                  <a:schemeClr val="tx1"/>
                </a:solidFill>
                <a:latin typeface="+mn-lt"/>
                <a:cs typeface="Arial" panose="020B0604020202020204" pitchFamily="34" charset="0"/>
              </a:rPr>
              <a:t>and</a:t>
            </a:r>
            <a:r>
              <a:rPr lang="en-US" altLang="da-DK" sz="900" b="1" baseline="0" noProof="1">
                <a:solidFill>
                  <a:schemeClr val="tx1"/>
                </a:solidFill>
                <a:latin typeface="+mn-lt"/>
                <a:cs typeface="Arial" panose="020B0604020202020204" pitchFamily="34" charset="0"/>
              </a:rPr>
              <a:t> TAB</a:t>
            </a:r>
            <a:r>
              <a:rPr lang="en-US" altLang="da-DK" sz="900" b="0" baseline="0" noProof="1">
                <a:solidFill>
                  <a:schemeClr val="tx1"/>
                </a:solidFill>
                <a:latin typeface="+mn-lt"/>
                <a:cs typeface="Arial" panose="020B0604020202020204" pitchFamily="34" charset="0"/>
              </a:rPr>
              <a:t> to switch from one level to the next level</a:t>
            </a:r>
            <a:endParaRPr lang="en-US"/>
          </a:p>
          <a:p>
            <a:pPr eaLnBrk="1" hangingPunct="1">
              <a:spcAft>
                <a:spcPts val="600"/>
              </a:spcAft>
              <a:defRPr/>
            </a:pPr>
            <a:r>
              <a:rPr lang="en-US" altLang="da-DK" sz="900" b="0" baseline="0" noProof="1">
                <a:solidFill>
                  <a:schemeClr val="tx1"/>
                </a:solidFill>
                <a:latin typeface="+mn-lt"/>
                <a:cs typeface="Arial" panose="020B0604020202020204" pitchFamily="34" charset="0"/>
              </a:rPr>
              <a:t>To go back in levels use </a:t>
            </a:r>
            <a:r>
              <a:rPr lang="en-US" altLang="da-DK" sz="900" b="1" baseline="0" noProof="1">
                <a:solidFill>
                  <a:schemeClr val="tx1"/>
                </a:solidFill>
                <a:latin typeface="+mn-lt"/>
                <a:cs typeface="Arial" panose="020B0604020202020204" pitchFamily="34" charset="0"/>
              </a:rPr>
              <a:t>SHIFT-TAB</a:t>
            </a:r>
            <a:endParaRPr lang="en-US" sz="900" b="1" noProof="1">
              <a:solidFill>
                <a:schemeClr val="tx1"/>
              </a:solidFill>
              <a:latin typeface="+mn-lt"/>
              <a:cs typeface="Arial" panose="020B0604020202020204" pitchFamily="34" charset="0"/>
            </a:endParaRPr>
          </a:p>
          <a:p>
            <a:pPr eaLnBrk="1" hangingPunct="1">
              <a:spcAft>
                <a:spcPts val="600"/>
              </a:spcAft>
              <a:defRPr/>
            </a:pPr>
            <a:r>
              <a:rPr lang="en-US" sz="900" noProof="1">
                <a:solidFill>
                  <a:schemeClr val="tx1"/>
                </a:solidFill>
                <a:latin typeface="+mn-lt"/>
                <a:cs typeface="Arial" panose="020B0604020202020204" pitchFamily="34" charset="0"/>
              </a:rPr>
              <a:t>Alternatively, </a:t>
            </a:r>
            <a:r>
              <a:rPr lang="en-US" sz="900" b="1" noProof="1">
                <a:solidFill>
                  <a:schemeClr val="tx1"/>
                </a:solidFill>
                <a:latin typeface="+mn-lt"/>
                <a:cs typeface="Arial" panose="020B0604020202020204" pitchFamily="34" charset="0"/>
              </a:rPr>
              <a:t>Increase</a:t>
            </a:r>
            <a:r>
              <a:rPr lang="en-US" sz="900" baseline="0" noProof="1">
                <a:solidFill>
                  <a:schemeClr val="tx1"/>
                </a:solidFill>
                <a:latin typeface="+mn-lt"/>
                <a:cs typeface="Arial" panose="020B0604020202020204" pitchFamily="34" charset="0"/>
              </a:rPr>
              <a:t> and </a:t>
            </a:r>
            <a:r>
              <a:rPr lang="en-US" sz="900" b="1" baseline="0" noProof="1">
                <a:solidFill>
                  <a:schemeClr val="tx1"/>
                </a:solidFill>
                <a:latin typeface="+mn-lt"/>
                <a:cs typeface="Arial" panose="020B0604020202020204" pitchFamily="34" charset="0"/>
              </a:rPr>
              <a:t>Decrease </a:t>
            </a:r>
            <a:r>
              <a:rPr lang="en-US" sz="900" baseline="0" noProof="1">
                <a:solidFill>
                  <a:schemeClr val="tx1"/>
                </a:solidFill>
                <a:latin typeface="+mn-lt"/>
                <a:cs typeface="Arial" panose="020B0604020202020204" pitchFamily="34" charset="0"/>
              </a:rPr>
              <a:t>list level can be used</a:t>
            </a:r>
            <a:br>
              <a:rPr lang="en-GB" sz="900" baseline="0" noProof="1">
                <a:solidFill>
                  <a:schemeClr val="tx1"/>
                </a:solidFill>
                <a:latin typeface="+mn-lt"/>
                <a:cs typeface="Arial" panose="020B0604020202020204" pitchFamily="34" charset="0"/>
              </a:rPr>
            </a:br>
            <a:endParaRPr lang="en-US" sz="900" baseline="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t>
            </a:r>
            <a:r>
              <a:rPr lang="en-US" sz="900" b="1" noProof="1">
                <a:solidFill>
                  <a:schemeClr val="tx1"/>
                </a:solidFill>
                <a:latin typeface="+mn-lt"/>
                <a:cs typeface="Arial" panose="020B0604020202020204" pitchFamily="34" charset="0"/>
              </a:rPr>
              <a:t>Use bullet button</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Delete bullet for regular text.</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Click on the bullet button to reaply the correct bullet again</a:t>
            </a:r>
            <a:endParaRPr lang="en-US"/>
          </a:p>
          <a:p>
            <a:pPr eaLnBrk="1" hangingPunct="1">
              <a:spcAft>
                <a:spcPts val="600"/>
              </a:spcAft>
              <a:defRPr/>
            </a:pPr>
            <a:br>
              <a:rPr lang="en-GB" altLang="da-DK" sz="900" b="0" noProof="1">
                <a:solidFill>
                  <a:schemeClr val="tx1"/>
                </a:solidFill>
                <a:latin typeface="+mn-lt"/>
                <a:cs typeface="Arial" panose="020B0604020202020204" pitchFamily="34" charset="0"/>
              </a:rPr>
            </a:br>
            <a:r>
              <a:rPr lang="en-US" sz="1600">
                <a:latin typeface="+mn-lt"/>
                <a:cs typeface="Arial" panose="020B0604020202020204" pitchFamily="34" charset="0"/>
              </a:rPr>
              <a:t>SLIDES &amp; LAYOUTS</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Click on the menu </a:t>
            </a:r>
            <a:r>
              <a:rPr lang="en-US" altLang="da-DK" sz="900" b="1" noProof="1">
                <a:solidFill>
                  <a:schemeClr val="tx1"/>
                </a:solidFill>
                <a:latin typeface="+mn-lt"/>
                <a:cs typeface="Arial" panose="020B0604020202020204" pitchFamily="34" charset="0"/>
              </a:rPr>
              <a:t>New Slide </a:t>
            </a:r>
            <a:r>
              <a:rPr lang="en-US" altLang="da-DK" sz="900" b="0" noProof="1">
                <a:solidFill>
                  <a:schemeClr val="tx1"/>
                </a:solidFill>
                <a:latin typeface="+mn-lt"/>
                <a:cs typeface="Arial" panose="020B0604020202020204" pitchFamily="34" charset="0"/>
              </a:rPr>
              <a:t>in the </a:t>
            </a:r>
            <a:r>
              <a:rPr lang="en-US" altLang="da-DK" sz="900" b="1" noProof="1">
                <a:solidFill>
                  <a:schemeClr val="tx1"/>
                </a:solidFill>
                <a:latin typeface="+mn-lt"/>
                <a:cs typeface="Arial" panose="020B0604020202020204" pitchFamily="34" charset="0"/>
              </a:rPr>
              <a:t>Home</a:t>
            </a:r>
            <a:r>
              <a:rPr lang="en-US" altLang="da-DK" sz="900" b="0" noProof="1">
                <a:solidFill>
                  <a:schemeClr val="tx1"/>
                </a:solidFill>
                <a:latin typeface="+mn-lt"/>
                <a:cs typeface="Arial" panose="020B0604020202020204" pitchFamily="34" charset="0"/>
              </a:rPr>
              <a:t> tab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to insert a new slide</a:t>
            </a:r>
            <a:br>
              <a:rPr lang="en-GB" altLang="da-DK" sz="900" b="0" noProof="1">
                <a:solidFill>
                  <a:schemeClr val="tx1"/>
                </a:solidFill>
                <a:latin typeface="+mn-lt"/>
                <a:cs typeface="Arial" panose="020B0604020202020204" pitchFamily="34" charset="0"/>
              </a:rPr>
            </a:br>
            <a:br>
              <a:rPr lang="en-GB"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Change layout</a:t>
            </a:r>
            <a:endParaRPr lang="en-US" altLang="da-DK" sz="900" b="0" noProof="1">
              <a:solidFill>
                <a:schemeClr val="tx1"/>
              </a:solidFill>
              <a:latin typeface="+mn-lt"/>
              <a:cs typeface="Arial" panose="020B0604020202020204" pitchFamily="34" charset="0"/>
            </a:endParaRPr>
          </a:p>
          <a:p>
            <a:pPr marL="0" indent="0">
              <a:spcAft>
                <a:spcPts val="600"/>
              </a:spcAft>
              <a:buFont typeface="+mj-lt"/>
              <a:buNone/>
            </a:pPr>
            <a:r>
              <a:rPr lang="en-US" sz="900">
                <a:solidFill>
                  <a:srgbClr val="000000"/>
                </a:solidFill>
                <a:latin typeface="+mn-lt"/>
                <a:ea typeface="Arial" panose="020B0604020202020204" pitchFamily="34" charset="0"/>
              </a:rPr>
              <a:t>Click on the arrow next to </a:t>
            </a:r>
            <a:r>
              <a:rPr lang="en-US" sz="900" b="1">
                <a:solidFill>
                  <a:srgbClr val="000000"/>
                </a:solidFill>
                <a:latin typeface="+mn-lt"/>
                <a:ea typeface="Arial" panose="020B0604020202020204" pitchFamily="34" charset="0"/>
              </a:rPr>
              <a:t>Layout</a:t>
            </a:r>
            <a:br>
              <a:rPr lang="en-GB" sz="900" b="1">
                <a:solidFill>
                  <a:srgbClr val="000000"/>
                </a:solidFill>
                <a:latin typeface="+mn-lt"/>
                <a:ea typeface="Arial" panose="020B0604020202020204" pitchFamily="34" charset="0"/>
              </a:rPr>
            </a:br>
            <a:r>
              <a:rPr lang="en-US" sz="900">
                <a:solidFill>
                  <a:srgbClr val="000000"/>
                </a:solidFill>
                <a:latin typeface="+mn-lt"/>
                <a:ea typeface="Arial" panose="020B0604020202020204" pitchFamily="34" charset="0"/>
              </a:rPr>
              <a:t>to view a dropdown menu of possible slide layouts</a:t>
            </a:r>
            <a:br>
              <a:rPr lang="en-GB" sz="900">
                <a:solidFill>
                  <a:srgbClr val="000000"/>
                </a:solidFill>
                <a:latin typeface="+mn-lt"/>
                <a:ea typeface="Arial" panose="020B0604020202020204" pitchFamily="34" charset="0"/>
              </a:rPr>
            </a:br>
            <a:endParaRPr lang="en-US" sz="900">
              <a:solidFill>
                <a:srgbClr val="000000"/>
              </a:solidFill>
              <a:latin typeface="+mn-lt"/>
              <a:ea typeface="Arial" panose="020B0604020202020204" pitchFamily="34" charset="0"/>
            </a:endParaRPr>
          </a:p>
          <a:p>
            <a:pPr eaLnBrk="1" hangingPunct="1">
              <a:spcAft>
                <a:spcPts val="600"/>
              </a:spcAft>
              <a:defRPr/>
            </a:pPr>
            <a:r>
              <a:rPr lang="en-US" sz="900" b="1" noProof="1">
                <a:solidFill>
                  <a:schemeClr val="tx1"/>
                </a:solidFill>
                <a:latin typeface="+mn-lt"/>
                <a:cs typeface="Arial" panose="020B0604020202020204" pitchFamily="34" charset="0"/>
              </a:rPr>
              <a:t>Reset slide</a:t>
            </a:r>
            <a:endParaRPr lang="en-US"/>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da-DK" sz="900" b="1" noProof="1">
                <a:solidFill>
                  <a:schemeClr val="tx1"/>
                </a:solidFill>
                <a:latin typeface="+mn-lt"/>
                <a:cs typeface="Arial" panose="020B0604020202020204" pitchFamily="34" charset="0"/>
              </a:rPr>
              <a:t>1. </a:t>
            </a:r>
            <a:r>
              <a:rPr lang="en-US" altLang="da-DK" sz="90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Home</a:t>
            </a:r>
            <a:r>
              <a:rPr lang="en-US" altLang="da-DK" sz="900" noProof="1">
                <a:solidFill>
                  <a:schemeClr val="tx1"/>
                </a:solidFill>
                <a:latin typeface="+mn-lt"/>
                <a:cs typeface="Arial" panose="020B0604020202020204" pitchFamily="34" charset="0"/>
              </a:rPr>
              <a:t> tab</a:t>
            </a:r>
            <a:endParaRPr lang="en-US"/>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da-DK" sz="900" b="1" noProof="1">
                <a:solidFill>
                  <a:schemeClr val="tx1"/>
                </a:solidFill>
                <a:latin typeface="+mn-lt"/>
                <a:cs typeface="Arial" panose="020B0604020202020204" pitchFamily="34" charset="0"/>
              </a:rPr>
              <a:t>2. </a:t>
            </a:r>
            <a:r>
              <a:rPr lang="en-US" altLang="da-DK" sz="90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Reset</a:t>
            </a:r>
            <a:r>
              <a:rPr lang="en-US" altLang="da-DK" sz="900" noProof="1">
                <a:solidFill>
                  <a:schemeClr val="tx1"/>
                </a:solidFill>
                <a:latin typeface="+mn-lt"/>
                <a:cs typeface="Arial" panose="020B0604020202020204" pitchFamily="34" charset="0"/>
              </a:rPr>
              <a:t> menu to reset position, size and formatting of the slide placeholders to </a:t>
            </a:r>
            <a:br>
              <a:rPr lang="en-GB" altLang="da-DK" sz="900" noProof="1">
                <a:solidFill>
                  <a:schemeClr val="tx1"/>
                </a:solidFill>
                <a:latin typeface="+mn-lt"/>
                <a:cs typeface="Arial" panose="020B0604020202020204" pitchFamily="34" charset="0"/>
              </a:rPr>
            </a:br>
            <a:r>
              <a:rPr lang="en-US" altLang="da-DK" sz="900" noProof="1">
                <a:solidFill>
                  <a:schemeClr val="tx1"/>
                </a:solidFill>
                <a:latin typeface="+mn-lt"/>
                <a:cs typeface="Arial" panose="020B0604020202020204" pitchFamily="34" charset="0"/>
              </a:rPr>
              <a:t>their default settings</a:t>
            </a:r>
            <a:endParaRPr lang="en-US" sz="900">
              <a:latin typeface="+mn-lt"/>
              <a:ea typeface="Arial" panose="020B0604020202020204" pitchFamily="34" charset="0"/>
            </a:endParaRPr>
          </a:p>
        </p:txBody>
      </p:sp>
      <p:pic>
        <p:nvPicPr>
          <p:cNvPr id="28" name="Picture 27">
            <a:extLst>
              <a:ext uri="{FF2B5EF4-FFF2-40B4-BE49-F238E27FC236}">
                <a16:creationId xmlns:a16="http://schemas.microsoft.com/office/drawing/2014/main" id="{12B8CEB7-8718-40FB-BCC9-2AC96094B83E}"/>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055654" y="4701914"/>
            <a:ext cx="475428" cy="176762"/>
          </a:xfrm>
          <a:prstGeom prst="rect">
            <a:avLst/>
          </a:prstGeom>
        </p:spPr>
      </p:pic>
      <p:pic>
        <p:nvPicPr>
          <p:cNvPr id="29" name="Picture 16">
            <a:extLst>
              <a:ext uri="{FF2B5EF4-FFF2-40B4-BE49-F238E27FC236}">
                <a16:creationId xmlns:a16="http://schemas.microsoft.com/office/drawing/2014/main" id="{1543AAD2-58D2-4DCE-A080-AFA6A459F608}"/>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3055654" y="3847595"/>
            <a:ext cx="328881" cy="505501"/>
          </a:xfrm>
          <a:prstGeom prst="rect">
            <a:avLst/>
          </a:prstGeom>
        </p:spPr>
      </p:pic>
      <p:pic>
        <p:nvPicPr>
          <p:cNvPr id="30" name="Picture 20">
            <a:extLst>
              <a:ext uri="{FF2B5EF4-FFF2-40B4-BE49-F238E27FC236}">
                <a16:creationId xmlns:a16="http://schemas.microsoft.com/office/drawing/2014/main" id="{F410AF64-93DE-4C35-8AC4-D2AFA638F572}"/>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3058352" y="5601211"/>
            <a:ext cx="538465" cy="172841"/>
          </a:xfrm>
          <a:prstGeom prst="rect">
            <a:avLst/>
          </a:prstGeom>
        </p:spPr>
      </p:pic>
      <p:pic>
        <p:nvPicPr>
          <p:cNvPr id="31" name="Picture 30">
            <a:extLst>
              <a:ext uri="{FF2B5EF4-FFF2-40B4-BE49-F238E27FC236}">
                <a16:creationId xmlns:a16="http://schemas.microsoft.com/office/drawing/2014/main" id="{5AAFDC93-9DCC-4CE4-B8D7-6137FEEF048E}"/>
              </a:ext>
            </a:extLst>
          </p:cNvPr>
          <p:cNvPicPr>
            <a:picLocks noChangeAspect="1"/>
          </p:cNvPicPr>
          <p:nvPr userDrawn="1"/>
        </p:nvPicPr>
        <p:blipFill>
          <a:blip r:embed="rId9"/>
          <a:stretch>
            <a:fillRect/>
          </a:stretch>
        </p:blipFill>
        <p:spPr>
          <a:xfrm>
            <a:off x="3055654" y="2342337"/>
            <a:ext cx="457143" cy="257143"/>
          </a:xfrm>
          <a:prstGeom prst="rect">
            <a:avLst/>
          </a:prstGeom>
        </p:spPr>
      </p:pic>
      <p:pic>
        <p:nvPicPr>
          <p:cNvPr id="4" name="Picture 3">
            <a:extLst>
              <a:ext uri="{FF2B5EF4-FFF2-40B4-BE49-F238E27FC236}">
                <a16:creationId xmlns:a16="http://schemas.microsoft.com/office/drawing/2014/main" id="{292A5FDF-69DC-4DD2-BFF8-3478E75DBB76}"/>
              </a:ext>
            </a:extLst>
          </p:cNvPr>
          <p:cNvPicPr>
            <a:picLocks noChangeAspect="1"/>
          </p:cNvPicPr>
          <p:nvPr userDrawn="1"/>
        </p:nvPicPr>
        <p:blipFill rotWithShape="1">
          <a:blip r:embed="rId10" cstate="email">
            <a:extLst>
              <a:ext uri="{28A0092B-C50C-407E-A947-70E740481C1C}">
                <a14:useLocalDpi xmlns:a14="http://schemas.microsoft.com/office/drawing/2010/main"/>
              </a:ext>
            </a:extLst>
          </a:blip>
          <a:srcRect/>
          <a:stretch/>
        </p:blipFill>
        <p:spPr>
          <a:xfrm>
            <a:off x="7065739" y="2537285"/>
            <a:ext cx="437508" cy="365851"/>
          </a:xfrm>
          <a:prstGeom prst="rect">
            <a:avLst/>
          </a:prstGeom>
        </p:spPr>
      </p:pic>
      <p:grpSp>
        <p:nvGrpSpPr>
          <p:cNvPr id="10" name="Group 9">
            <a:extLst>
              <a:ext uri="{FF2B5EF4-FFF2-40B4-BE49-F238E27FC236}">
                <a16:creationId xmlns:a16="http://schemas.microsoft.com/office/drawing/2014/main" id="{D428E528-3C21-43A5-9A1F-5FC8A3BB1E92}"/>
              </a:ext>
            </a:extLst>
          </p:cNvPr>
          <p:cNvGrpSpPr/>
          <p:nvPr userDrawn="1"/>
        </p:nvGrpSpPr>
        <p:grpSpPr>
          <a:xfrm>
            <a:off x="10285258" y="5867321"/>
            <a:ext cx="991746" cy="384654"/>
            <a:chOff x="10992821" y="4404000"/>
            <a:chExt cx="1588357" cy="616052"/>
          </a:xfrm>
        </p:grpSpPr>
        <p:pic>
          <p:nvPicPr>
            <p:cNvPr id="8" name="Picture 7">
              <a:extLst>
                <a:ext uri="{FF2B5EF4-FFF2-40B4-BE49-F238E27FC236}">
                  <a16:creationId xmlns:a16="http://schemas.microsoft.com/office/drawing/2014/main" id="{A44E7E5B-C2F8-47A1-8626-A6E32640159D}"/>
                </a:ext>
              </a:extLst>
            </p:cNvPr>
            <p:cNvPicPr>
              <a:picLocks noChangeAspect="1"/>
            </p:cNvPicPr>
            <p:nvPr userDrawn="1"/>
          </p:nvPicPr>
          <p:blipFill rotWithShape="1">
            <a:blip r:embed="rId11" cstate="email">
              <a:extLst>
                <a:ext uri="{28A0092B-C50C-407E-A947-70E740481C1C}">
                  <a14:useLocalDpi xmlns:a14="http://schemas.microsoft.com/office/drawing/2010/main"/>
                </a:ext>
              </a:extLst>
            </a:blip>
            <a:srcRect/>
            <a:stretch/>
          </p:blipFill>
          <p:spPr>
            <a:xfrm>
              <a:off x="10992821" y="4404000"/>
              <a:ext cx="1588357" cy="616052"/>
            </a:xfrm>
            <a:prstGeom prst="rect">
              <a:avLst/>
            </a:prstGeom>
          </p:spPr>
        </p:pic>
        <p:pic>
          <p:nvPicPr>
            <p:cNvPr id="33" name="Picture 32">
              <a:extLst>
                <a:ext uri="{FF2B5EF4-FFF2-40B4-BE49-F238E27FC236}">
                  <a16:creationId xmlns:a16="http://schemas.microsoft.com/office/drawing/2014/main" id="{5065702C-2099-41C8-904A-A3616CD11CA4}"/>
                </a:ext>
              </a:extLst>
            </p:cNvPr>
            <p:cNvPicPr>
              <a:picLocks noChangeAspect="1"/>
            </p:cNvPicPr>
            <p:nvPr userDrawn="1"/>
          </p:nvPicPr>
          <p:blipFill rotWithShape="1">
            <a:blip r:embed="rId12" cstate="email">
              <a:extLst>
                <a:ext uri="{28A0092B-C50C-407E-A947-70E740481C1C}">
                  <a14:useLocalDpi xmlns:a14="http://schemas.microsoft.com/office/drawing/2010/main"/>
                </a:ext>
              </a:extLst>
            </a:blip>
            <a:srcRect/>
            <a:stretch/>
          </p:blipFill>
          <p:spPr>
            <a:xfrm>
              <a:off x="12479578" y="4785230"/>
              <a:ext cx="101600" cy="221441"/>
            </a:xfrm>
            <a:prstGeom prst="rect">
              <a:avLst/>
            </a:prstGeom>
          </p:spPr>
        </p:pic>
      </p:grpSp>
      <p:pic>
        <p:nvPicPr>
          <p:cNvPr id="34" name="Picture 2">
            <a:extLst>
              <a:ext uri="{FF2B5EF4-FFF2-40B4-BE49-F238E27FC236}">
                <a16:creationId xmlns:a16="http://schemas.microsoft.com/office/drawing/2014/main" id="{23C2B142-78D9-4D1A-A62B-85445D78273E}"/>
              </a:ext>
            </a:extLst>
          </p:cNvPr>
          <p:cNvPicPr>
            <a:picLocks noChangeAspect="1"/>
          </p:cNvPicPr>
          <p:nvPr userDrawn="1"/>
        </p:nvPicPr>
        <p:blipFill>
          <a:blip r:embed="rId13"/>
          <a:stretch>
            <a:fillRect/>
          </a:stretch>
        </p:blipFill>
        <p:spPr>
          <a:xfrm>
            <a:off x="3055654" y="3052205"/>
            <a:ext cx="257143" cy="285714"/>
          </a:xfrm>
          <a:prstGeom prst="rect">
            <a:avLst/>
          </a:prstGeom>
        </p:spPr>
      </p:pic>
    </p:spTree>
    <p:extLst>
      <p:ext uri="{BB962C8B-B14F-4D97-AF65-F5344CB8AC3E}">
        <p14:creationId xmlns:p14="http://schemas.microsoft.com/office/powerpoint/2010/main" val="4116110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ltGray">
          <a:xfrm>
            <a:off x="0"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5" name="Do not use"/>
          <p:cNvSpPr txBox="1"/>
          <p:nvPr userDrawn="1"/>
        </p:nvSpPr>
        <p:spPr>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4400" b="0" noProof="0">
                <a:solidFill>
                  <a:schemeClr val="bg1"/>
                </a:solidFill>
              </a:rPr>
              <a:t>If you see any </a:t>
            </a:r>
            <a:r>
              <a:rPr lang="en-US" sz="4400" b="1" i="0" noProof="0">
                <a:solidFill>
                  <a:schemeClr val="bg1"/>
                </a:solidFill>
              </a:rPr>
              <a:t>layouts after this </a:t>
            </a:r>
            <a:r>
              <a:rPr lang="en-US" sz="4400" b="0" i="0" noProof="0">
                <a:solidFill>
                  <a:schemeClr val="bg1"/>
                </a:solidFill>
              </a:rPr>
              <a:t>one</a:t>
            </a:r>
            <a:r>
              <a:rPr lang="en-US" sz="4400" b="1" i="1" noProof="0">
                <a:solidFill>
                  <a:schemeClr val="bg1"/>
                </a:solidFill>
              </a:rPr>
              <a:t>,</a:t>
            </a:r>
            <a:br>
              <a:rPr lang="en-GB" sz="4400" b="0" i="0" noProof="0">
                <a:solidFill>
                  <a:schemeClr val="bg1"/>
                </a:solidFill>
              </a:rPr>
            </a:br>
            <a:r>
              <a:rPr lang="en-US" sz="4400" b="0" noProof="0">
                <a:solidFill>
                  <a:schemeClr val="bg1"/>
                </a:solidFill>
              </a:rPr>
              <a:t>do not use them. These layouts </a:t>
            </a:r>
            <a:r>
              <a:rPr lang="en-US" sz="4400" b="1" i="0" u="none" noProof="0">
                <a:solidFill>
                  <a:schemeClr val="bg1"/>
                </a:solidFill>
              </a:rPr>
              <a:t>are not </a:t>
            </a:r>
            <a:r>
              <a:rPr lang="en-US" sz="4400" b="0" noProof="0">
                <a:solidFill>
                  <a:schemeClr val="bg1"/>
                </a:solidFill>
              </a:rPr>
              <a:t>part of our corporate template.</a:t>
            </a:r>
            <a:br>
              <a:rPr lang="en-GB" sz="2800" b="0" noProof="0">
                <a:solidFill>
                  <a:schemeClr val="bg1"/>
                </a:solidFill>
              </a:rPr>
            </a:br>
            <a:br>
              <a:rPr lang="en-GB" sz="2800" b="0" noProof="0">
                <a:solidFill>
                  <a:schemeClr val="bg1"/>
                </a:solidFill>
              </a:rPr>
            </a:br>
            <a:endParaRPr lang="en-US" sz="2800" b="0" noProof="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0" y="2578102"/>
            <a:ext cx="11218606" cy="2400657"/>
          </a:xfrm>
          <a:prstGeom prst="rect">
            <a:avLst/>
          </a:prstGeom>
        </p:spPr>
        <p:txBody>
          <a:bodyPr wrap="square">
            <a:spAutoFit/>
          </a:bodyPr>
          <a:lstStyle/>
          <a:p>
            <a:pPr algn="ctr"/>
            <a:r>
              <a:rPr lang="en-US" sz="15000" b="1" i="0" noProof="0">
                <a:solidFill>
                  <a:schemeClr val="bg1"/>
                </a:solidFill>
              </a:rPr>
              <a:t>Do not use </a:t>
            </a:r>
            <a:endParaRPr lang="en-US" sz="15000" b="1" i="0"/>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Due to PowerPoint’s standard Copy/Paste functionality extra undesirable layouts can appear.</a:t>
            </a:r>
            <a:endParaRPr lang="en-US"/>
          </a:p>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Also notice: Layouts after this might contain potential confidential information.</a:t>
            </a:r>
            <a:br>
              <a:rPr lang="en-GB" sz="1800" b="0" noProof="0">
                <a:solidFill>
                  <a:schemeClr val="bg1"/>
                </a:solidFill>
              </a:rPr>
            </a:br>
            <a:endParaRPr lang="en-US" sz="1800" b="0" noProof="0">
              <a:solidFill>
                <a:schemeClr val="bg1"/>
              </a:solidFill>
            </a:endParaRPr>
          </a:p>
        </p:txBody>
      </p:sp>
      <p:sp>
        <p:nvSpPr>
          <p:cNvPr id="13" name="Date Placeholder 6" hidden="1">
            <a:extLst>
              <a:ext uri="{FF2B5EF4-FFF2-40B4-BE49-F238E27FC236}">
                <a16:creationId xmlns:a16="http://schemas.microsoft.com/office/drawing/2014/main" id="{706505A8-87EA-4BA0-B698-35156BC765D0}"/>
              </a:ext>
            </a:extLst>
          </p:cNvPr>
          <p:cNvSpPr>
            <a:spLocks noGrp="1" noRot="1" noMove="1" noResize="1" noEditPoints="1" noAdjustHandles="1" noChangeArrowheads="1" noChangeShapeType="1"/>
          </p:cNvSpPr>
          <p:nvPr>
            <p:ph type="dt" sz="half" idx="15"/>
          </p:nvPr>
        </p:nvSpPr>
        <p:spPr>
          <a:xfrm>
            <a:off x="0" y="6858000"/>
            <a:ext cx="0" cy="0"/>
          </a:xfrm>
        </p:spPr>
        <p:txBody>
          <a:bodyPr/>
          <a:lstStyle>
            <a:lvl1pPr>
              <a:defRPr sz="100">
                <a:noFill/>
              </a:defRPr>
            </a:lvl1pPr>
          </a:lstStyle>
          <a:p>
            <a:fld id="{06B1365F-94C1-4FF8-A158-D23D5E85FEE5}" type="datetime4">
              <a:rPr lang="en-US" smtClean="0"/>
              <a:t>January 21, 2026</a:t>
            </a:fld>
            <a:endParaRPr lang="en-US"/>
          </a:p>
        </p:txBody>
      </p:sp>
      <p:sp>
        <p:nvSpPr>
          <p:cNvPr id="14" name="Footer Placeholder 8" hidden="1">
            <a:extLst>
              <a:ext uri="{FF2B5EF4-FFF2-40B4-BE49-F238E27FC236}">
                <a16:creationId xmlns:a16="http://schemas.microsoft.com/office/drawing/2014/main" id="{AB150C2C-2030-498B-8262-6BD5BCCBB345}"/>
              </a:ext>
            </a:extLst>
          </p:cNvPr>
          <p:cNvSpPr>
            <a:spLocks noGrp="1" noRot="1" noMove="1" noResize="1" noEditPoints="1" noAdjustHandles="1" noChangeArrowheads="1" noChangeShapeType="1"/>
          </p:cNvSpPr>
          <p:nvPr>
            <p:ph type="ftr" sz="quarter" idx="16"/>
          </p:nvPr>
        </p:nvSpPr>
        <p:spPr>
          <a:xfrm>
            <a:off x="0" y="6858000"/>
            <a:ext cx="0" cy="0"/>
          </a:xfrm>
        </p:spPr>
        <p:txBody>
          <a:bodyPr/>
          <a:lstStyle>
            <a:lvl1pPr>
              <a:defRPr sz="100">
                <a:noFill/>
              </a:defRPr>
            </a:lvl1pPr>
          </a:lstStyle>
          <a:p>
            <a:endParaRPr lang="en-US"/>
          </a:p>
        </p:txBody>
      </p:sp>
      <p:sp>
        <p:nvSpPr>
          <p:cNvPr id="15" name="Slide Number Placeholder 10" hidden="1">
            <a:extLst>
              <a:ext uri="{FF2B5EF4-FFF2-40B4-BE49-F238E27FC236}">
                <a16:creationId xmlns:a16="http://schemas.microsoft.com/office/drawing/2014/main" id="{E81B246F-92C7-4EF8-ACD0-05F73C7095BE}"/>
              </a:ext>
            </a:extLst>
          </p:cNvPr>
          <p:cNvSpPr>
            <a:spLocks noGrp="1" noRot="1" noMove="1" noResize="1" noEditPoints="1" noAdjustHandles="1" noChangeArrowheads="1" noChangeShapeType="1"/>
          </p:cNvSpPr>
          <p:nvPr>
            <p:ph type="sldNum" sz="quarter" idx="17"/>
          </p:nvPr>
        </p:nvSpPr>
        <p:spPr>
          <a:xfrm>
            <a:off x="0" y="6858000"/>
            <a:ext cx="0" cy="0"/>
          </a:xfrm>
        </p:spPr>
        <p:txBody>
          <a:bodyPr/>
          <a:lstStyle>
            <a:lvl1pPr>
              <a:defRPr sz="100">
                <a:noFill/>
              </a:defRPr>
            </a:lvl1pPr>
          </a:lstStyle>
          <a:p>
            <a:fld id="{23AA811B-2EBD-4900-905E-5BE206449611}" type="slidenum">
              <a:rPr lang="en-US" smtClean="0"/>
              <a:pPr/>
              <a:t>‹#›</a:t>
            </a:fld>
            <a:endParaRPr lang="en-US"/>
          </a:p>
        </p:txBody>
      </p:sp>
    </p:spTree>
    <p:extLst>
      <p:ext uri="{BB962C8B-B14F-4D97-AF65-F5344CB8AC3E}">
        <p14:creationId xmlns:p14="http://schemas.microsoft.com/office/powerpoint/2010/main" val="3640166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Cover 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07E0015-1969-FC86-B992-154A712815A9}"/>
              </a:ext>
            </a:extLst>
          </p:cNvPr>
          <p:cNvSpPr/>
          <p:nvPr userDrawn="1"/>
        </p:nvSpPr>
        <p:spPr bwMode="gray">
          <a:xfrm>
            <a:off x="0" y="0"/>
            <a:ext cx="12192000" cy="6858000"/>
          </a:xfrm>
          <a:prstGeom prst="rect">
            <a:avLst/>
          </a:prstGeom>
          <a:solidFill>
            <a:srgbClr val="F9F9F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pic>
        <p:nvPicPr>
          <p:cNvPr id="14" name="Picture 13">
            <a:extLst>
              <a:ext uri="{FF2B5EF4-FFF2-40B4-BE49-F238E27FC236}">
                <a16:creationId xmlns:a16="http://schemas.microsoft.com/office/drawing/2014/main" id="{04C0BDC6-8D4D-A6EF-2F52-D86DCAA3D6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3904"/>
            <a:ext cx="12192000" cy="3054096"/>
          </a:xfrm>
          <a:prstGeom prst="rect">
            <a:avLst/>
          </a:prstGeom>
        </p:spPr>
      </p:pic>
      <p:sp>
        <p:nvSpPr>
          <p:cNvPr id="3" name="Date Placeholder 2" hidden="1">
            <a:extLst>
              <a:ext uri="{FF2B5EF4-FFF2-40B4-BE49-F238E27FC236}">
                <a16:creationId xmlns:a16="http://schemas.microsoft.com/office/drawing/2014/main" id="{D8540927-FEEA-4930-9813-BB60C0573908}"/>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6F4C580F-76F7-40E8-ADEA-2D8C9B25F850}" type="datetime4">
              <a:rPr lang="en-US" smtClean="0"/>
              <a:t>January 21, 2026</a:t>
            </a:fld>
            <a:endParaRPr lang="en-US"/>
          </a:p>
        </p:txBody>
      </p:sp>
      <p:sp>
        <p:nvSpPr>
          <p:cNvPr id="6" name="Footer Placeholder 5" hidden="1">
            <a:extLst>
              <a:ext uri="{FF2B5EF4-FFF2-40B4-BE49-F238E27FC236}">
                <a16:creationId xmlns:a16="http://schemas.microsoft.com/office/drawing/2014/main" id="{CEA8885D-4C24-47AF-B750-4596970023A4}"/>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7" name="Slide Number Placeholder 6" hidden="1">
            <a:extLst>
              <a:ext uri="{FF2B5EF4-FFF2-40B4-BE49-F238E27FC236}">
                <a16:creationId xmlns:a16="http://schemas.microsoft.com/office/drawing/2014/main" id="{2EAECFDD-505B-4910-A185-543B03579F2B}"/>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16" name="Textbox for metadata">
            <a:extLst>
              <a:ext uri="{FF2B5EF4-FFF2-40B4-BE49-F238E27FC236}">
                <a16:creationId xmlns:a16="http://schemas.microsoft.com/office/drawing/2014/main" id="{932E1283-5E1D-4454-90E0-0EB77DB007AD}"/>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8"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2AFD311-4076-40D0-970F-D430967AA3D8}"/>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bg1"/>
                </a:solidFill>
                <a:effectLst/>
                <a:uLnTx/>
                <a:uFillTx/>
                <a:latin typeface="+mn-lt"/>
                <a:ea typeface="+mn-ea"/>
                <a:cs typeface="+mn-cs"/>
              </a:rPr>
              <a:t>© 2026 ABB. All rights reserved.</a:t>
            </a:r>
          </a:p>
        </p:txBody>
      </p:sp>
      <p:sp>
        <p:nvSpPr>
          <p:cNvPr id="5"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B586EEA8-ACB1-F614-9787-9EA929C4B8DD}"/>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bg1"/>
              </a:solidFill>
            </a:endParaRPr>
          </a:p>
        </p:txBody>
      </p:sp>
      <p:sp>
        <p:nvSpPr>
          <p:cNvPr id="8"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1BF7EFE7-336D-7B45-9CEE-623BE4221500}"/>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bg1"/>
              </a:solidFill>
            </a:endParaRPr>
          </a:p>
        </p:txBody>
      </p:sp>
      <p:pic>
        <p:nvPicPr>
          <p:cNvPr id="31" name="Classification" descr="{&quot;templafy&quot;:{&quot;id&quot;:&quot;705e5c87-a4f4-48fd-8bbe-a65a3584aa99&quot;}}">
            <a:extLst>
              <a:ext uri="{FF2B5EF4-FFF2-40B4-BE49-F238E27FC236}">
                <a16:creationId xmlns:a16="http://schemas.microsoft.com/office/drawing/2014/main" id="{C97A38CD-A8C8-F03B-C08D-2E65FA8F98E6}"/>
              </a:ext>
            </a:extLst>
          </p:cNvPr>
          <p:cNvPicPr>
            <a:picLocks/>
          </p:cNvPicPr>
          <p:nvPr userDrawn="1"/>
        </p:nvPicPr>
        <p:blipFill>
          <a:blip r:embed="rId3"/>
          <a:stretch>
            <a:fillRect/>
          </a:stretch>
        </p:blipFill>
        <p:spPr>
          <a:xfrm>
            <a:off x="331208" y="367205"/>
            <a:ext cx="1530191" cy="252031"/>
          </a:xfrm>
          <a:prstGeom prst="rect">
            <a:avLst/>
          </a:prstGeom>
        </p:spPr>
      </p:pic>
      <p:pic>
        <p:nvPicPr>
          <p:cNvPr id="17" name="Logo">
            <a:extLst>
              <a:ext uri="{FF2B5EF4-FFF2-40B4-BE49-F238E27FC236}">
                <a16:creationId xmlns:a16="http://schemas.microsoft.com/office/drawing/2014/main" id="{5212E275-7406-B8D1-A3C9-6100BA58165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76737" y="395547"/>
            <a:ext cx="1766532" cy="677856"/>
          </a:xfrm>
          <a:prstGeom prst="rect">
            <a:avLst/>
          </a:prstGeom>
        </p:spPr>
      </p:pic>
      <p:pic>
        <p:nvPicPr>
          <p:cNvPr id="19" name="Tag line">
            <a:extLst>
              <a:ext uri="{FF2B5EF4-FFF2-40B4-BE49-F238E27FC236}">
                <a16:creationId xmlns:a16="http://schemas.microsoft.com/office/drawing/2014/main" id="{957191C3-087F-C04A-0DEB-B043188A2D1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976737" y="5866683"/>
            <a:ext cx="1766532" cy="400810"/>
          </a:xfrm>
          <a:prstGeom prst="rect">
            <a:avLst/>
          </a:prstGeom>
        </p:spPr>
      </p:pic>
      <p:sp>
        <p:nvSpPr>
          <p:cNvPr id="20" name="Title 1">
            <a:extLst>
              <a:ext uri="{FF2B5EF4-FFF2-40B4-BE49-F238E27FC236}">
                <a16:creationId xmlns:a16="http://schemas.microsoft.com/office/drawing/2014/main" id="{1D4B8532-33AB-815E-60F0-4048F395066B}"/>
              </a:ext>
            </a:extLst>
          </p:cNvPr>
          <p:cNvSpPr>
            <a:spLocks noGrp="1"/>
          </p:cNvSpPr>
          <p:nvPr>
            <p:ph type="title"/>
          </p:nvPr>
        </p:nvSpPr>
        <p:spPr>
          <a:xfrm>
            <a:off x="331200" y="2457525"/>
            <a:ext cx="8613648" cy="1349734"/>
          </a:xfrm>
        </p:spPr>
        <p:txBody>
          <a:bodyPr anchor="t"/>
          <a:lstStyle>
            <a:lvl1pPr>
              <a:defRPr sz="4400" b="0" cap="all" baseline="0">
                <a:latin typeface="ABBvoice Display SemiBold" panose="020D0704020603060204" pitchFamily="34" charset="0"/>
              </a:defRPr>
            </a:lvl1pPr>
          </a:lstStyle>
          <a:p>
            <a:r>
              <a:rPr lang="en-US" noProof="0"/>
              <a:t>Click to edit Master title style</a:t>
            </a:r>
            <a:endParaRPr lang="en-US"/>
          </a:p>
        </p:txBody>
      </p:sp>
      <p:sp>
        <p:nvSpPr>
          <p:cNvPr id="21" name="Text Placeholder 2">
            <a:extLst>
              <a:ext uri="{FF2B5EF4-FFF2-40B4-BE49-F238E27FC236}">
                <a16:creationId xmlns:a16="http://schemas.microsoft.com/office/drawing/2014/main" id="{4A9EAF23-A18E-5305-C224-E60978BAAC14}"/>
              </a:ext>
            </a:extLst>
          </p:cNvPr>
          <p:cNvSpPr>
            <a:spLocks noGrp="1"/>
          </p:cNvSpPr>
          <p:nvPr>
            <p:ph type="body" sz="quarter" idx="14" hasCustomPrompt="1"/>
          </p:nvPr>
        </p:nvSpPr>
        <p:spPr>
          <a:xfrm>
            <a:off x="331201" y="4576501"/>
            <a:ext cx="8613648" cy="486000"/>
          </a:xfrm>
        </p:spPr>
        <p:txBody>
          <a:bodyPr l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2" name="Text Placeholder 3">
            <a:extLst>
              <a:ext uri="{FF2B5EF4-FFF2-40B4-BE49-F238E27FC236}">
                <a16:creationId xmlns:a16="http://schemas.microsoft.com/office/drawing/2014/main" id="{FF1B3666-7D82-4C1B-225F-70F5B52B18C0}"/>
              </a:ext>
            </a:extLst>
          </p:cNvPr>
          <p:cNvSpPr>
            <a:spLocks noGrp="1"/>
          </p:cNvSpPr>
          <p:nvPr>
            <p:ph type="body" sz="quarter" idx="16" hasCustomPrompt="1"/>
          </p:nvPr>
        </p:nvSpPr>
        <p:spPr>
          <a:xfrm>
            <a:off x="331201" y="2295525"/>
            <a:ext cx="8613648" cy="162000"/>
          </a:xfrm>
        </p:spPr>
        <p:txBody>
          <a:bodyPr lIns="0" anchor="t"/>
          <a:lstStyle>
            <a:lvl1pPr>
              <a:spcBef>
                <a:spcPts val="0"/>
              </a:spcBef>
              <a:defRPr sz="1000" cap="all" spc="200" baseline="0"/>
            </a:lvl1pPr>
          </a:lstStyle>
          <a:p>
            <a:pPr lvl="0"/>
            <a:r>
              <a:rPr lang="en-US" noProof="0"/>
              <a:t>DATE OR OTHER INFORMATION – THIS LINE IS NOT OBLIGATORY</a:t>
            </a:r>
            <a:endParaRPr lang="en-US"/>
          </a:p>
        </p:txBody>
      </p:sp>
    </p:spTree>
    <p:extLst>
      <p:ext uri="{BB962C8B-B14F-4D97-AF65-F5344CB8AC3E}">
        <p14:creationId xmlns:p14="http://schemas.microsoft.com/office/powerpoint/2010/main" val="2117265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ver B">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DB02492-2F27-BF8F-A734-CBB59E25C64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pic>
        <p:nvPicPr>
          <p:cNvPr id="7" name="Logo">
            <a:extLst>
              <a:ext uri="{FF2B5EF4-FFF2-40B4-BE49-F238E27FC236}">
                <a16:creationId xmlns:a16="http://schemas.microsoft.com/office/drawing/2014/main" id="{0027E721-31E7-996C-F978-886B4B709D6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76737" y="395547"/>
            <a:ext cx="1766532" cy="677856"/>
          </a:xfrm>
          <a:prstGeom prst="rect">
            <a:avLst/>
          </a:prstGeom>
        </p:spPr>
      </p:pic>
      <p:pic>
        <p:nvPicPr>
          <p:cNvPr id="8" name="Tag line">
            <a:extLst>
              <a:ext uri="{FF2B5EF4-FFF2-40B4-BE49-F238E27FC236}">
                <a16:creationId xmlns:a16="http://schemas.microsoft.com/office/drawing/2014/main" id="{21F201A0-96B6-099C-6016-FCAFD5EED39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976737" y="5866683"/>
            <a:ext cx="1766532" cy="400810"/>
          </a:xfrm>
          <a:prstGeom prst="rect">
            <a:avLst/>
          </a:prstGeom>
        </p:spPr>
      </p:pic>
      <p:sp>
        <p:nvSpPr>
          <p:cNvPr id="13" name="Date Placeholder 2">
            <a:extLst>
              <a:ext uri="{FF2B5EF4-FFF2-40B4-BE49-F238E27FC236}">
                <a16:creationId xmlns:a16="http://schemas.microsoft.com/office/drawing/2014/main" id="{7C62B3A4-847D-448E-B792-DE62FEB4E58C}"/>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C8D568F6-A414-4865-8B55-29384C831DDE}" type="datetime4">
              <a:rPr lang="en-US" smtClean="0"/>
              <a:t>January 21, 2026</a:t>
            </a:fld>
            <a:endParaRPr lang="en-US"/>
          </a:p>
        </p:txBody>
      </p:sp>
      <p:sp>
        <p:nvSpPr>
          <p:cNvPr id="14" name="Footer Placeholder 5" hidden="1">
            <a:extLst>
              <a:ext uri="{FF2B5EF4-FFF2-40B4-BE49-F238E27FC236}">
                <a16:creationId xmlns:a16="http://schemas.microsoft.com/office/drawing/2014/main" id="{B6935CD3-ECA4-4229-A00C-3BDDEB2BD50E}"/>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5" name="Slide Number Placeholder 6" hidden="1">
            <a:extLst>
              <a:ext uri="{FF2B5EF4-FFF2-40B4-BE49-F238E27FC236}">
                <a16:creationId xmlns:a16="http://schemas.microsoft.com/office/drawing/2014/main" id="{9AA86E30-296D-41CC-A9C9-C72660CB7756}"/>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29" name="Textbox for metadata">
            <a:extLst>
              <a:ext uri="{FF2B5EF4-FFF2-40B4-BE49-F238E27FC236}">
                <a16:creationId xmlns:a16="http://schemas.microsoft.com/office/drawing/2014/main" id="{D7DCD54B-3107-4990-98EF-B47683C6F3FD}"/>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9"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B0D0F57F-14FF-4552-BF2B-6E2C9856C84B}"/>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3"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53A252EE-186A-84DA-8EA2-955674DE994F}"/>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4"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FEA024D1-ACAB-258A-67C0-CC52CA86E68F}"/>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30" name="Classification" descr="{&quot;templafy&quot;:{&quot;id&quot;:&quot;60a148b5-c350-4a19-b8cc-0f614b950cd2&quot;}}">
            <a:extLst>
              <a:ext uri="{FF2B5EF4-FFF2-40B4-BE49-F238E27FC236}">
                <a16:creationId xmlns:a16="http://schemas.microsoft.com/office/drawing/2014/main" id="{F49699D0-03F2-17D8-C3E6-BA7A9D78D424}"/>
              </a:ext>
            </a:extLst>
          </p:cNvPr>
          <p:cNvPicPr>
            <a:picLocks/>
          </p:cNvPicPr>
          <p:nvPr userDrawn="1"/>
        </p:nvPicPr>
        <p:blipFill>
          <a:blip r:embed="rId7"/>
          <a:stretch>
            <a:fillRect/>
          </a:stretch>
        </p:blipFill>
        <p:spPr>
          <a:xfrm>
            <a:off x="331208" y="367205"/>
            <a:ext cx="1530191" cy="252031"/>
          </a:xfrm>
          <a:prstGeom prst="rect">
            <a:avLst/>
          </a:prstGeom>
        </p:spPr>
      </p:pic>
      <p:sp>
        <p:nvSpPr>
          <p:cNvPr id="12" name="Title 1">
            <a:extLst>
              <a:ext uri="{FF2B5EF4-FFF2-40B4-BE49-F238E27FC236}">
                <a16:creationId xmlns:a16="http://schemas.microsoft.com/office/drawing/2014/main" id="{BE9196FA-4AF2-902A-F9E6-9A8F8415A8A3}"/>
              </a:ext>
            </a:extLst>
          </p:cNvPr>
          <p:cNvSpPr>
            <a:spLocks noGrp="1"/>
          </p:cNvSpPr>
          <p:nvPr>
            <p:ph type="title"/>
          </p:nvPr>
        </p:nvSpPr>
        <p:spPr>
          <a:xfrm>
            <a:off x="331200" y="2457525"/>
            <a:ext cx="8613648" cy="1350000"/>
          </a:xfrm>
        </p:spPr>
        <p:txBody>
          <a:bodyPr anchor="t"/>
          <a:lstStyle>
            <a:lvl1pPr>
              <a:defRPr sz="4400" b="0" cap="all" baseline="0">
                <a:solidFill>
                  <a:schemeClr val="bg1"/>
                </a:solidFill>
                <a:latin typeface="ABBvoice Display SemiBold" panose="020D0704020603060204" pitchFamily="34" charset="0"/>
              </a:defRPr>
            </a:lvl1pPr>
          </a:lstStyle>
          <a:p>
            <a:r>
              <a:rPr lang="en-US" noProof="0"/>
              <a:t>Click to edit Master title style</a:t>
            </a:r>
            <a:endParaRPr lang="en-US"/>
          </a:p>
        </p:txBody>
      </p:sp>
      <p:sp>
        <p:nvSpPr>
          <p:cNvPr id="17" name="Text Placeholder 2">
            <a:extLst>
              <a:ext uri="{FF2B5EF4-FFF2-40B4-BE49-F238E27FC236}">
                <a16:creationId xmlns:a16="http://schemas.microsoft.com/office/drawing/2014/main" id="{0F231D8D-58FA-38D6-FE7A-AC0DB206A84A}"/>
              </a:ext>
            </a:extLst>
          </p:cNvPr>
          <p:cNvSpPr>
            <a:spLocks noGrp="1"/>
          </p:cNvSpPr>
          <p:nvPr>
            <p:ph type="body" sz="quarter" idx="14" hasCustomPrompt="1"/>
          </p:nvPr>
        </p:nvSpPr>
        <p:spPr>
          <a:xfrm>
            <a:off x="331201" y="4576501"/>
            <a:ext cx="8613648" cy="486000"/>
          </a:xfrm>
        </p:spPr>
        <p:txBody>
          <a:bodyPr lIns="0"/>
          <a:lstStyle>
            <a:lvl1pPr>
              <a:defRPr sz="24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8" name="Text Placeholder 3">
            <a:extLst>
              <a:ext uri="{FF2B5EF4-FFF2-40B4-BE49-F238E27FC236}">
                <a16:creationId xmlns:a16="http://schemas.microsoft.com/office/drawing/2014/main" id="{1C46D0ED-54C5-7C53-5626-D26488E61F1B}"/>
              </a:ext>
            </a:extLst>
          </p:cNvPr>
          <p:cNvSpPr>
            <a:spLocks noGrp="1"/>
          </p:cNvSpPr>
          <p:nvPr>
            <p:ph type="body" sz="quarter" idx="16" hasCustomPrompt="1"/>
          </p:nvPr>
        </p:nvSpPr>
        <p:spPr>
          <a:xfrm>
            <a:off x="331201" y="2295525"/>
            <a:ext cx="8613648" cy="162000"/>
          </a:xfrm>
        </p:spPr>
        <p:txBody>
          <a:bodyPr lIns="0" anchor="t"/>
          <a:lstStyle>
            <a:lvl1pPr>
              <a:spcBef>
                <a:spcPts val="0"/>
              </a:spcBef>
              <a:defRPr sz="1000" cap="all" spc="200" baseline="0">
                <a:solidFill>
                  <a:schemeClr val="bg1"/>
                </a:solidFill>
              </a:defRPr>
            </a:lvl1pPr>
          </a:lstStyle>
          <a:p>
            <a:pPr lvl="0"/>
            <a:r>
              <a:rPr lang="en-US" noProof="0"/>
              <a:t>DATE OR OTHER INFORMATION – THIS LINE IS NOT OBLIGATORY</a:t>
            </a:r>
            <a:endParaRPr lang="en-US"/>
          </a:p>
        </p:txBody>
      </p:sp>
    </p:spTree>
    <p:extLst>
      <p:ext uri="{BB962C8B-B14F-4D97-AF65-F5344CB8AC3E}">
        <p14:creationId xmlns:p14="http://schemas.microsoft.com/office/powerpoint/2010/main" val="2895098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over C (light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6858000"/>
          </a:xfrm>
        </p:spPr>
        <p:txBody>
          <a:bodyPr/>
          <a:lstStyle/>
          <a:p>
            <a:r>
              <a:rPr lang="en-US"/>
              <a:t>Click icon to add picture</a:t>
            </a:r>
          </a:p>
        </p:txBody>
      </p:sp>
      <p:sp>
        <p:nvSpPr>
          <p:cNvPr id="19" name="Date Placeholder 2" hidden="1">
            <a:extLst>
              <a:ext uri="{FF2B5EF4-FFF2-40B4-BE49-F238E27FC236}">
                <a16:creationId xmlns:a16="http://schemas.microsoft.com/office/drawing/2014/main" id="{E2DA0BE3-FFDA-4368-915E-D6B90666C139}"/>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17FB7B14-392A-40B8-926C-0B6BDE0E19FB}" type="datetime4">
              <a:rPr lang="en-US" smtClean="0"/>
              <a:t>January 21, 2026</a:t>
            </a:fld>
            <a:endParaRPr lang="en-US"/>
          </a:p>
        </p:txBody>
      </p:sp>
      <p:sp>
        <p:nvSpPr>
          <p:cNvPr id="25" name="Footer Placeholder 5" hidden="1">
            <a:extLst>
              <a:ext uri="{FF2B5EF4-FFF2-40B4-BE49-F238E27FC236}">
                <a16:creationId xmlns:a16="http://schemas.microsoft.com/office/drawing/2014/main" id="{6444F00E-4A33-4AB0-ADF2-E09C76137DCC}"/>
              </a:ext>
            </a:extLst>
          </p:cNvPr>
          <p:cNvSpPr>
            <a:spLocks noGrp="1"/>
          </p:cNvSpPr>
          <p:nvPr>
            <p:ph type="ftr" sz="quarter" idx="24"/>
          </p:nvPr>
        </p:nvSpPr>
        <p:spPr>
          <a:xfrm>
            <a:off x="0" y="6858000"/>
            <a:ext cx="0" cy="0"/>
          </a:xfrm>
        </p:spPr>
        <p:txBody>
          <a:bodyPr/>
          <a:lstStyle>
            <a:lvl1pPr>
              <a:defRPr>
                <a:noFill/>
              </a:defRPr>
            </a:lvl1pPr>
          </a:lstStyle>
          <a:p>
            <a:endParaRPr lang="en-US"/>
          </a:p>
        </p:txBody>
      </p:sp>
      <p:sp>
        <p:nvSpPr>
          <p:cNvPr id="26" name="Slide Number Placeholder 6" hidden="1">
            <a:extLst>
              <a:ext uri="{FF2B5EF4-FFF2-40B4-BE49-F238E27FC236}">
                <a16:creationId xmlns:a16="http://schemas.microsoft.com/office/drawing/2014/main" id="{5B12548E-CFBD-4687-86F5-26FBF1855004}"/>
              </a:ext>
            </a:extLst>
          </p:cNvPr>
          <p:cNvSpPr>
            <a:spLocks noGrp="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5" name="Textbox for metadata">
            <a:extLst>
              <a:ext uri="{FF2B5EF4-FFF2-40B4-BE49-F238E27FC236}">
                <a16:creationId xmlns:a16="http://schemas.microsoft.com/office/drawing/2014/main" id="{21AACC99-245C-4AB3-B925-3040F2FE3845}"/>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867EF0E0-86BF-44FA-AC2D-C951CA90505C}"/>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863A5345-9942-7CA3-3C89-5E8D0F5E3614}"/>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52CC6C05-E06C-D058-732C-FCE1D5DE3D67}"/>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28" name="Classification" descr="{&quot;templafy&quot;:{&quot;id&quot;:&quot;09f4806a-141c-4548-b107-452e00f4cb79&quot;}}">
            <a:extLst>
              <a:ext uri="{FF2B5EF4-FFF2-40B4-BE49-F238E27FC236}">
                <a16:creationId xmlns:a16="http://schemas.microsoft.com/office/drawing/2014/main" id="{1110A272-659D-1C12-FBA0-4333DBDB6BCA}"/>
              </a:ext>
            </a:extLst>
          </p:cNvPr>
          <p:cNvPicPr>
            <a:picLocks/>
          </p:cNvPicPr>
          <p:nvPr userDrawn="1"/>
        </p:nvPicPr>
        <p:blipFill>
          <a:blip r:embed="rId2"/>
          <a:stretch>
            <a:fillRect/>
          </a:stretch>
        </p:blipFill>
        <p:spPr>
          <a:xfrm>
            <a:off x="331208" y="367205"/>
            <a:ext cx="1530191" cy="252031"/>
          </a:xfrm>
          <a:prstGeom prst="rect">
            <a:avLst/>
          </a:prstGeom>
        </p:spPr>
      </p:pic>
      <p:sp>
        <p:nvSpPr>
          <p:cNvPr id="6" name="Title 1">
            <a:extLst>
              <a:ext uri="{FF2B5EF4-FFF2-40B4-BE49-F238E27FC236}">
                <a16:creationId xmlns:a16="http://schemas.microsoft.com/office/drawing/2014/main" id="{2700EA22-4967-EB8B-8572-337707EA64F1}"/>
              </a:ext>
            </a:extLst>
          </p:cNvPr>
          <p:cNvSpPr>
            <a:spLocks noGrp="1"/>
          </p:cNvSpPr>
          <p:nvPr>
            <p:ph type="title"/>
          </p:nvPr>
        </p:nvSpPr>
        <p:spPr>
          <a:xfrm>
            <a:off x="331201" y="4415978"/>
            <a:ext cx="8613648" cy="1167237"/>
          </a:xfrm>
        </p:spPr>
        <p:txBody>
          <a:bodyPr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7" name="Text Placeholder 2">
            <a:extLst>
              <a:ext uri="{FF2B5EF4-FFF2-40B4-BE49-F238E27FC236}">
                <a16:creationId xmlns:a16="http://schemas.microsoft.com/office/drawing/2014/main" id="{A5BE7224-9D04-78A1-1ECC-F8903196BA52}"/>
              </a:ext>
            </a:extLst>
          </p:cNvPr>
          <p:cNvSpPr>
            <a:spLocks noGrp="1"/>
          </p:cNvSpPr>
          <p:nvPr>
            <p:ph type="body" sz="quarter" idx="14" hasCustomPrompt="1"/>
          </p:nvPr>
        </p:nvSpPr>
        <p:spPr>
          <a:xfrm>
            <a:off x="331201"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8" name="Text Placeholder 3">
            <a:extLst>
              <a:ext uri="{FF2B5EF4-FFF2-40B4-BE49-F238E27FC236}">
                <a16:creationId xmlns:a16="http://schemas.microsoft.com/office/drawing/2014/main" id="{8BE6EDD7-71DD-0432-9AA7-5420CF75EE18}"/>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pic>
        <p:nvPicPr>
          <p:cNvPr id="9" name="Logo">
            <a:extLst>
              <a:ext uri="{FF2B5EF4-FFF2-40B4-BE49-F238E27FC236}">
                <a16:creationId xmlns:a16="http://schemas.microsoft.com/office/drawing/2014/main" id="{05EB70D6-8B07-4B1A-E89C-ACBEBFB3376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637222" y="0"/>
            <a:ext cx="2554778" cy="6858000"/>
          </a:xfrm>
          <a:prstGeom prst="rect">
            <a:avLst/>
          </a:prstGeom>
        </p:spPr>
      </p:pic>
    </p:spTree>
    <p:extLst>
      <p:ext uri="{BB962C8B-B14F-4D97-AF65-F5344CB8AC3E}">
        <p14:creationId xmlns:p14="http://schemas.microsoft.com/office/powerpoint/2010/main" val="2616911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Cover D (dark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6858000"/>
          </a:xfrm>
        </p:spPr>
        <p:txBody>
          <a:bodyPr/>
          <a:lstStyle/>
          <a:p>
            <a:r>
              <a:rPr lang="en-US"/>
              <a:t>Click icon to add picture</a:t>
            </a:r>
          </a:p>
        </p:txBody>
      </p:sp>
      <p:sp>
        <p:nvSpPr>
          <p:cNvPr id="17" name="Date Placeholder 2" hidden="1">
            <a:extLst>
              <a:ext uri="{FF2B5EF4-FFF2-40B4-BE49-F238E27FC236}">
                <a16:creationId xmlns:a16="http://schemas.microsoft.com/office/drawing/2014/main" id="{DEC93181-DC67-496C-BF38-9B85050BC846}"/>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22FE1CDC-7110-44AA-8C0E-6728506872AD}" type="datetime4">
              <a:rPr lang="en-US" smtClean="0"/>
              <a:t>January 21, 2026</a:t>
            </a:fld>
            <a:endParaRPr lang="en-US"/>
          </a:p>
        </p:txBody>
      </p:sp>
      <p:sp>
        <p:nvSpPr>
          <p:cNvPr id="23" name="Footer Placeholder 5" hidden="1">
            <a:extLst>
              <a:ext uri="{FF2B5EF4-FFF2-40B4-BE49-F238E27FC236}">
                <a16:creationId xmlns:a16="http://schemas.microsoft.com/office/drawing/2014/main" id="{F875FF11-4129-4354-85FE-EB3DCEEC1DB3}"/>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24" name="Slide Number Placeholder 6" hidden="1">
            <a:extLst>
              <a:ext uri="{FF2B5EF4-FFF2-40B4-BE49-F238E27FC236}">
                <a16:creationId xmlns:a16="http://schemas.microsoft.com/office/drawing/2014/main" id="{B3D53CF0-1704-4F73-A324-D97E6ADADF91}"/>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3" name="Textbox for metadata">
            <a:extLst>
              <a:ext uri="{FF2B5EF4-FFF2-40B4-BE49-F238E27FC236}">
                <a16:creationId xmlns:a16="http://schemas.microsoft.com/office/drawing/2014/main" id="{1E386679-4E1E-4E5A-A6F1-BA141E6691DE}"/>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9"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44496121-D0E1-4C2C-869C-41036E3F6F78}"/>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rgbClr val="FFFFFF"/>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C4C54101-727D-1B3B-6116-7B2F8F010DEE}"/>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rgbClr val="FFFFFF"/>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3D53989B-4D56-6014-24FC-8B1B0E551F66}"/>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rgbClr val="FFFFFF"/>
              </a:solidFill>
            </a:endParaRPr>
          </a:p>
        </p:txBody>
      </p:sp>
      <p:pic>
        <p:nvPicPr>
          <p:cNvPr id="28" name="Classification" descr="{&quot;templafy&quot;:{&quot;id&quot;:&quot;9961e93d-9f66-40e8-97fe-04d637e82e10&quot;}}">
            <a:extLst>
              <a:ext uri="{FF2B5EF4-FFF2-40B4-BE49-F238E27FC236}">
                <a16:creationId xmlns:a16="http://schemas.microsoft.com/office/drawing/2014/main" id="{0DBDBF0D-7DC3-CEE4-C830-0904082605E7}"/>
              </a:ext>
            </a:extLst>
          </p:cNvPr>
          <p:cNvPicPr>
            <a:picLocks/>
          </p:cNvPicPr>
          <p:nvPr userDrawn="1"/>
        </p:nvPicPr>
        <p:blipFill>
          <a:blip r:embed="rId2"/>
          <a:stretch>
            <a:fillRect/>
          </a:stretch>
        </p:blipFill>
        <p:spPr>
          <a:xfrm>
            <a:off x="331208" y="367205"/>
            <a:ext cx="1530191" cy="252031"/>
          </a:xfrm>
          <a:prstGeom prst="rect">
            <a:avLst/>
          </a:prstGeom>
        </p:spPr>
      </p:pic>
      <p:sp>
        <p:nvSpPr>
          <p:cNvPr id="6" name="Title 1">
            <a:extLst>
              <a:ext uri="{FF2B5EF4-FFF2-40B4-BE49-F238E27FC236}">
                <a16:creationId xmlns:a16="http://schemas.microsoft.com/office/drawing/2014/main" id="{F2BFD6D9-7CC9-04DE-B96D-15D2BDDBCAE3}"/>
              </a:ext>
            </a:extLst>
          </p:cNvPr>
          <p:cNvSpPr>
            <a:spLocks noGrp="1"/>
          </p:cNvSpPr>
          <p:nvPr>
            <p:ph type="title"/>
          </p:nvPr>
        </p:nvSpPr>
        <p:spPr>
          <a:xfrm>
            <a:off x="331201" y="4415978"/>
            <a:ext cx="8613648" cy="1167237"/>
          </a:xfrm>
        </p:spPr>
        <p:txBody>
          <a:bodyPr anchor="t"/>
          <a:lstStyle>
            <a:lvl1pPr>
              <a:defRPr sz="4000" b="0" cap="all" baseline="0">
                <a:solidFill>
                  <a:schemeClr val="bg1"/>
                </a:solidFill>
                <a:latin typeface="ABBvoice Display SemiBold" panose="020D0704020603060204" pitchFamily="34" charset="0"/>
              </a:defRPr>
            </a:lvl1pPr>
          </a:lstStyle>
          <a:p>
            <a:r>
              <a:rPr lang="en-US" noProof="0"/>
              <a:t>Click to edit Master title style</a:t>
            </a:r>
            <a:endParaRPr lang="en-US"/>
          </a:p>
        </p:txBody>
      </p:sp>
      <p:sp>
        <p:nvSpPr>
          <p:cNvPr id="7" name="Text Placeholder 2">
            <a:extLst>
              <a:ext uri="{FF2B5EF4-FFF2-40B4-BE49-F238E27FC236}">
                <a16:creationId xmlns:a16="http://schemas.microsoft.com/office/drawing/2014/main" id="{70146E08-A8C9-A8CF-28EC-AA03887F0FC8}"/>
              </a:ext>
            </a:extLst>
          </p:cNvPr>
          <p:cNvSpPr>
            <a:spLocks noGrp="1"/>
          </p:cNvSpPr>
          <p:nvPr>
            <p:ph type="body" sz="quarter" idx="14" hasCustomPrompt="1"/>
          </p:nvPr>
        </p:nvSpPr>
        <p:spPr>
          <a:xfrm>
            <a:off x="331201" y="5808186"/>
            <a:ext cx="8613648" cy="486000"/>
          </a:xfrm>
        </p:spPr>
        <p:txBody>
          <a:bodyPr lIns="0"/>
          <a:lstStyle>
            <a:lvl1pPr>
              <a:defRPr sz="2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8" name="Text Placeholder 3">
            <a:extLst>
              <a:ext uri="{FF2B5EF4-FFF2-40B4-BE49-F238E27FC236}">
                <a16:creationId xmlns:a16="http://schemas.microsoft.com/office/drawing/2014/main" id="{15B166A2-5329-1315-4496-5FE31CD1E698}"/>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solidFill>
                  <a:schemeClr val="bg1"/>
                </a:solidFill>
              </a:defRPr>
            </a:lvl1pPr>
          </a:lstStyle>
          <a:p>
            <a:pPr lvl="0"/>
            <a:r>
              <a:rPr lang="en-US" noProof="0"/>
              <a:t>DATE OR OTHER INFORMATION – THIS LINE IS NOT OBLIGATORY</a:t>
            </a:r>
            <a:endParaRPr lang="en-US"/>
          </a:p>
        </p:txBody>
      </p:sp>
      <p:pic>
        <p:nvPicPr>
          <p:cNvPr id="9" name="Logo">
            <a:extLst>
              <a:ext uri="{FF2B5EF4-FFF2-40B4-BE49-F238E27FC236}">
                <a16:creationId xmlns:a16="http://schemas.microsoft.com/office/drawing/2014/main" id="{EBD510BD-93B4-BDDF-0E84-0627027FE18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06989" y="0"/>
            <a:ext cx="2685011" cy="6858000"/>
          </a:xfrm>
          <a:prstGeom prst="rect">
            <a:avLst/>
          </a:prstGeom>
        </p:spPr>
      </p:pic>
    </p:spTree>
    <p:extLst>
      <p:ext uri="{BB962C8B-B14F-4D97-AF65-F5344CB8AC3E}">
        <p14:creationId xmlns:p14="http://schemas.microsoft.com/office/powerpoint/2010/main" val="855133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over 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7B29AAA6-A1F6-490A-1EFC-6B447EB1762C}"/>
              </a:ext>
            </a:extLst>
          </p:cNvPr>
          <p:cNvSpPr>
            <a:spLocks noGrp="1"/>
          </p:cNvSpPr>
          <p:nvPr>
            <p:ph type="pic" sz="quarter" idx="16"/>
          </p:nvPr>
        </p:nvSpPr>
        <p:spPr>
          <a:xfrm>
            <a:off x="0" y="-1"/>
            <a:ext cx="8924925" cy="3922341"/>
          </a:xfrm>
        </p:spPr>
        <p:txBody>
          <a:bodyPr/>
          <a:lstStyle/>
          <a:p>
            <a:r>
              <a:rPr lang="en-US" noProof="0"/>
              <a:t>Click icon to add picture</a:t>
            </a:r>
            <a:endParaRPr lang="en-US"/>
          </a:p>
        </p:txBody>
      </p:sp>
      <p:sp>
        <p:nvSpPr>
          <p:cNvPr id="7" name="Title 1">
            <a:extLst>
              <a:ext uri="{FF2B5EF4-FFF2-40B4-BE49-F238E27FC236}">
                <a16:creationId xmlns:a16="http://schemas.microsoft.com/office/drawing/2014/main" id="{732CCBB1-04BD-FE31-F06D-102B92D55FEF}"/>
              </a:ext>
            </a:extLst>
          </p:cNvPr>
          <p:cNvSpPr>
            <a:spLocks noGrp="1"/>
          </p:cNvSpPr>
          <p:nvPr>
            <p:ph type="title"/>
          </p:nvPr>
        </p:nvSpPr>
        <p:spPr>
          <a:xfrm>
            <a:off x="331201" y="4415978"/>
            <a:ext cx="8613648" cy="1167237"/>
          </a:xfrm>
        </p:spPr>
        <p:txBody>
          <a:bodyPr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8" name="Text Placeholder 2">
            <a:extLst>
              <a:ext uri="{FF2B5EF4-FFF2-40B4-BE49-F238E27FC236}">
                <a16:creationId xmlns:a16="http://schemas.microsoft.com/office/drawing/2014/main" id="{386D38F8-004F-7DCE-C310-B4E7FCA060EE}"/>
              </a:ext>
            </a:extLst>
          </p:cNvPr>
          <p:cNvSpPr>
            <a:spLocks noGrp="1"/>
          </p:cNvSpPr>
          <p:nvPr>
            <p:ph type="body" sz="quarter" idx="14" hasCustomPrompt="1"/>
          </p:nvPr>
        </p:nvSpPr>
        <p:spPr>
          <a:xfrm>
            <a:off x="331201"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Text Placeholder 3">
            <a:extLst>
              <a:ext uri="{FF2B5EF4-FFF2-40B4-BE49-F238E27FC236}">
                <a16:creationId xmlns:a16="http://schemas.microsoft.com/office/drawing/2014/main" id="{4AE2F316-0016-9697-4E87-5EDF2C8F03B1}"/>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pic>
        <p:nvPicPr>
          <p:cNvPr id="11" name="Logo">
            <a:extLst>
              <a:ext uri="{FF2B5EF4-FFF2-40B4-BE49-F238E27FC236}">
                <a16:creationId xmlns:a16="http://schemas.microsoft.com/office/drawing/2014/main" id="{4BA63496-C2A8-94B3-DF70-7124A3FF500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76737" y="395547"/>
            <a:ext cx="1766532" cy="677856"/>
          </a:xfrm>
          <a:prstGeom prst="rect">
            <a:avLst/>
          </a:prstGeom>
        </p:spPr>
      </p:pic>
      <p:pic>
        <p:nvPicPr>
          <p:cNvPr id="12" name="Tag line">
            <a:extLst>
              <a:ext uri="{FF2B5EF4-FFF2-40B4-BE49-F238E27FC236}">
                <a16:creationId xmlns:a16="http://schemas.microsoft.com/office/drawing/2014/main" id="{F7F21CC0-8031-7C43-8705-86240000D02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76737" y="5866683"/>
            <a:ext cx="1766532" cy="400810"/>
          </a:xfrm>
          <a:prstGeom prst="rect">
            <a:avLst/>
          </a:prstGeom>
        </p:spPr>
      </p:pic>
      <p:sp>
        <p:nvSpPr>
          <p:cNvPr id="14" name="Date Placeholder 2" hidden="1">
            <a:extLst>
              <a:ext uri="{FF2B5EF4-FFF2-40B4-BE49-F238E27FC236}">
                <a16:creationId xmlns:a16="http://schemas.microsoft.com/office/drawing/2014/main" id="{0A33B1B3-23BD-4E69-9630-079CFBD253DD}"/>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C6A9BD41-B408-4DC1-BC41-874D8AA7AEFB}" type="datetime4">
              <a:rPr lang="en-US" smtClean="0"/>
              <a:t>January 21, 2026</a:t>
            </a:fld>
            <a:endParaRPr lang="en-US"/>
          </a:p>
        </p:txBody>
      </p:sp>
      <p:sp>
        <p:nvSpPr>
          <p:cNvPr id="18" name="Footer Placeholder 5" hidden="1">
            <a:extLst>
              <a:ext uri="{FF2B5EF4-FFF2-40B4-BE49-F238E27FC236}">
                <a16:creationId xmlns:a16="http://schemas.microsoft.com/office/drawing/2014/main" id="{FF96FD6D-EB5B-42F4-A782-864EE8984920}"/>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9" name="Slide Number Placeholder 6" hidden="1">
            <a:extLst>
              <a:ext uri="{FF2B5EF4-FFF2-40B4-BE49-F238E27FC236}">
                <a16:creationId xmlns:a16="http://schemas.microsoft.com/office/drawing/2014/main" id="{A5917654-E2E7-4F3B-9A54-AAD255683063}"/>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3" name="Textbox for metadata">
            <a:extLst>
              <a:ext uri="{FF2B5EF4-FFF2-40B4-BE49-F238E27FC236}">
                <a16:creationId xmlns:a16="http://schemas.microsoft.com/office/drawing/2014/main" id="{99A66A49-8F92-4F89-AFD0-110E26BF2680}"/>
              </a:ext>
            </a:extLst>
          </p:cNvPr>
          <p:cNvSpPr txBox="1">
            <a:spLocks/>
          </p:cNvSpPr>
          <p:nvPr userDrawn="1"/>
        </p:nvSpPr>
        <p:spPr>
          <a:xfrm>
            <a:off x="331196" y="6506816"/>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3"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47C61707-0D77-48A5-9714-CB909585A68D}"/>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6595B980-413F-5C6F-BB48-10EAFC8D7E57}"/>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84E264FF-7C16-2557-3035-564CD53922DE}"/>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29" name="Classification" descr="{&quot;templafy&quot;:{&quot;id&quot;:&quot;18a47717-d18a-4d34-a5c7-21a3f893cc7d&quot;}}">
            <a:extLst>
              <a:ext uri="{FF2B5EF4-FFF2-40B4-BE49-F238E27FC236}">
                <a16:creationId xmlns:a16="http://schemas.microsoft.com/office/drawing/2014/main" id="{DCE7FC42-8DF6-A3B2-CD2F-F46290B87D15}"/>
              </a:ext>
            </a:extLst>
          </p:cNvPr>
          <p:cNvPicPr>
            <a:picLocks/>
          </p:cNvPicPr>
          <p:nvPr userDrawn="1"/>
        </p:nvPicPr>
        <p:blipFill>
          <a:blip r:embed="rId6"/>
          <a:stretch>
            <a:fillRect/>
          </a:stretch>
        </p:blipFill>
        <p:spPr>
          <a:xfrm>
            <a:off x="331208" y="367205"/>
            <a:ext cx="1530191" cy="252031"/>
          </a:xfrm>
          <a:prstGeom prst="rect">
            <a:avLst/>
          </a:prstGeom>
        </p:spPr>
      </p:pic>
    </p:spTree>
    <p:extLst>
      <p:ext uri="{BB962C8B-B14F-4D97-AF65-F5344CB8AC3E}">
        <p14:creationId xmlns:p14="http://schemas.microsoft.com/office/powerpoint/2010/main" val="1609656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over F">
    <p:spTree>
      <p:nvGrpSpPr>
        <p:cNvPr id="1" name=""/>
        <p:cNvGrpSpPr/>
        <p:nvPr/>
      </p:nvGrpSpPr>
      <p:grpSpPr>
        <a:xfrm>
          <a:off x="0" y="0"/>
          <a:ext cx="0" cy="0"/>
          <a:chOff x="0" y="0"/>
          <a:chExt cx="0" cy="0"/>
        </a:xfrm>
      </p:grpSpPr>
      <p:sp>
        <p:nvSpPr>
          <p:cNvPr id="13" name="Date Placeholder 2" hidden="1">
            <a:extLst>
              <a:ext uri="{FF2B5EF4-FFF2-40B4-BE49-F238E27FC236}">
                <a16:creationId xmlns:a16="http://schemas.microsoft.com/office/drawing/2014/main" id="{86899F48-C911-4CD2-8537-1874E4E7FFEA}"/>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1D6F7FAA-DD9E-4605-ADA9-64A74D15ED2D}" type="datetime4">
              <a:rPr lang="en-US" smtClean="0"/>
              <a:t>January 21, 2026</a:t>
            </a:fld>
            <a:endParaRPr lang="en-US"/>
          </a:p>
        </p:txBody>
      </p:sp>
      <p:sp>
        <p:nvSpPr>
          <p:cNvPr id="16" name="Footer Placeholder 5" hidden="1">
            <a:extLst>
              <a:ext uri="{FF2B5EF4-FFF2-40B4-BE49-F238E27FC236}">
                <a16:creationId xmlns:a16="http://schemas.microsoft.com/office/drawing/2014/main" id="{7DCDF680-C48C-4D0A-9069-B2F60D63B78A}"/>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7" name="Slide Number Placeholder 6" hidden="1">
            <a:extLst>
              <a:ext uri="{FF2B5EF4-FFF2-40B4-BE49-F238E27FC236}">
                <a16:creationId xmlns:a16="http://schemas.microsoft.com/office/drawing/2014/main" id="{0266C1C2-4C9C-4B41-96AD-AEADB16E34D4}"/>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1" name="Textbox for metadata">
            <a:extLst>
              <a:ext uri="{FF2B5EF4-FFF2-40B4-BE49-F238E27FC236}">
                <a16:creationId xmlns:a16="http://schemas.microsoft.com/office/drawing/2014/main" id="{E3F50A39-4A37-4A8F-8A6D-C4F1265DDE55}"/>
              </a:ext>
            </a:extLst>
          </p:cNvPr>
          <p:cNvSpPr txBox="1">
            <a:spLocks/>
          </p:cNvSpPr>
          <p:nvPr userDrawn="1"/>
        </p:nvSpPr>
        <p:spPr>
          <a:xfrm>
            <a:off x="331196" y="6506816"/>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2C259B8-2007-488D-8494-693ADFA23A83}"/>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E14ED6E7-A503-94E7-7189-8682343C0CC9}"/>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199FB105-4978-F0FF-EAB3-A9357DD6E547}"/>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29" name="Classification" descr="{&quot;templafy&quot;:{&quot;id&quot;:&quot;af289885-6097-4716-a7fa-b8f666d95efc&quot;}}">
            <a:extLst>
              <a:ext uri="{FF2B5EF4-FFF2-40B4-BE49-F238E27FC236}">
                <a16:creationId xmlns:a16="http://schemas.microsoft.com/office/drawing/2014/main" id="{FE98A09A-9AF2-4678-6029-1DFC567C6249}"/>
              </a:ext>
            </a:extLst>
          </p:cNvPr>
          <p:cNvPicPr>
            <a:picLocks/>
          </p:cNvPicPr>
          <p:nvPr userDrawn="1"/>
        </p:nvPicPr>
        <p:blipFill>
          <a:blip r:embed="rId2"/>
          <a:stretch>
            <a:fillRect/>
          </a:stretch>
        </p:blipFill>
        <p:spPr>
          <a:xfrm>
            <a:off x="331208" y="367205"/>
            <a:ext cx="1530191" cy="252031"/>
          </a:xfrm>
          <a:prstGeom prst="rect">
            <a:avLst/>
          </a:prstGeom>
        </p:spPr>
      </p:pic>
      <p:sp>
        <p:nvSpPr>
          <p:cNvPr id="6" name="Picture Placeholder 3">
            <a:extLst>
              <a:ext uri="{FF2B5EF4-FFF2-40B4-BE49-F238E27FC236}">
                <a16:creationId xmlns:a16="http://schemas.microsoft.com/office/drawing/2014/main" id="{E830A1BB-93D2-83E6-5E0F-A2EB11913C1A}"/>
              </a:ext>
            </a:extLst>
          </p:cNvPr>
          <p:cNvSpPr>
            <a:spLocks noGrp="1"/>
          </p:cNvSpPr>
          <p:nvPr>
            <p:ph type="pic" sz="quarter" idx="16"/>
          </p:nvPr>
        </p:nvSpPr>
        <p:spPr>
          <a:xfrm>
            <a:off x="0" y="0"/>
            <a:ext cx="12192000" cy="3922776"/>
          </a:xfrm>
        </p:spPr>
        <p:txBody>
          <a:bodyPr/>
          <a:lstStyle/>
          <a:p>
            <a:r>
              <a:rPr lang="en-US" noProof="0"/>
              <a:t>Click icon to add picture</a:t>
            </a:r>
            <a:endParaRPr lang="en-US"/>
          </a:p>
        </p:txBody>
      </p:sp>
      <p:sp>
        <p:nvSpPr>
          <p:cNvPr id="7" name="Title 1">
            <a:extLst>
              <a:ext uri="{FF2B5EF4-FFF2-40B4-BE49-F238E27FC236}">
                <a16:creationId xmlns:a16="http://schemas.microsoft.com/office/drawing/2014/main" id="{4510514A-B508-6FBD-95BC-27F50F5F7CB6}"/>
              </a:ext>
            </a:extLst>
          </p:cNvPr>
          <p:cNvSpPr>
            <a:spLocks noGrp="1"/>
          </p:cNvSpPr>
          <p:nvPr>
            <p:ph type="title"/>
          </p:nvPr>
        </p:nvSpPr>
        <p:spPr>
          <a:xfrm>
            <a:off x="331201" y="4415978"/>
            <a:ext cx="8613648" cy="1167237"/>
          </a:xfrm>
        </p:spPr>
        <p:txBody>
          <a:bodyPr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8" name="Text Placeholder 2">
            <a:extLst>
              <a:ext uri="{FF2B5EF4-FFF2-40B4-BE49-F238E27FC236}">
                <a16:creationId xmlns:a16="http://schemas.microsoft.com/office/drawing/2014/main" id="{18287956-228E-9217-B1A8-22A42BB96292}"/>
              </a:ext>
            </a:extLst>
          </p:cNvPr>
          <p:cNvSpPr>
            <a:spLocks noGrp="1"/>
          </p:cNvSpPr>
          <p:nvPr>
            <p:ph type="body" sz="quarter" idx="14" hasCustomPrompt="1"/>
          </p:nvPr>
        </p:nvSpPr>
        <p:spPr>
          <a:xfrm>
            <a:off x="331201"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0" name="Text Placeholder 3">
            <a:extLst>
              <a:ext uri="{FF2B5EF4-FFF2-40B4-BE49-F238E27FC236}">
                <a16:creationId xmlns:a16="http://schemas.microsoft.com/office/drawing/2014/main" id="{13D1C327-FC2E-1D32-7B54-A5257759E045}"/>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pic>
        <p:nvPicPr>
          <p:cNvPr id="11" name="Logo">
            <a:extLst>
              <a:ext uri="{FF2B5EF4-FFF2-40B4-BE49-F238E27FC236}">
                <a16:creationId xmlns:a16="http://schemas.microsoft.com/office/drawing/2014/main" id="{BBEB06A3-B60B-5E8B-65ED-9B854D97745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76737" y="395547"/>
            <a:ext cx="1766532" cy="677856"/>
          </a:xfrm>
          <a:prstGeom prst="rect">
            <a:avLst/>
          </a:prstGeom>
        </p:spPr>
      </p:pic>
      <p:pic>
        <p:nvPicPr>
          <p:cNvPr id="15" name="Tag line">
            <a:extLst>
              <a:ext uri="{FF2B5EF4-FFF2-40B4-BE49-F238E27FC236}">
                <a16:creationId xmlns:a16="http://schemas.microsoft.com/office/drawing/2014/main" id="{AA4179DF-8B56-C9BC-1094-3EFFC44DA82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976737" y="5866683"/>
            <a:ext cx="1766532" cy="400810"/>
          </a:xfrm>
          <a:prstGeom prst="rect">
            <a:avLst/>
          </a:prstGeom>
        </p:spPr>
      </p:pic>
    </p:spTree>
    <p:extLst>
      <p:ext uri="{BB962C8B-B14F-4D97-AF65-F5344CB8AC3E}">
        <p14:creationId xmlns:p14="http://schemas.microsoft.com/office/powerpoint/2010/main" val="342343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Divider 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9445338F-25DA-4D0B-AE09-634C86CB35CB}" type="datetime4">
              <a:rPr lang="en-US" smtClean="0"/>
              <a:t>January 21, 2026</a:t>
            </a:fld>
            <a:endParaRPr lang="en-US"/>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a:p>
        </p:txBody>
      </p:sp>
      <p:pic>
        <p:nvPicPr>
          <p:cNvPr id="4" name="Picture 3">
            <a:extLst>
              <a:ext uri="{FF2B5EF4-FFF2-40B4-BE49-F238E27FC236}">
                <a16:creationId xmlns:a16="http://schemas.microsoft.com/office/drawing/2014/main" id="{5938AA0A-CAE0-4C28-9FAB-CC81B85B48C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8" name="Title 1">
            <a:extLst>
              <a:ext uri="{FF2B5EF4-FFF2-40B4-BE49-F238E27FC236}">
                <a16:creationId xmlns:a16="http://schemas.microsoft.com/office/drawing/2014/main" id="{C78DE0D1-FC76-CA62-6E66-A111968AA378}"/>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tx1"/>
                </a:solidFill>
                <a:latin typeface="ABBvoice Display SemiBold" panose="020D0704020603060204" pitchFamily="34" charset="0"/>
              </a:defRPr>
            </a:lvl1pPr>
          </a:lstStyle>
          <a:p>
            <a:r>
              <a:rPr lang="en-US" noProof="0"/>
              <a:t>Chapter slide</a:t>
            </a:r>
            <a:endParaRPr lang="en-US"/>
          </a:p>
        </p:txBody>
      </p:sp>
      <p:sp>
        <p:nvSpPr>
          <p:cNvPr id="9" name="Text Placeholder 10">
            <a:extLst>
              <a:ext uri="{FF2B5EF4-FFF2-40B4-BE49-F238E27FC236}">
                <a16:creationId xmlns:a16="http://schemas.microsoft.com/office/drawing/2014/main" id="{EE832AA2-03A2-E191-75A1-F8C19050D47B}"/>
              </a:ext>
            </a:extLst>
          </p:cNvPr>
          <p:cNvSpPr>
            <a:spLocks noGrp="1"/>
          </p:cNvSpPr>
          <p:nvPr>
            <p:ph type="body" sz="quarter" idx="25" hasCustomPrompt="1"/>
          </p:nvPr>
        </p:nvSpPr>
        <p:spPr>
          <a:xfrm>
            <a:off x="1095375" y="5349654"/>
            <a:ext cx="6851650" cy="507000"/>
          </a:xfrm>
        </p:spPr>
        <p:txBody>
          <a:bodyPr/>
          <a:lstStyle>
            <a:lvl1pPr>
              <a:defRPr sz="3000">
                <a:solidFill>
                  <a:schemeClr val="tx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10" name="Text Placeholder 13">
            <a:extLst>
              <a:ext uri="{FF2B5EF4-FFF2-40B4-BE49-F238E27FC236}">
                <a16:creationId xmlns:a16="http://schemas.microsoft.com/office/drawing/2014/main" id="{3E5CE7EF-73C3-CAE2-B471-EE2DA64E7F43}"/>
              </a:ext>
            </a:extLst>
          </p:cNvPr>
          <p:cNvSpPr>
            <a:spLocks noGrp="1"/>
          </p:cNvSpPr>
          <p:nvPr>
            <p:ph type="body" sz="quarter" idx="26" hasCustomPrompt="1"/>
          </p:nvPr>
        </p:nvSpPr>
        <p:spPr>
          <a:xfrm>
            <a:off x="7943851" y="683261"/>
            <a:ext cx="3226080" cy="1942982"/>
          </a:xfrm>
        </p:spPr>
        <p:txBody>
          <a:bodyPr/>
          <a:lstStyle>
            <a:lvl1pPr algn="r">
              <a:defRPr sz="13800">
                <a:solidFill>
                  <a:schemeClr val="tx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719506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Divider A (r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515748-13E4-20FD-3345-5405C2E22ED3}"/>
              </a:ext>
            </a:extLst>
          </p:cNvPr>
          <p:cNvSpPr/>
          <p:nvPr userDrawn="1"/>
        </p:nvSpPr>
        <p:spPr bwMode="gray">
          <a:xfrm>
            <a:off x="0" y="0"/>
            <a:ext cx="12192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2" name="Title 1">
            <a:extLst>
              <a:ext uri="{FF2B5EF4-FFF2-40B4-BE49-F238E27FC236}">
                <a16:creationId xmlns:a16="http://schemas.microsoft.com/office/drawing/2014/main" id="{89ADAAE6-C7C8-41CD-B37C-3EE1E8987106}"/>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7" name="Text Placeholder 10">
            <a:extLst>
              <a:ext uri="{FF2B5EF4-FFF2-40B4-BE49-F238E27FC236}">
                <a16:creationId xmlns:a16="http://schemas.microsoft.com/office/drawing/2014/main" id="{8CFFDC79-EB9C-37F8-07B1-E20F8A2E8ED1}"/>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9" name="Text Placeholder 13">
            <a:extLst>
              <a:ext uri="{FF2B5EF4-FFF2-40B4-BE49-F238E27FC236}">
                <a16:creationId xmlns:a16="http://schemas.microsoft.com/office/drawing/2014/main" id="{9C416C70-6006-1056-F3D9-948F7438B730}"/>
              </a:ext>
            </a:extLst>
          </p:cNvPr>
          <p:cNvSpPr>
            <a:spLocks noGrp="1"/>
          </p:cNvSpPr>
          <p:nvPr>
            <p:ph type="body" sz="quarter" idx="26" hasCustomPrompt="1"/>
          </p:nvPr>
        </p:nvSpPr>
        <p:spPr>
          <a:xfrm>
            <a:off x="7943851" y="683261"/>
            <a:ext cx="3226080" cy="1942982"/>
          </a:xfrm>
        </p:spPr>
        <p:txBody>
          <a:bodyPr/>
          <a:lstStyle>
            <a:lvl1pPr algn="r">
              <a:defRPr sz="13800">
                <a:solidFill>
                  <a:schemeClr val="bg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122572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Divider A (da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515748-13E4-20FD-3345-5405C2E22ED3}"/>
              </a:ext>
            </a:extLst>
          </p:cNvPr>
          <p:cNvSpPr/>
          <p:nvPr userDrawn="1"/>
        </p:nvSpPr>
        <p:spPr bwMode="gray">
          <a:xfrm>
            <a:off x="0" y="0"/>
            <a:ext cx="12192000" cy="685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2" name="Title 1">
            <a:extLst>
              <a:ext uri="{FF2B5EF4-FFF2-40B4-BE49-F238E27FC236}">
                <a16:creationId xmlns:a16="http://schemas.microsoft.com/office/drawing/2014/main" id="{89ADAAE6-C7C8-41CD-B37C-3EE1E8987106}"/>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7" name="Text Placeholder 10">
            <a:extLst>
              <a:ext uri="{FF2B5EF4-FFF2-40B4-BE49-F238E27FC236}">
                <a16:creationId xmlns:a16="http://schemas.microsoft.com/office/drawing/2014/main" id="{8CFFDC79-EB9C-37F8-07B1-E20F8A2E8ED1}"/>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9" name="Text Placeholder 13">
            <a:extLst>
              <a:ext uri="{FF2B5EF4-FFF2-40B4-BE49-F238E27FC236}">
                <a16:creationId xmlns:a16="http://schemas.microsoft.com/office/drawing/2014/main" id="{9C416C70-6006-1056-F3D9-948F7438B730}"/>
              </a:ext>
            </a:extLst>
          </p:cNvPr>
          <p:cNvSpPr>
            <a:spLocks noGrp="1"/>
          </p:cNvSpPr>
          <p:nvPr>
            <p:ph type="body" sz="quarter" idx="26" hasCustomPrompt="1"/>
          </p:nvPr>
        </p:nvSpPr>
        <p:spPr>
          <a:xfrm>
            <a:off x="7943851" y="683261"/>
            <a:ext cx="3226080" cy="1942982"/>
          </a:xfrm>
        </p:spPr>
        <p:txBody>
          <a:bodyPr/>
          <a:lstStyle>
            <a:lvl1pPr algn="r">
              <a:defRPr sz="13800">
                <a:solidFill>
                  <a:schemeClr val="bg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327957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Divider B">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F8A234E-BC03-3C02-2345-F19B466E92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4" name="Title 1">
            <a:extLst>
              <a:ext uri="{FF2B5EF4-FFF2-40B4-BE49-F238E27FC236}">
                <a16:creationId xmlns:a16="http://schemas.microsoft.com/office/drawing/2014/main" id="{9F1C8B5C-2BF4-6B72-623D-D14711843D75}"/>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10" name="Text Placeholder 10">
            <a:extLst>
              <a:ext uri="{FF2B5EF4-FFF2-40B4-BE49-F238E27FC236}">
                <a16:creationId xmlns:a16="http://schemas.microsoft.com/office/drawing/2014/main" id="{D5F78710-5E2C-BCFC-D2F1-6DF70214B6D6}"/>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Tree>
    <p:extLst>
      <p:ext uri="{BB962C8B-B14F-4D97-AF65-F5344CB8AC3E}">
        <p14:creationId xmlns:p14="http://schemas.microsoft.com/office/powerpoint/2010/main" val="1340816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Divider B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F29550-C51D-B4F5-4F50-2FB8F3D11D46}"/>
              </a:ext>
            </a:extLst>
          </p:cNvPr>
          <p:cNvSpPr/>
          <p:nvPr userDrawn="1"/>
        </p:nvSpPr>
        <p:spPr bwMode="gray">
          <a:xfrm>
            <a:off x="0" y="0"/>
            <a:ext cx="12192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8" name="Title 1">
            <a:extLst>
              <a:ext uri="{FF2B5EF4-FFF2-40B4-BE49-F238E27FC236}">
                <a16:creationId xmlns:a16="http://schemas.microsoft.com/office/drawing/2014/main" id="{BF9B62AB-E854-71C6-C5A9-A27533FD8D15}"/>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10" name="Text Placeholder 10">
            <a:extLst>
              <a:ext uri="{FF2B5EF4-FFF2-40B4-BE49-F238E27FC236}">
                <a16:creationId xmlns:a16="http://schemas.microsoft.com/office/drawing/2014/main" id="{BF06A84B-7C22-8EF6-F38C-3C8D01CE323F}"/>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Tree>
    <p:extLst>
      <p:ext uri="{BB962C8B-B14F-4D97-AF65-F5344CB8AC3E}">
        <p14:creationId xmlns:p14="http://schemas.microsoft.com/office/powerpoint/2010/main" val="1198316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Divider B (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F29550-C51D-B4F5-4F50-2FB8F3D11D46}"/>
              </a:ext>
            </a:extLst>
          </p:cNvPr>
          <p:cNvSpPr/>
          <p:nvPr userDrawn="1"/>
        </p:nvSpPr>
        <p:spPr bwMode="gray">
          <a:xfrm>
            <a:off x="0" y="0"/>
            <a:ext cx="12192000" cy="685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8" name="Title 1">
            <a:extLst>
              <a:ext uri="{FF2B5EF4-FFF2-40B4-BE49-F238E27FC236}">
                <a16:creationId xmlns:a16="http://schemas.microsoft.com/office/drawing/2014/main" id="{FB3A0906-D146-BDC5-89B6-88508FC8D3AD}"/>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10" name="Text Placeholder 10">
            <a:extLst>
              <a:ext uri="{FF2B5EF4-FFF2-40B4-BE49-F238E27FC236}">
                <a16:creationId xmlns:a16="http://schemas.microsoft.com/office/drawing/2014/main" id="{74E86F98-FCAD-1DE9-7F95-EC4306D0593E}"/>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Tree>
    <p:extLst>
      <p:ext uri="{BB962C8B-B14F-4D97-AF65-F5344CB8AC3E}">
        <p14:creationId xmlns:p14="http://schemas.microsoft.com/office/powerpoint/2010/main" val="2227887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25B3-798C-47FD-B05F-B2F3AB033020}"/>
              </a:ext>
            </a:extLst>
          </p:cNvPr>
          <p:cNvSpPr>
            <a:spLocks noGrp="1"/>
          </p:cNvSpPr>
          <p:nvPr>
            <p:ph type="title"/>
          </p:nvPr>
        </p:nvSpPr>
        <p:spPr>
          <a:xfrm>
            <a:off x="331200" y="691199"/>
            <a:ext cx="11530600" cy="367200"/>
          </a:xfrm>
        </p:spPr>
        <p:txBody>
          <a:bodyPr lIns="0" tIns="0" rIns="0" bIns="0"/>
          <a:lstStyle>
            <a:lvl1pPr>
              <a:defRPr b="1"/>
            </a:lvl1pPr>
          </a:lstStyle>
          <a:p>
            <a:r>
              <a:rPr lang="en-US"/>
              <a:t>Click to edit Master title style</a:t>
            </a:r>
          </a:p>
        </p:txBody>
      </p:sp>
      <p:sp>
        <p:nvSpPr>
          <p:cNvPr id="8" name="Text Placeholder 9">
            <a:extLst>
              <a:ext uri="{FF2B5EF4-FFF2-40B4-BE49-F238E27FC236}">
                <a16:creationId xmlns:a16="http://schemas.microsoft.com/office/drawing/2014/main" id="{CFEBAA7B-0B2E-41DA-8401-829266F20A8E}"/>
              </a:ext>
            </a:extLst>
          </p:cNvPr>
          <p:cNvSpPr>
            <a:spLocks noGrp="1"/>
          </p:cNvSpPr>
          <p:nvPr>
            <p:ph type="body" sz="quarter" idx="14" hasCustomPrompt="1"/>
          </p:nvPr>
        </p:nvSpPr>
        <p:spPr>
          <a:xfrm>
            <a:off x="331200" y="1057498"/>
            <a:ext cx="115306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Text Placeholder 11">
            <a:extLst>
              <a:ext uri="{FF2B5EF4-FFF2-40B4-BE49-F238E27FC236}">
                <a16:creationId xmlns:a16="http://schemas.microsoft.com/office/drawing/2014/main" id="{5289BAEE-D351-4460-976F-80EE4A24A991}"/>
              </a:ext>
            </a:extLst>
          </p:cNvPr>
          <p:cNvSpPr>
            <a:spLocks noGrp="1"/>
          </p:cNvSpPr>
          <p:nvPr>
            <p:ph type="body" sz="quarter" idx="15"/>
          </p:nvPr>
        </p:nvSpPr>
        <p:spPr>
          <a:xfrm>
            <a:off x="331200" y="1929600"/>
            <a:ext cx="11530600" cy="4244400"/>
          </a:xfrm>
        </p:spPr>
        <p:txBody>
          <a:bodyPr lIns="0" tIns="0" rIns="0" bIns="0"/>
          <a:lstStyle>
            <a:lvl1pPr marL="2844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1pPr>
            <a:lvl2pPr marL="5688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2pPr>
            <a:lvl3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3pPr>
            <a:lvl4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4pPr>
            <a:lvl5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5F7E1B39-5C80-4225-BFC0-8B0FA7ABAB97}"/>
              </a:ext>
            </a:extLst>
          </p:cNvPr>
          <p:cNvSpPr>
            <a:spLocks noGrp="1"/>
          </p:cNvSpPr>
          <p:nvPr>
            <p:ph type="ftr" sz="quarter" idx="10"/>
          </p:nvPr>
        </p:nvSpPr>
        <p:spPr/>
        <p:txBody>
          <a:bodyPr lIns="0" tIns="0" rIns="0" bIns="0"/>
          <a:lstStyle/>
          <a:p>
            <a:endParaRPr lang="en-US"/>
          </a:p>
        </p:txBody>
      </p:sp>
      <p:sp>
        <p:nvSpPr>
          <p:cNvPr id="4" name="Date Placeholder 3">
            <a:extLst>
              <a:ext uri="{FF2B5EF4-FFF2-40B4-BE49-F238E27FC236}">
                <a16:creationId xmlns:a16="http://schemas.microsoft.com/office/drawing/2014/main" id="{32B732F8-4FA8-4FDC-A795-6371BBB4E79F}"/>
              </a:ext>
            </a:extLst>
          </p:cNvPr>
          <p:cNvSpPr>
            <a:spLocks noGrp="1"/>
          </p:cNvSpPr>
          <p:nvPr>
            <p:ph type="dt" sz="half" idx="11"/>
          </p:nvPr>
        </p:nvSpPr>
        <p:spPr/>
        <p:txBody>
          <a:bodyPr lIns="0" tIns="0" rIns="0" bIns="0"/>
          <a:lstStyle/>
          <a:p>
            <a:fld id="{1DFE85B4-5EFD-4406-9D3D-357E557D4E6C}" type="datetime4">
              <a:rPr lang="en-US" smtClean="0"/>
              <a:t>January 21, 2026</a:t>
            </a:fld>
            <a:endParaRPr lang="en-US"/>
          </a:p>
        </p:txBody>
      </p:sp>
      <p:sp>
        <p:nvSpPr>
          <p:cNvPr id="5" name="Slide Number Placeholder 4">
            <a:extLst>
              <a:ext uri="{FF2B5EF4-FFF2-40B4-BE49-F238E27FC236}">
                <a16:creationId xmlns:a16="http://schemas.microsoft.com/office/drawing/2014/main" id="{FEB7AAD1-CD9E-4BAD-B4F6-882B69FA4489}"/>
              </a:ext>
            </a:extLst>
          </p:cNvPr>
          <p:cNvSpPr>
            <a:spLocks noGrp="1"/>
          </p:cNvSpPr>
          <p:nvPr>
            <p:ph type="sldNum" sz="quarter" idx="12"/>
          </p:nvPr>
        </p:nvSpPr>
        <p:spPr/>
        <p:txBody>
          <a:bodyPr lIns="0" tIns="0" rIns="0" bIns="0"/>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418199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One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a:t>Click to edit Master title style</a:t>
            </a:r>
          </a:p>
        </p:txBody>
      </p:sp>
      <p:sp>
        <p:nvSpPr>
          <p:cNvPr id="9" name="Content Placeholder 8">
            <a:extLst>
              <a:ext uri="{FF2B5EF4-FFF2-40B4-BE49-F238E27FC236}">
                <a16:creationId xmlns:a16="http://schemas.microsoft.com/office/drawing/2014/main" id="{E7A0A1F6-D28F-445F-86A8-4985AF8BE52D}"/>
              </a:ext>
            </a:extLst>
          </p:cNvPr>
          <p:cNvSpPr>
            <a:spLocks noGrp="1"/>
          </p:cNvSpPr>
          <p:nvPr>
            <p:ph sz="quarter" idx="16"/>
          </p:nvPr>
        </p:nvSpPr>
        <p:spPr>
          <a:xfrm>
            <a:off x="331199" y="1929600"/>
            <a:ext cx="11530011" cy="424815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2EE78E3-0FB5-4EDC-9795-648A78EAEBD6}" type="datetime4">
              <a:rPr lang="en-US" smtClean="0"/>
              <a:t>January 21, 2026</a:t>
            </a:fld>
            <a:endParaRPr lang="en-US"/>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1542406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One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B8D13B44-2ED7-4317-A623-6B66EEF72462}"/>
              </a:ext>
            </a:extLst>
          </p:cNvPr>
          <p:cNvSpPr>
            <a:spLocks noGrp="1"/>
          </p:cNvSpPr>
          <p:nvPr>
            <p:ph sz="quarter" idx="17"/>
          </p:nvPr>
        </p:nvSpPr>
        <p:spPr>
          <a:xfrm>
            <a:off x="331199" y="1929600"/>
            <a:ext cx="11530011"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0191ABF5-A638-4274-A939-005952C0BF1C}"/>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A5F2AF2E-30CA-4272-8C3D-5F02EA9E768E}"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858218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One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B8D13B44-2ED7-4317-A623-6B66EEF72462}"/>
              </a:ext>
            </a:extLst>
          </p:cNvPr>
          <p:cNvSpPr>
            <a:spLocks noGrp="1"/>
          </p:cNvSpPr>
          <p:nvPr>
            <p:ph sz="quarter" idx="17"/>
          </p:nvPr>
        </p:nvSpPr>
        <p:spPr>
          <a:xfrm>
            <a:off x="331199" y="2317637"/>
            <a:ext cx="11530011" cy="3193962"/>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7EB647C7-C6C0-458F-916D-92A3818855C7}"/>
              </a:ext>
            </a:extLst>
          </p:cNvPr>
          <p:cNvSpPr>
            <a:spLocks noGrp="1"/>
          </p:cNvSpPr>
          <p:nvPr>
            <p:ph sz="quarter" idx="19"/>
          </p:nvPr>
        </p:nvSpPr>
        <p:spPr>
          <a:xfrm>
            <a:off x="331199" y="1929600"/>
            <a:ext cx="11530011" cy="253592"/>
          </a:xfrm>
        </p:spPr>
        <p:txBody>
          <a:bodyPr lIns="0" tIns="0" rIns="0" bIns="0"/>
          <a:lstStyle>
            <a:lvl1pPr>
              <a:defRPr sz="1600" b="1">
                <a:solidFill>
                  <a:schemeClr val="bg2"/>
                </a:solidFill>
              </a:defRPr>
            </a:lvl1pPr>
          </a:lstStyle>
          <a:p>
            <a:pPr lvl="0"/>
            <a:r>
              <a:rPr lang="en-US"/>
              <a:t>Click to edit Master text styles</a:t>
            </a:r>
          </a:p>
        </p:txBody>
      </p:sp>
      <p:sp>
        <p:nvSpPr>
          <p:cNvPr id="11" name="Text Placeholder 9">
            <a:extLst>
              <a:ext uri="{FF2B5EF4-FFF2-40B4-BE49-F238E27FC236}">
                <a16:creationId xmlns:a16="http://schemas.microsoft.com/office/drawing/2014/main" id="{653D6A4D-9936-42D0-AC4D-FBDE81F97CB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23EA9FC6-4DF3-47E8-8260-6FE5AE4F285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67201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One content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B4A4D-1354-8C4B-6BBC-1A0D0A604257}"/>
              </a:ext>
            </a:extLst>
          </p:cNvPr>
          <p:cNvSpPr>
            <a:spLocks noGrp="1"/>
          </p:cNvSpPr>
          <p:nvPr>
            <p:ph type="title"/>
          </p:nvPr>
        </p:nvSpPr>
        <p:spPr>
          <a:xfrm>
            <a:off x="331200" y="691200"/>
            <a:ext cx="7836996"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AE37DDAB-FDB1-0870-8E88-BD41926CE694}"/>
              </a:ext>
            </a:extLst>
          </p:cNvPr>
          <p:cNvSpPr>
            <a:spLocks noGrp="1"/>
          </p:cNvSpPr>
          <p:nvPr>
            <p:ph type="ftr" sz="quarter" idx="10"/>
          </p:nvPr>
        </p:nvSpPr>
        <p:spPr>
          <a:xfrm>
            <a:off x="331200" y="6343200"/>
            <a:ext cx="7836407" cy="158400"/>
          </a:xfrm>
        </p:spPr>
        <p:txBody>
          <a:bodyPr/>
          <a:lstStyle/>
          <a:p>
            <a:endParaRPr lang="en-US"/>
          </a:p>
        </p:txBody>
      </p:sp>
      <p:sp>
        <p:nvSpPr>
          <p:cNvPr id="4" name="Date Placeholder 3">
            <a:extLst>
              <a:ext uri="{FF2B5EF4-FFF2-40B4-BE49-F238E27FC236}">
                <a16:creationId xmlns:a16="http://schemas.microsoft.com/office/drawing/2014/main" id="{5A993670-14A9-0A35-D2EB-D8230A73A150}"/>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3DD993D9-3FD1-276A-24E9-827A98823971}"/>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2B506773-0860-DE49-4BCC-8C4BB0647217}"/>
              </a:ext>
            </a:extLst>
          </p:cNvPr>
          <p:cNvSpPr>
            <a:spLocks noGrp="1"/>
          </p:cNvSpPr>
          <p:nvPr>
            <p:ph type="body" sz="quarter" idx="14" hasCustomPrompt="1"/>
          </p:nvPr>
        </p:nvSpPr>
        <p:spPr>
          <a:xfrm>
            <a:off x="331788" y="1057498"/>
            <a:ext cx="7836408"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9AA1B98B-00B9-1C2F-0ACD-646A350F8681}"/>
              </a:ext>
            </a:extLst>
          </p:cNvPr>
          <p:cNvSpPr>
            <a:spLocks noGrp="1"/>
          </p:cNvSpPr>
          <p:nvPr>
            <p:ph sz="quarter" idx="17"/>
          </p:nvPr>
        </p:nvSpPr>
        <p:spPr>
          <a:xfrm>
            <a:off x="331199" y="2317637"/>
            <a:ext cx="7836408" cy="3193962"/>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5E5A046C-2F74-6EED-D763-FB4F9E3C1E6C}"/>
              </a:ext>
            </a:extLst>
          </p:cNvPr>
          <p:cNvSpPr>
            <a:spLocks noGrp="1"/>
          </p:cNvSpPr>
          <p:nvPr>
            <p:ph sz="quarter" idx="19"/>
          </p:nvPr>
        </p:nvSpPr>
        <p:spPr>
          <a:xfrm>
            <a:off x="331199" y="1929600"/>
            <a:ext cx="7836408"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9" name="Text Placeholder 9">
            <a:extLst>
              <a:ext uri="{FF2B5EF4-FFF2-40B4-BE49-F238E27FC236}">
                <a16:creationId xmlns:a16="http://schemas.microsoft.com/office/drawing/2014/main" id="{9029E88C-D487-6109-BE97-8E404D9E4740}"/>
              </a:ext>
            </a:extLst>
          </p:cNvPr>
          <p:cNvSpPr>
            <a:spLocks noGrp="1"/>
          </p:cNvSpPr>
          <p:nvPr>
            <p:ph type="body" sz="quarter" idx="16"/>
          </p:nvPr>
        </p:nvSpPr>
        <p:spPr>
          <a:xfrm>
            <a:off x="331200" y="5634000"/>
            <a:ext cx="7836408"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0" name="Text Placeholder 9">
            <a:extLst>
              <a:ext uri="{FF2B5EF4-FFF2-40B4-BE49-F238E27FC236}">
                <a16:creationId xmlns:a16="http://schemas.microsoft.com/office/drawing/2014/main" id="{5543002A-12FE-3269-8E83-DD69A9972C8E}"/>
              </a:ext>
            </a:extLst>
          </p:cNvPr>
          <p:cNvSpPr>
            <a:spLocks noGrp="1"/>
          </p:cNvSpPr>
          <p:nvPr>
            <p:ph type="body" sz="quarter" idx="20" hasCustomPrompt="1"/>
          </p:nvPr>
        </p:nvSpPr>
        <p:spPr>
          <a:xfrm>
            <a:off x="8924925" y="0"/>
            <a:ext cx="3267075"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2226152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wo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17B5336C-3364-49A8-B303-FFEDF4FEBDF6}"/>
              </a:ext>
            </a:extLst>
          </p:cNvPr>
          <p:cNvSpPr>
            <a:spLocks noGrp="1"/>
          </p:cNvSpPr>
          <p:nvPr>
            <p:ph sz="quarter" idx="17"/>
          </p:nvPr>
        </p:nvSpPr>
        <p:spPr>
          <a:xfrm>
            <a:off x="331200"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2A16399-43BB-47C9-B960-482AB4AC5988}"/>
              </a:ext>
            </a:extLst>
          </p:cNvPr>
          <p:cNvSpPr>
            <a:spLocks noGrp="1"/>
          </p:cNvSpPr>
          <p:nvPr>
            <p:ph sz="quarter" idx="18"/>
          </p:nvPr>
        </p:nvSpPr>
        <p:spPr>
          <a:xfrm>
            <a:off x="6203361" y="1929600"/>
            <a:ext cx="5658438" cy="3582000"/>
          </a:xfrm>
          <a:noFill/>
          <a:ln>
            <a:noFill/>
          </a:ln>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BD248592-FF76-4D0C-820C-440D43E13690}"/>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81ED819F-97D5-448E-930E-1025F3EC08C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106266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wo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17B5336C-3364-49A8-B303-FFEDF4FEBDF6}"/>
              </a:ext>
            </a:extLst>
          </p:cNvPr>
          <p:cNvSpPr>
            <a:spLocks noGrp="1"/>
          </p:cNvSpPr>
          <p:nvPr>
            <p:ph sz="quarter" idx="17"/>
          </p:nvPr>
        </p:nvSpPr>
        <p:spPr>
          <a:xfrm>
            <a:off x="331200" y="2317637"/>
            <a:ext cx="5658438" cy="3193962"/>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2A16399-43BB-47C9-B960-482AB4AC5988}"/>
              </a:ext>
            </a:extLst>
          </p:cNvPr>
          <p:cNvSpPr>
            <a:spLocks noGrp="1"/>
          </p:cNvSpPr>
          <p:nvPr>
            <p:ph sz="quarter" idx="18"/>
          </p:nvPr>
        </p:nvSpPr>
        <p:spPr>
          <a:xfrm>
            <a:off x="6203361" y="2317637"/>
            <a:ext cx="5658438" cy="3193962"/>
          </a:xfrm>
          <a:noFill/>
          <a:ln>
            <a:noFill/>
          </a:ln>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16E8EA06-F8FC-49A9-A139-19792C8D084B}"/>
              </a:ext>
            </a:extLst>
          </p:cNvPr>
          <p:cNvSpPr>
            <a:spLocks noGrp="1"/>
          </p:cNvSpPr>
          <p:nvPr>
            <p:ph sz="quarter" idx="19"/>
          </p:nvPr>
        </p:nvSpPr>
        <p:spPr>
          <a:xfrm>
            <a:off x="331199" y="1929600"/>
            <a:ext cx="5658439"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8D40EE9E-5785-4471-8A7D-6EDB4494F687}"/>
              </a:ext>
            </a:extLst>
          </p:cNvPr>
          <p:cNvSpPr>
            <a:spLocks noGrp="1"/>
          </p:cNvSpPr>
          <p:nvPr>
            <p:ph sz="quarter" idx="20"/>
          </p:nvPr>
        </p:nvSpPr>
        <p:spPr>
          <a:xfrm>
            <a:off x="6203361" y="1929600"/>
            <a:ext cx="5658439" cy="253592"/>
          </a:xfrm>
        </p:spPr>
        <p:txBody>
          <a:bodyPr lIns="0" tIns="0" rIns="0" bIns="0"/>
          <a:lstStyle>
            <a:lvl1pPr>
              <a:defRPr sz="1600" b="1">
                <a:solidFill>
                  <a:schemeClr val="bg2"/>
                </a:solidFill>
              </a:defRPr>
            </a:lvl1pPr>
          </a:lstStyle>
          <a:p>
            <a:pPr lvl="0"/>
            <a:r>
              <a:rPr lang="en-US"/>
              <a:t>Click to edit Master text styles</a:t>
            </a:r>
          </a:p>
        </p:txBody>
      </p:sp>
      <p:sp>
        <p:nvSpPr>
          <p:cNvPr id="12" name="Text Placeholder 9">
            <a:extLst>
              <a:ext uri="{FF2B5EF4-FFF2-40B4-BE49-F238E27FC236}">
                <a16:creationId xmlns:a16="http://schemas.microsoft.com/office/drawing/2014/main" id="{D807EBA1-9E93-40B5-AB47-FE6B3497E95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F801677-5381-4CB3-9705-EB46AA325244}"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296097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wo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54120-D971-3AE6-6184-628DB4A4CC5C}"/>
              </a:ext>
            </a:extLst>
          </p:cNvPr>
          <p:cNvSpPr>
            <a:spLocks noGrp="1"/>
          </p:cNvSpPr>
          <p:nvPr>
            <p:ph type="title"/>
          </p:nvPr>
        </p:nvSpPr>
        <p:spPr>
          <a:xfrm>
            <a:off x="331200" y="691200"/>
            <a:ext cx="7617540"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9A0BA6DF-295B-14B9-E598-D783D2FDD924}"/>
              </a:ext>
            </a:extLst>
          </p:cNvPr>
          <p:cNvSpPr>
            <a:spLocks noGrp="1"/>
          </p:cNvSpPr>
          <p:nvPr>
            <p:ph type="ftr" sz="quarter" idx="10"/>
          </p:nvPr>
        </p:nvSpPr>
        <p:spPr>
          <a:xfrm>
            <a:off x="331200" y="6343200"/>
            <a:ext cx="7617600" cy="158400"/>
          </a:xfrm>
        </p:spPr>
        <p:txBody>
          <a:bodyPr/>
          <a:lstStyle/>
          <a:p>
            <a:endParaRPr lang="en-US"/>
          </a:p>
        </p:txBody>
      </p:sp>
      <p:sp>
        <p:nvSpPr>
          <p:cNvPr id="4" name="Date Placeholder 3">
            <a:extLst>
              <a:ext uri="{FF2B5EF4-FFF2-40B4-BE49-F238E27FC236}">
                <a16:creationId xmlns:a16="http://schemas.microsoft.com/office/drawing/2014/main" id="{68EB5EAF-AC8A-3E99-A635-DD95C6E7503C}"/>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0CDCAB48-A3C0-27C0-2979-71DFA66ED32D}"/>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DAAEA1C8-F527-5F56-6EA0-FE61BD816149}"/>
              </a:ext>
            </a:extLst>
          </p:cNvPr>
          <p:cNvSpPr>
            <a:spLocks noGrp="1"/>
          </p:cNvSpPr>
          <p:nvPr>
            <p:ph type="body" sz="quarter" idx="14" hasCustomPrompt="1"/>
          </p:nvPr>
        </p:nvSpPr>
        <p:spPr>
          <a:xfrm>
            <a:off x="331788" y="1057498"/>
            <a:ext cx="7616952"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50750D05-724E-4685-1127-ED2D71D3660C}"/>
              </a:ext>
            </a:extLst>
          </p:cNvPr>
          <p:cNvSpPr>
            <a:spLocks noGrp="1"/>
          </p:cNvSpPr>
          <p:nvPr>
            <p:ph sz="quarter" idx="17"/>
          </p:nvPr>
        </p:nvSpPr>
        <p:spPr>
          <a:xfrm>
            <a:off x="331200" y="1929600"/>
            <a:ext cx="3703320" cy="3581999"/>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6777FA2A-A376-8418-9C6E-5B73CDF04687}"/>
              </a:ext>
            </a:extLst>
          </p:cNvPr>
          <p:cNvSpPr>
            <a:spLocks noGrp="1"/>
          </p:cNvSpPr>
          <p:nvPr>
            <p:ph sz="quarter" idx="18"/>
          </p:nvPr>
        </p:nvSpPr>
        <p:spPr>
          <a:xfrm>
            <a:off x="4244832" y="1929600"/>
            <a:ext cx="3703320" cy="3581999"/>
          </a:xfrm>
          <a:noFill/>
          <a:ln>
            <a:noFill/>
          </a:ln>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9">
            <a:extLst>
              <a:ext uri="{FF2B5EF4-FFF2-40B4-BE49-F238E27FC236}">
                <a16:creationId xmlns:a16="http://schemas.microsoft.com/office/drawing/2014/main" id="{D90514E6-1C08-3FA0-001E-15C4C5E61C91}"/>
              </a:ext>
            </a:extLst>
          </p:cNvPr>
          <p:cNvSpPr>
            <a:spLocks noGrp="1"/>
          </p:cNvSpPr>
          <p:nvPr>
            <p:ph type="body" sz="quarter" idx="16"/>
          </p:nvPr>
        </p:nvSpPr>
        <p:spPr>
          <a:xfrm>
            <a:off x="331200" y="5634000"/>
            <a:ext cx="7616952"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0" name="Text Placeholder 9">
            <a:extLst>
              <a:ext uri="{FF2B5EF4-FFF2-40B4-BE49-F238E27FC236}">
                <a16:creationId xmlns:a16="http://schemas.microsoft.com/office/drawing/2014/main" id="{CA62750D-C328-22C2-EE8C-68F88FCF83A4}"/>
              </a:ext>
            </a:extLst>
          </p:cNvPr>
          <p:cNvSpPr>
            <a:spLocks noGrp="1"/>
          </p:cNvSpPr>
          <p:nvPr>
            <p:ph type="body" sz="quarter" idx="21" hasCustomPrompt="1"/>
          </p:nvPr>
        </p:nvSpPr>
        <p:spPr>
          <a:xfrm>
            <a:off x="8924925" y="0"/>
            <a:ext cx="3267075"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412733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hree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65E783B-432D-48FF-919E-E9841F6E7CDB}"/>
              </a:ext>
            </a:extLst>
          </p:cNvPr>
          <p:cNvSpPr>
            <a:spLocks noGrp="1"/>
          </p:cNvSpPr>
          <p:nvPr>
            <p:ph sz="quarter" idx="17"/>
          </p:nvPr>
        </p:nvSpPr>
        <p:spPr>
          <a:xfrm>
            <a:off x="331200"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E0F0C72-0A6F-47EB-B787-31465205AA09}"/>
              </a:ext>
            </a:extLst>
          </p:cNvPr>
          <p:cNvSpPr>
            <a:spLocks noGrp="1"/>
          </p:cNvSpPr>
          <p:nvPr>
            <p:ph sz="quarter" idx="18"/>
          </p:nvPr>
        </p:nvSpPr>
        <p:spPr>
          <a:xfrm>
            <a:off x="4245975"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2FDDA8A-CD8B-4264-BB35-5DED5E32A8B1}"/>
              </a:ext>
            </a:extLst>
          </p:cNvPr>
          <p:cNvSpPr>
            <a:spLocks noGrp="1"/>
          </p:cNvSpPr>
          <p:nvPr>
            <p:ph sz="quarter" idx="19"/>
          </p:nvPr>
        </p:nvSpPr>
        <p:spPr>
          <a:xfrm>
            <a:off x="8160749"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4F12F13-0517-4E0E-8E16-1636B7C145A4}"/>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C98B010-9E51-4508-988C-7150B2C9E60D}"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917747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hree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65E783B-432D-48FF-919E-E9841F6E7CDB}"/>
              </a:ext>
            </a:extLst>
          </p:cNvPr>
          <p:cNvSpPr>
            <a:spLocks noGrp="1"/>
          </p:cNvSpPr>
          <p:nvPr>
            <p:ph sz="quarter" idx="17"/>
          </p:nvPr>
        </p:nvSpPr>
        <p:spPr>
          <a:xfrm>
            <a:off x="331200"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E0F0C72-0A6F-47EB-B787-31465205AA09}"/>
              </a:ext>
            </a:extLst>
          </p:cNvPr>
          <p:cNvSpPr>
            <a:spLocks noGrp="1"/>
          </p:cNvSpPr>
          <p:nvPr>
            <p:ph sz="quarter" idx="18"/>
          </p:nvPr>
        </p:nvSpPr>
        <p:spPr>
          <a:xfrm>
            <a:off x="4245975"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2FDDA8A-CD8B-4264-BB35-5DED5E32A8B1}"/>
              </a:ext>
            </a:extLst>
          </p:cNvPr>
          <p:cNvSpPr>
            <a:spLocks noGrp="1"/>
          </p:cNvSpPr>
          <p:nvPr>
            <p:ph sz="quarter" idx="19"/>
          </p:nvPr>
        </p:nvSpPr>
        <p:spPr>
          <a:xfrm>
            <a:off x="8160749"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706B61B5-5ECE-42A3-B17B-C8474A1712E3}"/>
              </a:ext>
            </a:extLst>
          </p:cNvPr>
          <p:cNvSpPr>
            <a:spLocks noGrp="1"/>
          </p:cNvSpPr>
          <p:nvPr>
            <p:ph sz="quarter" idx="20"/>
          </p:nvPr>
        </p:nvSpPr>
        <p:spPr>
          <a:xfrm>
            <a:off x="331199"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2773C736-6DC9-4D25-9135-9FEE1C01F06F}"/>
              </a:ext>
            </a:extLst>
          </p:cNvPr>
          <p:cNvSpPr>
            <a:spLocks noGrp="1"/>
          </p:cNvSpPr>
          <p:nvPr>
            <p:ph sz="quarter" idx="21"/>
          </p:nvPr>
        </p:nvSpPr>
        <p:spPr>
          <a:xfrm>
            <a:off x="4245975"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378A027D-384E-4893-8ACE-7EB49A9DD383}"/>
              </a:ext>
            </a:extLst>
          </p:cNvPr>
          <p:cNvSpPr>
            <a:spLocks noGrp="1"/>
          </p:cNvSpPr>
          <p:nvPr>
            <p:ph sz="quarter" idx="22"/>
          </p:nvPr>
        </p:nvSpPr>
        <p:spPr>
          <a:xfrm>
            <a:off x="8160749"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8" name="Text Placeholder 9">
            <a:extLst>
              <a:ext uri="{FF2B5EF4-FFF2-40B4-BE49-F238E27FC236}">
                <a16:creationId xmlns:a16="http://schemas.microsoft.com/office/drawing/2014/main" id="{449C90DB-E14A-489D-A9C1-BC279A96B97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4A9EFD76-11B9-42D3-8F67-053DFC685B12}"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679323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hree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E737-3D4F-5001-BE47-2E5EE1893AA0}"/>
              </a:ext>
            </a:extLst>
          </p:cNvPr>
          <p:cNvSpPr>
            <a:spLocks noGrp="1"/>
          </p:cNvSpPr>
          <p:nvPr>
            <p:ph type="title"/>
          </p:nvPr>
        </p:nvSpPr>
        <p:spPr>
          <a:xfrm>
            <a:off x="331200" y="691200"/>
            <a:ext cx="8595948"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C2FBBFBE-6C8C-3F82-2098-7B9EB184A629}"/>
              </a:ext>
            </a:extLst>
          </p:cNvPr>
          <p:cNvSpPr>
            <a:spLocks noGrp="1"/>
          </p:cNvSpPr>
          <p:nvPr>
            <p:ph type="ftr" sz="quarter" idx="10"/>
          </p:nvPr>
        </p:nvSpPr>
        <p:spPr>
          <a:xfrm>
            <a:off x="331200" y="6343200"/>
            <a:ext cx="8596800" cy="158400"/>
          </a:xfrm>
        </p:spPr>
        <p:txBody>
          <a:bodyPr/>
          <a:lstStyle/>
          <a:p>
            <a:endParaRPr lang="en-US"/>
          </a:p>
        </p:txBody>
      </p:sp>
      <p:sp>
        <p:nvSpPr>
          <p:cNvPr id="4" name="Date Placeholder 3">
            <a:extLst>
              <a:ext uri="{FF2B5EF4-FFF2-40B4-BE49-F238E27FC236}">
                <a16:creationId xmlns:a16="http://schemas.microsoft.com/office/drawing/2014/main" id="{AEAE9F0A-BE3C-4FC1-7380-C833A79368EC}"/>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A3058BC2-8858-4D7B-4055-E3D5179F329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B49C02E9-0CB5-9793-D210-245428FE3CD5}"/>
              </a:ext>
            </a:extLst>
          </p:cNvPr>
          <p:cNvSpPr>
            <a:spLocks noGrp="1"/>
          </p:cNvSpPr>
          <p:nvPr>
            <p:ph type="body" sz="quarter" idx="14" hasCustomPrompt="1"/>
          </p:nvPr>
        </p:nvSpPr>
        <p:spPr>
          <a:xfrm>
            <a:off x="331788" y="1057498"/>
            <a:ext cx="859536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BA71D45E-2E45-D97E-27A8-AB1B39830DA8}"/>
              </a:ext>
            </a:extLst>
          </p:cNvPr>
          <p:cNvSpPr>
            <a:spLocks noGrp="1"/>
          </p:cNvSpPr>
          <p:nvPr>
            <p:ph sz="quarter" idx="17"/>
          </p:nvPr>
        </p:nvSpPr>
        <p:spPr>
          <a:xfrm>
            <a:off x="331200"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BB70E94D-1F79-0E6A-FB1A-B1CEBC50C943}"/>
              </a:ext>
            </a:extLst>
          </p:cNvPr>
          <p:cNvSpPr>
            <a:spLocks noGrp="1"/>
          </p:cNvSpPr>
          <p:nvPr>
            <p:ph sz="quarter" idx="18"/>
          </p:nvPr>
        </p:nvSpPr>
        <p:spPr>
          <a:xfrm>
            <a:off x="3267545"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Content Placeholder 8">
            <a:extLst>
              <a:ext uri="{FF2B5EF4-FFF2-40B4-BE49-F238E27FC236}">
                <a16:creationId xmlns:a16="http://schemas.microsoft.com/office/drawing/2014/main" id="{44EDC01B-D6CD-CDE1-0DFF-5223EED95786}"/>
              </a:ext>
            </a:extLst>
          </p:cNvPr>
          <p:cNvSpPr>
            <a:spLocks noGrp="1"/>
          </p:cNvSpPr>
          <p:nvPr>
            <p:ph sz="quarter" idx="19"/>
          </p:nvPr>
        </p:nvSpPr>
        <p:spPr>
          <a:xfrm>
            <a:off x="6203890"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9">
            <a:extLst>
              <a:ext uri="{FF2B5EF4-FFF2-40B4-BE49-F238E27FC236}">
                <a16:creationId xmlns:a16="http://schemas.microsoft.com/office/drawing/2014/main" id="{79A36F85-2F69-5B91-5518-1F0F9885380A}"/>
              </a:ext>
            </a:extLst>
          </p:cNvPr>
          <p:cNvSpPr>
            <a:spLocks noGrp="1"/>
          </p:cNvSpPr>
          <p:nvPr>
            <p:ph type="body" sz="quarter" idx="16"/>
          </p:nvPr>
        </p:nvSpPr>
        <p:spPr>
          <a:xfrm>
            <a:off x="331200" y="5634000"/>
            <a:ext cx="859536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1" name="Text Placeholder 9">
            <a:extLst>
              <a:ext uri="{FF2B5EF4-FFF2-40B4-BE49-F238E27FC236}">
                <a16:creationId xmlns:a16="http://schemas.microsoft.com/office/drawing/2014/main" id="{06BE9534-FB13-A9AE-FE58-9C4A964A65F2}"/>
              </a:ext>
            </a:extLst>
          </p:cNvPr>
          <p:cNvSpPr>
            <a:spLocks noGrp="1"/>
          </p:cNvSpPr>
          <p:nvPr>
            <p:ph type="body" sz="quarter" idx="24" hasCustomPrompt="1"/>
          </p:nvPr>
        </p:nvSpPr>
        <p:spPr>
          <a:xfrm>
            <a:off x="9139239" y="0"/>
            <a:ext cx="3052761"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1238004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Four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690AB117-4C73-4A20-9957-79D439C51B4D}"/>
              </a:ext>
            </a:extLst>
          </p:cNvPr>
          <p:cNvSpPr>
            <a:spLocks noGrp="1"/>
          </p:cNvSpPr>
          <p:nvPr>
            <p:ph sz="quarter" idx="17"/>
          </p:nvPr>
        </p:nvSpPr>
        <p:spPr>
          <a:xfrm>
            <a:off x="331200"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308727B-EED5-46EC-841D-047A6193C6F7}"/>
              </a:ext>
            </a:extLst>
          </p:cNvPr>
          <p:cNvSpPr>
            <a:spLocks noGrp="1"/>
          </p:cNvSpPr>
          <p:nvPr>
            <p:ph sz="quarter" idx="18"/>
          </p:nvPr>
        </p:nvSpPr>
        <p:spPr>
          <a:xfrm>
            <a:off x="3267545"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649CA4A0-E652-4ED8-94BE-90A9E06898C1}"/>
              </a:ext>
            </a:extLst>
          </p:cNvPr>
          <p:cNvSpPr>
            <a:spLocks noGrp="1"/>
          </p:cNvSpPr>
          <p:nvPr>
            <p:ph sz="quarter" idx="19"/>
          </p:nvPr>
        </p:nvSpPr>
        <p:spPr>
          <a:xfrm>
            <a:off x="6203890"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8153C1-25B9-4517-970E-E26DC9F17786}"/>
              </a:ext>
            </a:extLst>
          </p:cNvPr>
          <p:cNvSpPr>
            <a:spLocks noGrp="1"/>
          </p:cNvSpPr>
          <p:nvPr>
            <p:ph sz="quarter" idx="20"/>
          </p:nvPr>
        </p:nvSpPr>
        <p:spPr>
          <a:xfrm>
            <a:off x="9140236"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960817C6-275D-460F-9252-B93D047D6985}"/>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4B70CD1-C41C-414B-A51B-8D51D9EDBDBC}"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423419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Four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690AB117-4C73-4A20-9957-79D439C51B4D}"/>
              </a:ext>
            </a:extLst>
          </p:cNvPr>
          <p:cNvSpPr>
            <a:spLocks noGrp="1"/>
          </p:cNvSpPr>
          <p:nvPr>
            <p:ph sz="quarter" idx="17"/>
          </p:nvPr>
        </p:nvSpPr>
        <p:spPr>
          <a:xfrm>
            <a:off x="331200"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308727B-EED5-46EC-841D-047A6193C6F7}"/>
              </a:ext>
            </a:extLst>
          </p:cNvPr>
          <p:cNvSpPr>
            <a:spLocks noGrp="1"/>
          </p:cNvSpPr>
          <p:nvPr>
            <p:ph sz="quarter" idx="18"/>
          </p:nvPr>
        </p:nvSpPr>
        <p:spPr>
          <a:xfrm>
            <a:off x="3267545"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649CA4A0-E652-4ED8-94BE-90A9E06898C1}"/>
              </a:ext>
            </a:extLst>
          </p:cNvPr>
          <p:cNvSpPr>
            <a:spLocks noGrp="1"/>
          </p:cNvSpPr>
          <p:nvPr>
            <p:ph sz="quarter" idx="19"/>
          </p:nvPr>
        </p:nvSpPr>
        <p:spPr>
          <a:xfrm>
            <a:off x="6203890"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8153C1-25B9-4517-970E-E26DC9F17786}"/>
              </a:ext>
            </a:extLst>
          </p:cNvPr>
          <p:cNvSpPr>
            <a:spLocks noGrp="1"/>
          </p:cNvSpPr>
          <p:nvPr>
            <p:ph sz="quarter" idx="20"/>
          </p:nvPr>
        </p:nvSpPr>
        <p:spPr>
          <a:xfrm>
            <a:off x="9140236"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268A3033-04CA-4439-8559-F7AE384EA32B}"/>
              </a:ext>
            </a:extLst>
          </p:cNvPr>
          <p:cNvSpPr>
            <a:spLocks noGrp="1"/>
          </p:cNvSpPr>
          <p:nvPr>
            <p:ph sz="quarter" idx="21"/>
          </p:nvPr>
        </p:nvSpPr>
        <p:spPr>
          <a:xfrm>
            <a:off x="331200"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4D699DA1-1B8F-4C83-8F6C-063B993E67CF}"/>
              </a:ext>
            </a:extLst>
          </p:cNvPr>
          <p:cNvSpPr>
            <a:spLocks noGrp="1"/>
          </p:cNvSpPr>
          <p:nvPr>
            <p:ph sz="quarter" idx="22"/>
          </p:nvPr>
        </p:nvSpPr>
        <p:spPr>
          <a:xfrm>
            <a:off x="3267545"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91F962DF-57F1-4D07-A843-D38835817327}"/>
              </a:ext>
            </a:extLst>
          </p:cNvPr>
          <p:cNvSpPr>
            <a:spLocks noGrp="1"/>
          </p:cNvSpPr>
          <p:nvPr>
            <p:ph sz="quarter" idx="23"/>
          </p:nvPr>
        </p:nvSpPr>
        <p:spPr>
          <a:xfrm>
            <a:off x="6203890"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9" name="Content Placeholder 8">
            <a:extLst>
              <a:ext uri="{FF2B5EF4-FFF2-40B4-BE49-F238E27FC236}">
                <a16:creationId xmlns:a16="http://schemas.microsoft.com/office/drawing/2014/main" id="{4DC621D3-00B6-4873-80E9-80B2E963CB27}"/>
              </a:ext>
            </a:extLst>
          </p:cNvPr>
          <p:cNvSpPr>
            <a:spLocks noGrp="1"/>
          </p:cNvSpPr>
          <p:nvPr>
            <p:ph sz="quarter" idx="24"/>
          </p:nvPr>
        </p:nvSpPr>
        <p:spPr>
          <a:xfrm>
            <a:off x="9140236"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20" name="Text Placeholder 9">
            <a:extLst>
              <a:ext uri="{FF2B5EF4-FFF2-40B4-BE49-F238E27FC236}">
                <a16:creationId xmlns:a16="http://schemas.microsoft.com/office/drawing/2014/main" id="{20E266E3-5FFB-41B2-9494-480B63C0ED07}"/>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0EB4319-3BA4-418A-A5E9-F60173BA8E4D}"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464320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Four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111B9042-212B-46A5-9683-B0E80DA38729}"/>
              </a:ext>
            </a:extLst>
          </p:cNvPr>
          <p:cNvSpPr>
            <a:spLocks noGrp="1"/>
          </p:cNvSpPr>
          <p:nvPr>
            <p:ph sz="quarter" idx="17"/>
          </p:nvPr>
        </p:nvSpPr>
        <p:spPr>
          <a:xfrm>
            <a:off x="331200" y="1929600"/>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C8272B2-E586-4FA2-8B90-41D4FAB96F2A}"/>
              </a:ext>
            </a:extLst>
          </p:cNvPr>
          <p:cNvSpPr>
            <a:spLocks noGrp="1"/>
          </p:cNvSpPr>
          <p:nvPr>
            <p:ph sz="quarter" idx="18"/>
          </p:nvPr>
        </p:nvSpPr>
        <p:spPr>
          <a:xfrm>
            <a:off x="331200" y="3827714"/>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B4EE1E65-7497-40C2-9994-C31475F1F07E}"/>
              </a:ext>
            </a:extLst>
          </p:cNvPr>
          <p:cNvSpPr>
            <a:spLocks noGrp="1"/>
          </p:cNvSpPr>
          <p:nvPr>
            <p:ph sz="quarter" idx="19"/>
          </p:nvPr>
        </p:nvSpPr>
        <p:spPr>
          <a:xfrm>
            <a:off x="6204151" y="1929600"/>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80A57BBC-5882-4E81-BCA2-FF31B00865E5}"/>
              </a:ext>
            </a:extLst>
          </p:cNvPr>
          <p:cNvSpPr>
            <a:spLocks noGrp="1"/>
          </p:cNvSpPr>
          <p:nvPr>
            <p:ph sz="quarter" idx="20"/>
          </p:nvPr>
        </p:nvSpPr>
        <p:spPr>
          <a:xfrm>
            <a:off x="6204151" y="3827714"/>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D40A4B2B-8988-4AFD-A14B-AAA7F09DD511}"/>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2D5142AE-B3D0-4774-B832-9DD3EC701A42}"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27848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Four content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8A928EB5-CEDF-4A8E-81B5-DCF53570E957}"/>
              </a:ext>
            </a:extLst>
          </p:cNvPr>
          <p:cNvSpPr>
            <a:spLocks noGrp="1"/>
          </p:cNvSpPr>
          <p:nvPr>
            <p:ph sz="quarter" idx="17"/>
          </p:nvPr>
        </p:nvSpPr>
        <p:spPr>
          <a:xfrm>
            <a:off x="331200" y="1929600"/>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43B0B81C-97D4-4F96-B86E-78446A115C98}"/>
              </a:ext>
            </a:extLst>
          </p:cNvPr>
          <p:cNvSpPr>
            <a:spLocks noGrp="1"/>
          </p:cNvSpPr>
          <p:nvPr>
            <p:ph sz="quarter" idx="18"/>
          </p:nvPr>
        </p:nvSpPr>
        <p:spPr>
          <a:xfrm>
            <a:off x="331200" y="3827714"/>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01D9841E-35A4-4050-896A-91A2DAC646E6}"/>
              </a:ext>
            </a:extLst>
          </p:cNvPr>
          <p:cNvSpPr>
            <a:spLocks noGrp="1"/>
          </p:cNvSpPr>
          <p:nvPr>
            <p:ph sz="quarter" idx="19"/>
          </p:nvPr>
        </p:nvSpPr>
        <p:spPr>
          <a:xfrm>
            <a:off x="6204151" y="1929600"/>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25AE70BE-1AE8-4A0C-AE03-7895C4186A58}"/>
              </a:ext>
            </a:extLst>
          </p:cNvPr>
          <p:cNvSpPr>
            <a:spLocks noGrp="1"/>
          </p:cNvSpPr>
          <p:nvPr>
            <p:ph sz="quarter" idx="20"/>
          </p:nvPr>
        </p:nvSpPr>
        <p:spPr>
          <a:xfrm>
            <a:off x="6204151" y="3827714"/>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2E790894-8E0F-44FE-8E80-5B61F5EE8C7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059C796D-1B49-4E34-B30C-BB7A6D17ED22}"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22610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Four content 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C398B-D021-7FA7-9C63-8A20EEFB2B52}"/>
              </a:ext>
            </a:extLst>
          </p:cNvPr>
          <p:cNvSpPr>
            <a:spLocks noGrp="1"/>
          </p:cNvSpPr>
          <p:nvPr>
            <p:ph type="title"/>
          </p:nvPr>
        </p:nvSpPr>
        <p:spPr>
          <a:xfrm>
            <a:off x="331200" y="691200"/>
            <a:ext cx="9181165"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D88D6622-0569-1373-8513-A84EE6BD9AE3}"/>
              </a:ext>
            </a:extLst>
          </p:cNvPr>
          <p:cNvSpPr>
            <a:spLocks noGrp="1"/>
          </p:cNvSpPr>
          <p:nvPr>
            <p:ph type="ftr" sz="quarter" idx="10"/>
          </p:nvPr>
        </p:nvSpPr>
        <p:spPr>
          <a:xfrm>
            <a:off x="331200" y="6343200"/>
            <a:ext cx="9180000" cy="158400"/>
          </a:xfrm>
        </p:spPr>
        <p:txBody>
          <a:bodyPr/>
          <a:lstStyle/>
          <a:p>
            <a:endParaRPr lang="en-US"/>
          </a:p>
        </p:txBody>
      </p:sp>
      <p:sp>
        <p:nvSpPr>
          <p:cNvPr id="4" name="Date Placeholder 3">
            <a:extLst>
              <a:ext uri="{FF2B5EF4-FFF2-40B4-BE49-F238E27FC236}">
                <a16:creationId xmlns:a16="http://schemas.microsoft.com/office/drawing/2014/main" id="{D4D890ED-22EA-F340-5D69-C4482F8F5A7D}"/>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CA39646E-C2FB-1D0B-85AB-E420ACDD55D6}"/>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FA2FAFDC-E066-B77E-12C1-F5C9CB386058}"/>
              </a:ext>
            </a:extLst>
          </p:cNvPr>
          <p:cNvSpPr>
            <a:spLocks noGrp="1"/>
          </p:cNvSpPr>
          <p:nvPr>
            <p:ph type="body" sz="quarter" idx="14" hasCustomPrompt="1"/>
          </p:nvPr>
        </p:nvSpPr>
        <p:spPr>
          <a:xfrm>
            <a:off x="331789" y="1057498"/>
            <a:ext cx="9180576"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DD8565C4-8F2E-0139-9897-109BEE274160}"/>
              </a:ext>
            </a:extLst>
          </p:cNvPr>
          <p:cNvSpPr>
            <a:spLocks noGrp="1"/>
          </p:cNvSpPr>
          <p:nvPr>
            <p:ph sz="quarter" idx="17"/>
          </p:nvPr>
        </p:nvSpPr>
        <p:spPr>
          <a:xfrm>
            <a:off x="331200"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705BDDFA-0DC1-F1AB-FDCC-0D5F35062979}"/>
              </a:ext>
            </a:extLst>
          </p:cNvPr>
          <p:cNvSpPr>
            <a:spLocks noGrp="1"/>
          </p:cNvSpPr>
          <p:nvPr>
            <p:ph sz="quarter" idx="18"/>
          </p:nvPr>
        </p:nvSpPr>
        <p:spPr>
          <a:xfrm>
            <a:off x="2680508"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Content Placeholder 8">
            <a:extLst>
              <a:ext uri="{FF2B5EF4-FFF2-40B4-BE49-F238E27FC236}">
                <a16:creationId xmlns:a16="http://schemas.microsoft.com/office/drawing/2014/main" id="{1F491B36-CB8B-04C1-6BE0-F0784E027C8F}"/>
              </a:ext>
            </a:extLst>
          </p:cNvPr>
          <p:cNvSpPr>
            <a:spLocks noGrp="1"/>
          </p:cNvSpPr>
          <p:nvPr>
            <p:ph sz="quarter" idx="19"/>
          </p:nvPr>
        </p:nvSpPr>
        <p:spPr>
          <a:xfrm>
            <a:off x="5029816"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Content Placeholder 8">
            <a:extLst>
              <a:ext uri="{FF2B5EF4-FFF2-40B4-BE49-F238E27FC236}">
                <a16:creationId xmlns:a16="http://schemas.microsoft.com/office/drawing/2014/main" id="{8EC902F4-236E-9EB9-D886-80FFA5184005}"/>
              </a:ext>
            </a:extLst>
          </p:cNvPr>
          <p:cNvSpPr>
            <a:spLocks noGrp="1"/>
          </p:cNvSpPr>
          <p:nvPr>
            <p:ph sz="quarter" idx="20"/>
          </p:nvPr>
        </p:nvSpPr>
        <p:spPr>
          <a:xfrm>
            <a:off x="7379124"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Text Placeholder 9">
            <a:extLst>
              <a:ext uri="{FF2B5EF4-FFF2-40B4-BE49-F238E27FC236}">
                <a16:creationId xmlns:a16="http://schemas.microsoft.com/office/drawing/2014/main" id="{9533D15F-82ED-36DB-9A8B-4919A07A7BFD}"/>
              </a:ext>
            </a:extLst>
          </p:cNvPr>
          <p:cNvSpPr>
            <a:spLocks noGrp="1"/>
          </p:cNvSpPr>
          <p:nvPr>
            <p:ph type="body" sz="quarter" idx="16"/>
          </p:nvPr>
        </p:nvSpPr>
        <p:spPr>
          <a:xfrm>
            <a:off x="331200" y="5634000"/>
            <a:ext cx="9180576"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2" name="Text Placeholder 9">
            <a:extLst>
              <a:ext uri="{FF2B5EF4-FFF2-40B4-BE49-F238E27FC236}">
                <a16:creationId xmlns:a16="http://schemas.microsoft.com/office/drawing/2014/main" id="{0B6C5DBD-3D8A-1946-1744-DC8042EC8619}"/>
              </a:ext>
            </a:extLst>
          </p:cNvPr>
          <p:cNvSpPr>
            <a:spLocks noGrp="1"/>
          </p:cNvSpPr>
          <p:nvPr>
            <p:ph type="body" sz="quarter" idx="21" hasCustomPrompt="1"/>
          </p:nvPr>
        </p:nvSpPr>
        <p:spPr>
          <a:xfrm>
            <a:off x="9728432" y="0"/>
            <a:ext cx="2463568"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3143049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29CD7502-5938-4389-B579-94E4A626E742}"/>
              </a:ext>
            </a:extLst>
          </p:cNvPr>
          <p:cNvSpPr>
            <a:spLocks noGrp="1"/>
          </p:cNvSpPr>
          <p:nvPr>
            <p:ph sz="quarter" idx="17"/>
          </p:nvPr>
        </p:nvSpPr>
        <p:spPr>
          <a:xfrm>
            <a:off x="331200"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A0C8084-3849-47AB-874C-D79A49627A99}"/>
              </a:ext>
            </a:extLst>
          </p:cNvPr>
          <p:cNvSpPr>
            <a:spLocks noGrp="1"/>
          </p:cNvSpPr>
          <p:nvPr>
            <p:ph sz="quarter" idx="18"/>
          </p:nvPr>
        </p:nvSpPr>
        <p:spPr>
          <a:xfrm>
            <a:off x="2680508"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705789A-64BC-481F-BB51-3113BE639E7E}"/>
              </a:ext>
            </a:extLst>
          </p:cNvPr>
          <p:cNvSpPr>
            <a:spLocks noGrp="1"/>
          </p:cNvSpPr>
          <p:nvPr>
            <p:ph sz="quarter" idx="19"/>
          </p:nvPr>
        </p:nvSpPr>
        <p:spPr>
          <a:xfrm>
            <a:off x="5029816"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E37C0D0A-A50A-45C1-8190-526E16A1EF98}"/>
              </a:ext>
            </a:extLst>
          </p:cNvPr>
          <p:cNvSpPr>
            <a:spLocks noGrp="1"/>
          </p:cNvSpPr>
          <p:nvPr>
            <p:ph sz="quarter" idx="20"/>
          </p:nvPr>
        </p:nvSpPr>
        <p:spPr>
          <a:xfrm>
            <a:off x="7379124"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369E9214-F99C-45F1-92F0-86CA4C2DF62C}"/>
              </a:ext>
            </a:extLst>
          </p:cNvPr>
          <p:cNvSpPr>
            <a:spLocks noGrp="1"/>
          </p:cNvSpPr>
          <p:nvPr>
            <p:ph sz="quarter" idx="21"/>
          </p:nvPr>
        </p:nvSpPr>
        <p:spPr>
          <a:xfrm>
            <a:off x="9728430"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a:extLst>
              <a:ext uri="{FF2B5EF4-FFF2-40B4-BE49-F238E27FC236}">
                <a16:creationId xmlns:a16="http://schemas.microsoft.com/office/drawing/2014/main" id="{8CA02EF2-4CA1-4BAA-BEF7-557FE01D706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D136C97-55C9-4256-8BCC-A29BA1359F8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790490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ix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DC069AE-4595-4F69-A33D-192621021062}"/>
              </a:ext>
            </a:extLst>
          </p:cNvPr>
          <p:cNvSpPr>
            <a:spLocks noGrp="1"/>
          </p:cNvSpPr>
          <p:nvPr>
            <p:ph sz="quarter" idx="17"/>
          </p:nvPr>
        </p:nvSpPr>
        <p:spPr>
          <a:xfrm>
            <a:off x="33120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9819553D-0FB3-43C0-986B-7FC595AE43C4}"/>
              </a:ext>
            </a:extLst>
          </p:cNvPr>
          <p:cNvSpPr>
            <a:spLocks noGrp="1"/>
          </p:cNvSpPr>
          <p:nvPr>
            <p:ph sz="quarter" idx="18"/>
          </p:nvPr>
        </p:nvSpPr>
        <p:spPr>
          <a:xfrm>
            <a:off x="2288745"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BFE61DB2-D5AC-443E-944E-263599532F8B}"/>
              </a:ext>
            </a:extLst>
          </p:cNvPr>
          <p:cNvSpPr>
            <a:spLocks noGrp="1"/>
          </p:cNvSpPr>
          <p:nvPr>
            <p:ph sz="quarter" idx="19"/>
          </p:nvPr>
        </p:nvSpPr>
        <p:spPr>
          <a:xfrm>
            <a:off x="424629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28E24C1F-EA44-4316-85CB-A3FD52704376}"/>
              </a:ext>
            </a:extLst>
          </p:cNvPr>
          <p:cNvSpPr>
            <a:spLocks noGrp="1"/>
          </p:cNvSpPr>
          <p:nvPr>
            <p:ph sz="quarter" idx="20"/>
          </p:nvPr>
        </p:nvSpPr>
        <p:spPr>
          <a:xfrm>
            <a:off x="6203835"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0FB7471F-CC87-42BF-8FF7-FCFD02E09754}"/>
              </a:ext>
            </a:extLst>
          </p:cNvPr>
          <p:cNvSpPr>
            <a:spLocks noGrp="1"/>
          </p:cNvSpPr>
          <p:nvPr>
            <p:ph sz="quarter" idx="21"/>
          </p:nvPr>
        </p:nvSpPr>
        <p:spPr>
          <a:xfrm>
            <a:off x="816138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9FEC9E4E-C67E-4E57-9B58-24B9E177B04F}"/>
              </a:ext>
            </a:extLst>
          </p:cNvPr>
          <p:cNvSpPr>
            <a:spLocks noGrp="1"/>
          </p:cNvSpPr>
          <p:nvPr>
            <p:ph sz="quarter" idx="22"/>
          </p:nvPr>
        </p:nvSpPr>
        <p:spPr>
          <a:xfrm>
            <a:off x="10118926"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A2881809-A7B5-4526-BBA2-7A02D8A6955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74364FE6-7931-48FF-884B-9C70800E003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017865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ix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AC4CEC49-D3F2-4087-B090-CC600446878F}"/>
              </a:ext>
            </a:extLst>
          </p:cNvPr>
          <p:cNvSpPr>
            <a:spLocks noGrp="1"/>
          </p:cNvSpPr>
          <p:nvPr>
            <p:ph sz="quarter" idx="17"/>
          </p:nvPr>
        </p:nvSpPr>
        <p:spPr>
          <a:xfrm>
            <a:off x="331200"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E0F39AC-3C30-4653-B2FB-5DEED0522028}"/>
              </a:ext>
            </a:extLst>
          </p:cNvPr>
          <p:cNvSpPr>
            <a:spLocks noGrp="1"/>
          </p:cNvSpPr>
          <p:nvPr>
            <p:ph sz="quarter" idx="18"/>
          </p:nvPr>
        </p:nvSpPr>
        <p:spPr>
          <a:xfrm>
            <a:off x="4245975"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ECDF745A-5CCE-4066-B327-433778B0EADD}"/>
              </a:ext>
            </a:extLst>
          </p:cNvPr>
          <p:cNvSpPr>
            <a:spLocks noGrp="1"/>
          </p:cNvSpPr>
          <p:nvPr>
            <p:ph sz="quarter" idx="19"/>
          </p:nvPr>
        </p:nvSpPr>
        <p:spPr>
          <a:xfrm>
            <a:off x="8160749"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CDA5DF35-04D6-4B3E-8C90-1E98EBB7C18A}"/>
              </a:ext>
            </a:extLst>
          </p:cNvPr>
          <p:cNvSpPr>
            <a:spLocks noGrp="1"/>
          </p:cNvSpPr>
          <p:nvPr>
            <p:ph sz="quarter" idx="20"/>
          </p:nvPr>
        </p:nvSpPr>
        <p:spPr>
          <a:xfrm>
            <a:off x="331200"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22076C0C-4A2D-44FD-B598-286736F29BCA}"/>
              </a:ext>
            </a:extLst>
          </p:cNvPr>
          <p:cNvSpPr>
            <a:spLocks noGrp="1"/>
          </p:cNvSpPr>
          <p:nvPr>
            <p:ph sz="quarter" idx="21"/>
          </p:nvPr>
        </p:nvSpPr>
        <p:spPr>
          <a:xfrm>
            <a:off x="4245975"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E41F7DA0-0F6C-441C-B565-0C058C2E1500}"/>
              </a:ext>
            </a:extLst>
          </p:cNvPr>
          <p:cNvSpPr>
            <a:spLocks noGrp="1"/>
          </p:cNvSpPr>
          <p:nvPr>
            <p:ph sz="quarter" idx="22"/>
          </p:nvPr>
        </p:nvSpPr>
        <p:spPr>
          <a:xfrm>
            <a:off x="8160749"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41ECC15F-7C10-4935-8982-A8422A134E9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1D97BD6A-00E0-42B5-8DA6-5D1132394BF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856047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3D2E957E-1838-4CD0-B6A0-51FEFF23F39D}"/>
              </a:ext>
            </a:extLst>
          </p:cNvPr>
          <p:cNvSpPr>
            <a:spLocks noGrp="1"/>
          </p:cNvSpPr>
          <p:nvPr>
            <p:ph sz="quarter" idx="17"/>
          </p:nvPr>
        </p:nvSpPr>
        <p:spPr>
          <a:xfrm>
            <a:off x="331200"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15157C6-6D4A-4DDE-9987-9DB9A432B242}"/>
              </a:ext>
            </a:extLst>
          </p:cNvPr>
          <p:cNvSpPr>
            <a:spLocks noGrp="1"/>
          </p:cNvSpPr>
          <p:nvPr>
            <p:ph sz="quarter" idx="18"/>
          </p:nvPr>
        </p:nvSpPr>
        <p:spPr>
          <a:xfrm>
            <a:off x="3267545"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54051EE1-49F6-492B-B13B-31EA841D39F6}"/>
              </a:ext>
            </a:extLst>
          </p:cNvPr>
          <p:cNvSpPr>
            <a:spLocks noGrp="1"/>
          </p:cNvSpPr>
          <p:nvPr>
            <p:ph sz="quarter" idx="19"/>
          </p:nvPr>
        </p:nvSpPr>
        <p:spPr>
          <a:xfrm>
            <a:off x="6203890"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543771-ECCC-4B61-B10B-B29AC251EB7C}"/>
              </a:ext>
            </a:extLst>
          </p:cNvPr>
          <p:cNvSpPr>
            <a:spLocks noGrp="1"/>
          </p:cNvSpPr>
          <p:nvPr>
            <p:ph sz="quarter" idx="20"/>
          </p:nvPr>
        </p:nvSpPr>
        <p:spPr>
          <a:xfrm>
            <a:off x="9140236"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20E6F15F-BCD7-43EA-B6A7-A9D7E7E08A37}"/>
              </a:ext>
            </a:extLst>
          </p:cNvPr>
          <p:cNvSpPr>
            <a:spLocks noGrp="1"/>
          </p:cNvSpPr>
          <p:nvPr>
            <p:ph sz="quarter" idx="21"/>
          </p:nvPr>
        </p:nvSpPr>
        <p:spPr>
          <a:xfrm>
            <a:off x="331200"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75A95EF1-3692-4526-8F7E-86DF4458BD9C}"/>
              </a:ext>
            </a:extLst>
          </p:cNvPr>
          <p:cNvSpPr>
            <a:spLocks noGrp="1"/>
          </p:cNvSpPr>
          <p:nvPr>
            <p:ph sz="quarter" idx="22"/>
          </p:nvPr>
        </p:nvSpPr>
        <p:spPr>
          <a:xfrm>
            <a:off x="3267545"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8">
            <a:extLst>
              <a:ext uri="{FF2B5EF4-FFF2-40B4-BE49-F238E27FC236}">
                <a16:creationId xmlns:a16="http://schemas.microsoft.com/office/drawing/2014/main" id="{25D091E8-36DA-49BB-805A-67B1175FE099}"/>
              </a:ext>
            </a:extLst>
          </p:cNvPr>
          <p:cNvSpPr>
            <a:spLocks noGrp="1"/>
          </p:cNvSpPr>
          <p:nvPr>
            <p:ph sz="quarter" idx="23"/>
          </p:nvPr>
        </p:nvSpPr>
        <p:spPr>
          <a:xfrm>
            <a:off x="6203890"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8">
            <a:extLst>
              <a:ext uri="{FF2B5EF4-FFF2-40B4-BE49-F238E27FC236}">
                <a16:creationId xmlns:a16="http://schemas.microsoft.com/office/drawing/2014/main" id="{30B3BAED-A68C-44C5-936A-FECF662C4458}"/>
              </a:ext>
            </a:extLst>
          </p:cNvPr>
          <p:cNvSpPr>
            <a:spLocks noGrp="1"/>
          </p:cNvSpPr>
          <p:nvPr>
            <p:ph sz="quarter" idx="24"/>
          </p:nvPr>
        </p:nvSpPr>
        <p:spPr>
          <a:xfrm>
            <a:off x="9140236"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D9B8FFAD-A63F-423B-8B3A-78FF6FBA9C0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7" name="Text Placeholder 9">
            <a:extLst>
              <a:ext uri="{FF2B5EF4-FFF2-40B4-BE49-F238E27FC236}">
                <a16:creationId xmlns:a16="http://schemas.microsoft.com/office/drawing/2014/main" id="{2C0C9163-1A50-4D9E-8C77-630EB66F52A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00565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hree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59AF416F-3BC8-4A49-A9DA-4F4E14BD9EE6}"/>
              </a:ext>
            </a:extLst>
          </p:cNvPr>
          <p:cNvSpPr>
            <a:spLocks noGrp="1"/>
          </p:cNvSpPr>
          <p:nvPr>
            <p:ph sz="quarter" idx="22"/>
          </p:nvPr>
        </p:nvSpPr>
        <p:spPr>
          <a:xfrm>
            <a:off x="2289175" y="19296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CD77F5C-7E22-4988-898D-D00F5D9CD09E}"/>
              </a:ext>
            </a:extLst>
          </p:cNvPr>
          <p:cNvSpPr>
            <a:spLocks noGrp="1"/>
          </p:cNvSpPr>
          <p:nvPr>
            <p:ph sz="quarter" idx="23"/>
          </p:nvPr>
        </p:nvSpPr>
        <p:spPr>
          <a:xfrm>
            <a:off x="2289175" y="31788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83810668-C703-445D-9664-9098F49777F5}"/>
              </a:ext>
            </a:extLst>
          </p:cNvPr>
          <p:cNvSpPr>
            <a:spLocks noGrp="1"/>
          </p:cNvSpPr>
          <p:nvPr>
            <p:ph sz="quarter" idx="24"/>
          </p:nvPr>
        </p:nvSpPr>
        <p:spPr>
          <a:xfrm>
            <a:off x="2289175" y="44280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FB1884A1-CF89-46FD-90B2-856A47701333}"/>
              </a:ext>
            </a:extLst>
          </p:cNvPr>
          <p:cNvSpPr>
            <a:spLocks noGrp="1"/>
          </p:cNvSpPr>
          <p:nvPr>
            <p:ph sz="quarter" idx="21"/>
          </p:nvPr>
        </p:nvSpPr>
        <p:spPr>
          <a:xfrm>
            <a:off x="331201" y="19296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BFD86A11-87FF-4DCC-B9D2-B666660C6E7B}"/>
              </a:ext>
            </a:extLst>
          </p:cNvPr>
          <p:cNvSpPr>
            <a:spLocks noGrp="1"/>
          </p:cNvSpPr>
          <p:nvPr>
            <p:ph sz="quarter" idx="25"/>
          </p:nvPr>
        </p:nvSpPr>
        <p:spPr>
          <a:xfrm>
            <a:off x="331201" y="31788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6F97BA98-5A30-4E5F-B616-3DD2FB543519}"/>
              </a:ext>
            </a:extLst>
          </p:cNvPr>
          <p:cNvSpPr>
            <a:spLocks noGrp="1"/>
          </p:cNvSpPr>
          <p:nvPr>
            <p:ph sz="quarter" idx="26"/>
          </p:nvPr>
        </p:nvSpPr>
        <p:spPr>
          <a:xfrm>
            <a:off x="331201" y="44280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5DD4D7C-2CE8-4ABF-BFD5-63515BA5DBBC}"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F332D07F-212A-4F1F-A913-9C992990BDE5}"/>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123495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Four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516E3F5E-86F1-4189-95E6-3E3FCAA7E57B}"/>
              </a:ext>
            </a:extLst>
          </p:cNvPr>
          <p:cNvSpPr>
            <a:spLocks noGrp="1"/>
          </p:cNvSpPr>
          <p:nvPr>
            <p:ph sz="quarter" idx="25"/>
          </p:nvPr>
        </p:nvSpPr>
        <p:spPr>
          <a:xfrm>
            <a:off x="2289175" y="19296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9473803-25B0-48E7-A720-3DC0D09F9EA0}"/>
              </a:ext>
            </a:extLst>
          </p:cNvPr>
          <p:cNvSpPr>
            <a:spLocks noGrp="1"/>
          </p:cNvSpPr>
          <p:nvPr>
            <p:ph sz="quarter" idx="26"/>
          </p:nvPr>
        </p:nvSpPr>
        <p:spPr>
          <a:xfrm>
            <a:off x="2289175" y="28584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70FEA12C-85FF-468F-97EE-32C99D8CFE06}"/>
              </a:ext>
            </a:extLst>
          </p:cNvPr>
          <p:cNvSpPr>
            <a:spLocks noGrp="1"/>
          </p:cNvSpPr>
          <p:nvPr>
            <p:ph sz="quarter" idx="27"/>
          </p:nvPr>
        </p:nvSpPr>
        <p:spPr>
          <a:xfrm>
            <a:off x="2289175" y="37872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8238CB58-E5B8-4AB2-95E4-2BACE430AD48}"/>
              </a:ext>
            </a:extLst>
          </p:cNvPr>
          <p:cNvSpPr>
            <a:spLocks noGrp="1"/>
          </p:cNvSpPr>
          <p:nvPr>
            <p:ph sz="quarter" idx="28"/>
          </p:nvPr>
        </p:nvSpPr>
        <p:spPr>
          <a:xfrm>
            <a:off x="2289175" y="47160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D4BF1D29-3435-4164-B890-745B9AB2B2BA}"/>
              </a:ext>
            </a:extLst>
          </p:cNvPr>
          <p:cNvSpPr>
            <a:spLocks noGrp="1"/>
          </p:cNvSpPr>
          <p:nvPr>
            <p:ph sz="quarter" idx="24"/>
          </p:nvPr>
        </p:nvSpPr>
        <p:spPr>
          <a:xfrm>
            <a:off x="331201" y="19296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6F29A2FA-2B0C-4A45-92DB-06D5B9DEBF74}"/>
              </a:ext>
            </a:extLst>
          </p:cNvPr>
          <p:cNvSpPr>
            <a:spLocks noGrp="1"/>
          </p:cNvSpPr>
          <p:nvPr>
            <p:ph sz="quarter" idx="29"/>
          </p:nvPr>
        </p:nvSpPr>
        <p:spPr>
          <a:xfrm>
            <a:off x="331201" y="28584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97709378-E74F-4797-905F-17F4A0599703}"/>
              </a:ext>
            </a:extLst>
          </p:cNvPr>
          <p:cNvSpPr>
            <a:spLocks noGrp="1"/>
          </p:cNvSpPr>
          <p:nvPr>
            <p:ph sz="quarter" idx="30"/>
          </p:nvPr>
        </p:nvSpPr>
        <p:spPr>
          <a:xfrm>
            <a:off x="331201" y="37872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9" name="Content Placeholder 8">
            <a:extLst>
              <a:ext uri="{FF2B5EF4-FFF2-40B4-BE49-F238E27FC236}">
                <a16:creationId xmlns:a16="http://schemas.microsoft.com/office/drawing/2014/main" id="{F1E9E9DA-7BA5-4FCB-9176-B988B0CD8A78}"/>
              </a:ext>
            </a:extLst>
          </p:cNvPr>
          <p:cNvSpPr>
            <a:spLocks noGrp="1"/>
          </p:cNvSpPr>
          <p:nvPr>
            <p:ph sz="quarter" idx="31"/>
          </p:nvPr>
        </p:nvSpPr>
        <p:spPr>
          <a:xfrm>
            <a:off x="331201" y="47160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20" name="Text Placeholder 9">
            <a:extLst>
              <a:ext uri="{FF2B5EF4-FFF2-40B4-BE49-F238E27FC236}">
                <a16:creationId xmlns:a16="http://schemas.microsoft.com/office/drawing/2014/main" id="{C1B99B3E-00B2-4B94-8810-1F4D3724101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DA05FF4-61BB-449E-9F97-8071C0A59403}"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683450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amp; pictur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1929600"/>
            <a:ext cx="5657850"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AB71CB31-8784-427F-9939-4AB0493804E2}"/>
              </a:ext>
            </a:extLst>
          </p:cNvPr>
          <p:cNvSpPr>
            <a:spLocks noGrp="1"/>
          </p:cNvSpPr>
          <p:nvPr>
            <p:ph sz="quarter" idx="18"/>
          </p:nvPr>
        </p:nvSpPr>
        <p:spPr>
          <a:xfrm>
            <a:off x="331200"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C8F4DB0-74AF-4ED8-B106-40697AB95BA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321879CC-FD5F-4989-BE5B-B088F2C720C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172468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amp; picture B">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0"/>
            <a:ext cx="5986462" cy="6858000"/>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4896438"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F4AF48D9-D62A-43F2-B1B1-80F00328C2E1}"/>
              </a:ext>
            </a:extLst>
          </p:cNvPr>
          <p:cNvSpPr>
            <a:spLocks noGrp="1"/>
          </p:cNvSpPr>
          <p:nvPr>
            <p:ph sz="quarter" idx="18"/>
          </p:nvPr>
        </p:nvSpPr>
        <p:spPr>
          <a:xfrm>
            <a:off x="331200" y="1929600"/>
            <a:ext cx="4896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C8E9236-4674-48BE-8000-E1CDB179538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pic>
        <p:nvPicPr>
          <p:cNvPr id="10" name="Logo">
            <a:extLst>
              <a:ext uri="{FF2B5EF4-FFF2-40B4-BE49-F238E27FC236}">
                <a16:creationId xmlns:a16="http://schemas.microsoft.com/office/drawing/2014/main" id="{083B2B64-DEC0-437B-8CF1-FF080677286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54200" y="6456066"/>
            <a:ext cx="507600" cy="192272"/>
          </a:xfrm>
          <a:prstGeom prst="rect">
            <a:avLst/>
          </a:prstGeom>
        </p:spPr>
      </p:pic>
    </p:spTree>
    <p:extLst>
      <p:ext uri="{BB962C8B-B14F-4D97-AF65-F5344CB8AC3E}">
        <p14:creationId xmlns:p14="http://schemas.microsoft.com/office/powerpoint/2010/main" val="1027580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amp; picture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4246563" y="1929600"/>
            <a:ext cx="7616825"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D15BD5A4-C0CB-4E6D-82DC-F95E085D10AD}"/>
              </a:ext>
            </a:extLst>
          </p:cNvPr>
          <p:cNvSpPr>
            <a:spLocks noGrp="1"/>
          </p:cNvSpPr>
          <p:nvPr>
            <p:ph sz="quarter" idx="18"/>
          </p:nvPr>
        </p:nvSpPr>
        <p:spPr>
          <a:xfrm>
            <a:off x="331200"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3A2734F-6DC1-4BFA-88C9-7E34A3EF29E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AD224E81-3B71-4BD4-8650-96F92DAA0DC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310682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Picture &amp; conten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5658438" cy="3582000"/>
          </a:xfrm>
        </p:spPr>
        <p:txBody>
          <a:body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01C5F00-64AD-4E5C-9A89-0FB66FF3455E}"/>
              </a:ext>
            </a:extLst>
          </p:cNvPr>
          <p:cNvSpPr>
            <a:spLocks noGrp="1"/>
          </p:cNvSpPr>
          <p:nvPr>
            <p:ph sz="quarter" idx="18"/>
          </p:nvPr>
        </p:nvSpPr>
        <p:spPr>
          <a:xfrm>
            <a:off x="6204151"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2D94533-C025-401D-A3B6-4EEF76D0029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DC53B099-959A-4FA4-8B87-C7BCAA0E2ADC}"/>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17653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wo content &amp;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267075" y="1929600"/>
            <a:ext cx="5657850"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37772B2F-A922-4FD0-B70C-DF06D70EDEFE}"/>
              </a:ext>
            </a:extLst>
          </p:cNvPr>
          <p:cNvSpPr>
            <a:spLocks noGrp="1"/>
          </p:cNvSpPr>
          <p:nvPr>
            <p:ph sz="quarter" idx="19"/>
          </p:nvPr>
        </p:nvSpPr>
        <p:spPr>
          <a:xfrm>
            <a:off x="331200"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D2821E5-D990-439A-A494-886D9CF08292}"/>
              </a:ext>
            </a:extLst>
          </p:cNvPr>
          <p:cNvSpPr>
            <a:spLocks noGrp="1"/>
          </p:cNvSpPr>
          <p:nvPr>
            <p:ph sz="quarter" idx="20"/>
          </p:nvPr>
        </p:nvSpPr>
        <p:spPr>
          <a:xfrm>
            <a:off x="9141026"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775EAE7-683E-45F5-9A95-E6DD1094D88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6F139C90-52BB-4794-B21A-FE69E4C0F947}"/>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540131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Four content &amp; four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1743663"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Picture Placeholder 10">
            <a:extLst>
              <a:ext uri="{FF2B5EF4-FFF2-40B4-BE49-F238E27FC236}">
                <a16:creationId xmlns:a16="http://schemas.microsoft.com/office/drawing/2014/main" id="{E57CBEA0-D649-41AB-96A9-0A1BAA2BBC69}"/>
              </a:ext>
            </a:extLst>
          </p:cNvPr>
          <p:cNvSpPr>
            <a:spLocks noGrp="1"/>
          </p:cNvSpPr>
          <p:nvPr>
            <p:ph type="pic" sz="quarter" idx="18"/>
          </p:nvPr>
        </p:nvSpPr>
        <p:spPr>
          <a:xfrm>
            <a:off x="6205538" y="1929600"/>
            <a:ext cx="1741487" cy="168389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4FC3BCC6-F11F-4786-B6A2-A61B71BFCA5B}"/>
              </a:ext>
            </a:extLst>
          </p:cNvPr>
          <p:cNvSpPr>
            <a:spLocks noGrp="1"/>
          </p:cNvSpPr>
          <p:nvPr>
            <p:ph type="pic" sz="quarter" idx="20"/>
          </p:nvPr>
        </p:nvSpPr>
        <p:spPr>
          <a:xfrm>
            <a:off x="331199" y="3827463"/>
            <a:ext cx="1743663" cy="1684137"/>
          </a:xfrm>
        </p:spPr>
        <p:txBody>
          <a:bodyPr lIns="0" tIns="0" rIns="0" bIns="0"/>
          <a:lstStyle/>
          <a:p>
            <a:r>
              <a:rPr lang="en-US" noProof="0"/>
              <a:t>Click icon to add picture</a:t>
            </a:r>
          </a:p>
        </p:txBody>
      </p:sp>
      <p:sp>
        <p:nvSpPr>
          <p:cNvPr id="25" name="Picture Placeholder 10">
            <a:extLst>
              <a:ext uri="{FF2B5EF4-FFF2-40B4-BE49-F238E27FC236}">
                <a16:creationId xmlns:a16="http://schemas.microsoft.com/office/drawing/2014/main" id="{76B3C7E3-593C-48D3-9C43-78D8CBB54BCB}"/>
              </a:ext>
            </a:extLst>
          </p:cNvPr>
          <p:cNvSpPr>
            <a:spLocks noGrp="1"/>
          </p:cNvSpPr>
          <p:nvPr>
            <p:ph type="pic" sz="quarter" idx="22"/>
          </p:nvPr>
        </p:nvSpPr>
        <p:spPr>
          <a:xfrm>
            <a:off x="6205538" y="3827463"/>
            <a:ext cx="1741487" cy="1684137"/>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24B60418-CD27-4B6A-B47B-4BDFA7CA6905}"/>
              </a:ext>
            </a:extLst>
          </p:cNvPr>
          <p:cNvSpPr>
            <a:spLocks noGrp="1"/>
          </p:cNvSpPr>
          <p:nvPr>
            <p:ph sz="quarter" idx="24"/>
          </p:nvPr>
        </p:nvSpPr>
        <p:spPr>
          <a:xfrm>
            <a:off x="2289175" y="1929600"/>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0C9024FC-07E0-4B27-8F60-C634F0536A8E}"/>
              </a:ext>
            </a:extLst>
          </p:cNvPr>
          <p:cNvSpPr>
            <a:spLocks noGrp="1"/>
          </p:cNvSpPr>
          <p:nvPr>
            <p:ph sz="quarter" idx="25"/>
          </p:nvPr>
        </p:nvSpPr>
        <p:spPr>
          <a:xfrm>
            <a:off x="2289175" y="3827702"/>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DD5ECF00-2F66-45D3-A4DD-E29E84C05CEF}"/>
              </a:ext>
            </a:extLst>
          </p:cNvPr>
          <p:cNvSpPr>
            <a:spLocks noGrp="1"/>
          </p:cNvSpPr>
          <p:nvPr>
            <p:ph sz="quarter" idx="26"/>
          </p:nvPr>
        </p:nvSpPr>
        <p:spPr>
          <a:xfrm>
            <a:off x="8162126" y="1929600"/>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C7C9823B-43AB-4F63-9D6D-5A962847C33C}"/>
              </a:ext>
            </a:extLst>
          </p:cNvPr>
          <p:cNvSpPr>
            <a:spLocks noGrp="1"/>
          </p:cNvSpPr>
          <p:nvPr>
            <p:ph sz="quarter" idx="27"/>
          </p:nvPr>
        </p:nvSpPr>
        <p:spPr>
          <a:xfrm>
            <a:off x="8162126" y="3827702"/>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F9683E2-8A1B-4901-92D6-41888719CCB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7" name="Text Placeholder 9">
            <a:extLst>
              <a:ext uri="{FF2B5EF4-FFF2-40B4-BE49-F238E27FC236}">
                <a16:creationId xmlns:a16="http://schemas.microsoft.com/office/drawing/2014/main" id="{86F6A932-1446-4FE1-8B9F-00388D8CFC3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70529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ix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3701050"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193F035-179C-488A-981A-C45C4ED70E79}"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A070848A-0A2B-4E42-BA39-7225BE9CE2BF}"/>
              </a:ext>
            </a:extLst>
          </p:cNvPr>
          <p:cNvSpPr>
            <a:spLocks noGrp="1"/>
          </p:cNvSpPr>
          <p:nvPr>
            <p:ph type="pic" sz="quarter" idx="18"/>
          </p:nvPr>
        </p:nvSpPr>
        <p:spPr>
          <a:xfrm>
            <a:off x="4246369" y="1929600"/>
            <a:ext cx="3701050" cy="168513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0AE3C9E3-E2A8-46ED-ABF1-7303E76CEF2D}"/>
              </a:ext>
            </a:extLst>
          </p:cNvPr>
          <p:cNvSpPr>
            <a:spLocks noGrp="1"/>
          </p:cNvSpPr>
          <p:nvPr>
            <p:ph type="pic" sz="quarter" idx="19"/>
          </p:nvPr>
        </p:nvSpPr>
        <p:spPr>
          <a:xfrm>
            <a:off x="8161539" y="1929600"/>
            <a:ext cx="3701050" cy="1685138"/>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9832A96F-2BC5-43BC-99A2-C5EA0E0B92E8}"/>
              </a:ext>
            </a:extLst>
          </p:cNvPr>
          <p:cNvSpPr>
            <a:spLocks noGrp="1"/>
          </p:cNvSpPr>
          <p:nvPr>
            <p:ph type="pic" sz="quarter" idx="20"/>
          </p:nvPr>
        </p:nvSpPr>
        <p:spPr>
          <a:xfrm>
            <a:off x="331200" y="3828250"/>
            <a:ext cx="3701050" cy="1685138"/>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9C12755E-FD35-421D-92FC-301A3E6C795C}"/>
              </a:ext>
            </a:extLst>
          </p:cNvPr>
          <p:cNvSpPr>
            <a:spLocks noGrp="1"/>
          </p:cNvSpPr>
          <p:nvPr>
            <p:ph type="pic" sz="quarter" idx="21"/>
          </p:nvPr>
        </p:nvSpPr>
        <p:spPr>
          <a:xfrm>
            <a:off x="4246370" y="3828250"/>
            <a:ext cx="3701050" cy="1685138"/>
          </a:xfrm>
        </p:spPr>
        <p:txBody>
          <a:bodyPr lIns="0" tIns="0" rIns="0" bIns="0"/>
          <a:lstStyle/>
          <a:p>
            <a:r>
              <a:rPr lang="en-US" noProof="0"/>
              <a:t>Click icon to add picture</a:t>
            </a:r>
            <a:endParaRPr lang="en-US"/>
          </a:p>
        </p:txBody>
      </p:sp>
      <p:sp>
        <p:nvSpPr>
          <p:cNvPr id="27" name="Picture Placeholder 10">
            <a:extLst>
              <a:ext uri="{FF2B5EF4-FFF2-40B4-BE49-F238E27FC236}">
                <a16:creationId xmlns:a16="http://schemas.microsoft.com/office/drawing/2014/main" id="{36658FB1-3615-4333-B392-A31BA2C7E1DD}"/>
              </a:ext>
            </a:extLst>
          </p:cNvPr>
          <p:cNvSpPr>
            <a:spLocks noGrp="1"/>
          </p:cNvSpPr>
          <p:nvPr>
            <p:ph type="pic" sz="quarter" idx="22"/>
          </p:nvPr>
        </p:nvSpPr>
        <p:spPr>
          <a:xfrm>
            <a:off x="8161539" y="3828250"/>
            <a:ext cx="3701050" cy="1685138"/>
          </a:xfrm>
        </p:spPr>
        <p:txBody>
          <a:bodyPr lIns="0" tIns="0" rIns="0" bIns="0"/>
          <a:lstStyle/>
          <a:p>
            <a:r>
              <a:rPr lang="en-US" noProof="0"/>
              <a:t>Click icon to add picture</a:t>
            </a:r>
            <a:endParaRPr lang="en-US"/>
          </a:p>
        </p:txBody>
      </p:sp>
      <p:sp>
        <p:nvSpPr>
          <p:cNvPr id="14" name="Text Placeholder 9">
            <a:extLst>
              <a:ext uri="{FF2B5EF4-FFF2-40B4-BE49-F238E27FC236}">
                <a16:creationId xmlns:a16="http://schemas.microsoft.com/office/drawing/2014/main" id="{7F3D969B-F1B8-417E-A3D4-EA1488C5BC9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561750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Eight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3262" y="1929600"/>
            <a:ext cx="2721600"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430468A-A583-475C-91B3-9EEC22E344FB}" type="datetime4">
              <a:rPr lang="en-US" noProof="0" smtClean="0"/>
              <a:t>January 21, 2026</a:t>
            </a:fld>
            <a:endParaRPr lang="en-US" noProof="0"/>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1E005323-AD61-4D2C-AED7-77715F765150}"/>
              </a:ext>
            </a:extLst>
          </p:cNvPr>
          <p:cNvSpPr>
            <a:spLocks noGrp="1"/>
          </p:cNvSpPr>
          <p:nvPr>
            <p:ph type="pic" sz="quarter" idx="18"/>
          </p:nvPr>
        </p:nvSpPr>
        <p:spPr>
          <a:xfrm>
            <a:off x="3269171" y="1929600"/>
            <a:ext cx="2721600" cy="168513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E265B3D8-2A9B-4D13-BF6C-564CE2C2C168}"/>
              </a:ext>
            </a:extLst>
          </p:cNvPr>
          <p:cNvSpPr>
            <a:spLocks noGrp="1"/>
          </p:cNvSpPr>
          <p:nvPr>
            <p:ph type="pic" sz="quarter" idx="19"/>
          </p:nvPr>
        </p:nvSpPr>
        <p:spPr>
          <a:xfrm>
            <a:off x="6205080" y="1929600"/>
            <a:ext cx="2721600" cy="1685138"/>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42FC6897-A625-48C9-B09E-E8160A89BB9F}"/>
              </a:ext>
            </a:extLst>
          </p:cNvPr>
          <p:cNvSpPr>
            <a:spLocks noGrp="1"/>
          </p:cNvSpPr>
          <p:nvPr>
            <p:ph type="pic" sz="quarter" idx="20"/>
          </p:nvPr>
        </p:nvSpPr>
        <p:spPr>
          <a:xfrm>
            <a:off x="9140989" y="1929600"/>
            <a:ext cx="2721600" cy="1685138"/>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ED948E42-FDE5-4236-912E-FAD45E412CE6}"/>
              </a:ext>
            </a:extLst>
          </p:cNvPr>
          <p:cNvSpPr>
            <a:spLocks noGrp="1"/>
          </p:cNvSpPr>
          <p:nvPr>
            <p:ph type="pic" sz="quarter" idx="21"/>
          </p:nvPr>
        </p:nvSpPr>
        <p:spPr>
          <a:xfrm>
            <a:off x="333262" y="3828250"/>
            <a:ext cx="2721600" cy="1685138"/>
          </a:xfrm>
        </p:spPr>
        <p:txBody>
          <a:bodyPr lIns="0" tIns="0" rIns="0" bIns="0"/>
          <a:lstStyle/>
          <a:p>
            <a:r>
              <a:rPr lang="en-US" noProof="0"/>
              <a:t>Click icon to add picture</a:t>
            </a:r>
            <a:endParaRPr lang="en-US"/>
          </a:p>
        </p:txBody>
      </p:sp>
      <p:sp>
        <p:nvSpPr>
          <p:cNvPr id="27" name="Picture Placeholder 10">
            <a:extLst>
              <a:ext uri="{FF2B5EF4-FFF2-40B4-BE49-F238E27FC236}">
                <a16:creationId xmlns:a16="http://schemas.microsoft.com/office/drawing/2014/main" id="{05F2CC5F-8E4F-4642-B2B0-2BE00A820765}"/>
              </a:ext>
            </a:extLst>
          </p:cNvPr>
          <p:cNvSpPr>
            <a:spLocks noGrp="1"/>
          </p:cNvSpPr>
          <p:nvPr>
            <p:ph type="pic" sz="quarter" idx="22"/>
          </p:nvPr>
        </p:nvSpPr>
        <p:spPr>
          <a:xfrm>
            <a:off x="3269171" y="3828250"/>
            <a:ext cx="2721600" cy="1685138"/>
          </a:xfrm>
        </p:spPr>
        <p:txBody>
          <a:bodyPr lIns="0" tIns="0" rIns="0" bIns="0"/>
          <a:lstStyle/>
          <a:p>
            <a:r>
              <a:rPr lang="en-US" noProof="0"/>
              <a:t>Click icon to add picture</a:t>
            </a:r>
            <a:endParaRPr lang="en-US"/>
          </a:p>
        </p:txBody>
      </p:sp>
      <p:sp>
        <p:nvSpPr>
          <p:cNvPr id="28" name="Picture Placeholder 10">
            <a:extLst>
              <a:ext uri="{FF2B5EF4-FFF2-40B4-BE49-F238E27FC236}">
                <a16:creationId xmlns:a16="http://schemas.microsoft.com/office/drawing/2014/main" id="{1D8BDEDA-0F19-4637-BBCF-46A127B54FFD}"/>
              </a:ext>
            </a:extLst>
          </p:cNvPr>
          <p:cNvSpPr>
            <a:spLocks noGrp="1"/>
          </p:cNvSpPr>
          <p:nvPr>
            <p:ph type="pic" sz="quarter" idx="23"/>
          </p:nvPr>
        </p:nvSpPr>
        <p:spPr>
          <a:xfrm>
            <a:off x="6205080" y="3828250"/>
            <a:ext cx="2721600" cy="1685138"/>
          </a:xfrm>
        </p:spPr>
        <p:txBody>
          <a:bodyPr lIns="0" tIns="0" rIns="0" bIns="0"/>
          <a:lstStyle/>
          <a:p>
            <a:r>
              <a:rPr lang="en-US" noProof="0"/>
              <a:t>Click icon to add picture</a:t>
            </a:r>
            <a:endParaRPr lang="en-US"/>
          </a:p>
        </p:txBody>
      </p:sp>
      <p:sp>
        <p:nvSpPr>
          <p:cNvPr id="29" name="Picture Placeholder 10">
            <a:extLst>
              <a:ext uri="{FF2B5EF4-FFF2-40B4-BE49-F238E27FC236}">
                <a16:creationId xmlns:a16="http://schemas.microsoft.com/office/drawing/2014/main" id="{432A8BA0-84B2-4316-8A93-63EFB05A0FF9}"/>
              </a:ext>
            </a:extLst>
          </p:cNvPr>
          <p:cNvSpPr>
            <a:spLocks noGrp="1"/>
          </p:cNvSpPr>
          <p:nvPr>
            <p:ph type="pic" sz="quarter" idx="24"/>
          </p:nvPr>
        </p:nvSpPr>
        <p:spPr>
          <a:xfrm>
            <a:off x="9140989" y="3828250"/>
            <a:ext cx="2721600" cy="1685138"/>
          </a:xfrm>
        </p:spPr>
        <p:txBody>
          <a:bodyPr lIns="0" tIns="0" rIns="0" bIns="0"/>
          <a:lstStyle/>
          <a:p>
            <a:r>
              <a:rPr lang="en-US" noProof="0"/>
              <a:t>Click icon to add picture</a:t>
            </a:r>
            <a:endParaRPr lang="en-US"/>
          </a:p>
        </p:txBody>
      </p:sp>
      <p:sp>
        <p:nvSpPr>
          <p:cNvPr id="16" name="Text Placeholder 9">
            <a:extLst>
              <a:ext uri="{FF2B5EF4-FFF2-40B4-BE49-F238E27FC236}">
                <a16:creationId xmlns:a16="http://schemas.microsoft.com/office/drawing/2014/main" id="{BB1ADEE7-69F7-4612-BA69-1E14BB9BCCD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312075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wo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9" y="4719600"/>
            <a:ext cx="5658437" cy="788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5658438" cy="26676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6205538" y="4719600"/>
            <a:ext cx="5657850" cy="788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D66B2ABB-D636-4A64-BA44-A7267F23329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6205538" y="1929600"/>
            <a:ext cx="5657850" cy="2667600"/>
          </a:xfrm>
        </p:spPr>
        <p:txBody>
          <a:bodyPr lIns="0" tIns="0" rIns="0" bIns="0"/>
          <a:lstStyle/>
          <a:p>
            <a:r>
              <a:rPr lang="en-US" noProof="0"/>
              <a:t>Click icon to add picture</a:t>
            </a:r>
            <a:endParaRPr lang="en-US"/>
          </a:p>
        </p:txBody>
      </p:sp>
      <p:sp>
        <p:nvSpPr>
          <p:cNvPr id="13" name="Text Placeholder 9">
            <a:extLst>
              <a:ext uri="{FF2B5EF4-FFF2-40B4-BE49-F238E27FC236}">
                <a16:creationId xmlns:a16="http://schemas.microsoft.com/office/drawing/2014/main" id="{A00D889A-2322-4DDB-A5EF-532FA124D0A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09825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wo pictures &amp; text boxes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FAC61-1279-7B60-CECC-86A719FA5D8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612ECBC9-7903-0325-4714-B64BC595A9B4}"/>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E448B956-DC0E-0B78-5410-11E0E2F220F6}"/>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1B618CCB-2103-080F-B675-E4C472681C14}"/>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7F52BB6-D70A-2B2C-B861-43846E0384C2}"/>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622007A1-F280-15BD-766A-2A8B68C6C1AD}"/>
              </a:ext>
            </a:extLst>
          </p:cNvPr>
          <p:cNvSpPr>
            <a:spLocks noGrp="1"/>
          </p:cNvSpPr>
          <p:nvPr>
            <p:ph type="body" sz="quarter" idx="15"/>
          </p:nvPr>
        </p:nvSpPr>
        <p:spPr>
          <a:xfrm>
            <a:off x="331199"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CB15DC7C-95AF-DF77-404F-4AAA9568B803}"/>
              </a:ext>
            </a:extLst>
          </p:cNvPr>
          <p:cNvSpPr>
            <a:spLocks noGrp="1"/>
          </p:cNvSpPr>
          <p:nvPr>
            <p:ph type="pic" sz="quarter" idx="17"/>
          </p:nvPr>
        </p:nvSpPr>
        <p:spPr>
          <a:xfrm>
            <a:off x="0" y="3429000"/>
            <a:ext cx="4160520" cy="3429000"/>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D4679F60-C64F-3014-8490-313B90245B14}"/>
              </a:ext>
            </a:extLst>
          </p:cNvPr>
          <p:cNvSpPr>
            <a:spLocks noGrp="1"/>
          </p:cNvSpPr>
          <p:nvPr>
            <p:ph type="body" sz="quarter" idx="18"/>
          </p:nvPr>
        </p:nvSpPr>
        <p:spPr>
          <a:xfrm>
            <a:off x="4246563"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00E1C5C4-2E56-4FDF-430C-4D4CD25E1AC1}"/>
              </a:ext>
            </a:extLst>
          </p:cNvPr>
          <p:cNvSpPr>
            <a:spLocks noGrp="1"/>
          </p:cNvSpPr>
          <p:nvPr>
            <p:ph type="pic" sz="quarter" idx="19"/>
          </p:nvPr>
        </p:nvSpPr>
        <p:spPr>
          <a:xfrm>
            <a:off x="4161982" y="3429000"/>
            <a:ext cx="3867912"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4004999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wo pictures &amp; text boxes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93467-31B0-B26B-0A69-CEE1BBF92D7C}"/>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BC68DB0D-B0C8-A70B-9EA0-CF87F7D006CD}"/>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ADF54DE3-2E20-4DE8-B5E1-349CFC50CC70}"/>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B6C146C5-EFC9-3F84-BAA9-A0D23F6E67BE}"/>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992CDA1E-EA55-E4C2-CB79-AD61C1E3602B}"/>
              </a:ext>
            </a:extLst>
          </p:cNvPr>
          <p:cNvSpPr>
            <a:spLocks noGrp="1"/>
          </p:cNvSpPr>
          <p:nvPr>
            <p:ph type="body" sz="quarter" idx="14" hasCustomPrompt="1"/>
          </p:nvPr>
        </p:nvSpPr>
        <p:spPr>
          <a:xfrm>
            <a:off x="331789"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F169E811-1A99-80DE-40CA-0E49ABE0349B}"/>
              </a:ext>
            </a:extLst>
          </p:cNvPr>
          <p:cNvSpPr>
            <a:spLocks noGrp="1"/>
          </p:cNvSpPr>
          <p:nvPr>
            <p:ph type="body" sz="quarter" idx="15"/>
          </p:nvPr>
        </p:nvSpPr>
        <p:spPr>
          <a:xfrm>
            <a:off x="3157728" y="52002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216F5BAA-6C08-E976-9914-2635E3C044BF}"/>
              </a:ext>
            </a:extLst>
          </p:cNvPr>
          <p:cNvSpPr>
            <a:spLocks noGrp="1"/>
          </p:cNvSpPr>
          <p:nvPr>
            <p:ph type="pic" sz="quarter" idx="17"/>
          </p:nvPr>
        </p:nvSpPr>
        <p:spPr>
          <a:xfrm>
            <a:off x="3157728" y="1927224"/>
            <a:ext cx="4517136" cy="3136392"/>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DAA22A5E-5748-150B-DB95-169F64379EB5}"/>
              </a:ext>
            </a:extLst>
          </p:cNvPr>
          <p:cNvSpPr>
            <a:spLocks noGrp="1"/>
          </p:cNvSpPr>
          <p:nvPr>
            <p:ph type="body" sz="quarter" idx="18"/>
          </p:nvPr>
        </p:nvSpPr>
        <p:spPr>
          <a:xfrm>
            <a:off x="7674864" y="52002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35323466-C553-6238-DD1B-476EDA1F5D78}"/>
              </a:ext>
            </a:extLst>
          </p:cNvPr>
          <p:cNvSpPr>
            <a:spLocks noGrp="1"/>
          </p:cNvSpPr>
          <p:nvPr>
            <p:ph type="pic" sz="quarter" idx="19"/>
          </p:nvPr>
        </p:nvSpPr>
        <p:spPr>
          <a:xfrm>
            <a:off x="7674864" y="1927224"/>
            <a:ext cx="4517136"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2200260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wo pictures &amp;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AC835-87D6-25C6-1C0C-B16378EA1CA8}"/>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3E0FB9F6-057D-DEAE-3326-D871FC4C73B1}"/>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4B13111F-1867-8F94-C54C-C14750D90225}"/>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EF82FC2B-518F-F076-7481-C19EFDFB1205}"/>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77C1678-5BCA-4DC1-8A51-3AEFECC5B08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67A71E51-260F-C225-0141-1C78748CA3EE}"/>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5B4FFFA6-62DB-C634-46E8-2BBE78F1FE91}"/>
              </a:ext>
            </a:extLst>
          </p:cNvPr>
          <p:cNvSpPr>
            <a:spLocks noGrp="1"/>
          </p:cNvSpPr>
          <p:nvPr>
            <p:ph type="pic" sz="quarter" idx="17"/>
          </p:nvPr>
        </p:nvSpPr>
        <p:spPr>
          <a:xfrm>
            <a:off x="0" y="1929600"/>
            <a:ext cx="4462272"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9B2024F1-6D5D-1D1C-1DDB-77BCBA748A23}"/>
              </a:ext>
            </a:extLst>
          </p:cNvPr>
          <p:cNvSpPr>
            <a:spLocks noGrp="1"/>
          </p:cNvSpPr>
          <p:nvPr>
            <p:ph type="pic" sz="quarter" idx="19"/>
          </p:nvPr>
        </p:nvSpPr>
        <p:spPr>
          <a:xfrm>
            <a:off x="4462653" y="1929600"/>
            <a:ext cx="4462272"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1263497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hree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4420800"/>
            <a:ext cx="3701050"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3699460" cy="23652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4246563" y="4420800"/>
            <a:ext cx="3700462"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4246561" y="1929600"/>
            <a:ext cx="3700463" cy="23652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8162925" y="4420800"/>
            <a:ext cx="3700463"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60DA76D-A31E-4D1F-AF67-0C4DBC02A76D}"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8162925" y="1929600"/>
            <a:ext cx="3700463" cy="2365200"/>
          </a:xfrm>
        </p:spPr>
        <p:txBody>
          <a:bodyPr lIns="0" tIns="0" rIns="0" bIns="0"/>
          <a:lstStyle/>
          <a:p>
            <a:r>
              <a:rPr lang="en-US" noProof="0"/>
              <a:t>Click icon to add picture</a:t>
            </a:r>
            <a:endParaRPr lang="en-US"/>
          </a:p>
        </p:txBody>
      </p:sp>
      <p:sp>
        <p:nvSpPr>
          <p:cNvPr id="14" name="Text Placeholder 9">
            <a:extLst>
              <a:ext uri="{FF2B5EF4-FFF2-40B4-BE49-F238E27FC236}">
                <a16:creationId xmlns:a16="http://schemas.microsoft.com/office/drawing/2014/main" id="{3F6BC82E-5E7C-45F5-91CD-D280E38D1F4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795224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hree pictures &amp; text boxes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39901-3878-567C-6F7B-62F568F5EA81}"/>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52465E89-325E-25CE-C35D-AD7B0E2BA753}"/>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EE7C8C55-BF0B-AB3A-01C9-D37FA0AC0D8D}"/>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72C8C4A6-E706-08CD-E591-31C776881C2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C3656E4-F3AA-6EE7-E3C0-CE78B0D5C663}"/>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9E0BF222-DE36-6B8E-3ADD-DE5450E802BC}"/>
              </a:ext>
            </a:extLst>
          </p:cNvPr>
          <p:cNvSpPr>
            <a:spLocks noGrp="1"/>
          </p:cNvSpPr>
          <p:nvPr>
            <p:ph type="body" sz="quarter" idx="15"/>
          </p:nvPr>
        </p:nvSpPr>
        <p:spPr>
          <a:xfrm>
            <a:off x="331199"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6090B701-78C3-C044-E7EC-1B49E3C301E8}"/>
              </a:ext>
            </a:extLst>
          </p:cNvPr>
          <p:cNvSpPr>
            <a:spLocks noGrp="1"/>
          </p:cNvSpPr>
          <p:nvPr>
            <p:ph type="pic" sz="quarter" idx="17"/>
          </p:nvPr>
        </p:nvSpPr>
        <p:spPr>
          <a:xfrm>
            <a:off x="0" y="3429000"/>
            <a:ext cx="4160520" cy="3429000"/>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69BCFFDA-C3AF-2E7B-90ED-9900D4167C39}"/>
              </a:ext>
            </a:extLst>
          </p:cNvPr>
          <p:cNvSpPr>
            <a:spLocks noGrp="1"/>
          </p:cNvSpPr>
          <p:nvPr>
            <p:ph type="body" sz="quarter" idx="18"/>
          </p:nvPr>
        </p:nvSpPr>
        <p:spPr>
          <a:xfrm>
            <a:off x="4246563"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53B80110-9520-18FD-D36C-C9B976C745B5}"/>
              </a:ext>
            </a:extLst>
          </p:cNvPr>
          <p:cNvSpPr>
            <a:spLocks noGrp="1"/>
          </p:cNvSpPr>
          <p:nvPr>
            <p:ph type="pic" sz="quarter" idx="19"/>
          </p:nvPr>
        </p:nvSpPr>
        <p:spPr>
          <a:xfrm>
            <a:off x="4161982" y="3429000"/>
            <a:ext cx="3867912" cy="3429000"/>
          </a:xfrm>
        </p:spPr>
        <p:txBody>
          <a:bodyPr lIns="0" tIns="0" rIns="0" bIns="0"/>
          <a:lstStyle/>
          <a:p>
            <a:r>
              <a:rPr lang="en-US" noProof="0"/>
              <a:t>Click icon to add picture</a:t>
            </a:r>
            <a:endParaRPr lang="en-US"/>
          </a:p>
        </p:txBody>
      </p:sp>
      <p:sp>
        <p:nvSpPr>
          <p:cNvPr id="11" name="Text Placeholder 11">
            <a:extLst>
              <a:ext uri="{FF2B5EF4-FFF2-40B4-BE49-F238E27FC236}">
                <a16:creationId xmlns:a16="http://schemas.microsoft.com/office/drawing/2014/main" id="{8840A287-AA7C-1164-424E-57005EFA7C0F}"/>
              </a:ext>
            </a:extLst>
          </p:cNvPr>
          <p:cNvSpPr>
            <a:spLocks noGrp="1"/>
          </p:cNvSpPr>
          <p:nvPr>
            <p:ph type="body" sz="quarter" idx="20"/>
          </p:nvPr>
        </p:nvSpPr>
        <p:spPr>
          <a:xfrm>
            <a:off x="8161927"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535AC138-46EC-3DA3-0F28-7B8889071F03}"/>
              </a:ext>
            </a:extLst>
          </p:cNvPr>
          <p:cNvSpPr>
            <a:spLocks noGrp="1"/>
          </p:cNvSpPr>
          <p:nvPr>
            <p:ph type="pic" sz="quarter" idx="21"/>
          </p:nvPr>
        </p:nvSpPr>
        <p:spPr>
          <a:xfrm>
            <a:off x="8031480" y="3429000"/>
            <a:ext cx="4160520"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537285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ree pictures &amp; text boxes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7E946-8B12-F6C2-90DD-0AEB05863D4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9F3F8FD4-F79F-BBCE-CDA8-C0C6B8FBE1CB}"/>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D806FA28-409D-CEEB-7D91-FE5023B00EAE}"/>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FABD96B3-34E7-65FF-456D-F32ACD9B16B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B851678F-D8EB-2069-FF1C-22C7776FEEAE}"/>
              </a:ext>
            </a:extLst>
          </p:cNvPr>
          <p:cNvSpPr>
            <a:spLocks noGrp="1"/>
          </p:cNvSpPr>
          <p:nvPr>
            <p:ph type="body" sz="quarter" idx="14" hasCustomPrompt="1"/>
          </p:nvPr>
        </p:nvSpPr>
        <p:spPr>
          <a:xfrm>
            <a:off x="331789"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318DF5F0-616C-E1B2-F94F-A3892597809E}"/>
              </a:ext>
            </a:extLst>
          </p:cNvPr>
          <p:cNvSpPr>
            <a:spLocks noGrp="1"/>
          </p:cNvSpPr>
          <p:nvPr>
            <p:ph type="body" sz="quarter" idx="15"/>
          </p:nvPr>
        </p:nvSpPr>
        <p:spPr>
          <a:xfrm>
            <a:off x="3157728"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3E7CDFFF-4EB0-0A69-7997-7829DEA74BA3}"/>
              </a:ext>
            </a:extLst>
          </p:cNvPr>
          <p:cNvSpPr>
            <a:spLocks noGrp="1"/>
          </p:cNvSpPr>
          <p:nvPr>
            <p:ph type="pic" sz="quarter" idx="17"/>
          </p:nvPr>
        </p:nvSpPr>
        <p:spPr>
          <a:xfrm>
            <a:off x="3157728" y="1927224"/>
            <a:ext cx="2953512" cy="3136392"/>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7D38B606-5A94-1DF8-F564-D4E7BF675A24}"/>
              </a:ext>
            </a:extLst>
          </p:cNvPr>
          <p:cNvSpPr>
            <a:spLocks noGrp="1"/>
          </p:cNvSpPr>
          <p:nvPr>
            <p:ph type="body" sz="quarter" idx="18"/>
          </p:nvPr>
        </p:nvSpPr>
        <p:spPr>
          <a:xfrm>
            <a:off x="6111240"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92CFE117-420C-7B9E-ED0C-7CB8F248293D}"/>
              </a:ext>
            </a:extLst>
          </p:cNvPr>
          <p:cNvSpPr>
            <a:spLocks noGrp="1"/>
          </p:cNvSpPr>
          <p:nvPr>
            <p:ph type="pic" sz="quarter" idx="19"/>
          </p:nvPr>
        </p:nvSpPr>
        <p:spPr>
          <a:xfrm>
            <a:off x="6111240" y="1927224"/>
            <a:ext cx="2953512" cy="3136392"/>
          </a:xfrm>
        </p:spPr>
        <p:txBody>
          <a:bodyPr lIns="0" tIns="0" rIns="0" bIns="0"/>
          <a:lstStyle/>
          <a:p>
            <a:r>
              <a:rPr lang="en-US" noProof="0"/>
              <a:t>Click icon to add picture</a:t>
            </a:r>
            <a:endParaRPr lang="en-US"/>
          </a:p>
        </p:txBody>
      </p:sp>
      <p:sp>
        <p:nvSpPr>
          <p:cNvPr id="11" name="Text Placeholder 11">
            <a:extLst>
              <a:ext uri="{FF2B5EF4-FFF2-40B4-BE49-F238E27FC236}">
                <a16:creationId xmlns:a16="http://schemas.microsoft.com/office/drawing/2014/main" id="{C2C40EB7-4527-3CFA-2B47-3BD797257D9A}"/>
              </a:ext>
            </a:extLst>
          </p:cNvPr>
          <p:cNvSpPr>
            <a:spLocks noGrp="1"/>
          </p:cNvSpPr>
          <p:nvPr>
            <p:ph type="body" sz="quarter" idx="20"/>
          </p:nvPr>
        </p:nvSpPr>
        <p:spPr>
          <a:xfrm>
            <a:off x="9065324"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31BA7AFC-A49F-988B-82B3-3E768ED02F60}"/>
              </a:ext>
            </a:extLst>
          </p:cNvPr>
          <p:cNvSpPr>
            <a:spLocks noGrp="1"/>
          </p:cNvSpPr>
          <p:nvPr>
            <p:ph type="pic" sz="quarter" idx="21"/>
          </p:nvPr>
        </p:nvSpPr>
        <p:spPr>
          <a:xfrm>
            <a:off x="9065324" y="1927224"/>
            <a:ext cx="3127248"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2181918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hree pictures &amp;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291C9-4F13-1C53-0D29-8B4F95EDF8D7}"/>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D30F5A4D-86A4-3B8B-569A-BCFEABBBD580}"/>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C234DC91-C253-039A-84E0-3DF91790262B}"/>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0E4ECE1D-AD44-4D18-1B8E-9B3643EE0AE8}"/>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61CBEA37-4E6C-886E-5284-5170A3A140AB}"/>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81BE5845-D81D-D5A2-A0EC-9224C116F9CD}"/>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3C6E0DDC-217A-6FF3-673A-BC0CBA8574FD}"/>
              </a:ext>
            </a:extLst>
          </p:cNvPr>
          <p:cNvSpPr>
            <a:spLocks noGrp="1"/>
          </p:cNvSpPr>
          <p:nvPr>
            <p:ph type="pic" sz="quarter" idx="17"/>
          </p:nvPr>
        </p:nvSpPr>
        <p:spPr>
          <a:xfrm>
            <a:off x="0" y="1929600"/>
            <a:ext cx="2971800"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0E6E7E98-2D75-359B-6735-0541241142AD}"/>
              </a:ext>
            </a:extLst>
          </p:cNvPr>
          <p:cNvSpPr>
            <a:spLocks noGrp="1"/>
          </p:cNvSpPr>
          <p:nvPr>
            <p:ph type="pic" sz="quarter" idx="19"/>
          </p:nvPr>
        </p:nvSpPr>
        <p:spPr>
          <a:xfrm>
            <a:off x="2974974" y="1929600"/>
            <a:ext cx="2971800" cy="4928400"/>
          </a:xfrm>
        </p:spPr>
        <p:txBody>
          <a:bodyPr lIns="0" tIns="0" rIns="0" bIns="0"/>
          <a:lstStyle/>
          <a:p>
            <a:r>
              <a:rPr lang="en-US" noProof="0"/>
              <a:t>Click icon to add picture</a:t>
            </a:r>
            <a:endParaRPr lang="en-US"/>
          </a:p>
        </p:txBody>
      </p:sp>
      <p:sp>
        <p:nvSpPr>
          <p:cNvPr id="10" name="Picture Placeholder 10">
            <a:extLst>
              <a:ext uri="{FF2B5EF4-FFF2-40B4-BE49-F238E27FC236}">
                <a16:creationId xmlns:a16="http://schemas.microsoft.com/office/drawing/2014/main" id="{685FBAA7-7315-D4AF-B4A4-84A3EA1B568A}"/>
              </a:ext>
            </a:extLst>
          </p:cNvPr>
          <p:cNvSpPr>
            <a:spLocks noGrp="1"/>
          </p:cNvSpPr>
          <p:nvPr>
            <p:ph type="pic" sz="quarter" idx="20"/>
          </p:nvPr>
        </p:nvSpPr>
        <p:spPr>
          <a:xfrm>
            <a:off x="5946773" y="1929600"/>
            <a:ext cx="2974975"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6239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Four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9" y="4068000"/>
            <a:ext cx="2721563"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2721563" cy="20160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3267450" y="4068000"/>
            <a:ext cx="2722563"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3267783" y="1929600"/>
            <a:ext cx="2721563" cy="20160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6204701" y="4068000"/>
            <a:ext cx="2721600"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6204367" y="1929600"/>
            <a:ext cx="2721600" cy="20160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9140989" y="4068000"/>
            <a:ext cx="2721600"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859AA10-B672-4B0C-BC45-3E91ECF3EE17}"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9140989" y="1929600"/>
            <a:ext cx="2721600" cy="2016000"/>
          </a:xfrm>
        </p:spPr>
        <p:txBody>
          <a:bodyPr lIns="0" tIns="0" rIns="0" bIns="0"/>
          <a:lstStyle/>
          <a:p>
            <a:r>
              <a:rPr lang="en-US" noProof="0"/>
              <a:t>Click icon to add picture</a:t>
            </a:r>
            <a:endParaRPr lang="en-US"/>
          </a:p>
        </p:txBody>
      </p:sp>
      <p:sp>
        <p:nvSpPr>
          <p:cNvPr id="16" name="Text Placeholder 9">
            <a:extLst>
              <a:ext uri="{FF2B5EF4-FFF2-40B4-BE49-F238E27FC236}">
                <a16:creationId xmlns:a16="http://schemas.microsoft.com/office/drawing/2014/main" id="{CDAC575A-6618-4D58-8557-3418AC6A26F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803040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Four pictures &amp; text boxes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6CA75-11C8-11F4-38F3-2C08D8F37BBC}"/>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DBCDB1A9-1F11-3834-3CC5-115B9C807FE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C8FD58C4-DCD9-0E66-56A1-CE6ED3EA64C6}"/>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4DA99120-C446-1A6A-CBBD-494AB010395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5108448B-C67F-F2DF-30B4-B614122A48C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71C9BBEE-C553-7B7B-8BCE-CE52618EAF08}"/>
              </a:ext>
            </a:extLst>
          </p:cNvPr>
          <p:cNvSpPr>
            <a:spLocks noGrp="1"/>
          </p:cNvSpPr>
          <p:nvPr>
            <p:ph type="body" sz="quarter" idx="15"/>
          </p:nvPr>
        </p:nvSpPr>
        <p:spPr>
          <a:xfrm>
            <a:off x="33119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A2C65CF7-B7D3-2FC8-2500-FC061D51272C}"/>
              </a:ext>
            </a:extLst>
          </p:cNvPr>
          <p:cNvSpPr>
            <a:spLocks noGrp="1"/>
          </p:cNvSpPr>
          <p:nvPr>
            <p:ph type="body" sz="quarter" idx="18"/>
          </p:nvPr>
        </p:nvSpPr>
        <p:spPr>
          <a:xfrm>
            <a:off x="327563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11">
            <a:extLst>
              <a:ext uri="{FF2B5EF4-FFF2-40B4-BE49-F238E27FC236}">
                <a16:creationId xmlns:a16="http://schemas.microsoft.com/office/drawing/2014/main" id="{32003C22-01A2-AB04-5FD8-C5EC97EE3572}"/>
              </a:ext>
            </a:extLst>
          </p:cNvPr>
          <p:cNvSpPr>
            <a:spLocks noGrp="1"/>
          </p:cNvSpPr>
          <p:nvPr>
            <p:ph type="body" sz="quarter" idx="20"/>
          </p:nvPr>
        </p:nvSpPr>
        <p:spPr>
          <a:xfrm>
            <a:off x="622007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11">
            <a:extLst>
              <a:ext uri="{FF2B5EF4-FFF2-40B4-BE49-F238E27FC236}">
                <a16:creationId xmlns:a16="http://schemas.microsoft.com/office/drawing/2014/main" id="{A5359350-17C7-BFC0-8597-500F5190AEE3}"/>
              </a:ext>
            </a:extLst>
          </p:cNvPr>
          <p:cNvSpPr>
            <a:spLocks noGrp="1"/>
          </p:cNvSpPr>
          <p:nvPr>
            <p:ph type="body" sz="quarter" idx="23"/>
          </p:nvPr>
        </p:nvSpPr>
        <p:spPr>
          <a:xfrm>
            <a:off x="9164520"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D5994943-1F91-799B-85DE-A327AF72E39E}"/>
              </a:ext>
            </a:extLst>
          </p:cNvPr>
          <p:cNvSpPr>
            <a:spLocks noGrp="1"/>
          </p:cNvSpPr>
          <p:nvPr>
            <p:ph type="pic" sz="quarter" idx="17"/>
          </p:nvPr>
        </p:nvSpPr>
        <p:spPr>
          <a:xfrm>
            <a:off x="0" y="3429000"/>
            <a:ext cx="3044952" cy="3429000"/>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68FD9CCE-E850-F96A-DF0A-E3B3E6489BC8}"/>
              </a:ext>
            </a:extLst>
          </p:cNvPr>
          <p:cNvSpPr>
            <a:spLocks noGrp="1"/>
          </p:cNvSpPr>
          <p:nvPr>
            <p:ph type="pic" sz="quarter" idx="19"/>
          </p:nvPr>
        </p:nvSpPr>
        <p:spPr>
          <a:xfrm>
            <a:off x="3044952" y="3429000"/>
            <a:ext cx="3049016" cy="3429000"/>
          </a:xfrm>
        </p:spPr>
        <p:txBody>
          <a:bodyPr lIns="0" tIns="0" rIns="0" bIns="0"/>
          <a:lstStyle/>
          <a:p>
            <a:r>
              <a:rPr lang="en-US" noProof="0"/>
              <a:t>Click icon to add picture</a:t>
            </a:r>
            <a:endParaRPr lang="en-US"/>
          </a:p>
        </p:txBody>
      </p:sp>
      <p:sp>
        <p:nvSpPr>
          <p:cNvPr id="13" name="Picture Placeholder 10">
            <a:extLst>
              <a:ext uri="{FF2B5EF4-FFF2-40B4-BE49-F238E27FC236}">
                <a16:creationId xmlns:a16="http://schemas.microsoft.com/office/drawing/2014/main" id="{C433D109-B376-AD18-00A5-771EE1A4FE29}"/>
              </a:ext>
            </a:extLst>
          </p:cNvPr>
          <p:cNvSpPr>
            <a:spLocks noGrp="1"/>
          </p:cNvSpPr>
          <p:nvPr>
            <p:ph type="pic" sz="quarter" idx="21"/>
          </p:nvPr>
        </p:nvSpPr>
        <p:spPr>
          <a:xfrm>
            <a:off x="6089904" y="3429000"/>
            <a:ext cx="3053080" cy="3429000"/>
          </a:xfrm>
        </p:spPr>
        <p:txBody>
          <a:bodyPr lIns="0" tIns="0" rIns="0" bIns="0"/>
          <a:lstStyle/>
          <a:p>
            <a:r>
              <a:rPr lang="en-US" noProof="0"/>
              <a:t>Click icon to add picture</a:t>
            </a:r>
            <a:endParaRPr lang="en-US"/>
          </a:p>
        </p:txBody>
      </p:sp>
      <p:sp>
        <p:nvSpPr>
          <p:cNvPr id="14" name="Picture Placeholder 10">
            <a:extLst>
              <a:ext uri="{FF2B5EF4-FFF2-40B4-BE49-F238E27FC236}">
                <a16:creationId xmlns:a16="http://schemas.microsoft.com/office/drawing/2014/main" id="{DFAE2697-9921-CE23-3B66-375A974D4E68}"/>
              </a:ext>
            </a:extLst>
          </p:cNvPr>
          <p:cNvSpPr>
            <a:spLocks noGrp="1"/>
          </p:cNvSpPr>
          <p:nvPr>
            <p:ph type="pic" sz="quarter" idx="22"/>
          </p:nvPr>
        </p:nvSpPr>
        <p:spPr>
          <a:xfrm>
            <a:off x="9138920" y="3429000"/>
            <a:ext cx="3053080"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2369923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Four pictures &amp; text boxes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6B2EA-4B3F-F123-A5EA-87BE556C142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C6094FE1-D6F0-664C-1D81-7E6AE61562A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1A4F52C3-F04E-0FA2-F081-B85C7B5FD6A5}"/>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6287B60B-6009-E3A0-F457-0952015A79DA}"/>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795F8BFE-B93A-7D96-5C59-32383350099F}"/>
              </a:ext>
            </a:extLst>
          </p:cNvPr>
          <p:cNvSpPr>
            <a:spLocks noGrp="1"/>
          </p:cNvSpPr>
          <p:nvPr>
            <p:ph type="body" sz="quarter" idx="14" hasCustomPrompt="1"/>
          </p:nvPr>
        </p:nvSpPr>
        <p:spPr>
          <a:xfrm>
            <a:off x="331789"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5AC289A9-61FF-919C-A713-D96BEEF20F9B}"/>
              </a:ext>
            </a:extLst>
          </p:cNvPr>
          <p:cNvSpPr>
            <a:spLocks noGrp="1"/>
          </p:cNvSpPr>
          <p:nvPr>
            <p:ph type="body" sz="quarter" idx="15"/>
          </p:nvPr>
        </p:nvSpPr>
        <p:spPr>
          <a:xfrm>
            <a:off x="3157728"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8703759B-37D5-9836-B8D4-7FAF1C471801}"/>
              </a:ext>
            </a:extLst>
          </p:cNvPr>
          <p:cNvSpPr>
            <a:spLocks noGrp="1"/>
          </p:cNvSpPr>
          <p:nvPr>
            <p:ph type="body" sz="quarter" idx="18"/>
          </p:nvPr>
        </p:nvSpPr>
        <p:spPr>
          <a:xfrm>
            <a:off x="5416296"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11">
            <a:extLst>
              <a:ext uri="{FF2B5EF4-FFF2-40B4-BE49-F238E27FC236}">
                <a16:creationId xmlns:a16="http://schemas.microsoft.com/office/drawing/2014/main" id="{419DF3DA-499C-CD92-64F9-D0F143511B85}"/>
              </a:ext>
            </a:extLst>
          </p:cNvPr>
          <p:cNvSpPr>
            <a:spLocks noGrp="1"/>
          </p:cNvSpPr>
          <p:nvPr>
            <p:ph type="body" sz="quarter" idx="20"/>
          </p:nvPr>
        </p:nvSpPr>
        <p:spPr>
          <a:xfrm>
            <a:off x="7674864"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11">
            <a:extLst>
              <a:ext uri="{FF2B5EF4-FFF2-40B4-BE49-F238E27FC236}">
                <a16:creationId xmlns:a16="http://schemas.microsoft.com/office/drawing/2014/main" id="{3DA574A4-7D8E-8CD5-863A-D1DD360E2A25}"/>
              </a:ext>
            </a:extLst>
          </p:cNvPr>
          <p:cNvSpPr>
            <a:spLocks noGrp="1"/>
          </p:cNvSpPr>
          <p:nvPr>
            <p:ph type="body" sz="quarter" idx="23"/>
          </p:nvPr>
        </p:nvSpPr>
        <p:spPr>
          <a:xfrm>
            <a:off x="9933432"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D6D82625-D560-1802-3C1E-8DAFEA0ACC62}"/>
              </a:ext>
            </a:extLst>
          </p:cNvPr>
          <p:cNvSpPr>
            <a:spLocks noGrp="1"/>
          </p:cNvSpPr>
          <p:nvPr>
            <p:ph type="pic" sz="quarter" idx="17"/>
          </p:nvPr>
        </p:nvSpPr>
        <p:spPr>
          <a:xfrm>
            <a:off x="3157728" y="1927224"/>
            <a:ext cx="2258568" cy="3136392"/>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364D5035-9BCE-CFCE-AD2E-00B8AA8ACAAF}"/>
              </a:ext>
            </a:extLst>
          </p:cNvPr>
          <p:cNvSpPr>
            <a:spLocks noGrp="1"/>
          </p:cNvSpPr>
          <p:nvPr>
            <p:ph type="pic" sz="quarter" idx="19"/>
          </p:nvPr>
        </p:nvSpPr>
        <p:spPr>
          <a:xfrm>
            <a:off x="5416296" y="1927224"/>
            <a:ext cx="2258568" cy="3136392"/>
          </a:xfrm>
        </p:spPr>
        <p:txBody>
          <a:bodyPr lIns="0" tIns="0" rIns="0" bIns="0"/>
          <a:lstStyle/>
          <a:p>
            <a:r>
              <a:rPr lang="en-US" noProof="0"/>
              <a:t>Click icon to add picture</a:t>
            </a:r>
            <a:endParaRPr lang="en-US"/>
          </a:p>
        </p:txBody>
      </p:sp>
      <p:sp>
        <p:nvSpPr>
          <p:cNvPr id="13" name="Picture Placeholder 10">
            <a:extLst>
              <a:ext uri="{FF2B5EF4-FFF2-40B4-BE49-F238E27FC236}">
                <a16:creationId xmlns:a16="http://schemas.microsoft.com/office/drawing/2014/main" id="{21761756-C013-C4EE-F768-37ECCBD621F4}"/>
              </a:ext>
            </a:extLst>
          </p:cNvPr>
          <p:cNvSpPr>
            <a:spLocks noGrp="1"/>
          </p:cNvSpPr>
          <p:nvPr>
            <p:ph type="pic" sz="quarter" idx="21"/>
          </p:nvPr>
        </p:nvSpPr>
        <p:spPr>
          <a:xfrm>
            <a:off x="7674864" y="1927224"/>
            <a:ext cx="2258568" cy="3136392"/>
          </a:xfrm>
        </p:spPr>
        <p:txBody>
          <a:bodyPr lIns="0" tIns="0" rIns="0" bIns="0"/>
          <a:lstStyle/>
          <a:p>
            <a:r>
              <a:rPr lang="en-US" noProof="0"/>
              <a:t>Click icon to add picture</a:t>
            </a:r>
            <a:endParaRPr lang="en-US"/>
          </a:p>
        </p:txBody>
      </p:sp>
      <p:sp>
        <p:nvSpPr>
          <p:cNvPr id="14" name="Picture Placeholder 10">
            <a:extLst>
              <a:ext uri="{FF2B5EF4-FFF2-40B4-BE49-F238E27FC236}">
                <a16:creationId xmlns:a16="http://schemas.microsoft.com/office/drawing/2014/main" id="{5BFCC3D5-8804-66D5-4DB5-132AD07EBE7E}"/>
              </a:ext>
            </a:extLst>
          </p:cNvPr>
          <p:cNvSpPr>
            <a:spLocks noGrp="1"/>
          </p:cNvSpPr>
          <p:nvPr>
            <p:ph type="pic" sz="quarter" idx="22"/>
          </p:nvPr>
        </p:nvSpPr>
        <p:spPr>
          <a:xfrm>
            <a:off x="9933432" y="1927224"/>
            <a:ext cx="2258568"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1817604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Four pictures &amp;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158D2-BF02-6D8B-2657-4F55E807A0B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16BEC0D6-C6CD-BB72-C1C4-E1ADE6242C51}"/>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397CBE13-14D5-CB74-CC1E-C80A25B02F9C}"/>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7F74D404-DD89-52F0-D4F0-7F32CBF141A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C8615787-F3A0-0D1E-1BE7-5F204902FB28}"/>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3E5107EE-359F-C30C-11D7-75EB465A9948}"/>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F7498406-CA9D-4715-8256-91CC499394C4}"/>
              </a:ext>
            </a:extLst>
          </p:cNvPr>
          <p:cNvSpPr>
            <a:spLocks noGrp="1"/>
          </p:cNvSpPr>
          <p:nvPr>
            <p:ph type="pic" sz="quarter" idx="17"/>
          </p:nvPr>
        </p:nvSpPr>
        <p:spPr>
          <a:xfrm>
            <a:off x="0" y="1929600"/>
            <a:ext cx="2231136"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457DC084-6F55-89FB-825F-1C007616A43D}"/>
              </a:ext>
            </a:extLst>
          </p:cNvPr>
          <p:cNvSpPr>
            <a:spLocks noGrp="1"/>
          </p:cNvSpPr>
          <p:nvPr>
            <p:ph type="pic" sz="quarter" idx="19"/>
          </p:nvPr>
        </p:nvSpPr>
        <p:spPr>
          <a:xfrm>
            <a:off x="2224802" y="1929600"/>
            <a:ext cx="2231136" cy="4928400"/>
          </a:xfrm>
        </p:spPr>
        <p:txBody>
          <a:bodyPr lIns="0" tIns="0" rIns="0" bIns="0"/>
          <a:lstStyle/>
          <a:p>
            <a:r>
              <a:rPr lang="en-US" noProof="0"/>
              <a:t>Click icon to add picture</a:t>
            </a:r>
            <a:endParaRPr lang="en-US"/>
          </a:p>
        </p:txBody>
      </p:sp>
      <p:sp>
        <p:nvSpPr>
          <p:cNvPr id="10" name="Picture Placeholder 10">
            <a:extLst>
              <a:ext uri="{FF2B5EF4-FFF2-40B4-BE49-F238E27FC236}">
                <a16:creationId xmlns:a16="http://schemas.microsoft.com/office/drawing/2014/main" id="{A655AB4A-A301-3405-82C2-A760925DD14D}"/>
              </a:ext>
            </a:extLst>
          </p:cNvPr>
          <p:cNvSpPr>
            <a:spLocks noGrp="1"/>
          </p:cNvSpPr>
          <p:nvPr>
            <p:ph type="pic" sz="quarter" idx="20"/>
          </p:nvPr>
        </p:nvSpPr>
        <p:spPr>
          <a:xfrm>
            <a:off x="4449604" y="1929600"/>
            <a:ext cx="2231136" cy="4928400"/>
          </a:xfrm>
        </p:spPr>
        <p:txBody>
          <a:bodyPr lIns="0" tIns="0" rIns="0" bIns="0"/>
          <a:lstStyle/>
          <a:p>
            <a:r>
              <a:rPr lang="en-US" noProof="0"/>
              <a:t>Click icon to add picture</a:t>
            </a:r>
            <a:endParaRPr lang="en-US"/>
          </a:p>
        </p:txBody>
      </p:sp>
      <p:sp>
        <p:nvSpPr>
          <p:cNvPr id="11" name="Picture Placeholder 10">
            <a:extLst>
              <a:ext uri="{FF2B5EF4-FFF2-40B4-BE49-F238E27FC236}">
                <a16:creationId xmlns:a16="http://schemas.microsoft.com/office/drawing/2014/main" id="{50C040CA-2BE0-9525-9398-7E45552B40D5}"/>
              </a:ext>
            </a:extLst>
          </p:cNvPr>
          <p:cNvSpPr>
            <a:spLocks noGrp="1"/>
          </p:cNvSpPr>
          <p:nvPr>
            <p:ph type="pic" sz="quarter" idx="21"/>
          </p:nvPr>
        </p:nvSpPr>
        <p:spPr>
          <a:xfrm>
            <a:off x="6674406" y="1929600"/>
            <a:ext cx="2231136"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101055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Five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2134799" cy="15588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2680347"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2680346" y="1929600"/>
            <a:ext cx="2134800" cy="15588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5029494"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5029494" y="1929600"/>
            <a:ext cx="2134800" cy="15588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7378641"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7378642" y="1929600"/>
            <a:ext cx="2134800" cy="1558800"/>
          </a:xfrm>
        </p:spPr>
        <p:txBody>
          <a:bodyPr lIns="0" tIns="0" rIns="0" bIns="0"/>
          <a:lstStyle/>
          <a:p>
            <a:r>
              <a:rPr lang="en-US" noProof="0"/>
              <a:t>Click icon to add picture</a:t>
            </a:r>
            <a:endParaRPr lang="en-US"/>
          </a:p>
        </p:txBody>
      </p:sp>
      <p:sp>
        <p:nvSpPr>
          <p:cNvPr id="34" name="Text Placeholder 11">
            <a:extLst>
              <a:ext uri="{FF2B5EF4-FFF2-40B4-BE49-F238E27FC236}">
                <a16:creationId xmlns:a16="http://schemas.microsoft.com/office/drawing/2014/main" id="{AF557D37-8C58-45BB-BCD2-B899758EECF1}"/>
              </a:ext>
            </a:extLst>
          </p:cNvPr>
          <p:cNvSpPr>
            <a:spLocks noGrp="1"/>
          </p:cNvSpPr>
          <p:nvPr>
            <p:ph type="body" sz="quarter" idx="24"/>
          </p:nvPr>
        </p:nvSpPr>
        <p:spPr>
          <a:xfrm>
            <a:off x="9727789"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F8CD4778-A113-4B3E-BE85-4C38827792B4}"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6" name="Picture Placeholder 10">
            <a:extLst>
              <a:ext uri="{FF2B5EF4-FFF2-40B4-BE49-F238E27FC236}">
                <a16:creationId xmlns:a16="http://schemas.microsoft.com/office/drawing/2014/main" id="{EF28028A-6874-45E0-BC8D-8A1F2FBBA251}"/>
              </a:ext>
            </a:extLst>
          </p:cNvPr>
          <p:cNvSpPr>
            <a:spLocks noGrp="1"/>
          </p:cNvSpPr>
          <p:nvPr>
            <p:ph type="pic" sz="quarter" idx="25"/>
          </p:nvPr>
        </p:nvSpPr>
        <p:spPr>
          <a:xfrm>
            <a:off x="9727789" y="1929600"/>
            <a:ext cx="2134800" cy="1558800"/>
          </a:xfrm>
        </p:spPr>
        <p:txBody>
          <a:bodyPr/>
          <a:lstStyle/>
          <a:p>
            <a:r>
              <a:rPr lang="en-US" noProof="0"/>
              <a:t>Click icon to add picture</a:t>
            </a:r>
            <a:endParaRPr lang="en-US"/>
          </a:p>
        </p:txBody>
      </p:sp>
      <p:sp>
        <p:nvSpPr>
          <p:cNvPr id="18" name="Text Placeholder 9">
            <a:extLst>
              <a:ext uri="{FF2B5EF4-FFF2-40B4-BE49-F238E27FC236}">
                <a16:creationId xmlns:a16="http://schemas.microsoft.com/office/drawing/2014/main" id="{731086D8-E45A-41ED-AC3B-AE44C824906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926144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x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1742400" cy="12240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2288998"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2288998" y="1929600"/>
            <a:ext cx="1742400" cy="1224000"/>
          </a:xfrm>
        </p:spPr>
        <p:txBody>
          <a:bodyPr/>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4246796"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4246796" y="1929600"/>
            <a:ext cx="1742400" cy="12240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6204594"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6204594" y="1929600"/>
            <a:ext cx="1742400" cy="1224000"/>
          </a:xfrm>
        </p:spPr>
        <p:txBody>
          <a:bodyPr/>
          <a:lstStyle/>
          <a:p>
            <a:r>
              <a:rPr lang="en-US" noProof="0"/>
              <a:t>Click icon to add picture</a:t>
            </a:r>
            <a:endParaRPr lang="en-US"/>
          </a:p>
        </p:txBody>
      </p:sp>
      <p:sp>
        <p:nvSpPr>
          <p:cNvPr id="34" name="Text Placeholder 11">
            <a:extLst>
              <a:ext uri="{FF2B5EF4-FFF2-40B4-BE49-F238E27FC236}">
                <a16:creationId xmlns:a16="http://schemas.microsoft.com/office/drawing/2014/main" id="{AF557D37-8C58-45BB-BCD2-B899758EECF1}"/>
              </a:ext>
            </a:extLst>
          </p:cNvPr>
          <p:cNvSpPr>
            <a:spLocks noGrp="1"/>
          </p:cNvSpPr>
          <p:nvPr>
            <p:ph type="body" sz="quarter" idx="24"/>
          </p:nvPr>
        </p:nvSpPr>
        <p:spPr>
          <a:xfrm>
            <a:off x="8162392"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EF28028A-6874-45E0-BC8D-8A1F2FBBA251}"/>
              </a:ext>
            </a:extLst>
          </p:cNvPr>
          <p:cNvSpPr>
            <a:spLocks noGrp="1"/>
          </p:cNvSpPr>
          <p:nvPr>
            <p:ph type="pic" sz="quarter" idx="25"/>
          </p:nvPr>
        </p:nvSpPr>
        <p:spPr>
          <a:xfrm>
            <a:off x="8162392" y="1929600"/>
            <a:ext cx="1742400" cy="1224000"/>
          </a:xfrm>
        </p:spPr>
        <p:txBody>
          <a:bodyPr lIns="0" tIns="0" rIns="0" bIns="0"/>
          <a:lstStyle/>
          <a:p>
            <a:r>
              <a:rPr lang="en-US" noProof="0"/>
              <a:t>Click icon to add picture</a:t>
            </a:r>
            <a:endParaRPr lang="en-US"/>
          </a:p>
        </p:txBody>
      </p:sp>
      <p:sp>
        <p:nvSpPr>
          <p:cNvPr id="35" name="Text Placeholder 11">
            <a:extLst>
              <a:ext uri="{FF2B5EF4-FFF2-40B4-BE49-F238E27FC236}">
                <a16:creationId xmlns:a16="http://schemas.microsoft.com/office/drawing/2014/main" id="{620D32C3-A646-46A3-A89B-D8B54CCB2006}"/>
              </a:ext>
            </a:extLst>
          </p:cNvPr>
          <p:cNvSpPr>
            <a:spLocks noGrp="1"/>
          </p:cNvSpPr>
          <p:nvPr>
            <p:ph type="body" sz="quarter" idx="26"/>
          </p:nvPr>
        </p:nvSpPr>
        <p:spPr>
          <a:xfrm>
            <a:off x="10120189"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4E2AFF6-F61C-424F-AD48-E5E504B1737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7" name="Picture Placeholder 10">
            <a:extLst>
              <a:ext uri="{FF2B5EF4-FFF2-40B4-BE49-F238E27FC236}">
                <a16:creationId xmlns:a16="http://schemas.microsoft.com/office/drawing/2014/main" id="{AF50D2F7-148B-415F-9691-B8FFA28455D4}"/>
              </a:ext>
            </a:extLst>
          </p:cNvPr>
          <p:cNvSpPr>
            <a:spLocks noGrp="1"/>
          </p:cNvSpPr>
          <p:nvPr>
            <p:ph type="pic" sz="quarter" idx="27"/>
          </p:nvPr>
        </p:nvSpPr>
        <p:spPr>
          <a:xfrm>
            <a:off x="10120189" y="1929600"/>
            <a:ext cx="1742400" cy="1224000"/>
          </a:xfrm>
        </p:spPr>
        <p:txBody>
          <a:bodyPr lIns="0" tIns="0" rIns="0" bIns="0"/>
          <a:lstStyle/>
          <a:p>
            <a:r>
              <a:rPr lang="en-US" noProof="0"/>
              <a:t>Click icon to add picture</a:t>
            </a:r>
            <a:endParaRPr lang="en-US"/>
          </a:p>
        </p:txBody>
      </p:sp>
      <p:sp>
        <p:nvSpPr>
          <p:cNvPr id="20" name="Text Placeholder 9">
            <a:extLst>
              <a:ext uri="{FF2B5EF4-FFF2-40B4-BE49-F238E27FC236}">
                <a16:creationId xmlns:a16="http://schemas.microsoft.com/office/drawing/2014/main" id="{D760D6FD-6CAE-4F90-B86F-38E9400A0AC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612318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Content &amp; nine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4896438"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279205"/>
            <a:ext cx="1834650" cy="1686395"/>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59548B43-B5A0-4273-B56B-10B599F0056D}"/>
              </a:ext>
            </a:extLst>
          </p:cNvPr>
          <p:cNvSpPr>
            <a:spLocks noGrp="1"/>
          </p:cNvSpPr>
          <p:nvPr>
            <p:ph type="pic" sz="quarter" idx="18"/>
          </p:nvPr>
        </p:nvSpPr>
        <p:spPr>
          <a:xfrm>
            <a:off x="8117138" y="279205"/>
            <a:ext cx="1834650" cy="1686395"/>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35CD4B9C-945C-40FF-BD47-450E004E75F8}"/>
              </a:ext>
            </a:extLst>
          </p:cNvPr>
          <p:cNvSpPr>
            <a:spLocks noGrp="1"/>
          </p:cNvSpPr>
          <p:nvPr>
            <p:ph type="pic" sz="quarter" idx="19"/>
          </p:nvPr>
        </p:nvSpPr>
        <p:spPr>
          <a:xfrm>
            <a:off x="10028738" y="279205"/>
            <a:ext cx="1834650" cy="1686395"/>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C37EE18F-5138-46F6-8F64-45A9C1B34E2B}"/>
              </a:ext>
            </a:extLst>
          </p:cNvPr>
          <p:cNvSpPr>
            <a:spLocks noGrp="1"/>
          </p:cNvSpPr>
          <p:nvPr>
            <p:ph type="pic" sz="quarter" idx="20"/>
          </p:nvPr>
        </p:nvSpPr>
        <p:spPr>
          <a:xfrm>
            <a:off x="6205538" y="2052205"/>
            <a:ext cx="1834650" cy="1686395"/>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31F1B58F-EB8F-46BE-AEA0-7CD46F5312C3}"/>
              </a:ext>
            </a:extLst>
          </p:cNvPr>
          <p:cNvSpPr>
            <a:spLocks noGrp="1"/>
          </p:cNvSpPr>
          <p:nvPr>
            <p:ph type="pic" sz="quarter" idx="21"/>
          </p:nvPr>
        </p:nvSpPr>
        <p:spPr>
          <a:xfrm>
            <a:off x="8117138" y="2052205"/>
            <a:ext cx="1834650" cy="1686395"/>
          </a:xfrm>
        </p:spPr>
        <p:txBody>
          <a:bodyPr/>
          <a:lstStyle/>
          <a:p>
            <a:r>
              <a:rPr lang="en-US" noProof="0"/>
              <a:t>Click icon to add picture</a:t>
            </a:r>
            <a:endParaRPr lang="en-US"/>
          </a:p>
        </p:txBody>
      </p:sp>
      <p:sp>
        <p:nvSpPr>
          <p:cNvPr id="27" name="Picture Placeholder 10">
            <a:extLst>
              <a:ext uri="{FF2B5EF4-FFF2-40B4-BE49-F238E27FC236}">
                <a16:creationId xmlns:a16="http://schemas.microsoft.com/office/drawing/2014/main" id="{A0E14069-0987-4022-836B-AAB206CC5CA6}"/>
              </a:ext>
            </a:extLst>
          </p:cNvPr>
          <p:cNvSpPr>
            <a:spLocks noGrp="1"/>
          </p:cNvSpPr>
          <p:nvPr>
            <p:ph type="pic" sz="quarter" idx="22"/>
          </p:nvPr>
        </p:nvSpPr>
        <p:spPr>
          <a:xfrm>
            <a:off x="10028738" y="2052205"/>
            <a:ext cx="1834650" cy="1686395"/>
          </a:xfrm>
        </p:spPr>
        <p:txBody>
          <a:bodyPr lIns="0" tIns="0" rIns="0" bIns="0"/>
          <a:lstStyle/>
          <a:p>
            <a:r>
              <a:rPr lang="en-US" noProof="0"/>
              <a:t>Click icon to add picture</a:t>
            </a:r>
            <a:endParaRPr lang="en-US"/>
          </a:p>
        </p:txBody>
      </p:sp>
      <p:sp>
        <p:nvSpPr>
          <p:cNvPr id="28" name="Picture Placeholder 10">
            <a:extLst>
              <a:ext uri="{FF2B5EF4-FFF2-40B4-BE49-F238E27FC236}">
                <a16:creationId xmlns:a16="http://schemas.microsoft.com/office/drawing/2014/main" id="{742A9089-F92B-49A4-BABA-71AA8366E460}"/>
              </a:ext>
            </a:extLst>
          </p:cNvPr>
          <p:cNvSpPr>
            <a:spLocks noGrp="1"/>
          </p:cNvSpPr>
          <p:nvPr>
            <p:ph type="pic" sz="quarter" idx="23"/>
          </p:nvPr>
        </p:nvSpPr>
        <p:spPr>
          <a:xfrm>
            <a:off x="6205538" y="3825205"/>
            <a:ext cx="1834650" cy="1686395"/>
          </a:xfrm>
        </p:spPr>
        <p:txBody>
          <a:bodyPr lIns="0" tIns="0" rIns="0" bIns="0"/>
          <a:lstStyle/>
          <a:p>
            <a:r>
              <a:rPr lang="en-US" noProof="0"/>
              <a:t>Click icon to add picture</a:t>
            </a:r>
            <a:endParaRPr lang="en-US"/>
          </a:p>
        </p:txBody>
      </p:sp>
      <p:sp>
        <p:nvSpPr>
          <p:cNvPr id="29" name="Picture Placeholder 10">
            <a:extLst>
              <a:ext uri="{FF2B5EF4-FFF2-40B4-BE49-F238E27FC236}">
                <a16:creationId xmlns:a16="http://schemas.microsoft.com/office/drawing/2014/main" id="{C0EF4526-4C12-4244-8872-7B4E2C535F2F}"/>
              </a:ext>
            </a:extLst>
          </p:cNvPr>
          <p:cNvSpPr>
            <a:spLocks noGrp="1"/>
          </p:cNvSpPr>
          <p:nvPr>
            <p:ph type="pic" sz="quarter" idx="24"/>
          </p:nvPr>
        </p:nvSpPr>
        <p:spPr>
          <a:xfrm>
            <a:off x="8117138" y="3825205"/>
            <a:ext cx="1834650" cy="1686395"/>
          </a:xfrm>
        </p:spPr>
        <p:txBody>
          <a:bodyPr lIns="0" tIns="0" rIns="0" bIns="0"/>
          <a:lstStyle/>
          <a:p>
            <a:r>
              <a:rPr lang="en-US" noProof="0"/>
              <a:t>Click icon to add picture</a:t>
            </a:r>
            <a:endParaRPr lang="en-US"/>
          </a:p>
        </p:txBody>
      </p:sp>
      <p:sp>
        <p:nvSpPr>
          <p:cNvPr id="36" name="Picture Placeholder 10">
            <a:extLst>
              <a:ext uri="{FF2B5EF4-FFF2-40B4-BE49-F238E27FC236}">
                <a16:creationId xmlns:a16="http://schemas.microsoft.com/office/drawing/2014/main" id="{2437BD9E-8D26-498F-82EA-45C3AF5A77AD}"/>
              </a:ext>
            </a:extLst>
          </p:cNvPr>
          <p:cNvSpPr>
            <a:spLocks noGrp="1"/>
          </p:cNvSpPr>
          <p:nvPr>
            <p:ph type="pic" sz="quarter" idx="25"/>
          </p:nvPr>
        </p:nvSpPr>
        <p:spPr>
          <a:xfrm>
            <a:off x="10028738" y="3825205"/>
            <a:ext cx="1834650" cy="1686395"/>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AE84A20A-6C50-422B-A13D-BA125DC2739D}"/>
              </a:ext>
            </a:extLst>
          </p:cNvPr>
          <p:cNvSpPr>
            <a:spLocks noGrp="1"/>
          </p:cNvSpPr>
          <p:nvPr>
            <p:ph sz="quarter" idx="26"/>
          </p:nvPr>
        </p:nvSpPr>
        <p:spPr>
          <a:xfrm>
            <a:off x="331200" y="1929600"/>
            <a:ext cx="4896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A19BC4A7-5571-459D-9C43-D8AB65C6A60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AC4A9BBF-197B-4C9D-B440-391CB9BAAF0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182229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Picture full screen">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42F1E3-1CF0-4318-B2CA-0E8CE1BBC509}"/>
              </a:ext>
            </a:extLst>
          </p:cNvPr>
          <p:cNvSpPr>
            <a:spLocks noGrp="1"/>
          </p:cNvSpPr>
          <p:nvPr>
            <p:ph type="pic" sz="quarter" idx="15"/>
          </p:nvPr>
        </p:nvSpPr>
        <p:spPr>
          <a:xfrm>
            <a:off x="0" y="0"/>
            <a:ext cx="12192000" cy="6858000"/>
          </a:xfrm>
        </p:spPr>
        <p:txBody>
          <a:bodyPr lIns="0" tIns="0" rIns="0" bIns="0"/>
          <a:lstStyle/>
          <a:p>
            <a:r>
              <a:rPr lang="en-US" noProof="0"/>
              <a:t>Click icon to add picture</a:t>
            </a:r>
            <a:endParaRPr lang="en-US"/>
          </a:p>
        </p:txBody>
      </p:sp>
      <p:sp>
        <p:nvSpPr>
          <p:cNvPr id="80" name="Title 1">
            <a:extLst>
              <a:ext uri="{FF2B5EF4-FFF2-40B4-BE49-F238E27FC236}">
                <a16:creationId xmlns:a16="http://schemas.microsoft.com/office/drawing/2014/main" id="{30A68600-7881-4B67-B186-6217D1ABAC79}"/>
              </a:ext>
            </a:extLst>
          </p:cNvPr>
          <p:cNvSpPr>
            <a:spLocks noGrp="1"/>
          </p:cNvSpPr>
          <p:nvPr>
            <p:ph type="title"/>
          </p:nvPr>
        </p:nvSpPr>
        <p:spPr>
          <a:xfrm>
            <a:off x="331200" y="691200"/>
            <a:ext cx="11530600" cy="367200"/>
          </a:xfrm>
        </p:spPr>
        <p:txBody>
          <a:bodyPr/>
          <a:lstStyle/>
          <a:p>
            <a:r>
              <a:rPr lang="en-US" noProof="0"/>
              <a:t>Click to edit Master title style</a:t>
            </a:r>
          </a:p>
        </p:txBody>
      </p:sp>
      <p:sp>
        <p:nvSpPr>
          <p:cNvPr id="7" name="Text Placeholder 9">
            <a:extLst>
              <a:ext uri="{FF2B5EF4-FFF2-40B4-BE49-F238E27FC236}">
                <a16:creationId xmlns:a16="http://schemas.microsoft.com/office/drawing/2014/main" id="{233B759A-8EC4-474C-9D8F-27FFD7EFC0CB}"/>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84F6A480-9627-4834-A7C2-9C9C23E027E2}"/>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28357F29-FBD8-4C17-AA78-F7962A8410D8}"/>
              </a:ext>
            </a:extLst>
          </p:cNvPr>
          <p:cNvSpPr>
            <a:spLocks noGrp="1"/>
          </p:cNvSpPr>
          <p:nvPr>
            <p:ph type="dt" sz="half" idx="11"/>
          </p:nvPr>
        </p:nvSpPr>
        <p:spPr/>
        <p:txBody>
          <a:bodyPr lIns="0" tIns="0" rIns="0" bIns="0"/>
          <a:lstStyle/>
          <a:p>
            <a:fld id="{E2FD292C-8ACD-4DDF-85DC-F78023C9F06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4A6EB2A1-5955-4872-8062-32929D0BDAB8}"/>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37" name="Text Placeholder 9">
            <a:extLst>
              <a:ext uri="{FF2B5EF4-FFF2-40B4-BE49-F238E27FC236}">
                <a16:creationId xmlns:a16="http://schemas.microsoft.com/office/drawing/2014/main" id="{E9BF6FE6-5893-4416-9A56-5FE878A6910E}"/>
              </a:ext>
            </a:extLst>
          </p:cNvPr>
          <p:cNvSpPr>
            <a:spLocks noGrp="1"/>
          </p:cNvSpPr>
          <p:nvPr>
            <p:ph type="body" sz="quarter" idx="16"/>
          </p:nvPr>
        </p:nvSpPr>
        <p:spPr>
          <a:xfrm>
            <a:off x="334800" y="514800"/>
            <a:ext cx="306000" cy="32400"/>
          </a:xfrm>
          <a:solidFill>
            <a:schemeClr val="bg2"/>
          </a:solidFill>
          <a:ln w="6350">
            <a:solidFill>
              <a:schemeClr val="bg2"/>
            </a:solidFill>
            <a:miter lim="800000"/>
          </a:ln>
        </p:spPr>
        <p:txBody>
          <a:bodyPr lIns="0" tIns="0" rIns="0" bIns="0"/>
          <a:lstStyle>
            <a:lvl1pPr>
              <a:defRPr>
                <a:noFill/>
              </a:defRPr>
            </a:lvl1pPr>
          </a:lstStyle>
          <a:p>
            <a:pPr lvl="0"/>
            <a:r>
              <a:rPr lang="en-US" noProof="0"/>
              <a:t>Click to edit Master text styles</a:t>
            </a:r>
            <a:endParaRPr lang="en-US"/>
          </a:p>
        </p:txBody>
      </p:sp>
      <p:pic>
        <p:nvPicPr>
          <p:cNvPr id="2" name="LogoFooter">
            <a:extLst>
              <a:ext uri="{FF2B5EF4-FFF2-40B4-BE49-F238E27FC236}">
                <a16:creationId xmlns:a16="http://schemas.microsoft.com/office/drawing/2014/main" id="{B5B2B43B-F910-7839-8063-5DB9432AABA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54200" y="6456066"/>
            <a:ext cx="507600" cy="192272"/>
          </a:xfrm>
          <a:prstGeom prst="rect">
            <a:avLst/>
          </a:prstGeom>
        </p:spPr>
      </p:pic>
      <p:sp>
        <p:nvSpPr>
          <p:cNvPr id="6"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185D9D8-D11B-3B47-230F-74A7A19935AB}"/>
              </a:ext>
            </a:extLst>
          </p:cNvPr>
          <p:cNvSpPr txBox="1"/>
          <p:nvPr userDrawn="1"/>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12" name="Slide number">
            <a:extLst>
              <a:ext uri="{FF2B5EF4-FFF2-40B4-BE49-F238E27FC236}">
                <a16:creationId xmlns:a16="http://schemas.microsoft.com/office/drawing/2014/main" id="{41A3BA16-6B6A-D206-D9D9-E6B17F9FD035}"/>
              </a:ext>
            </a:extLst>
          </p:cNvPr>
          <p:cNvSpPr/>
          <p:nvPr userDrawn="1"/>
        </p:nvSpPr>
        <p:spPr bwMode="gray">
          <a:xfrm>
            <a:off x="2181600"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Slide </a:t>
            </a:r>
            <a:fld id="{6ACD6C49-4324-4266-B7DB-7E26C75ACED4}" type="slidenum">
              <a:rPr lang="en-US" sz="800" smtClean="0">
                <a:solidFill>
                  <a:schemeClr val="tx1"/>
                </a:solidFill>
              </a:rPr>
              <a:t>‹#›</a:t>
            </a:fld>
            <a:endParaRPr lang="en-US" sz="800">
              <a:solidFill>
                <a:schemeClr val="tx1"/>
              </a:solidFill>
            </a:endParaRPr>
          </a:p>
        </p:txBody>
      </p:sp>
      <p:sp>
        <p:nvSpPr>
          <p:cNvPr id="10" name="Date dynamic" hidden="1">
            <a:extLst>
              <a:ext uri="{FF2B5EF4-FFF2-40B4-BE49-F238E27FC236}">
                <a16:creationId xmlns:a16="http://schemas.microsoft.com/office/drawing/2014/main" id="{0B08ACCB-C2A9-AB0F-53B9-508FB5BB603A}"/>
              </a:ext>
            </a:extLst>
          </p:cNvPr>
          <p:cNvSpPr/>
          <p:nvPr userDrawn="1"/>
        </p:nvSpPr>
        <p:spPr bwMode="gray">
          <a:xfrm>
            <a:off x="2934000" y="6548400"/>
            <a:ext cx="1296000"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May 8, 2023</a:t>
            </a:r>
          </a:p>
        </p:txBody>
      </p:sp>
    </p:spTree>
    <p:extLst>
      <p:ext uri="{BB962C8B-B14F-4D97-AF65-F5344CB8AC3E}">
        <p14:creationId xmlns:p14="http://schemas.microsoft.com/office/powerpoint/2010/main" val="532589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Picture full screen (big caption)">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EAA09D2E-D7D5-FBB9-4B87-CC6CD2E49D6D}"/>
              </a:ext>
            </a:extLst>
          </p:cNvPr>
          <p:cNvSpPr>
            <a:spLocks noGrp="1"/>
          </p:cNvSpPr>
          <p:nvPr>
            <p:ph type="pic" sz="quarter" idx="15"/>
          </p:nvPr>
        </p:nvSpPr>
        <p:spPr>
          <a:xfrm>
            <a:off x="0" y="0"/>
            <a:ext cx="12192000" cy="6858000"/>
          </a:xfrm>
        </p:spPr>
        <p:txBody>
          <a:bodyPr lIns="0" tIns="0" rIns="0" bIns="0"/>
          <a:lstStyle/>
          <a:p>
            <a:r>
              <a:rPr lang="en-US" noProof="0"/>
              <a:t>Click icon to add picture</a:t>
            </a:r>
            <a:endParaRPr lang="en-US"/>
          </a:p>
        </p:txBody>
      </p:sp>
      <p:sp>
        <p:nvSpPr>
          <p:cNvPr id="7" name="Text Placeholder 9">
            <a:extLst>
              <a:ext uri="{FF2B5EF4-FFF2-40B4-BE49-F238E27FC236}">
                <a16:creationId xmlns:a16="http://schemas.microsoft.com/office/drawing/2014/main" id="{60E2C2D2-B7EB-2053-0B06-8BC75B8E4122}"/>
              </a:ext>
            </a:extLst>
          </p:cNvPr>
          <p:cNvSpPr>
            <a:spLocks noGrp="1"/>
          </p:cNvSpPr>
          <p:nvPr>
            <p:ph type="body" sz="quarter" idx="14" hasCustomPrompt="1"/>
          </p:nvPr>
        </p:nvSpPr>
        <p:spPr>
          <a:xfrm>
            <a:off x="331789" y="5293466"/>
            <a:ext cx="8594771" cy="486000"/>
          </a:xfrm>
        </p:spPr>
        <p:txBody>
          <a:bodyPr lIns="0" tIns="0" rIns="0" b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 name="Title 1">
            <a:extLst>
              <a:ext uri="{FF2B5EF4-FFF2-40B4-BE49-F238E27FC236}">
                <a16:creationId xmlns:a16="http://schemas.microsoft.com/office/drawing/2014/main" id="{305F8B3F-EE2C-9020-E1E7-B0365650AB78}"/>
              </a:ext>
            </a:extLst>
          </p:cNvPr>
          <p:cNvSpPr>
            <a:spLocks noGrp="1"/>
          </p:cNvSpPr>
          <p:nvPr>
            <p:ph type="title" hasCustomPrompt="1"/>
          </p:nvPr>
        </p:nvSpPr>
        <p:spPr>
          <a:xfrm>
            <a:off x="331200" y="2946400"/>
            <a:ext cx="8594771" cy="2246999"/>
          </a:xfrm>
        </p:spPr>
        <p:txBody>
          <a:bodyPr anchor="b"/>
          <a:lstStyle>
            <a:lvl1pPr>
              <a:defRPr sz="6000" b="0" cap="all" baseline="0">
                <a:latin typeface="ABBvoice Display SemiBold" panose="020D0704020603060204" pitchFamily="34" charset="0"/>
                <a:cs typeface="ABBvoice Display Beta SemiBold" panose="020D0704020603060204" pitchFamily="34" charset="0"/>
              </a:defRPr>
            </a:lvl1pPr>
          </a:lstStyle>
          <a:p>
            <a:r>
              <a:rPr lang="en-US"/>
              <a:t>Big caption</a:t>
            </a:r>
          </a:p>
        </p:txBody>
      </p:sp>
      <p:sp>
        <p:nvSpPr>
          <p:cNvPr id="3" name="Footer Placeholder 2">
            <a:extLst>
              <a:ext uri="{FF2B5EF4-FFF2-40B4-BE49-F238E27FC236}">
                <a16:creationId xmlns:a16="http://schemas.microsoft.com/office/drawing/2014/main" id="{F4273CE9-8AEE-AD06-CBD8-70F010A7D6B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88BC6633-994B-77A9-AC8E-3EB4747035EF}"/>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9F2888C2-6D99-9F06-53FC-4B7B33F4CFC7}"/>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2604182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Rounded picture &amp; text boxes">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B44EC52-177B-4EE6-B503-BC62C90040B3}"/>
              </a:ext>
            </a:extLst>
          </p:cNvPr>
          <p:cNvSpPr>
            <a:spLocks noGrp="1"/>
          </p:cNvSpPr>
          <p:nvPr>
            <p:ph type="pic" sz="quarter" idx="17"/>
          </p:nvPr>
        </p:nvSpPr>
        <p:spPr bwMode="gray">
          <a:xfrm>
            <a:off x="331789" y="2304000"/>
            <a:ext cx="2935286" cy="2935286"/>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4032250" y="2304000"/>
            <a:ext cx="7818950" cy="2343600"/>
          </a:xfrm>
        </p:spPr>
        <p:txBody>
          <a:bodyPr lIns="0" tIns="0" rIns="0" bIns="0" anchor="b"/>
          <a:lstStyle>
            <a:lvl1pPr>
              <a:defRPr sz="3600" b="0" cap="all" baseline="0">
                <a:latin typeface="ABBvoice Display SemiBold" panose="020D0704020603060204" pitchFamily="34" charset="0"/>
                <a:ea typeface="ABBvoice Light" panose="020D0403020503020204" pitchFamily="34" charset="0"/>
                <a:cs typeface="ABBvoice Display Beta SemiBold" panose="020D0704020603060204" pitchFamily="34" charset="0"/>
              </a:defRPr>
            </a:lvl1pPr>
            <a:lvl2pPr indent="-284400">
              <a:defRPr sz="2400" b="0">
                <a:latin typeface="ABBvoice Light" panose="020D0403020503020204" pitchFamily="34" charset="0"/>
                <a:ea typeface="ABBvoice Light" panose="020D0403020503020204" pitchFamily="34" charset="0"/>
                <a:cs typeface="ABBvoice Light" panose="020D0403020503020204" pitchFamily="34" charset="0"/>
              </a:defRPr>
            </a:lvl2pPr>
            <a:lvl3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3pPr>
            <a:lvl4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4pPr>
            <a:lvl5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1" name="Text Placeholder 11">
            <a:extLst>
              <a:ext uri="{FF2B5EF4-FFF2-40B4-BE49-F238E27FC236}">
                <a16:creationId xmlns:a16="http://schemas.microsoft.com/office/drawing/2014/main" id="{45EE9DB0-5B20-4895-89CC-4D1979114BE5}"/>
              </a:ext>
            </a:extLst>
          </p:cNvPr>
          <p:cNvSpPr>
            <a:spLocks noGrp="1"/>
          </p:cNvSpPr>
          <p:nvPr>
            <p:ph type="body" sz="quarter" idx="18"/>
          </p:nvPr>
        </p:nvSpPr>
        <p:spPr>
          <a:xfrm>
            <a:off x="4032250" y="4737600"/>
            <a:ext cx="7818950" cy="684000"/>
          </a:xfrm>
        </p:spPr>
        <p:txBody>
          <a:bodyPr lIns="0" tIns="0" rIns="0" bIns="0"/>
          <a:lstStyle>
            <a:lvl1pPr>
              <a:defRPr sz="1800" b="1">
                <a:solidFill>
                  <a:schemeClr val="tx2"/>
                </a:solidFill>
                <a:latin typeface="+mn-lt"/>
                <a:ea typeface="ABBvoice Light" panose="020D0403020503020204" pitchFamily="34" charset="0"/>
                <a:cs typeface="ABBvoice Light" panose="020D0403020503020204" pitchFamily="34" charset="0"/>
              </a:defRPr>
            </a:lvl1pPr>
            <a:lvl2pPr>
              <a:defRPr sz="1400" b="1">
                <a:latin typeface="+mn-lt"/>
                <a:ea typeface="ABBvoice Light" panose="020D0403020503020204" pitchFamily="34" charset="0"/>
                <a:cs typeface="ABBvoice Light" panose="020D0403020503020204" pitchFamily="34" charset="0"/>
              </a:defRPr>
            </a:lvl2pPr>
            <a:lvl3pPr>
              <a:defRPr sz="1400" b="1">
                <a:latin typeface="+mn-lt"/>
                <a:ea typeface="ABBvoice Light" panose="020D0403020503020204" pitchFamily="34" charset="0"/>
                <a:cs typeface="ABBvoice Light" panose="020D0403020503020204" pitchFamily="34" charset="0"/>
              </a:defRPr>
            </a:lvl3pPr>
            <a:lvl4pPr>
              <a:defRPr sz="1400" b="1">
                <a:latin typeface="+mn-lt"/>
                <a:ea typeface="ABBvoice Light" panose="020D0403020503020204" pitchFamily="34" charset="0"/>
                <a:cs typeface="ABBvoice Light" panose="020D0403020503020204" pitchFamily="34" charset="0"/>
              </a:defRPr>
            </a:lvl4pPr>
            <a:lvl5pPr>
              <a:defRPr sz="1400" b="1">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F576353-D5DB-4F2A-A22E-FA267E06FBC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692852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Four rounded picture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2B44EC52-177B-4EE6-B503-BC62C90040B3}"/>
              </a:ext>
            </a:extLst>
          </p:cNvPr>
          <p:cNvSpPr>
            <a:spLocks noGrp="1"/>
          </p:cNvSpPr>
          <p:nvPr>
            <p:ph type="pic" sz="quarter" idx="17"/>
          </p:nvPr>
        </p:nvSpPr>
        <p:spPr bwMode="gray">
          <a:xfrm>
            <a:off x="338400"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8"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2767594A-9B1B-4FC9-A3EF-98EEA86AC62C}"/>
              </a:ext>
            </a:extLst>
          </p:cNvPr>
          <p:cNvSpPr>
            <a:spLocks noGrp="1"/>
          </p:cNvSpPr>
          <p:nvPr>
            <p:ph type="pic" sz="quarter" idx="18"/>
          </p:nvPr>
        </p:nvSpPr>
        <p:spPr bwMode="gray">
          <a:xfrm>
            <a:off x="3272596"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1" name="Text Placeholder 11">
            <a:extLst>
              <a:ext uri="{FF2B5EF4-FFF2-40B4-BE49-F238E27FC236}">
                <a16:creationId xmlns:a16="http://schemas.microsoft.com/office/drawing/2014/main" id="{5E9B6A50-8E7E-44DE-87B0-BBA84E8C9C4D}"/>
              </a:ext>
            </a:extLst>
          </p:cNvPr>
          <p:cNvSpPr>
            <a:spLocks noGrp="1"/>
          </p:cNvSpPr>
          <p:nvPr>
            <p:ph type="body" sz="quarter" idx="19"/>
          </p:nvPr>
        </p:nvSpPr>
        <p:spPr>
          <a:xfrm>
            <a:off x="3267795"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403055A0-7433-437E-92E6-21BA8C2F2EC9}"/>
              </a:ext>
            </a:extLst>
          </p:cNvPr>
          <p:cNvSpPr>
            <a:spLocks noGrp="1"/>
          </p:cNvSpPr>
          <p:nvPr>
            <p:ph type="pic" sz="quarter" idx="20"/>
          </p:nvPr>
        </p:nvSpPr>
        <p:spPr bwMode="gray">
          <a:xfrm>
            <a:off x="6206792"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2" name="Text Placeholder 11">
            <a:extLst>
              <a:ext uri="{FF2B5EF4-FFF2-40B4-BE49-F238E27FC236}">
                <a16:creationId xmlns:a16="http://schemas.microsoft.com/office/drawing/2014/main" id="{F4B5EE1A-3316-46F5-BB7B-CCCA30464A87}"/>
              </a:ext>
            </a:extLst>
          </p:cNvPr>
          <p:cNvSpPr>
            <a:spLocks noGrp="1"/>
          </p:cNvSpPr>
          <p:nvPr>
            <p:ph type="body" sz="quarter" idx="21"/>
          </p:nvPr>
        </p:nvSpPr>
        <p:spPr>
          <a:xfrm>
            <a:off x="6204392"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00FD68CA-5637-4712-BABD-05E96DCD3BCF}"/>
              </a:ext>
            </a:extLst>
          </p:cNvPr>
          <p:cNvSpPr>
            <a:spLocks noGrp="1"/>
          </p:cNvSpPr>
          <p:nvPr>
            <p:ph type="pic" sz="quarter" idx="22"/>
          </p:nvPr>
        </p:nvSpPr>
        <p:spPr bwMode="gray">
          <a:xfrm>
            <a:off x="9140989"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3" name="Text Placeholder 11">
            <a:extLst>
              <a:ext uri="{FF2B5EF4-FFF2-40B4-BE49-F238E27FC236}">
                <a16:creationId xmlns:a16="http://schemas.microsoft.com/office/drawing/2014/main" id="{B81787D8-AACD-4182-9B1C-706B7FA5B2FE}"/>
              </a:ext>
            </a:extLst>
          </p:cNvPr>
          <p:cNvSpPr>
            <a:spLocks noGrp="1"/>
          </p:cNvSpPr>
          <p:nvPr>
            <p:ph type="body" sz="quarter" idx="23"/>
          </p:nvPr>
        </p:nvSpPr>
        <p:spPr>
          <a:xfrm>
            <a:off x="9140989"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02337EE-EDB6-43FF-843D-172081B7296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357975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Four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1200" y="2552400"/>
            <a:ext cx="914400" cy="914400"/>
          </a:xfrm>
        </p:spPr>
        <p:txBody>
          <a:bodyPr lIns="0" tIns="0" rIns="0" bIns="0"/>
          <a:lstStyle>
            <a:lvl1pPr algn="ctr">
              <a:defRPr sz="8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3267796" y="2552400"/>
            <a:ext cx="914400" cy="914400"/>
          </a:xfrm>
        </p:spPr>
        <p:txBody>
          <a:bodyPr lIns="0" tIns="0" rIns="0" bIns="0"/>
          <a:lstStyle>
            <a:lvl1pPr algn="ctr">
              <a:defRPr sz="8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3267796"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6204392" y="2552400"/>
            <a:ext cx="914400" cy="914400"/>
          </a:xfrm>
        </p:spPr>
        <p:txBody>
          <a:bodyPr lIns="0" tIns="0" rIns="0" bIns="0"/>
          <a:lstStyle>
            <a:lvl1pPr algn="ctr">
              <a:defRPr sz="8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6204392"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9140989" y="2552400"/>
            <a:ext cx="914400" cy="914400"/>
          </a:xfrm>
        </p:spPr>
        <p:txBody>
          <a:bodyPr lIns="0" tIns="0" rIns="0" bIns="0"/>
          <a:lstStyle>
            <a:lvl1pPr algn="ctr">
              <a:defRPr sz="8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140989"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3A501F0-1B55-4808-B191-E00ECFEF3979}"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6" name="Text Placeholder 9">
            <a:extLst>
              <a:ext uri="{FF2B5EF4-FFF2-40B4-BE49-F238E27FC236}">
                <a16:creationId xmlns:a16="http://schemas.microsoft.com/office/drawing/2014/main" id="{C9A43077-8463-4968-88C4-11AE5FC21D2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747653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Fiv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1200" y="2552400"/>
            <a:ext cx="914400" cy="914400"/>
          </a:xfrm>
        </p:spPr>
        <p:txBody>
          <a:bodyPr lIns="0" tIns="0" rIns="0" bIns="0"/>
          <a:lstStyle>
            <a:lvl1pPr algn="ctr">
              <a:defRPr sz="8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2774847" y="2552400"/>
            <a:ext cx="914400" cy="914400"/>
          </a:xfrm>
        </p:spPr>
        <p:txBody>
          <a:bodyPr lIns="0" tIns="0" rIns="0" bIns="0"/>
          <a:lstStyle>
            <a:lvl1pPr algn="ctr">
              <a:defRPr sz="8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2774847"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5218494" y="2552400"/>
            <a:ext cx="914400" cy="914400"/>
          </a:xfrm>
        </p:spPr>
        <p:txBody>
          <a:bodyPr lIns="0" tIns="0" rIns="0" bIns="0"/>
          <a:lstStyle>
            <a:lvl1pPr algn="ctr">
              <a:defRPr sz="8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5218494"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7662141" y="2552400"/>
            <a:ext cx="914400" cy="914400"/>
          </a:xfrm>
        </p:spPr>
        <p:txBody>
          <a:bodyPr lIns="0" tIns="0" rIns="0" bIns="0"/>
          <a:lstStyle>
            <a:lvl1pPr algn="ctr">
              <a:defRPr sz="8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7662141"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10105789" y="2552400"/>
            <a:ext cx="914400" cy="914400"/>
          </a:xfrm>
        </p:spPr>
        <p:txBody>
          <a:bodyPr lIns="0" tIns="0" rIns="0" bIns="0"/>
          <a:lstStyle>
            <a:lvl1pPr algn="ctr">
              <a:defRPr sz="8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10105789"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F6B12C3D-BC2E-4B7A-B360-CE0523781F6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E3342590-42A3-4E78-9950-B9D9986172B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049396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Six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4800" y="19296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932400"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4396763" y="1929600"/>
            <a:ext cx="457200" cy="457200"/>
          </a:xfrm>
        </p:spPr>
        <p:txBody>
          <a:bodyPr lIns="0" tIns="0" rIns="0" bIns="0"/>
          <a:lstStyle>
            <a:lvl1pPr algn="ctr">
              <a:defRPr sz="7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4994363"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8458725" y="1929600"/>
            <a:ext cx="457200" cy="457200"/>
          </a:xfrm>
        </p:spPr>
        <p:txBody>
          <a:bodyPr lIns="0" tIns="0" rIns="0" bIns="0"/>
          <a:lstStyle>
            <a:lvl1pPr algn="ctr">
              <a:defRPr sz="7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9056325"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334800" y="3829844"/>
            <a:ext cx="457200" cy="457200"/>
          </a:xfrm>
        </p:spPr>
        <p:txBody>
          <a:bodyPr lIns="0" tIns="0" rIns="0" bIns="0"/>
          <a:lstStyle>
            <a:lvl1pPr algn="ctr">
              <a:defRPr sz="7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32400"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4396763" y="3829844"/>
            <a:ext cx="457200" cy="457200"/>
          </a:xfrm>
        </p:spPr>
        <p:txBody>
          <a:bodyPr lIns="0" tIns="0" rIns="0" bIns="0"/>
          <a:lstStyle>
            <a:lvl1pPr algn="ctr">
              <a:defRPr sz="7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4994363"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Picture Placeholder 10">
            <a:extLst>
              <a:ext uri="{FF2B5EF4-FFF2-40B4-BE49-F238E27FC236}">
                <a16:creationId xmlns:a16="http://schemas.microsoft.com/office/drawing/2014/main" id="{D5F0F628-8A10-418E-9B30-5C02EB627E1C}"/>
              </a:ext>
            </a:extLst>
          </p:cNvPr>
          <p:cNvSpPr>
            <a:spLocks noGrp="1"/>
          </p:cNvSpPr>
          <p:nvPr>
            <p:ph type="pic" sz="quarter" idx="26" hasCustomPrompt="1"/>
          </p:nvPr>
        </p:nvSpPr>
        <p:spPr>
          <a:xfrm>
            <a:off x="8458725" y="3829844"/>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677AB433-7578-4A04-94CE-256E9DF81444}"/>
              </a:ext>
            </a:extLst>
          </p:cNvPr>
          <p:cNvSpPr>
            <a:spLocks noGrp="1"/>
          </p:cNvSpPr>
          <p:nvPr>
            <p:ph type="body" sz="quarter" idx="27"/>
          </p:nvPr>
        </p:nvSpPr>
        <p:spPr>
          <a:xfrm>
            <a:off x="9056325"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E7C1509-102B-44DC-8AA2-A8A1DB0A6DCC}"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0" name="Text Placeholder 9">
            <a:extLst>
              <a:ext uri="{FF2B5EF4-FFF2-40B4-BE49-F238E27FC236}">
                <a16:creationId xmlns:a16="http://schemas.microsoft.com/office/drawing/2014/main" id="{664C5B26-A749-427A-8626-9ECBE088C9D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994716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Nin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4800" y="19296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932400"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4396294" y="1929600"/>
            <a:ext cx="457200" cy="457200"/>
          </a:xfrm>
        </p:spPr>
        <p:txBody>
          <a:bodyPr lIns="0" tIns="0" rIns="0" bIns="0"/>
          <a:lstStyle>
            <a:lvl1pPr algn="ctr">
              <a:defRPr sz="7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4993894"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8457788" y="1929600"/>
            <a:ext cx="457200" cy="457200"/>
          </a:xfrm>
        </p:spPr>
        <p:txBody>
          <a:bodyPr lIns="0" tIns="0" rIns="0" bIns="0"/>
          <a:lstStyle>
            <a:lvl1pPr algn="ctr">
              <a:defRPr sz="7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9055388"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334800" y="3272400"/>
            <a:ext cx="457200" cy="457200"/>
          </a:xfrm>
        </p:spPr>
        <p:txBody>
          <a:bodyPr lIns="0" tIns="0" rIns="0" bIns="0"/>
          <a:lstStyle>
            <a:lvl1pPr algn="ctr">
              <a:defRPr sz="7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32400"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4396294" y="3272400"/>
            <a:ext cx="457200" cy="457200"/>
          </a:xfrm>
        </p:spPr>
        <p:txBody>
          <a:bodyPr lIns="0" tIns="0" rIns="0" bIns="0"/>
          <a:lstStyle>
            <a:lvl1pPr algn="ctr">
              <a:defRPr sz="7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4993894"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Picture Placeholder 10">
            <a:extLst>
              <a:ext uri="{FF2B5EF4-FFF2-40B4-BE49-F238E27FC236}">
                <a16:creationId xmlns:a16="http://schemas.microsoft.com/office/drawing/2014/main" id="{D5F0F628-8A10-418E-9B30-5C02EB627E1C}"/>
              </a:ext>
            </a:extLst>
          </p:cNvPr>
          <p:cNvSpPr>
            <a:spLocks noGrp="1"/>
          </p:cNvSpPr>
          <p:nvPr>
            <p:ph type="pic" sz="quarter" idx="26" hasCustomPrompt="1"/>
          </p:nvPr>
        </p:nvSpPr>
        <p:spPr>
          <a:xfrm>
            <a:off x="8457788" y="3272400"/>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677AB433-7578-4A04-94CE-256E9DF81444}"/>
              </a:ext>
            </a:extLst>
          </p:cNvPr>
          <p:cNvSpPr>
            <a:spLocks noGrp="1"/>
          </p:cNvSpPr>
          <p:nvPr>
            <p:ph type="body" sz="quarter" idx="27"/>
          </p:nvPr>
        </p:nvSpPr>
        <p:spPr>
          <a:xfrm>
            <a:off x="9055388"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8" name="Picture Placeholder 10">
            <a:extLst>
              <a:ext uri="{FF2B5EF4-FFF2-40B4-BE49-F238E27FC236}">
                <a16:creationId xmlns:a16="http://schemas.microsoft.com/office/drawing/2014/main" id="{4C864FEE-0A1C-4897-8B82-F45359452B14}"/>
              </a:ext>
            </a:extLst>
          </p:cNvPr>
          <p:cNvSpPr>
            <a:spLocks noGrp="1"/>
          </p:cNvSpPr>
          <p:nvPr>
            <p:ph type="pic" sz="quarter" idx="28" hasCustomPrompt="1"/>
          </p:nvPr>
        </p:nvSpPr>
        <p:spPr>
          <a:xfrm>
            <a:off x="334800" y="4615200"/>
            <a:ext cx="457200" cy="457200"/>
          </a:xfrm>
        </p:spPr>
        <p:txBody>
          <a:bodyPr lIns="0" tIns="0" rIns="0" bIns="0"/>
          <a:lstStyle>
            <a:lvl1pPr algn="ctr">
              <a:defRPr sz="700" b="1"/>
            </a:lvl1pPr>
          </a:lstStyle>
          <a:p>
            <a:r>
              <a:rPr lang="en-US" noProof="0"/>
              <a:t>Please add icon</a:t>
            </a:r>
            <a:endParaRPr lang="en-US"/>
          </a:p>
        </p:txBody>
      </p:sp>
      <p:sp>
        <p:nvSpPr>
          <p:cNvPr id="38" name="Text Placeholder 11">
            <a:extLst>
              <a:ext uri="{FF2B5EF4-FFF2-40B4-BE49-F238E27FC236}">
                <a16:creationId xmlns:a16="http://schemas.microsoft.com/office/drawing/2014/main" id="{FBC895BB-D162-4E65-9A05-7277A36BC032}"/>
              </a:ext>
            </a:extLst>
          </p:cNvPr>
          <p:cNvSpPr>
            <a:spLocks noGrp="1"/>
          </p:cNvSpPr>
          <p:nvPr>
            <p:ph type="body" sz="quarter" idx="29"/>
          </p:nvPr>
        </p:nvSpPr>
        <p:spPr>
          <a:xfrm>
            <a:off x="932400"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9" name="Picture Placeholder 10">
            <a:extLst>
              <a:ext uri="{FF2B5EF4-FFF2-40B4-BE49-F238E27FC236}">
                <a16:creationId xmlns:a16="http://schemas.microsoft.com/office/drawing/2014/main" id="{1F21B681-AA7C-40DE-8FD3-7B067F1B9F82}"/>
              </a:ext>
            </a:extLst>
          </p:cNvPr>
          <p:cNvSpPr>
            <a:spLocks noGrp="1"/>
          </p:cNvSpPr>
          <p:nvPr>
            <p:ph type="pic" sz="quarter" idx="30" hasCustomPrompt="1"/>
          </p:nvPr>
        </p:nvSpPr>
        <p:spPr>
          <a:xfrm>
            <a:off x="4396294" y="4615200"/>
            <a:ext cx="457200" cy="457200"/>
          </a:xfrm>
        </p:spPr>
        <p:txBody>
          <a:bodyPr lIns="0" tIns="0" rIns="0" bIns="0"/>
          <a:lstStyle>
            <a:lvl1pPr algn="ctr">
              <a:defRPr sz="700" b="1"/>
            </a:lvl1pPr>
          </a:lstStyle>
          <a:p>
            <a:r>
              <a:rPr lang="en-US" noProof="0"/>
              <a:t>Please add icon</a:t>
            </a:r>
            <a:endParaRPr lang="en-US"/>
          </a:p>
        </p:txBody>
      </p:sp>
      <p:sp>
        <p:nvSpPr>
          <p:cNvPr id="39" name="Text Placeholder 11">
            <a:extLst>
              <a:ext uri="{FF2B5EF4-FFF2-40B4-BE49-F238E27FC236}">
                <a16:creationId xmlns:a16="http://schemas.microsoft.com/office/drawing/2014/main" id="{D6CD389E-53C9-4827-B43F-AE5D96E283DD}"/>
              </a:ext>
            </a:extLst>
          </p:cNvPr>
          <p:cNvSpPr>
            <a:spLocks noGrp="1"/>
          </p:cNvSpPr>
          <p:nvPr>
            <p:ph type="body" sz="quarter" idx="31"/>
          </p:nvPr>
        </p:nvSpPr>
        <p:spPr>
          <a:xfrm>
            <a:off x="4993894"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6" name="Picture Placeholder 10">
            <a:extLst>
              <a:ext uri="{FF2B5EF4-FFF2-40B4-BE49-F238E27FC236}">
                <a16:creationId xmlns:a16="http://schemas.microsoft.com/office/drawing/2014/main" id="{1E8F4191-056B-4619-9288-972A95E4D9D1}"/>
              </a:ext>
            </a:extLst>
          </p:cNvPr>
          <p:cNvSpPr>
            <a:spLocks noGrp="1"/>
          </p:cNvSpPr>
          <p:nvPr>
            <p:ph type="pic" sz="quarter" idx="32" hasCustomPrompt="1"/>
          </p:nvPr>
        </p:nvSpPr>
        <p:spPr>
          <a:xfrm>
            <a:off x="8457788" y="4615200"/>
            <a:ext cx="457200" cy="457200"/>
          </a:xfrm>
        </p:spPr>
        <p:txBody>
          <a:bodyPr lIns="0" tIns="0" rIns="0" bIns="0"/>
          <a:lstStyle>
            <a:lvl1pPr algn="ctr">
              <a:defRPr sz="700" b="1"/>
            </a:lvl1pPr>
          </a:lstStyle>
          <a:p>
            <a:r>
              <a:rPr lang="en-US" noProof="0"/>
              <a:t>Please add icon</a:t>
            </a:r>
            <a:endParaRPr lang="en-US"/>
          </a:p>
        </p:txBody>
      </p:sp>
      <p:sp>
        <p:nvSpPr>
          <p:cNvPr id="40" name="Text Placeholder 11">
            <a:extLst>
              <a:ext uri="{FF2B5EF4-FFF2-40B4-BE49-F238E27FC236}">
                <a16:creationId xmlns:a16="http://schemas.microsoft.com/office/drawing/2014/main" id="{C6A43FA3-4FF5-4557-967D-6FB6ECC33571}"/>
              </a:ext>
            </a:extLst>
          </p:cNvPr>
          <p:cNvSpPr>
            <a:spLocks noGrp="1"/>
          </p:cNvSpPr>
          <p:nvPr>
            <p:ph type="body" sz="quarter" idx="33"/>
          </p:nvPr>
        </p:nvSpPr>
        <p:spPr>
          <a:xfrm>
            <a:off x="9055388"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A8D5F6D-18D1-4E80-97E0-F8A3F4836D54}"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37" name="Text Placeholder 9">
            <a:extLst>
              <a:ext uri="{FF2B5EF4-FFF2-40B4-BE49-F238E27FC236}">
                <a16:creationId xmlns:a16="http://schemas.microsoft.com/office/drawing/2014/main" id="{EAB8C8AA-5479-4E03-B260-4B35C2BB4F3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842614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rocess: 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3" name="Content Placeholder 8">
            <a:extLst>
              <a:ext uri="{FF2B5EF4-FFF2-40B4-BE49-F238E27FC236}">
                <a16:creationId xmlns:a16="http://schemas.microsoft.com/office/drawing/2014/main" id="{17F53BD8-37C5-48ED-B4A6-D7482E31399E}"/>
              </a:ext>
            </a:extLst>
          </p:cNvPr>
          <p:cNvSpPr>
            <a:spLocks noGrp="1"/>
          </p:cNvSpPr>
          <p:nvPr>
            <p:ph sz="quarter" idx="23"/>
          </p:nvPr>
        </p:nvSpPr>
        <p:spPr>
          <a:xfrm>
            <a:off x="331199" y="1929600"/>
            <a:ext cx="3701051" cy="360000"/>
          </a:xfrm>
          <a:prstGeom prst="homePlate">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41D5ECEA-2E5E-4D71-841F-95A2A0D97798}"/>
              </a:ext>
            </a:extLst>
          </p:cNvPr>
          <p:cNvSpPr>
            <a:spLocks noGrp="1"/>
          </p:cNvSpPr>
          <p:nvPr>
            <p:ph sz="quarter" idx="24"/>
          </p:nvPr>
        </p:nvSpPr>
        <p:spPr>
          <a:xfrm>
            <a:off x="4245975" y="1929600"/>
            <a:ext cx="3701051" cy="360000"/>
          </a:xfrm>
          <a:prstGeom prst="chevron">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041C7270-2AD5-4174-9BB6-40887670ECE3}"/>
              </a:ext>
            </a:extLst>
          </p:cNvPr>
          <p:cNvSpPr>
            <a:spLocks noGrp="1"/>
          </p:cNvSpPr>
          <p:nvPr>
            <p:ph sz="quarter" idx="25"/>
          </p:nvPr>
        </p:nvSpPr>
        <p:spPr>
          <a:xfrm>
            <a:off x="8160749" y="1929600"/>
            <a:ext cx="3701051" cy="360000"/>
          </a:xfrm>
          <a:prstGeom prst="chevron">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22" name="Content Placeholder 8">
            <a:extLst>
              <a:ext uri="{FF2B5EF4-FFF2-40B4-BE49-F238E27FC236}">
                <a16:creationId xmlns:a16="http://schemas.microsoft.com/office/drawing/2014/main" id="{E6F51FA5-7813-4436-9E2D-0AA10EED3502}"/>
              </a:ext>
            </a:extLst>
          </p:cNvPr>
          <p:cNvSpPr>
            <a:spLocks noGrp="1"/>
          </p:cNvSpPr>
          <p:nvPr>
            <p:ph sz="quarter" idx="17"/>
          </p:nvPr>
        </p:nvSpPr>
        <p:spPr>
          <a:xfrm>
            <a:off x="331200"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8">
            <a:extLst>
              <a:ext uri="{FF2B5EF4-FFF2-40B4-BE49-F238E27FC236}">
                <a16:creationId xmlns:a16="http://schemas.microsoft.com/office/drawing/2014/main" id="{E6214208-AE04-4F1F-B879-DC21F5861A5B}"/>
              </a:ext>
            </a:extLst>
          </p:cNvPr>
          <p:cNvSpPr>
            <a:spLocks noGrp="1"/>
          </p:cNvSpPr>
          <p:nvPr>
            <p:ph sz="quarter" idx="18"/>
          </p:nvPr>
        </p:nvSpPr>
        <p:spPr>
          <a:xfrm>
            <a:off x="4245975"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8">
            <a:extLst>
              <a:ext uri="{FF2B5EF4-FFF2-40B4-BE49-F238E27FC236}">
                <a16:creationId xmlns:a16="http://schemas.microsoft.com/office/drawing/2014/main" id="{C5BC1243-5335-403B-A737-9CF168164EF1}"/>
              </a:ext>
            </a:extLst>
          </p:cNvPr>
          <p:cNvSpPr>
            <a:spLocks noGrp="1"/>
          </p:cNvSpPr>
          <p:nvPr>
            <p:ph sz="quarter" idx="19"/>
          </p:nvPr>
        </p:nvSpPr>
        <p:spPr>
          <a:xfrm>
            <a:off x="8160749"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119626B5-1F46-41F6-BEF7-1D8C4DEA0344}"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C01AE2CA-8A5F-4992-AB7D-3C309899A56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214786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meline: five text boxes &amp;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20" name="Text Placeholder 11">
            <a:extLst>
              <a:ext uri="{FF2B5EF4-FFF2-40B4-BE49-F238E27FC236}">
                <a16:creationId xmlns:a16="http://schemas.microsoft.com/office/drawing/2014/main" id="{907891A7-3AF7-4352-8C25-93B984B9D5F8}"/>
              </a:ext>
            </a:extLst>
          </p:cNvPr>
          <p:cNvSpPr>
            <a:spLocks noGrp="1"/>
          </p:cNvSpPr>
          <p:nvPr>
            <p:ph type="body" sz="quarter" idx="26"/>
          </p:nvPr>
        </p:nvSpPr>
        <p:spPr bwMode="gray">
          <a:xfrm>
            <a:off x="338400" y="5227200"/>
            <a:ext cx="11520000" cy="0"/>
          </a:xfrm>
          <a:custGeom>
            <a:avLst/>
            <a:gdLst>
              <a:gd name="connsiteX0" fmla="*/ 0 w 2066400"/>
              <a:gd name="connsiteY0" fmla="*/ 0 h 118800"/>
              <a:gd name="connsiteX1" fmla="*/ 2066400 w 2066400"/>
              <a:gd name="connsiteY1" fmla="*/ 0 h 118800"/>
              <a:gd name="connsiteX2" fmla="*/ 2066400 w 2066400"/>
              <a:gd name="connsiteY2" fmla="*/ 118800 h 118800"/>
              <a:gd name="connsiteX3" fmla="*/ 0 w 2066400"/>
              <a:gd name="connsiteY3" fmla="*/ 118800 h 118800"/>
              <a:gd name="connsiteX4" fmla="*/ 0 w 2066400"/>
              <a:gd name="connsiteY4" fmla="*/ 0 h 118800"/>
              <a:gd name="connsiteX0" fmla="*/ 2066400 w 2157840"/>
              <a:gd name="connsiteY0" fmla="*/ 118800 h 210240"/>
              <a:gd name="connsiteX1" fmla="*/ 0 w 2157840"/>
              <a:gd name="connsiteY1" fmla="*/ 118800 h 210240"/>
              <a:gd name="connsiteX2" fmla="*/ 0 w 2157840"/>
              <a:gd name="connsiteY2" fmla="*/ 0 h 210240"/>
              <a:gd name="connsiteX3" fmla="*/ 2066400 w 2157840"/>
              <a:gd name="connsiteY3" fmla="*/ 0 h 210240"/>
              <a:gd name="connsiteX4" fmla="*/ 2157840 w 2157840"/>
              <a:gd name="connsiteY4" fmla="*/ 210240 h 210240"/>
              <a:gd name="connsiteX0" fmla="*/ 2066400 w 2066400"/>
              <a:gd name="connsiteY0" fmla="*/ 118800 h 118800"/>
              <a:gd name="connsiteX1" fmla="*/ 0 w 2066400"/>
              <a:gd name="connsiteY1" fmla="*/ 118800 h 118800"/>
              <a:gd name="connsiteX2" fmla="*/ 0 w 2066400"/>
              <a:gd name="connsiteY2" fmla="*/ 0 h 118800"/>
              <a:gd name="connsiteX3" fmla="*/ 2066400 w 2066400"/>
              <a:gd name="connsiteY3" fmla="*/ 0 h 118800"/>
              <a:gd name="connsiteX0" fmla="*/ 0 w 2066400"/>
              <a:gd name="connsiteY0" fmla="*/ 118800 h 118800"/>
              <a:gd name="connsiteX1" fmla="*/ 0 w 2066400"/>
              <a:gd name="connsiteY1" fmla="*/ 0 h 118800"/>
              <a:gd name="connsiteX2" fmla="*/ 2066400 w 2066400"/>
              <a:gd name="connsiteY2" fmla="*/ 0 h 118800"/>
              <a:gd name="connsiteX0" fmla="*/ 0 w 2066400"/>
              <a:gd name="connsiteY0" fmla="*/ 0 h 0"/>
              <a:gd name="connsiteX1" fmla="*/ 2066400 w 2066400"/>
              <a:gd name="connsiteY1" fmla="*/ 0 h 0"/>
            </a:gdLst>
            <a:ahLst/>
            <a:cxnLst>
              <a:cxn ang="0">
                <a:pos x="connsiteX0" y="connsiteY0"/>
              </a:cxn>
              <a:cxn ang="0">
                <a:pos x="connsiteX1" y="connsiteY1"/>
              </a:cxn>
            </a:cxnLst>
            <a:rect l="l" t="t" r="r" b="b"/>
            <a:pathLst>
              <a:path w="2066400">
                <a:moveTo>
                  <a:pt x="0" y="0"/>
                </a:moveTo>
                <a:lnTo>
                  <a:pt x="2066400" y="0"/>
                </a:lnTo>
              </a:path>
            </a:pathLst>
          </a:custGeom>
          <a:ln w="15875">
            <a:solidFill>
              <a:schemeClr val="accent4"/>
            </a:solidFill>
            <a:tailEnd type="arrow" w="med" len="sm"/>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1" name="Text Placeholder 11">
            <a:extLst>
              <a:ext uri="{FF2B5EF4-FFF2-40B4-BE49-F238E27FC236}">
                <a16:creationId xmlns:a16="http://schemas.microsoft.com/office/drawing/2014/main" id="{116A6796-F195-444B-8CAF-9408872890E2}"/>
              </a:ext>
            </a:extLst>
          </p:cNvPr>
          <p:cNvSpPr>
            <a:spLocks noGrp="1"/>
          </p:cNvSpPr>
          <p:nvPr>
            <p:ph type="body" sz="quarter" idx="27" hasCustomPrompt="1"/>
          </p:nvPr>
        </p:nvSpPr>
        <p:spPr>
          <a:xfrm>
            <a:off x="331200"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2" name="Text Placeholder 11">
            <a:extLst>
              <a:ext uri="{FF2B5EF4-FFF2-40B4-BE49-F238E27FC236}">
                <a16:creationId xmlns:a16="http://schemas.microsoft.com/office/drawing/2014/main" id="{6A84518F-EB08-4F36-8400-95AB01D38109}"/>
              </a:ext>
            </a:extLst>
          </p:cNvPr>
          <p:cNvSpPr>
            <a:spLocks noGrp="1"/>
          </p:cNvSpPr>
          <p:nvPr>
            <p:ph type="body" sz="quarter" idx="28" hasCustomPrompt="1"/>
          </p:nvPr>
        </p:nvSpPr>
        <p:spPr>
          <a:xfrm>
            <a:off x="2724447"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3" name="Text Placeholder 11">
            <a:extLst>
              <a:ext uri="{FF2B5EF4-FFF2-40B4-BE49-F238E27FC236}">
                <a16:creationId xmlns:a16="http://schemas.microsoft.com/office/drawing/2014/main" id="{C503EA10-D1F3-4AA4-8CED-AEE30E121F6D}"/>
              </a:ext>
            </a:extLst>
          </p:cNvPr>
          <p:cNvSpPr>
            <a:spLocks noGrp="1"/>
          </p:cNvSpPr>
          <p:nvPr>
            <p:ph type="body" sz="quarter" idx="29" hasCustomPrompt="1"/>
          </p:nvPr>
        </p:nvSpPr>
        <p:spPr>
          <a:xfrm>
            <a:off x="5117694"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4" name="Text Placeholder 11">
            <a:extLst>
              <a:ext uri="{FF2B5EF4-FFF2-40B4-BE49-F238E27FC236}">
                <a16:creationId xmlns:a16="http://schemas.microsoft.com/office/drawing/2014/main" id="{DF438A3D-D3E1-4D5D-BA34-887EAEB9949A}"/>
              </a:ext>
            </a:extLst>
          </p:cNvPr>
          <p:cNvSpPr>
            <a:spLocks noGrp="1"/>
          </p:cNvSpPr>
          <p:nvPr>
            <p:ph type="body" sz="quarter" idx="30" hasCustomPrompt="1"/>
          </p:nvPr>
        </p:nvSpPr>
        <p:spPr>
          <a:xfrm>
            <a:off x="7510941"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5" name="Text Placeholder 11">
            <a:extLst>
              <a:ext uri="{FF2B5EF4-FFF2-40B4-BE49-F238E27FC236}">
                <a16:creationId xmlns:a16="http://schemas.microsoft.com/office/drawing/2014/main" id="{3EDD5930-9373-4D21-B203-C97F69292A19}"/>
              </a:ext>
            </a:extLst>
          </p:cNvPr>
          <p:cNvSpPr>
            <a:spLocks noGrp="1"/>
          </p:cNvSpPr>
          <p:nvPr>
            <p:ph type="body" sz="quarter" idx="31" hasCustomPrompt="1"/>
          </p:nvPr>
        </p:nvSpPr>
        <p:spPr>
          <a:xfrm>
            <a:off x="9904189"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1929600"/>
            <a:ext cx="1957975"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Text Placeholder 11">
            <a:extLst>
              <a:ext uri="{FF2B5EF4-FFF2-40B4-BE49-F238E27FC236}">
                <a16:creationId xmlns:a16="http://schemas.microsoft.com/office/drawing/2014/main" id="{5AE7A1D2-DAC3-46BE-AA9A-E1EB0825207A}"/>
              </a:ext>
            </a:extLst>
          </p:cNvPr>
          <p:cNvSpPr>
            <a:spLocks noGrp="1"/>
          </p:cNvSpPr>
          <p:nvPr>
            <p:ph type="body" sz="quarter" idx="17"/>
          </p:nvPr>
        </p:nvSpPr>
        <p:spPr>
          <a:xfrm>
            <a:off x="2724129"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Text Placeholder 11">
            <a:extLst>
              <a:ext uri="{FF2B5EF4-FFF2-40B4-BE49-F238E27FC236}">
                <a16:creationId xmlns:a16="http://schemas.microsoft.com/office/drawing/2014/main" id="{3CF0CC0E-6E4F-4BBB-AC3B-74E8C1262776}"/>
              </a:ext>
            </a:extLst>
          </p:cNvPr>
          <p:cNvSpPr>
            <a:spLocks noGrp="1"/>
          </p:cNvSpPr>
          <p:nvPr>
            <p:ph type="body" sz="quarter" idx="18"/>
          </p:nvPr>
        </p:nvSpPr>
        <p:spPr>
          <a:xfrm>
            <a:off x="5117483"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Text Placeholder 11">
            <a:extLst>
              <a:ext uri="{FF2B5EF4-FFF2-40B4-BE49-F238E27FC236}">
                <a16:creationId xmlns:a16="http://schemas.microsoft.com/office/drawing/2014/main" id="{F46DB502-496B-4374-80BE-F2A5D51992FE}"/>
              </a:ext>
            </a:extLst>
          </p:cNvPr>
          <p:cNvSpPr>
            <a:spLocks noGrp="1"/>
          </p:cNvSpPr>
          <p:nvPr>
            <p:ph type="body" sz="quarter" idx="19"/>
          </p:nvPr>
        </p:nvSpPr>
        <p:spPr>
          <a:xfrm>
            <a:off x="7510837"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Text Placeholder 11">
            <a:extLst>
              <a:ext uri="{FF2B5EF4-FFF2-40B4-BE49-F238E27FC236}">
                <a16:creationId xmlns:a16="http://schemas.microsoft.com/office/drawing/2014/main" id="{4B72E113-B74F-4C8D-B9C6-1799A1DAE158}"/>
              </a:ext>
            </a:extLst>
          </p:cNvPr>
          <p:cNvSpPr>
            <a:spLocks noGrp="1"/>
          </p:cNvSpPr>
          <p:nvPr>
            <p:ph type="body" sz="quarter" idx="20"/>
          </p:nvPr>
        </p:nvSpPr>
        <p:spPr>
          <a:xfrm>
            <a:off x="9904189"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5" name="Text Placeholder 11">
            <a:extLst>
              <a:ext uri="{FF2B5EF4-FFF2-40B4-BE49-F238E27FC236}">
                <a16:creationId xmlns:a16="http://schemas.microsoft.com/office/drawing/2014/main" id="{9AE4540D-5837-4887-82D2-ADB1E470A04C}"/>
              </a:ext>
            </a:extLst>
          </p:cNvPr>
          <p:cNvSpPr>
            <a:spLocks noGrp="1"/>
          </p:cNvSpPr>
          <p:nvPr>
            <p:ph type="body" sz="quarter" idx="21"/>
          </p:nvPr>
        </p:nvSpPr>
        <p:spPr>
          <a:xfrm>
            <a:off x="331200"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6" name="Text Placeholder 11">
            <a:extLst>
              <a:ext uri="{FF2B5EF4-FFF2-40B4-BE49-F238E27FC236}">
                <a16:creationId xmlns:a16="http://schemas.microsoft.com/office/drawing/2014/main" id="{441512B5-B055-451B-A63A-61AC3D27A779}"/>
              </a:ext>
            </a:extLst>
          </p:cNvPr>
          <p:cNvSpPr>
            <a:spLocks noGrp="1"/>
          </p:cNvSpPr>
          <p:nvPr>
            <p:ph type="body" sz="quarter" idx="22"/>
          </p:nvPr>
        </p:nvSpPr>
        <p:spPr>
          <a:xfrm>
            <a:off x="2724447"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7" name="Text Placeholder 11">
            <a:extLst>
              <a:ext uri="{FF2B5EF4-FFF2-40B4-BE49-F238E27FC236}">
                <a16:creationId xmlns:a16="http://schemas.microsoft.com/office/drawing/2014/main" id="{1272552C-9A92-45B5-9658-E0A7758AE5F7}"/>
              </a:ext>
            </a:extLst>
          </p:cNvPr>
          <p:cNvSpPr>
            <a:spLocks noGrp="1"/>
          </p:cNvSpPr>
          <p:nvPr>
            <p:ph type="body" sz="quarter" idx="23"/>
          </p:nvPr>
        </p:nvSpPr>
        <p:spPr>
          <a:xfrm>
            <a:off x="5117694"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8" name="Text Placeholder 11">
            <a:extLst>
              <a:ext uri="{FF2B5EF4-FFF2-40B4-BE49-F238E27FC236}">
                <a16:creationId xmlns:a16="http://schemas.microsoft.com/office/drawing/2014/main" id="{B93E5512-D171-4A0F-A84D-1429CB1B2404}"/>
              </a:ext>
            </a:extLst>
          </p:cNvPr>
          <p:cNvSpPr>
            <a:spLocks noGrp="1"/>
          </p:cNvSpPr>
          <p:nvPr>
            <p:ph type="body" sz="quarter" idx="24"/>
          </p:nvPr>
        </p:nvSpPr>
        <p:spPr>
          <a:xfrm>
            <a:off x="7510941"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9" name="Text Placeholder 11">
            <a:extLst>
              <a:ext uri="{FF2B5EF4-FFF2-40B4-BE49-F238E27FC236}">
                <a16:creationId xmlns:a16="http://schemas.microsoft.com/office/drawing/2014/main" id="{A19BB1C7-BB18-4D53-B7FD-0B43DE543E7B}"/>
              </a:ext>
            </a:extLst>
          </p:cNvPr>
          <p:cNvSpPr>
            <a:spLocks noGrp="1"/>
          </p:cNvSpPr>
          <p:nvPr>
            <p:ph type="body" sz="quarter" idx="25"/>
          </p:nvPr>
        </p:nvSpPr>
        <p:spPr>
          <a:xfrm>
            <a:off x="9904189"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4B7327F-B9B9-4FCD-9D42-CEC50A1073F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176703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meline: seven text boxes &amp;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5" name="Text Placeholder 11">
            <a:extLst>
              <a:ext uri="{FF2B5EF4-FFF2-40B4-BE49-F238E27FC236}">
                <a16:creationId xmlns:a16="http://schemas.microsoft.com/office/drawing/2014/main" id="{9AE4540D-5837-4887-82D2-ADB1E470A04C}"/>
              </a:ext>
            </a:extLst>
          </p:cNvPr>
          <p:cNvSpPr>
            <a:spLocks noGrp="1"/>
          </p:cNvSpPr>
          <p:nvPr>
            <p:ph type="body" sz="quarter" idx="21"/>
          </p:nvPr>
        </p:nvSpPr>
        <p:spPr>
          <a:xfrm>
            <a:off x="3312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6" name="Text Placeholder 11">
            <a:extLst>
              <a:ext uri="{FF2B5EF4-FFF2-40B4-BE49-F238E27FC236}">
                <a16:creationId xmlns:a16="http://schemas.microsoft.com/office/drawing/2014/main" id="{441512B5-B055-451B-A63A-61AC3D27A779}"/>
              </a:ext>
            </a:extLst>
          </p:cNvPr>
          <p:cNvSpPr>
            <a:spLocks noGrp="1"/>
          </p:cNvSpPr>
          <p:nvPr>
            <p:ph type="body" sz="quarter" idx="22"/>
          </p:nvPr>
        </p:nvSpPr>
        <p:spPr>
          <a:xfrm>
            <a:off x="19806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7" name="Text Placeholder 11">
            <a:extLst>
              <a:ext uri="{FF2B5EF4-FFF2-40B4-BE49-F238E27FC236}">
                <a16:creationId xmlns:a16="http://schemas.microsoft.com/office/drawing/2014/main" id="{1272552C-9A92-45B5-9658-E0A7758AE5F7}"/>
              </a:ext>
            </a:extLst>
          </p:cNvPr>
          <p:cNvSpPr>
            <a:spLocks noGrp="1"/>
          </p:cNvSpPr>
          <p:nvPr>
            <p:ph type="body" sz="quarter" idx="23"/>
          </p:nvPr>
        </p:nvSpPr>
        <p:spPr>
          <a:xfrm>
            <a:off x="36300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8" name="Text Placeholder 11">
            <a:extLst>
              <a:ext uri="{FF2B5EF4-FFF2-40B4-BE49-F238E27FC236}">
                <a16:creationId xmlns:a16="http://schemas.microsoft.com/office/drawing/2014/main" id="{B93E5512-D171-4A0F-A84D-1429CB1B2404}"/>
              </a:ext>
            </a:extLst>
          </p:cNvPr>
          <p:cNvSpPr>
            <a:spLocks noGrp="1"/>
          </p:cNvSpPr>
          <p:nvPr>
            <p:ph type="body" sz="quarter" idx="24"/>
          </p:nvPr>
        </p:nvSpPr>
        <p:spPr>
          <a:xfrm>
            <a:off x="52794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9" name="Text Placeholder 11">
            <a:extLst>
              <a:ext uri="{FF2B5EF4-FFF2-40B4-BE49-F238E27FC236}">
                <a16:creationId xmlns:a16="http://schemas.microsoft.com/office/drawing/2014/main" id="{A19BB1C7-BB18-4D53-B7FD-0B43DE543E7B}"/>
              </a:ext>
            </a:extLst>
          </p:cNvPr>
          <p:cNvSpPr>
            <a:spLocks noGrp="1"/>
          </p:cNvSpPr>
          <p:nvPr>
            <p:ph type="body" sz="quarter" idx="25"/>
          </p:nvPr>
        </p:nvSpPr>
        <p:spPr>
          <a:xfrm>
            <a:off x="69288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7" name="Text Placeholder 11">
            <a:extLst>
              <a:ext uri="{FF2B5EF4-FFF2-40B4-BE49-F238E27FC236}">
                <a16:creationId xmlns:a16="http://schemas.microsoft.com/office/drawing/2014/main" id="{6189B57F-C66A-4C80-8E4E-09199BDEEA46}"/>
              </a:ext>
            </a:extLst>
          </p:cNvPr>
          <p:cNvSpPr>
            <a:spLocks noGrp="1"/>
          </p:cNvSpPr>
          <p:nvPr>
            <p:ph type="body" sz="quarter" idx="27"/>
          </p:nvPr>
        </p:nvSpPr>
        <p:spPr>
          <a:xfrm>
            <a:off x="85782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9" name="Text Placeholder 11">
            <a:extLst>
              <a:ext uri="{FF2B5EF4-FFF2-40B4-BE49-F238E27FC236}">
                <a16:creationId xmlns:a16="http://schemas.microsoft.com/office/drawing/2014/main" id="{6FC8D2EC-39D1-4154-8306-67F231081AD5}"/>
              </a:ext>
            </a:extLst>
          </p:cNvPr>
          <p:cNvSpPr>
            <a:spLocks noGrp="1"/>
          </p:cNvSpPr>
          <p:nvPr>
            <p:ph type="body" sz="quarter" idx="29"/>
          </p:nvPr>
        </p:nvSpPr>
        <p:spPr>
          <a:xfrm>
            <a:off x="102276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0" name="Text Placeholder 11">
            <a:extLst>
              <a:ext uri="{FF2B5EF4-FFF2-40B4-BE49-F238E27FC236}">
                <a16:creationId xmlns:a16="http://schemas.microsoft.com/office/drawing/2014/main" id="{A4C85EBA-3628-4B96-A145-783BC7DB5012}"/>
              </a:ext>
            </a:extLst>
          </p:cNvPr>
          <p:cNvSpPr>
            <a:spLocks noGrp="1"/>
          </p:cNvSpPr>
          <p:nvPr>
            <p:ph type="body" sz="quarter" idx="30" hasCustomPrompt="1"/>
          </p:nvPr>
        </p:nvSpPr>
        <p:spPr bwMode="gray">
          <a:xfrm>
            <a:off x="338400" y="5227200"/>
            <a:ext cx="11520000" cy="0"/>
          </a:xfrm>
          <a:custGeom>
            <a:avLst/>
            <a:gdLst>
              <a:gd name="connsiteX0" fmla="*/ 0 w 11520000"/>
              <a:gd name="connsiteY0" fmla="*/ 0 h 392400"/>
              <a:gd name="connsiteX1" fmla="*/ 11520000 w 11520000"/>
              <a:gd name="connsiteY1" fmla="*/ 0 h 392400"/>
              <a:gd name="connsiteX2" fmla="*/ 11520000 w 11520000"/>
              <a:gd name="connsiteY2" fmla="*/ 392400 h 392400"/>
              <a:gd name="connsiteX3" fmla="*/ 0 w 11520000"/>
              <a:gd name="connsiteY3" fmla="*/ 392400 h 392400"/>
              <a:gd name="connsiteX4" fmla="*/ 0 w 11520000"/>
              <a:gd name="connsiteY4" fmla="*/ 0 h 392400"/>
              <a:gd name="connsiteX0" fmla="*/ 11520000 w 11611440"/>
              <a:gd name="connsiteY0" fmla="*/ 392400 h 483840"/>
              <a:gd name="connsiteX1" fmla="*/ 0 w 11611440"/>
              <a:gd name="connsiteY1" fmla="*/ 392400 h 483840"/>
              <a:gd name="connsiteX2" fmla="*/ 0 w 11611440"/>
              <a:gd name="connsiteY2" fmla="*/ 0 h 483840"/>
              <a:gd name="connsiteX3" fmla="*/ 11520000 w 11611440"/>
              <a:gd name="connsiteY3" fmla="*/ 0 h 483840"/>
              <a:gd name="connsiteX4" fmla="*/ 11611440 w 11611440"/>
              <a:gd name="connsiteY4" fmla="*/ 483840 h 483840"/>
              <a:gd name="connsiteX0" fmla="*/ 11520000 w 11520000"/>
              <a:gd name="connsiteY0" fmla="*/ 392400 h 392400"/>
              <a:gd name="connsiteX1" fmla="*/ 0 w 11520000"/>
              <a:gd name="connsiteY1" fmla="*/ 392400 h 392400"/>
              <a:gd name="connsiteX2" fmla="*/ 0 w 11520000"/>
              <a:gd name="connsiteY2" fmla="*/ 0 h 392400"/>
              <a:gd name="connsiteX3" fmla="*/ 11520000 w 11520000"/>
              <a:gd name="connsiteY3" fmla="*/ 0 h 392400"/>
              <a:gd name="connsiteX0" fmla="*/ 0 w 11520000"/>
              <a:gd name="connsiteY0" fmla="*/ 392400 h 392400"/>
              <a:gd name="connsiteX1" fmla="*/ 0 w 11520000"/>
              <a:gd name="connsiteY1" fmla="*/ 0 h 392400"/>
              <a:gd name="connsiteX2" fmla="*/ 11520000 w 11520000"/>
              <a:gd name="connsiteY2" fmla="*/ 0 h 392400"/>
              <a:gd name="connsiteX0" fmla="*/ 0 w 11520000"/>
              <a:gd name="connsiteY0" fmla="*/ 0 h 0"/>
              <a:gd name="connsiteX1" fmla="*/ 11520000 w 11520000"/>
              <a:gd name="connsiteY1" fmla="*/ 0 h 0"/>
            </a:gdLst>
            <a:ahLst/>
            <a:cxnLst>
              <a:cxn ang="0">
                <a:pos x="connsiteX0" y="connsiteY0"/>
              </a:cxn>
              <a:cxn ang="0">
                <a:pos x="connsiteX1" y="connsiteY1"/>
              </a:cxn>
            </a:cxnLst>
            <a:rect l="l" t="t" r="r" b="b"/>
            <a:pathLst>
              <a:path w="11520000">
                <a:moveTo>
                  <a:pt x="0" y="0"/>
                </a:moveTo>
                <a:lnTo>
                  <a:pt x="11520000" y="0"/>
                </a:lnTo>
              </a:path>
            </a:pathLst>
          </a:custGeom>
          <a:ln w="15875">
            <a:solidFill>
              <a:schemeClr val="accent4"/>
            </a:solidFill>
            <a:tailEnd type="arrow" w="med" len="sm"/>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1" name="Text Placeholder 11">
            <a:extLst>
              <a:ext uri="{FF2B5EF4-FFF2-40B4-BE49-F238E27FC236}">
                <a16:creationId xmlns:a16="http://schemas.microsoft.com/office/drawing/2014/main" id="{24B2DA46-341A-4D4F-9970-F7FCB405515D}"/>
              </a:ext>
            </a:extLst>
          </p:cNvPr>
          <p:cNvSpPr>
            <a:spLocks noGrp="1"/>
          </p:cNvSpPr>
          <p:nvPr>
            <p:ph type="body" sz="quarter" idx="31" hasCustomPrompt="1"/>
          </p:nvPr>
        </p:nvSpPr>
        <p:spPr>
          <a:xfrm>
            <a:off x="3348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2" name="Text Placeholder 11">
            <a:extLst>
              <a:ext uri="{FF2B5EF4-FFF2-40B4-BE49-F238E27FC236}">
                <a16:creationId xmlns:a16="http://schemas.microsoft.com/office/drawing/2014/main" id="{EED18986-BEAB-4E6C-81DE-64316E13BD03}"/>
              </a:ext>
            </a:extLst>
          </p:cNvPr>
          <p:cNvSpPr>
            <a:spLocks noGrp="1"/>
          </p:cNvSpPr>
          <p:nvPr>
            <p:ph type="body" sz="quarter" idx="32" hasCustomPrompt="1"/>
          </p:nvPr>
        </p:nvSpPr>
        <p:spPr>
          <a:xfrm>
            <a:off x="19836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3" name="Text Placeholder 11">
            <a:extLst>
              <a:ext uri="{FF2B5EF4-FFF2-40B4-BE49-F238E27FC236}">
                <a16:creationId xmlns:a16="http://schemas.microsoft.com/office/drawing/2014/main" id="{DAF1745E-D93E-4B2F-BF38-5CD3330E0402}"/>
              </a:ext>
            </a:extLst>
          </p:cNvPr>
          <p:cNvSpPr>
            <a:spLocks noGrp="1"/>
          </p:cNvSpPr>
          <p:nvPr>
            <p:ph type="body" sz="quarter" idx="33" hasCustomPrompt="1"/>
          </p:nvPr>
        </p:nvSpPr>
        <p:spPr>
          <a:xfrm>
            <a:off x="36324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4" name="Text Placeholder 11">
            <a:extLst>
              <a:ext uri="{FF2B5EF4-FFF2-40B4-BE49-F238E27FC236}">
                <a16:creationId xmlns:a16="http://schemas.microsoft.com/office/drawing/2014/main" id="{429D6633-25A8-4FC0-B518-3616DF6C6530}"/>
              </a:ext>
            </a:extLst>
          </p:cNvPr>
          <p:cNvSpPr>
            <a:spLocks noGrp="1"/>
          </p:cNvSpPr>
          <p:nvPr>
            <p:ph type="body" sz="quarter" idx="34" hasCustomPrompt="1"/>
          </p:nvPr>
        </p:nvSpPr>
        <p:spPr>
          <a:xfrm>
            <a:off x="52812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5" name="Text Placeholder 11">
            <a:extLst>
              <a:ext uri="{FF2B5EF4-FFF2-40B4-BE49-F238E27FC236}">
                <a16:creationId xmlns:a16="http://schemas.microsoft.com/office/drawing/2014/main" id="{ACF9310C-4C08-4791-82FA-D88032731F32}"/>
              </a:ext>
            </a:extLst>
          </p:cNvPr>
          <p:cNvSpPr>
            <a:spLocks noGrp="1"/>
          </p:cNvSpPr>
          <p:nvPr>
            <p:ph type="body" sz="quarter" idx="35" hasCustomPrompt="1"/>
          </p:nvPr>
        </p:nvSpPr>
        <p:spPr>
          <a:xfrm>
            <a:off x="69300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6" name="Text Placeholder 11">
            <a:extLst>
              <a:ext uri="{FF2B5EF4-FFF2-40B4-BE49-F238E27FC236}">
                <a16:creationId xmlns:a16="http://schemas.microsoft.com/office/drawing/2014/main" id="{190FAD99-82FB-4521-87C2-193E1163DE9E}"/>
              </a:ext>
            </a:extLst>
          </p:cNvPr>
          <p:cNvSpPr>
            <a:spLocks noGrp="1"/>
          </p:cNvSpPr>
          <p:nvPr>
            <p:ph type="body" sz="quarter" idx="36" hasCustomPrompt="1"/>
          </p:nvPr>
        </p:nvSpPr>
        <p:spPr>
          <a:xfrm>
            <a:off x="85788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7" name="Text Placeholder 11">
            <a:extLst>
              <a:ext uri="{FF2B5EF4-FFF2-40B4-BE49-F238E27FC236}">
                <a16:creationId xmlns:a16="http://schemas.microsoft.com/office/drawing/2014/main" id="{70230B34-0C99-4086-AE59-3593C6921A24}"/>
              </a:ext>
            </a:extLst>
          </p:cNvPr>
          <p:cNvSpPr>
            <a:spLocks noGrp="1"/>
          </p:cNvSpPr>
          <p:nvPr>
            <p:ph type="body" sz="quarter" idx="37" hasCustomPrompt="1"/>
          </p:nvPr>
        </p:nvSpPr>
        <p:spPr>
          <a:xfrm>
            <a:off x="102276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1916102"/>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Text Placeholder 11">
            <a:extLst>
              <a:ext uri="{FF2B5EF4-FFF2-40B4-BE49-F238E27FC236}">
                <a16:creationId xmlns:a16="http://schemas.microsoft.com/office/drawing/2014/main" id="{5AE7A1D2-DAC3-46BE-AA9A-E1EB0825207A}"/>
              </a:ext>
            </a:extLst>
          </p:cNvPr>
          <p:cNvSpPr>
            <a:spLocks noGrp="1"/>
          </p:cNvSpPr>
          <p:nvPr>
            <p:ph type="body" sz="quarter" idx="17"/>
          </p:nvPr>
        </p:nvSpPr>
        <p:spPr>
          <a:xfrm>
            <a:off x="1980600" y="1916102"/>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Text Placeholder 11">
            <a:extLst>
              <a:ext uri="{FF2B5EF4-FFF2-40B4-BE49-F238E27FC236}">
                <a16:creationId xmlns:a16="http://schemas.microsoft.com/office/drawing/2014/main" id="{3CF0CC0E-6E4F-4BBB-AC3B-74E8C1262776}"/>
              </a:ext>
            </a:extLst>
          </p:cNvPr>
          <p:cNvSpPr>
            <a:spLocks noGrp="1"/>
          </p:cNvSpPr>
          <p:nvPr>
            <p:ph type="body" sz="quarter" idx="18"/>
          </p:nvPr>
        </p:nvSpPr>
        <p:spPr>
          <a:xfrm>
            <a:off x="36300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3" name="Text Placeholder 11">
            <a:extLst>
              <a:ext uri="{FF2B5EF4-FFF2-40B4-BE49-F238E27FC236}">
                <a16:creationId xmlns:a16="http://schemas.microsoft.com/office/drawing/2014/main" id="{F46DB502-496B-4374-80BE-F2A5D51992FE}"/>
              </a:ext>
            </a:extLst>
          </p:cNvPr>
          <p:cNvSpPr>
            <a:spLocks noGrp="1"/>
          </p:cNvSpPr>
          <p:nvPr>
            <p:ph type="body" sz="quarter" idx="19"/>
          </p:nvPr>
        </p:nvSpPr>
        <p:spPr>
          <a:xfrm>
            <a:off x="52794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4" name="Text Placeholder 11">
            <a:extLst>
              <a:ext uri="{FF2B5EF4-FFF2-40B4-BE49-F238E27FC236}">
                <a16:creationId xmlns:a16="http://schemas.microsoft.com/office/drawing/2014/main" id="{4B72E113-B74F-4C8D-B9C6-1799A1DAE158}"/>
              </a:ext>
            </a:extLst>
          </p:cNvPr>
          <p:cNvSpPr>
            <a:spLocks noGrp="1"/>
          </p:cNvSpPr>
          <p:nvPr>
            <p:ph type="body" sz="quarter" idx="20"/>
          </p:nvPr>
        </p:nvSpPr>
        <p:spPr>
          <a:xfrm>
            <a:off x="69288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6" name="Text Placeholder 11">
            <a:extLst>
              <a:ext uri="{FF2B5EF4-FFF2-40B4-BE49-F238E27FC236}">
                <a16:creationId xmlns:a16="http://schemas.microsoft.com/office/drawing/2014/main" id="{FE86579E-E5FB-4B48-A02E-380334B3B7D7}"/>
              </a:ext>
            </a:extLst>
          </p:cNvPr>
          <p:cNvSpPr>
            <a:spLocks noGrp="1"/>
          </p:cNvSpPr>
          <p:nvPr>
            <p:ph type="body" sz="quarter" idx="26"/>
          </p:nvPr>
        </p:nvSpPr>
        <p:spPr>
          <a:xfrm>
            <a:off x="85782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8" name="Text Placeholder 11">
            <a:extLst>
              <a:ext uri="{FF2B5EF4-FFF2-40B4-BE49-F238E27FC236}">
                <a16:creationId xmlns:a16="http://schemas.microsoft.com/office/drawing/2014/main" id="{4FB5AF6E-663D-4AEE-B328-405A089F5CCF}"/>
              </a:ext>
            </a:extLst>
          </p:cNvPr>
          <p:cNvSpPr>
            <a:spLocks noGrp="1"/>
          </p:cNvSpPr>
          <p:nvPr>
            <p:ph type="body" sz="quarter" idx="28"/>
          </p:nvPr>
        </p:nvSpPr>
        <p:spPr>
          <a:xfrm>
            <a:off x="102276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B798486-D620-4807-AC6D-3BD811E629F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76192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meline: fiv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67200" y="26280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2707200" y="2628000"/>
            <a:ext cx="457200" cy="457200"/>
          </a:xfrm>
        </p:spPr>
        <p:txBody>
          <a:bodyPr lIns="0" tIns="0" rIns="0" bIns="0"/>
          <a:lstStyle>
            <a:lvl1pPr algn="ctr">
              <a:defRPr sz="700" b="1"/>
            </a:lvl1pPr>
          </a:lstStyle>
          <a:p>
            <a:r>
              <a:rPr lang="en-US" noProof="0"/>
              <a:t>Please add icon</a:t>
            </a:r>
            <a:endParaRPr lang="en-US"/>
          </a:p>
        </p:txBody>
      </p:sp>
      <p:sp>
        <p:nvSpPr>
          <p:cNvPr id="1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5047200" y="2628000"/>
            <a:ext cx="457200" cy="457200"/>
          </a:xfrm>
        </p:spPr>
        <p:txBody>
          <a:bodyPr lIns="0" tIns="0" rIns="0" bIns="0"/>
          <a:lstStyle>
            <a:lvl1pPr algn="ctr">
              <a:defRPr sz="700" b="1"/>
            </a:lvl1pPr>
          </a:lstStyle>
          <a:p>
            <a:r>
              <a:rPr lang="en-US" noProof="0"/>
              <a:t>Please add icon</a:t>
            </a:r>
            <a:endParaRPr lang="en-US"/>
          </a:p>
        </p:txBody>
      </p:sp>
      <p:sp>
        <p:nvSpPr>
          <p:cNvPr id="16"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7387200" y="2628000"/>
            <a:ext cx="457200" cy="457200"/>
          </a:xfrm>
        </p:spPr>
        <p:txBody>
          <a:bodyPr lIns="0" tIns="0" rIns="0" bIns="0"/>
          <a:lstStyle>
            <a:lvl1pPr algn="ctr">
              <a:defRPr sz="700" b="1"/>
            </a:lvl1pPr>
          </a:lstStyle>
          <a:p>
            <a:r>
              <a:rPr lang="en-US" noProof="0"/>
              <a:t>Please add icon</a:t>
            </a:r>
            <a:endParaRPr lang="en-US"/>
          </a:p>
        </p:txBody>
      </p:sp>
      <p:sp>
        <p:nvSpPr>
          <p:cNvPr id="18"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9727200" y="2628000"/>
            <a:ext cx="457200" cy="457200"/>
          </a:xfrm>
        </p:spPr>
        <p:txBody>
          <a:bodyPr lIns="0" tIns="0" rIns="0" bIns="0"/>
          <a:lstStyle>
            <a:lvl1pPr algn="ctr">
              <a:defRPr sz="700" b="1"/>
            </a:lvl1pPr>
          </a:lstStyle>
          <a:p>
            <a:r>
              <a:rPr lang="en-US" noProof="0"/>
              <a:t>Please add icon</a:t>
            </a:r>
            <a:endParaRPr lang="en-US"/>
          </a:p>
        </p:txBody>
      </p:sp>
      <p:sp>
        <p:nvSpPr>
          <p:cNvPr id="22" name="Text Placeholder 11">
            <a:extLst>
              <a:ext uri="{FF2B5EF4-FFF2-40B4-BE49-F238E27FC236}">
                <a16:creationId xmlns:a16="http://schemas.microsoft.com/office/drawing/2014/main" id="{5CE67186-CCF3-4DDD-89EF-CB4B536BBBF0}"/>
              </a:ext>
            </a:extLst>
          </p:cNvPr>
          <p:cNvSpPr>
            <a:spLocks noGrp="1"/>
          </p:cNvSpPr>
          <p:nvPr>
            <p:ph type="body" sz="quarter" idx="26"/>
          </p:nvPr>
        </p:nvSpPr>
        <p:spPr bwMode="gray">
          <a:xfrm>
            <a:off x="594000" y="3258000"/>
            <a:ext cx="11264400" cy="0"/>
          </a:xfrm>
          <a:custGeom>
            <a:avLst/>
            <a:gdLst>
              <a:gd name="connsiteX0" fmla="*/ 0 w 7652632"/>
              <a:gd name="connsiteY0" fmla="*/ 0 h 174512"/>
              <a:gd name="connsiteX1" fmla="*/ 7652632 w 7652632"/>
              <a:gd name="connsiteY1" fmla="*/ 0 h 174512"/>
              <a:gd name="connsiteX2" fmla="*/ 7652632 w 7652632"/>
              <a:gd name="connsiteY2" fmla="*/ 174512 h 174512"/>
              <a:gd name="connsiteX3" fmla="*/ 0 w 7652632"/>
              <a:gd name="connsiteY3" fmla="*/ 174512 h 174512"/>
              <a:gd name="connsiteX4" fmla="*/ 0 w 7652632"/>
              <a:gd name="connsiteY4" fmla="*/ 0 h 174512"/>
              <a:gd name="connsiteX0" fmla="*/ 0 w 7652632"/>
              <a:gd name="connsiteY0" fmla="*/ 174512 h 265952"/>
              <a:gd name="connsiteX1" fmla="*/ 0 w 7652632"/>
              <a:gd name="connsiteY1" fmla="*/ 0 h 265952"/>
              <a:gd name="connsiteX2" fmla="*/ 7652632 w 7652632"/>
              <a:gd name="connsiteY2" fmla="*/ 0 h 265952"/>
              <a:gd name="connsiteX3" fmla="*/ 7652632 w 7652632"/>
              <a:gd name="connsiteY3" fmla="*/ 174512 h 265952"/>
              <a:gd name="connsiteX4" fmla="*/ 91440 w 7652632"/>
              <a:gd name="connsiteY4" fmla="*/ 265952 h 265952"/>
              <a:gd name="connsiteX0" fmla="*/ 0 w 7652632"/>
              <a:gd name="connsiteY0" fmla="*/ 174512 h 174512"/>
              <a:gd name="connsiteX1" fmla="*/ 0 w 7652632"/>
              <a:gd name="connsiteY1" fmla="*/ 0 h 174512"/>
              <a:gd name="connsiteX2" fmla="*/ 7652632 w 7652632"/>
              <a:gd name="connsiteY2" fmla="*/ 0 h 174512"/>
              <a:gd name="connsiteX3" fmla="*/ 7652632 w 7652632"/>
              <a:gd name="connsiteY3" fmla="*/ 174512 h 174512"/>
              <a:gd name="connsiteX0" fmla="*/ 0 w 7652632"/>
              <a:gd name="connsiteY0" fmla="*/ 0 h 174512"/>
              <a:gd name="connsiteX1" fmla="*/ 7652632 w 7652632"/>
              <a:gd name="connsiteY1" fmla="*/ 0 h 174512"/>
              <a:gd name="connsiteX2" fmla="*/ 7652632 w 7652632"/>
              <a:gd name="connsiteY2" fmla="*/ 174512 h 174512"/>
              <a:gd name="connsiteX0" fmla="*/ 0 w 7652632"/>
              <a:gd name="connsiteY0" fmla="*/ 0 h 0"/>
              <a:gd name="connsiteX1" fmla="*/ 7652632 w 7652632"/>
              <a:gd name="connsiteY1" fmla="*/ 0 h 0"/>
            </a:gdLst>
            <a:ahLst/>
            <a:cxnLst>
              <a:cxn ang="0">
                <a:pos x="connsiteX0" y="connsiteY0"/>
              </a:cxn>
              <a:cxn ang="0">
                <a:pos x="connsiteX1" y="connsiteY1"/>
              </a:cxn>
            </a:cxnLst>
            <a:rect l="l" t="t" r="r" b="b"/>
            <a:pathLst>
              <a:path w="7652632">
                <a:moveTo>
                  <a:pt x="0" y="0"/>
                </a:moveTo>
                <a:lnTo>
                  <a:pt x="7652632" y="0"/>
                </a:lnTo>
              </a:path>
            </a:pathLst>
          </a:custGeom>
          <a:ln w="15875">
            <a:solidFill>
              <a:schemeClr val="accent4"/>
            </a:solidFill>
            <a:tailEnd type="arrow" w="med" len="sm"/>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3" name="Text Placeholder 11">
            <a:extLst>
              <a:ext uri="{FF2B5EF4-FFF2-40B4-BE49-F238E27FC236}">
                <a16:creationId xmlns:a16="http://schemas.microsoft.com/office/drawing/2014/main" id="{976CC6DF-7551-4B6C-A618-D58E9805CE92}"/>
              </a:ext>
            </a:extLst>
          </p:cNvPr>
          <p:cNvSpPr>
            <a:spLocks noGrp="1"/>
          </p:cNvSpPr>
          <p:nvPr>
            <p:ph type="body" sz="quarter" idx="27"/>
          </p:nvPr>
        </p:nvSpPr>
        <p:spPr>
          <a:xfrm>
            <a:off x="54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4" name="Text Placeholder 11">
            <a:extLst>
              <a:ext uri="{FF2B5EF4-FFF2-40B4-BE49-F238E27FC236}">
                <a16:creationId xmlns:a16="http://schemas.microsoft.com/office/drawing/2014/main" id="{55E7D41C-3046-4F7E-8B69-F4C83361509F}"/>
              </a:ext>
            </a:extLst>
          </p:cNvPr>
          <p:cNvSpPr>
            <a:spLocks noGrp="1"/>
          </p:cNvSpPr>
          <p:nvPr>
            <p:ph type="body" sz="quarter" idx="28"/>
          </p:nvPr>
        </p:nvSpPr>
        <p:spPr>
          <a:xfrm>
            <a:off x="288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Text Placeholder 11">
            <a:extLst>
              <a:ext uri="{FF2B5EF4-FFF2-40B4-BE49-F238E27FC236}">
                <a16:creationId xmlns:a16="http://schemas.microsoft.com/office/drawing/2014/main" id="{DAC75856-6BC0-4D21-AF0C-407CC2A03047}"/>
              </a:ext>
            </a:extLst>
          </p:cNvPr>
          <p:cNvSpPr>
            <a:spLocks noGrp="1"/>
          </p:cNvSpPr>
          <p:nvPr>
            <p:ph type="body" sz="quarter" idx="29"/>
          </p:nvPr>
        </p:nvSpPr>
        <p:spPr>
          <a:xfrm>
            <a:off x="522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Text Placeholder 11">
            <a:extLst>
              <a:ext uri="{FF2B5EF4-FFF2-40B4-BE49-F238E27FC236}">
                <a16:creationId xmlns:a16="http://schemas.microsoft.com/office/drawing/2014/main" id="{ECF624F4-7D6E-415F-B67F-32ED309EB60C}"/>
              </a:ext>
            </a:extLst>
          </p:cNvPr>
          <p:cNvSpPr>
            <a:spLocks noGrp="1"/>
          </p:cNvSpPr>
          <p:nvPr>
            <p:ph type="body" sz="quarter" idx="30"/>
          </p:nvPr>
        </p:nvSpPr>
        <p:spPr>
          <a:xfrm>
            <a:off x="756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Text Placeholder 11">
            <a:extLst>
              <a:ext uri="{FF2B5EF4-FFF2-40B4-BE49-F238E27FC236}">
                <a16:creationId xmlns:a16="http://schemas.microsoft.com/office/drawing/2014/main" id="{EB82237B-1203-4191-BF1A-5B4068747CF6}"/>
              </a:ext>
            </a:extLst>
          </p:cNvPr>
          <p:cNvSpPr>
            <a:spLocks noGrp="1"/>
          </p:cNvSpPr>
          <p:nvPr>
            <p:ph type="body" sz="quarter" idx="31"/>
          </p:nvPr>
        </p:nvSpPr>
        <p:spPr>
          <a:xfrm>
            <a:off x="990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54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3"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288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5"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522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7"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756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9"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990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58D6B7A-9754-4804-8F5A-2118F4CADF5E}"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767893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meline: eight icons &amp; text boxes">
    <p:spTree>
      <p:nvGrpSpPr>
        <p:cNvPr id="1" name=""/>
        <p:cNvGrpSpPr/>
        <p:nvPr/>
      </p:nvGrpSpPr>
      <p:grpSpPr>
        <a:xfrm>
          <a:off x="0" y="0"/>
          <a:ext cx="0" cy="0"/>
          <a:chOff x="0" y="0"/>
          <a:chExt cx="0" cy="0"/>
        </a:xfrm>
      </p:grpSpPr>
      <p:sp>
        <p:nvSpPr>
          <p:cNvPr id="34" name="Text Placeholder 11">
            <a:extLst>
              <a:ext uri="{FF2B5EF4-FFF2-40B4-BE49-F238E27FC236}">
                <a16:creationId xmlns:a16="http://schemas.microsoft.com/office/drawing/2014/main" id="{9F115F95-ABE8-402C-A02F-266D5B211E49}"/>
              </a:ext>
            </a:extLst>
          </p:cNvPr>
          <p:cNvSpPr>
            <a:spLocks noGrp="1"/>
          </p:cNvSpPr>
          <p:nvPr>
            <p:ph type="body" sz="quarter" idx="32"/>
          </p:nvPr>
        </p:nvSpPr>
        <p:spPr bwMode="gray">
          <a:xfrm>
            <a:off x="558000" y="3258000"/>
            <a:ext cx="11296800" cy="0"/>
          </a:xfrm>
          <a:custGeom>
            <a:avLst/>
            <a:gdLst>
              <a:gd name="connsiteX0" fmla="*/ 0 w 1152000"/>
              <a:gd name="connsiteY0" fmla="*/ 0 h 93031"/>
              <a:gd name="connsiteX1" fmla="*/ 1152000 w 1152000"/>
              <a:gd name="connsiteY1" fmla="*/ 0 h 93031"/>
              <a:gd name="connsiteX2" fmla="*/ 1152000 w 1152000"/>
              <a:gd name="connsiteY2" fmla="*/ 93031 h 93031"/>
              <a:gd name="connsiteX3" fmla="*/ 0 w 1152000"/>
              <a:gd name="connsiteY3" fmla="*/ 93031 h 93031"/>
              <a:gd name="connsiteX4" fmla="*/ 0 w 1152000"/>
              <a:gd name="connsiteY4" fmla="*/ 0 h 93031"/>
              <a:gd name="connsiteX0" fmla="*/ 1152000 w 1243440"/>
              <a:gd name="connsiteY0" fmla="*/ 93031 h 184471"/>
              <a:gd name="connsiteX1" fmla="*/ 0 w 1243440"/>
              <a:gd name="connsiteY1" fmla="*/ 93031 h 184471"/>
              <a:gd name="connsiteX2" fmla="*/ 0 w 1243440"/>
              <a:gd name="connsiteY2" fmla="*/ 0 h 184471"/>
              <a:gd name="connsiteX3" fmla="*/ 1152000 w 1243440"/>
              <a:gd name="connsiteY3" fmla="*/ 0 h 184471"/>
              <a:gd name="connsiteX4" fmla="*/ 1243440 w 1243440"/>
              <a:gd name="connsiteY4" fmla="*/ 184471 h 184471"/>
              <a:gd name="connsiteX0" fmla="*/ 1152000 w 1152000"/>
              <a:gd name="connsiteY0" fmla="*/ 93031 h 93031"/>
              <a:gd name="connsiteX1" fmla="*/ 0 w 1152000"/>
              <a:gd name="connsiteY1" fmla="*/ 93031 h 93031"/>
              <a:gd name="connsiteX2" fmla="*/ 0 w 1152000"/>
              <a:gd name="connsiteY2" fmla="*/ 0 h 93031"/>
              <a:gd name="connsiteX3" fmla="*/ 1152000 w 1152000"/>
              <a:gd name="connsiteY3" fmla="*/ 0 h 93031"/>
              <a:gd name="connsiteX0" fmla="*/ 0 w 1152000"/>
              <a:gd name="connsiteY0" fmla="*/ 93031 h 93031"/>
              <a:gd name="connsiteX1" fmla="*/ 0 w 1152000"/>
              <a:gd name="connsiteY1" fmla="*/ 0 h 93031"/>
              <a:gd name="connsiteX2" fmla="*/ 1152000 w 1152000"/>
              <a:gd name="connsiteY2" fmla="*/ 0 h 93031"/>
              <a:gd name="connsiteX0" fmla="*/ 0 w 1152000"/>
              <a:gd name="connsiteY0" fmla="*/ 0 h 0"/>
              <a:gd name="connsiteX1" fmla="*/ 1152000 w 1152000"/>
              <a:gd name="connsiteY1" fmla="*/ 0 h 0"/>
            </a:gdLst>
            <a:ahLst/>
            <a:cxnLst>
              <a:cxn ang="0">
                <a:pos x="connsiteX0" y="connsiteY0"/>
              </a:cxn>
              <a:cxn ang="0">
                <a:pos x="connsiteX1" y="connsiteY1"/>
              </a:cxn>
            </a:cxnLst>
            <a:rect l="l" t="t" r="r" b="b"/>
            <a:pathLst>
              <a:path w="1152000">
                <a:moveTo>
                  <a:pt x="0" y="0"/>
                </a:moveTo>
                <a:lnTo>
                  <a:pt x="1152000" y="0"/>
                </a:lnTo>
              </a:path>
            </a:pathLst>
          </a:custGeom>
          <a:ln w="15875">
            <a:solidFill>
              <a:schemeClr val="accent4"/>
            </a:solidFill>
            <a:tailEnd type="arrow" w="med" len="sm"/>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67200" y="26280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1789714" y="2628000"/>
            <a:ext cx="457200" cy="457200"/>
          </a:xfrm>
        </p:spPr>
        <p:txBody>
          <a:bodyPr lIns="0" tIns="0" rIns="0" bIns="0"/>
          <a:lstStyle>
            <a:lvl1pPr algn="ctr">
              <a:defRPr sz="700" b="1"/>
            </a:lvl1pPr>
          </a:lstStyle>
          <a:p>
            <a:r>
              <a:rPr lang="en-US" noProof="0"/>
              <a:t>Please add icon</a:t>
            </a:r>
            <a:endParaRPr lang="en-US"/>
          </a:p>
        </p:txBody>
      </p:sp>
      <p:sp>
        <p:nvSpPr>
          <p:cNvPr id="1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3212228" y="2628000"/>
            <a:ext cx="457200" cy="457200"/>
          </a:xfrm>
        </p:spPr>
        <p:txBody>
          <a:bodyPr lIns="0" tIns="0" rIns="0" bIns="0"/>
          <a:lstStyle>
            <a:lvl1pPr algn="ctr">
              <a:defRPr sz="700" b="1"/>
            </a:lvl1pPr>
          </a:lstStyle>
          <a:p>
            <a:r>
              <a:rPr lang="en-US" noProof="0"/>
              <a:t>Please add icon</a:t>
            </a:r>
            <a:endParaRPr lang="en-US"/>
          </a:p>
        </p:txBody>
      </p:sp>
      <p:sp>
        <p:nvSpPr>
          <p:cNvPr id="16"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4634742" y="2628000"/>
            <a:ext cx="457200" cy="457200"/>
          </a:xfrm>
        </p:spPr>
        <p:txBody>
          <a:bodyPr lIns="0" tIns="0" rIns="0" bIns="0"/>
          <a:lstStyle>
            <a:lvl1pPr algn="ctr">
              <a:defRPr sz="700" b="1"/>
            </a:lvl1pPr>
          </a:lstStyle>
          <a:p>
            <a:r>
              <a:rPr lang="en-US" noProof="0"/>
              <a:t>Please add icon</a:t>
            </a:r>
            <a:endParaRPr lang="en-US"/>
          </a:p>
        </p:txBody>
      </p:sp>
      <p:sp>
        <p:nvSpPr>
          <p:cNvPr id="18"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6057256" y="2628000"/>
            <a:ext cx="457200" cy="457200"/>
          </a:xfrm>
        </p:spPr>
        <p:txBody>
          <a:bodyPr lIns="0" tIns="0" rIns="0" bIns="0"/>
          <a:lstStyle>
            <a:lvl1pPr algn="ctr">
              <a:defRPr sz="700" b="1"/>
            </a:lvl1pPr>
          </a:lstStyle>
          <a:p>
            <a:r>
              <a:rPr lang="en-US" noProof="0"/>
              <a:t>Please add icon</a:t>
            </a:r>
            <a:endParaRPr lang="en-US"/>
          </a:p>
        </p:txBody>
      </p:sp>
      <p:sp>
        <p:nvSpPr>
          <p:cNvPr id="28" name="Picture Placeholder 10">
            <a:extLst>
              <a:ext uri="{FF2B5EF4-FFF2-40B4-BE49-F238E27FC236}">
                <a16:creationId xmlns:a16="http://schemas.microsoft.com/office/drawing/2014/main" id="{BE766B07-3708-4890-9255-CC2A2A5CECBF}"/>
              </a:ext>
            </a:extLst>
          </p:cNvPr>
          <p:cNvSpPr>
            <a:spLocks noGrp="1"/>
          </p:cNvSpPr>
          <p:nvPr>
            <p:ph type="pic" sz="quarter" idx="26" hasCustomPrompt="1"/>
          </p:nvPr>
        </p:nvSpPr>
        <p:spPr>
          <a:xfrm>
            <a:off x="7479770" y="2628000"/>
            <a:ext cx="457200" cy="457200"/>
          </a:xfrm>
        </p:spPr>
        <p:txBody>
          <a:bodyPr lIns="0" tIns="0" rIns="0" bIns="0"/>
          <a:lstStyle>
            <a:lvl1pPr algn="ctr">
              <a:defRPr sz="700" b="1"/>
            </a:lvl1pPr>
          </a:lstStyle>
          <a:p>
            <a:r>
              <a:rPr lang="en-US" noProof="0"/>
              <a:t>Please add icon</a:t>
            </a:r>
            <a:endParaRPr lang="en-US"/>
          </a:p>
        </p:txBody>
      </p:sp>
      <p:sp>
        <p:nvSpPr>
          <p:cNvPr id="30" name="Picture Placeholder 10">
            <a:extLst>
              <a:ext uri="{FF2B5EF4-FFF2-40B4-BE49-F238E27FC236}">
                <a16:creationId xmlns:a16="http://schemas.microsoft.com/office/drawing/2014/main" id="{65E2D852-BE36-42A3-A2B8-94EA0CA4EE6D}"/>
              </a:ext>
            </a:extLst>
          </p:cNvPr>
          <p:cNvSpPr>
            <a:spLocks noGrp="1"/>
          </p:cNvSpPr>
          <p:nvPr>
            <p:ph type="pic" sz="quarter" idx="28" hasCustomPrompt="1"/>
          </p:nvPr>
        </p:nvSpPr>
        <p:spPr>
          <a:xfrm>
            <a:off x="8902284" y="2628000"/>
            <a:ext cx="457200" cy="457200"/>
          </a:xfrm>
        </p:spPr>
        <p:txBody>
          <a:bodyPr lIns="0" tIns="0" rIns="0" bIns="0"/>
          <a:lstStyle>
            <a:lvl1pPr algn="ctr">
              <a:defRPr sz="700" b="1"/>
            </a:lvl1pPr>
          </a:lstStyle>
          <a:p>
            <a:r>
              <a:rPr lang="en-US" noProof="0"/>
              <a:t>Please add icon</a:t>
            </a:r>
            <a:endParaRPr lang="en-US"/>
          </a:p>
        </p:txBody>
      </p:sp>
      <p:sp>
        <p:nvSpPr>
          <p:cNvPr id="32" name="Picture Placeholder 10">
            <a:extLst>
              <a:ext uri="{FF2B5EF4-FFF2-40B4-BE49-F238E27FC236}">
                <a16:creationId xmlns:a16="http://schemas.microsoft.com/office/drawing/2014/main" id="{47866753-9238-4EF3-9507-1A1A08058E9C}"/>
              </a:ext>
            </a:extLst>
          </p:cNvPr>
          <p:cNvSpPr>
            <a:spLocks noGrp="1"/>
          </p:cNvSpPr>
          <p:nvPr>
            <p:ph type="pic" sz="quarter" idx="30" hasCustomPrompt="1"/>
          </p:nvPr>
        </p:nvSpPr>
        <p:spPr>
          <a:xfrm>
            <a:off x="10324800" y="2628000"/>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C6B1807F-9211-4322-A9DE-43E7460326F6}"/>
              </a:ext>
            </a:extLst>
          </p:cNvPr>
          <p:cNvSpPr>
            <a:spLocks noGrp="1"/>
          </p:cNvSpPr>
          <p:nvPr>
            <p:ph type="body" sz="quarter" idx="33"/>
          </p:nvPr>
        </p:nvSpPr>
        <p:spPr>
          <a:xfrm>
            <a:off x="54360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6" name="Text Placeholder 11">
            <a:extLst>
              <a:ext uri="{FF2B5EF4-FFF2-40B4-BE49-F238E27FC236}">
                <a16:creationId xmlns:a16="http://schemas.microsoft.com/office/drawing/2014/main" id="{713703C9-52F7-41B2-8F89-4F2E87FC5B78}"/>
              </a:ext>
            </a:extLst>
          </p:cNvPr>
          <p:cNvSpPr>
            <a:spLocks noGrp="1"/>
          </p:cNvSpPr>
          <p:nvPr>
            <p:ph type="body" sz="quarter" idx="34"/>
          </p:nvPr>
        </p:nvSpPr>
        <p:spPr>
          <a:xfrm>
            <a:off x="1966114"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7" name="Text Placeholder 11">
            <a:extLst>
              <a:ext uri="{FF2B5EF4-FFF2-40B4-BE49-F238E27FC236}">
                <a16:creationId xmlns:a16="http://schemas.microsoft.com/office/drawing/2014/main" id="{CD7859A9-DEAC-44BA-90B2-C59341DD7AA5}"/>
              </a:ext>
            </a:extLst>
          </p:cNvPr>
          <p:cNvSpPr>
            <a:spLocks noGrp="1"/>
          </p:cNvSpPr>
          <p:nvPr>
            <p:ph type="body" sz="quarter" idx="35"/>
          </p:nvPr>
        </p:nvSpPr>
        <p:spPr>
          <a:xfrm>
            <a:off x="3388628"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8" name="Text Placeholder 11">
            <a:extLst>
              <a:ext uri="{FF2B5EF4-FFF2-40B4-BE49-F238E27FC236}">
                <a16:creationId xmlns:a16="http://schemas.microsoft.com/office/drawing/2014/main" id="{F2B89E32-E735-4545-BDE1-3CA3BEDF7DE6}"/>
              </a:ext>
            </a:extLst>
          </p:cNvPr>
          <p:cNvSpPr>
            <a:spLocks noGrp="1"/>
          </p:cNvSpPr>
          <p:nvPr>
            <p:ph type="body" sz="quarter" idx="36"/>
          </p:nvPr>
        </p:nvSpPr>
        <p:spPr>
          <a:xfrm>
            <a:off x="4811142"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9" name="Text Placeholder 11">
            <a:extLst>
              <a:ext uri="{FF2B5EF4-FFF2-40B4-BE49-F238E27FC236}">
                <a16:creationId xmlns:a16="http://schemas.microsoft.com/office/drawing/2014/main" id="{79DB9110-B5F8-423A-A697-8591E76C9EE4}"/>
              </a:ext>
            </a:extLst>
          </p:cNvPr>
          <p:cNvSpPr>
            <a:spLocks noGrp="1"/>
          </p:cNvSpPr>
          <p:nvPr>
            <p:ph type="body" sz="quarter" idx="37"/>
          </p:nvPr>
        </p:nvSpPr>
        <p:spPr>
          <a:xfrm>
            <a:off x="6233656"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0" name="Text Placeholder 11">
            <a:extLst>
              <a:ext uri="{FF2B5EF4-FFF2-40B4-BE49-F238E27FC236}">
                <a16:creationId xmlns:a16="http://schemas.microsoft.com/office/drawing/2014/main" id="{4A113945-5C37-4C98-9F22-2E8E222896F0}"/>
              </a:ext>
            </a:extLst>
          </p:cNvPr>
          <p:cNvSpPr>
            <a:spLocks noGrp="1"/>
          </p:cNvSpPr>
          <p:nvPr>
            <p:ph type="body" sz="quarter" idx="38"/>
          </p:nvPr>
        </p:nvSpPr>
        <p:spPr>
          <a:xfrm>
            <a:off x="765617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1" name="Text Placeholder 11">
            <a:extLst>
              <a:ext uri="{FF2B5EF4-FFF2-40B4-BE49-F238E27FC236}">
                <a16:creationId xmlns:a16="http://schemas.microsoft.com/office/drawing/2014/main" id="{6CFB8023-5E64-4185-A3F2-D0F8FCB194A8}"/>
              </a:ext>
            </a:extLst>
          </p:cNvPr>
          <p:cNvSpPr>
            <a:spLocks noGrp="1"/>
          </p:cNvSpPr>
          <p:nvPr>
            <p:ph type="body" sz="quarter" idx="39"/>
          </p:nvPr>
        </p:nvSpPr>
        <p:spPr>
          <a:xfrm>
            <a:off x="9078684"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2" name="Text Placeholder 11">
            <a:extLst>
              <a:ext uri="{FF2B5EF4-FFF2-40B4-BE49-F238E27FC236}">
                <a16:creationId xmlns:a16="http://schemas.microsoft.com/office/drawing/2014/main" id="{E41837A5-5A9E-4304-9788-7F565C602441}"/>
              </a:ext>
            </a:extLst>
          </p:cNvPr>
          <p:cNvSpPr>
            <a:spLocks noGrp="1"/>
          </p:cNvSpPr>
          <p:nvPr>
            <p:ph type="body" sz="quarter" idx="40"/>
          </p:nvPr>
        </p:nvSpPr>
        <p:spPr>
          <a:xfrm>
            <a:off x="1050120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54360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1" name="Text Placeholder 11">
            <a:extLst>
              <a:ext uri="{FF2B5EF4-FFF2-40B4-BE49-F238E27FC236}">
                <a16:creationId xmlns:a16="http://schemas.microsoft.com/office/drawing/2014/main" id="{4D6AB49F-5CDC-4EA4-8AD2-A427B0E0BBA5}"/>
              </a:ext>
            </a:extLst>
          </p:cNvPr>
          <p:cNvSpPr>
            <a:spLocks noGrp="1"/>
          </p:cNvSpPr>
          <p:nvPr>
            <p:ph type="body" sz="quarter" idx="41"/>
          </p:nvPr>
        </p:nvSpPr>
        <p:spPr>
          <a:xfrm>
            <a:off x="1966114"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2" name="Text Placeholder 11">
            <a:extLst>
              <a:ext uri="{FF2B5EF4-FFF2-40B4-BE49-F238E27FC236}">
                <a16:creationId xmlns:a16="http://schemas.microsoft.com/office/drawing/2014/main" id="{F463238E-B23C-4F7A-B1CE-7F163AD95E4B}"/>
              </a:ext>
            </a:extLst>
          </p:cNvPr>
          <p:cNvSpPr>
            <a:spLocks noGrp="1"/>
          </p:cNvSpPr>
          <p:nvPr>
            <p:ph type="body" sz="quarter" idx="42"/>
          </p:nvPr>
        </p:nvSpPr>
        <p:spPr>
          <a:xfrm>
            <a:off x="3388628"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3" name="Text Placeholder 11">
            <a:extLst>
              <a:ext uri="{FF2B5EF4-FFF2-40B4-BE49-F238E27FC236}">
                <a16:creationId xmlns:a16="http://schemas.microsoft.com/office/drawing/2014/main" id="{5DB448C2-2659-44FA-83F9-45594F8D9494}"/>
              </a:ext>
            </a:extLst>
          </p:cNvPr>
          <p:cNvSpPr>
            <a:spLocks noGrp="1"/>
          </p:cNvSpPr>
          <p:nvPr>
            <p:ph type="body" sz="quarter" idx="43"/>
          </p:nvPr>
        </p:nvSpPr>
        <p:spPr>
          <a:xfrm>
            <a:off x="4811142"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4" name="Text Placeholder 11">
            <a:extLst>
              <a:ext uri="{FF2B5EF4-FFF2-40B4-BE49-F238E27FC236}">
                <a16:creationId xmlns:a16="http://schemas.microsoft.com/office/drawing/2014/main" id="{0790F9F6-D5F4-45A2-A221-F081E5C91D0B}"/>
              </a:ext>
            </a:extLst>
          </p:cNvPr>
          <p:cNvSpPr>
            <a:spLocks noGrp="1"/>
          </p:cNvSpPr>
          <p:nvPr>
            <p:ph type="body" sz="quarter" idx="44"/>
          </p:nvPr>
        </p:nvSpPr>
        <p:spPr>
          <a:xfrm>
            <a:off x="6233656"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5" name="Text Placeholder 11">
            <a:extLst>
              <a:ext uri="{FF2B5EF4-FFF2-40B4-BE49-F238E27FC236}">
                <a16:creationId xmlns:a16="http://schemas.microsoft.com/office/drawing/2014/main" id="{D2ADD6FC-36B5-4CFB-851C-0D31F197AB4A}"/>
              </a:ext>
            </a:extLst>
          </p:cNvPr>
          <p:cNvSpPr>
            <a:spLocks noGrp="1"/>
          </p:cNvSpPr>
          <p:nvPr>
            <p:ph type="body" sz="quarter" idx="45"/>
          </p:nvPr>
        </p:nvSpPr>
        <p:spPr>
          <a:xfrm>
            <a:off x="765617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6" name="Text Placeholder 11">
            <a:extLst>
              <a:ext uri="{FF2B5EF4-FFF2-40B4-BE49-F238E27FC236}">
                <a16:creationId xmlns:a16="http://schemas.microsoft.com/office/drawing/2014/main" id="{021BC5A5-67A6-48CA-A81C-99793628929B}"/>
              </a:ext>
            </a:extLst>
          </p:cNvPr>
          <p:cNvSpPr>
            <a:spLocks noGrp="1"/>
          </p:cNvSpPr>
          <p:nvPr>
            <p:ph type="body" sz="quarter" idx="46"/>
          </p:nvPr>
        </p:nvSpPr>
        <p:spPr>
          <a:xfrm>
            <a:off x="9078684"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7" name="Text Placeholder 11">
            <a:extLst>
              <a:ext uri="{FF2B5EF4-FFF2-40B4-BE49-F238E27FC236}">
                <a16:creationId xmlns:a16="http://schemas.microsoft.com/office/drawing/2014/main" id="{FB6B97BC-758E-4B5D-BE93-360237912AC9}"/>
              </a:ext>
            </a:extLst>
          </p:cNvPr>
          <p:cNvSpPr>
            <a:spLocks noGrp="1"/>
          </p:cNvSpPr>
          <p:nvPr>
            <p:ph type="body" sz="quarter" idx="47"/>
          </p:nvPr>
        </p:nvSpPr>
        <p:spPr>
          <a:xfrm>
            <a:off x="1050120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0A194E1-1044-493D-918F-B69AC62FD76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2082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4A38730-8F41-4295-B8CF-123547F4AF8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100562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8371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2" name="Tag line">
            <a:extLst>
              <a:ext uri="{FF2B5EF4-FFF2-40B4-BE49-F238E27FC236}">
                <a16:creationId xmlns:a16="http://schemas.microsoft.com/office/drawing/2014/main" id="{6B3816BE-27EB-D6FA-366D-A467FA34B9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528313" y="2826823"/>
            <a:ext cx="5135380" cy="1165171"/>
          </a:xfrm>
          <a:prstGeom prst="rect">
            <a:avLst/>
          </a:prstGeom>
        </p:spPr>
      </p:pic>
      <p:sp>
        <p:nvSpPr>
          <p:cNvPr id="3" name="Rectangle 2">
            <a:extLst>
              <a:ext uri="{FF2B5EF4-FFF2-40B4-BE49-F238E27FC236}">
                <a16:creationId xmlns:a16="http://schemas.microsoft.com/office/drawing/2014/main" id="{B04CEB8C-9FB2-7FEF-DEA7-50BB992EC21A}"/>
              </a:ext>
            </a:extLst>
          </p:cNvPr>
          <p:cNvSpPr/>
          <p:nvPr userDrawn="1"/>
        </p:nvSpPr>
        <p:spPr bwMode="gray">
          <a:xfrm>
            <a:off x="0" y="0"/>
            <a:ext cx="12192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pic>
        <p:nvPicPr>
          <p:cNvPr id="4" name="Logo">
            <a:extLst>
              <a:ext uri="{FF2B5EF4-FFF2-40B4-BE49-F238E27FC236}">
                <a16:creationId xmlns:a16="http://schemas.microsoft.com/office/drawing/2014/main" id="{A9ADE4CC-155D-8DBE-55E3-24F0D81916F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526694" y="2826823"/>
            <a:ext cx="3138612" cy="1204354"/>
          </a:xfrm>
          <a:prstGeom prst="rect">
            <a:avLst/>
          </a:prstGeom>
        </p:spPr>
      </p:pic>
    </p:spTree>
    <p:extLst>
      <p:ext uri="{BB962C8B-B14F-4D97-AF65-F5344CB8AC3E}">
        <p14:creationId xmlns:p14="http://schemas.microsoft.com/office/powerpoint/2010/main" val="968821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nodeType="withEffect">
                                  <p:stCondLst>
                                    <p:cond delay="0"/>
                                  </p:stCondLst>
                                  <p:childTnLst>
                                    <p:animScale>
                                      <p:cBhvr>
                                        <p:cTn id="9" dur="10" fill="hold"/>
                                        <p:tgtEl>
                                          <p:spTgt spid="4"/>
                                        </p:tgtEl>
                                      </p:cBhvr>
                                      <p:by x="125000" y="125000"/>
                                    </p:animScale>
                                  </p:childTnLst>
                                </p:cTn>
                              </p:par>
                              <p:par>
                                <p:cTn id="10" presetID="6" presetClass="emph" presetSubtype="0" decel="100000" fill="hold" nodeType="withEffect">
                                  <p:stCondLst>
                                    <p:cond delay="0"/>
                                  </p:stCondLst>
                                  <p:childTnLst>
                                    <p:animScale>
                                      <p:cBhvr>
                                        <p:cTn id="11" dur="750" fill="hold"/>
                                        <p:tgtEl>
                                          <p:spTgt spid="4"/>
                                        </p:tgtEl>
                                      </p:cBhvr>
                                      <p:by x="80000" y="80000"/>
                                    </p:animScale>
                                  </p:childTnLst>
                                </p:cTn>
                              </p:par>
                              <p:par>
                                <p:cTn id="12" presetID="10" presetClass="exit" presetSubtype="0" fill="hold" nodeType="withEffect">
                                  <p:stCondLst>
                                    <p:cond delay="1000"/>
                                  </p:stCondLst>
                                  <p:childTnLst>
                                    <p:animEffect transition="out" filter="fade">
                                      <p:cBhvr>
                                        <p:cTn id="13" dur="500"/>
                                        <p:tgtEl>
                                          <p:spTgt spid="4"/>
                                        </p:tgtEl>
                                      </p:cBhvr>
                                    </p:animEffect>
                                    <p:set>
                                      <p:cBhvr>
                                        <p:cTn id="14" dur="1" fill="hold">
                                          <p:stCondLst>
                                            <p:cond delay="499"/>
                                          </p:stCondLst>
                                        </p:cTn>
                                        <p:tgtEl>
                                          <p:spTgt spid="4"/>
                                        </p:tgtEl>
                                        <p:attrNameLst>
                                          <p:attrName>style.visibility</p:attrName>
                                        </p:attrNameLst>
                                      </p:cBhvr>
                                      <p:to>
                                        <p:strVal val="hidden"/>
                                      </p:to>
                                    </p:set>
                                  </p:childTnLst>
                                </p:cTn>
                              </p:par>
                              <p:par>
                                <p:cTn id="15" presetID="10" presetClass="exit" presetSubtype="0" fill="hold" grpId="0" nodeType="withEffect">
                                  <p:stCondLst>
                                    <p:cond delay="1000"/>
                                  </p:stCondLst>
                                  <p:childTnLst>
                                    <p:animEffect transition="out" filter="fade">
                                      <p:cBhvr>
                                        <p:cTn id="16" dur="500"/>
                                        <p:tgtEl>
                                          <p:spTgt spid="3"/>
                                        </p:tgtEl>
                                      </p:cBhvr>
                                    </p:animEffect>
                                    <p:set>
                                      <p:cBhvr>
                                        <p:cTn id="17" dur="1" fill="hold">
                                          <p:stCondLst>
                                            <p:cond delay="499"/>
                                          </p:stCondLst>
                                        </p:cTn>
                                        <p:tgtEl>
                                          <p:spTgt spid="3"/>
                                        </p:tgtEl>
                                        <p:attrNameLst>
                                          <p:attrName>style.visibility</p:attrName>
                                        </p:attrNameLst>
                                      </p:cBhvr>
                                      <p:to>
                                        <p:strVal val="hidden"/>
                                      </p:to>
                                    </p:se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4256188" y="1336538"/>
            <a:ext cx="2772000" cy="490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sz="1600">
                <a:latin typeface="+mn-lt"/>
                <a:cs typeface="Arial" panose="020B0604020202020204" pitchFamily="34" charset="0"/>
              </a:rPr>
              <a:t>PICTURES</a:t>
            </a:r>
            <a:br>
              <a:rPr lang="en-US" sz="900">
                <a:latin typeface="+mn-lt"/>
                <a:cs typeface="Arial" panose="020B0604020202020204" pitchFamily="34" charset="0"/>
              </a:rPr>
            </a:br>
            <a:r>
              <a:rPr lang="en-US" sz="900" b="1" noProof="1">
                <a:solidFill>
                  <a:schemeClr val="tx1"/>
                </a:solidFill>
                <a:latin typeface="+mn-lt"/>
                <a:cs typeface="Arial" panose="020B0604020202020204" pitchFamily="34" charset="0"/>
              </a:rPr>
              <a:t>Insert corporate picture from Templafy</a:t>
            </a:r>
            <a:endParaRPr lang="en-US"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noProof="1">
                <a:solidFill>
                  <a:schemeClr val="tx1"/>
                </a:solidFill>
                <a:latin typeface="+mn-lt"/>
                <a:cs typeface="Arial" panose="020B0604020202020204" pitchFamily="34" charset="0"/>
              </a:rPr>
              <a:t>1.</a:t>
            </a:r>
            <a:r>
              <a:rPr lang="en-US" altLang="da-DK" sz="900" b="0" noProof="1">
                <a:solidFill>
                  <a:schemeClr val="tx1"/>
                </a:solidFill>
                <a:latin typeface="+mn-lt"/>
                <a:cs typeface="Arial" panose="020B0604020202020204" pitchFamily="34" charset="0"/>
              </a:rPr>
              <a:t> Click the blue </a:t>
            </a:r>
            <a:r>
              <a:rPr lang="en-US" altLang="da-DK" sz="900" b="1" baseline="0" noProof="1">
                <a:solidFill>
                  <a:schemeClr val="tx1"/>
                </a:solidFill>
                <a:latin typeface="+mn-lt"/>
                <a:cs typeface="Arial" panose="020B0604020202020204" pitchFamily="34" charset="0"/>
              </a:rPr>
              <a:t>Templafy </a:t>
            </a:r>
            <a:r>
              <a:rPr lang="en-US" altLang="da-DK" sz="900" b="0" baseline="0" noProof="1">
                <a:solidFill>
                  <a:schemeClr val="tx1"/>
                </a:solidFill>
                <a:latin typeface="+mn-lt"/>
                <a:cs typeface="Arial" panose="020B0604020202020204" pitchFamily="34" charset="0"/>
              </a:rPr>
              <a:t>button to view T</a:t>
            </a:r>
            <a:br>
              <a:rPr lang="en-US" altLang="da-DK" sz="900" b="0" baseline="0" noProof="1">
                <a:solidFill>
                  <a:schemeClr val="tx1"/>
                </a:solidFill>
                <a:latin typeface="+mn-lt"/>
                <a:cs typeface="Arial" panose="020B0604020202020204" pitchFamily="34" charset="0"/>
              </a:rPr>
            </a:br>
            <a:r>
              <a:rPr lang="en-US" altLang="da-DK" sz="900" b="0" baseline="0" noProof="1">
                <a:solidFill>
                  <a:schemeClr val="tx1"/>
                </a:solidFill>
                <a:latin typeface="+mn-lt"/>
                <a:cs typeface="Arial" panose="020B0604020202020204" pitchFamily="34" charset="0"/>
              </a:rPr>
              <a:t>emplafy pane on right side of the screen, if it </a:t>
            </a:r>
            <a:br>
              <a:rPr lang="en-US" altLang="da-DK" sz="900" b="0" baseline="0" noProof="1">
                <a:solidFill>
                  <a:schemeClr val="tx1"/>
                </a:solidFill>
                <a:latin typeface="+mn-lt"/>
                <a:cs typeface="Arial" panose="020B0604020202020204" pitchFamily="34" charset="0"/>
              </a:rPr>
            </a:br>
            <a:r>
              <a:rPr lang="en-US" altLang="da-DK" sz="900" b="0" baseline="0" noProof="1">
                <a:solidFill>
                  <a:schemeClr val="tx1"/>
                </a:solidFill>
                <a:latin typeface="+mn-lt"/>
                <a:cs typeface="Arial" panose="020B0604020202020204" pitchFamily="34" charset="0"/>
              </a:rPr>
              <a:t>is not already there</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2. </a:t>
            </a:r>
            <a:r>
              <a:rPr lang="en-US" altLang="da-DK" sz="900" b="0" baseline="0" noProof="1">
                <a:solidFill>
                  <a:schemeClr val="tx1"/>
                </a:solidFill>
                <a:latin typeface="+mn-lt"/>
                <a:cs typeface="Arial" panose="020B0604020202020204" pitchFamily="34" charset="0"/>
              </a:rPr>
              <a:t>Select picture placeholder by clicking on the frame (at the edge)</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3. </a:t>
            </a:r>
            <a:r>
              <a:rPr lang="en-US" altLang="da-DK" sz="900" b="0" baseline="0" noProof="1">
                <a:solidFill>
                  <a:schemeClr val="tx1"/>
                </a:solidFill>
                <a:latin typeface="+mn-lt"/>
                <a:cs typeface="Arial" panose="020B0604020202020204" pitchFamily="34" charset="0"/>
              </a:rPr>
              <a:t>Click the </a:t>
            </a:r>
            <a:r>
              <a:rPr lang="en-US" altLang="da-DK" sz="900" b="1" baseline="0" noProof="1">
                <a:solidFill>
                  <a:schemeClr val="tx1"/>
                </a:solidFill>
                <a:latin typeface="+mn-lt"/>
                <a:cs typeface="Arial" panose="020B0604020202020204" pitchFamily="34" charset="0"/>
              </a:rPr>
              <a:t>Images </a:t>
            </a:r>
            <a:r>
              <a:rPr lang="en-US" altLang="da-DK" sz="900" b="0" i="0" baseline="0" noProof="1">
                <a:solidFill>
                  <a:schemeClr val="tx1"/>
                </a:solidFill>
                <a:latin typeface="+mn-lt"/>
                <a:cs typeface="Arial" panose="020B0604020202020204" pitchFamily="34" charset="0"/>
              </a:rPr>
              <a:t>button</a:t>
            </a:r>
            <a:r>
              <a:rPr lang="en-US" altLang="da-DK" sz="900" b="0" baseline="0" noProof="1">
                <a:solidFill>
                  <a:schemeClr val="tx1"/>
                </a:solidFill>
                <a:latin typeface="+mn-lt"/>
                <a:cs typeface="Arial" panose="020B0604020202020204" pitchFamily="34" charset="0"/>
              </a:rPr>
              <a:t> in the Templafy pane</a:t>
            </a:r>
            <a:br>
              <a:rPr lang="en-US" altLang="da-DK" sz="900" b="0" baseline="0" noProof="1">
                <a:solidFill>
                  <a:schemeClr val="tx1"/>
                </a:solidFill>
                <a:latin typeface="+mn-lt"/>
                <a:cs typeface="Arial" panose="020B0604020202020204" pitchFamily="34" charset="0"/>
              </a:rPr>
            </a:br>
            <a:endParaRPr lang="en-US" altLang="da-DK" sz="900" b="0" baseline="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Insert picture</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On slides with pictureplaceholder, click on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the icon and choose </a:t>
            </a:r>
            <a:r>
              <a:rPr lang="en-US" altLang="da-DK" sz="900" b="1" noProof="1">
                <a:solidFill>
                  <a:schemeClr val="tx1"/>
                </a:solidFill>
                <a:latin typeface="+mn-lt"/>
                <a:cs typeface="Arial" panose="020B0604020202020204" pitchFamily="34" charset="0"/>
              </a:rPr>
              <a:t>Insert </a:t>
            </a:r>
            <a:r>
              <a:rPr lang="en-US" altLang="da-DK" sz="900" b="0" noProof="1">
                <a:solidFill>
                  <a:schemeClr val="tx1"/>
                </a:solidFill>
                <a:latin typeface="+mn-lt"/>
                <a:cs typeface="Arial" panose="020B0604020202020204" pitchFamily="34" charset="0"/>
              </a:rPr>
              <a:t>to browse for picture</a:t>
            </a:r>
            <a:endParaRPr lang="en-US"/>
          </a:p>
          <a:p>
            <a:pPr eaLnBrk="1" hangingPunct="1">
              <a:spcBef>
                <a:spcPts val="1200"/>
              </a:spcBef>
              <a:spcAft>
                <a:spcPts val="600"/>
              </a:spcAft>
              <a:defRPr/>
            </a:pPr>
            <a:r>
              <a:rPr lang="en-US" sz="900" b="1" noProof="1">
                <a:solidFill>
                  <a:schemeClr val="tx1"/>
                </a:solidFill>
                <a:latin typeface="+mn-lt"/>
                <a:cs typeface="Arial" panose="020B0604020202020204" pitchFamily="34" charset="0"/>
              </a:rPr>
              <a:t>Crop picture</a:t>
            </a:r>
            <a:endParaRPr lang="en-US"/>
          </a:p>
          <a:p>
            <a:pPr eaLnBrk="1" hangingPunct="1">
              <a:spcAft>
                <a:spcPts val="600"/>
              </a:spcAft>
              <a:defRPr/>
            </a:pPr>
            <a:r>
              <a:rPr lang="en-US" altLang="da-DK" sz="900" b="1" noProof="1">
                <a:solidFill>
                  <a:schemeClr val="tx1"/>
                </a:solidFill>
                <a:latin typeface="+mn-lt"/>
                <a:cs typeface="Arial" panose="020B0604020202020204" pitchFamily="34" charset="0"/>
              </a:rPr>
              <a:t>1. </a:t>
            </a:r>
            <a:r>
              <a:rPr lang="en-US" altLang="da-DK" sz="900" b="0" noProof="1">
                <a:solidFill>
                  <a:schemeClr val="tx1"/>
                </a:solidFill>
                <a:latin typeface="+mn-lt"/>
                <a:cs typeface="Arial" panose="020B0604020202020204" pitchFamily="34" charset="0"/>
              </a:rPr>
              <a:t>Click </a:t>
            </a:r>
            <a:r>
              <a:rPr lang="en-US" altLang="da-DK" sz="900" b="1" noProof="1">
                <a:solidFill>
                  <a:schemeClr val="tx1"/>
                </a:solidFill>
                <a:latin typeface="+mn-lt"/>
                <a:cs typeface="Arial" panose="020B0604020202020204" pitchFamily="34" charset="0"/>
              </a:rPr>
              <a:t>Crop</a:t>
            </a:r>
            <a:r>
              <a:rPr lang="en-US" altLang="da-DK" sz="900" b="0" noProof="1">
                <a:solidFill>
                  <a:schemeClr val="tx1"/>
                </a:solidFill>
                <a:latin typeface="+mn-lt"/>
                <a:cs typeface="Arial" panose="020B0604020202020204" pitchFamily="34" charset="0"/>
              </a:rPr>
              <a:t> to change size or focus of the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picture</a:t>
            </a:r>
            <a:endParaRPr lang="en-US"/>
          </a:p>
          <a:p>
            <a:pPr eaLnBrk="1" hangingPunct="1">
              <a:spcAft>
                <a:spcPts val="600"/>
              </a:spcAft>
              <a:defRPr/>
            </a:pPr>
            <a:r>
              <a:rPr lang="en-US" altLang="da-DK" sz="900" b="1" noProof="1">
                <a:solidFill>
                  <a:schemeClr val="tx1"/>
                </a:solidFill>
                <a:latin typeface="+mn-lt"/>
                <a:cs typeface="Arial" panose="020B0604020202020204" pitchFamily="34" charset="0"/>
              </a:rPr>
              <a:t>2. </a:t>
            </a:r>
            <a:r>
              <a:rPr lang="en-US" altLang="da-DK" sz="900" b="0" noProof="1">
                <a:solidFill>
                  <a:schemeClr val="tx1"/>
                </a:solidFill>
                <a:latin typeface="+mn-lt"/>
                <a:cs typeface="Arial" panose="020B0604020202020204" pitchFamily="34" charset="0"/>
              </a:rPr>
              <a:t>If you want to scale the picture, hold </a:t>
            </a:r>
            <a:r>
              <a:rPr lang="en-US" altLang="da-DK" sz="900" b="1" noProof="1">
                <a:solidFill>
                  <a:schemeClr val="tx1"/>
                </a:solidFill>
                <a:latin typeface="+mn-lt"/>
                <a:cs typeface="Arial" panose="020B0604020202020204" pitchFamily="34" charset="0"/>
              </a:rPr>
              <a:t>SHIFT</a:t>
            </a:r>
            <a:r>
              <a:rPr lang="en-US" altLang="da-DK" sz="900" b="0" noProof="1">
                <a:solidFill>
                  <a:schemeClr val="tx1"/>
                </a:solidFill>
                <a:latin typeface="+mn-lt"/>
                <a:cs typeface="Arial" panose="020B0604020202020204" pitchFamily="34" charset="0"/>
              </a:rPr>
              <a:t>-key down while dragging the corners of the picture</a:t>
            </a:r>
            <a:br>
              <a:rPr lang="en-US" altLang="da-DK" sz="900" b="0" noProof="1">
                <a:solidFill>
                  <a:schemeClr val="tx1"/>
                </a:solidFill>
                <a:latin typeface="+mn-lt"/>
                <a:cs typeface="Arial" panose="020B0604020202020204" pitchFamily="34" charset="0"/>
              </a:rPr>
            </a:b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t>
            </a:r>
            <a:r>
              <a:rPr lang="en-US" altLang="da-DK" sz="900" b="0" noProof="1">
                <a:solidFill>
                  <a:schemeClr val="tx1"/>
                </a:solidFill>
                <a:latin typeface="+mn-lt"/>
                <a:cs typeface="Arial" panose="020B0604020202020204" pitchFamily="34" charset="0"/>
              </a:rPr>
              <a:t>If you delete the picture and insert a new one, the picture may lie in front of the text or graphic. If this happens, select the picture,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right-click and choose </a:t>
            </a:r>
            <a:r>
              <a:rPr lang="en-US" altLang="da-DK" sz="900" b="1" noProof="1">
                <a:solidFill>
                  <a:schemeClr val="tx1"/>
                </a:solidFill>
                <a:latin typeface="+mn-lt"/>
                <a:cs typeface="Arial" panose="020B0604020202020204" pitchFamily="34" charset="0"/>
              </a:rPr>
              <a:t>Send to Back</a:t>
            </a:r>
            <a:endParaRPr lang="en-US"/>
          </a:p>
          <a:p>
            <a:pPr marL="0" marR="0" lvl="0" indent="0" algn="l" defTabSz="914400" rtl="0" eaLnBrk="1" fontAlgn="auto" latinLnBrk="0" hangingPunct="1">
              <a:lnSpc>
                <a:spcPct val="100000"/>
              </a:lnSpc>
              <a:spcBef>
                <a:spcPts val="1200"/>
              </a:spcBef>
              <a:spcAft>
                <a:spcPts val="600"/>
              </a:spcAft>
              <a:buClrTx/>
              <a:buSzTx/>
              <a:buFontTx/>
              <a:buNone/>
              <a:tabLst/>
              <a:defRPr/>
            </a:pPr>
            <a:r>
              <a:rPr lang="en-US" sz="1600">
                <a:latin typeface="+mn-lt"/>
                <a:cs typeface="Arial" panose="020B0604020202020204" pitchFamily="34" charset="0"/>
              </a:rPr>
              <a:t>GUIDES</a:t>
            </a:r>
            <a:endParaRPr lang="en-US" sz="1600" b="1" noProof="1">
              <a:solidFill>
                <a:schemeClr val="tx1"/>
              </a:solidFill>
              <a:latin typeface="+mn-lt"/>
              <a:cs typeface="Arial" panose="020B0604020202020204" pitchFamily="34" charset="0"/>
            </a:endParaRPr>
          </a:p>
          <a:p>
            <a:pPr eaLnBrk="1" hangingPunct="1">
              <a:spcAft>
                <a:spcPts val="600"/>
              </a:spcAft>
              <a:defRPr/>
            </a:pPr>
            <a:r>
              <a:rPr lang="en-US" altLang="da-DK" sz="900" b="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View</a:t>
            </a:r>
            <a:r>
              <a:rPr lang="en-US" altLang="da-DK" sz="900" b="0" noProof="1">
                <a:solidFill>
                  <a:schemeClr val="tx1"/>
                </a:solidFill>
                <a:latin typeface="+mn-lt"/>
                <a:cs typeface="Arial" panose="020B0604020202020204" pitchFamily="34" charset="0"/>
              </a:rPr>
              <a:t> tab and set tick mark next to </a:t>
            </a:r>
            <a:r>
              <a:rPr lang="en-US" altLang="da-DK" sz="900" b="1" noProof="1">
                <a:solidFill>
                  <a:schemeClr val="tx1"/>
                </a:solidFill>
                <a:latin typeface="+mn-lt"/>
                <a:cs typeface="Arial" panose="020B0604020202020204" pitchFamily="34" charset="0"/>
              </a:rPr>
              <a:t>Guides</a:t>
            </a: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Alt + F9 </a:t>
            </a:r>
            <a:r>
              <a:rPr lang="en-US" altLang="da-DK" sz="900" b="0" noProof="1">
                <a:solidFill>
                  <a:schemeClr val="tx1"/>
                </a:solidFill>
                <a:latin typeface="+mn-lt"/>
                <a:cs typeface="Arial" panose="020B0604020202020204" pitchFamily="34" charset="0"/>
              </a:rPr>
              <a:t>for quick view of guides</a:t>
            </a:r>
            <a:br>
              <a:rPr lang="en-US"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Mac: </a:t>
            </a:r>
            <a:r>
              <a:rPr lang="en-US" sz="900" b="0" i="0">
                <a:solidFill>
                  <a:srgbClr val="333333"/>
                </a:solidFill>
                <a:effectLst/>
                <a:latin typeface="Arial"/>
              </a:rPr>
              <a:t>⌘ </a:t>
            </a:r>
            <a:r>
              <a:rPr lang="en-US" altLang="da-DK" sz="900" b="0" noProof="1">
                <a:solidFill>
                  <a:schemeClr val="tx1"/>
                </a:solidFill>
                <a:latin typeface="+mn-lt"/>
                <a:cs typeface="Arial" panose="020B0604020202020204" pitchFamily="34" charset="0"/>
              </a:rPr>
              <a:t>+ option + ctrl + G</a:t>
            </a:r>
            <a:endParaRPr lang="en-US"/>
          </a:p>
        </p:txBody>
      </p:sp>
      <p:pic>
        <p:nvPicPr>
          <p:cNvPr id="27" name="Billede 26">
            <a:extLst>
              <a:ext uri="{FF2B5EF4-FFF2-40B4-BE49-F238E27FC236}">
                <a16:creationId xmlns:a16="http://schemas.microsoft.com/office/drawing/2014/main" id="{3A5D5234-21E3-4579-AE5E-A650C0CF9FB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065739" y="1784704"/>
            <a:ext cx="305786" cy="36585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065739" y="3869641"/>
            <a:ext cx="313788"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8172496" y="1336538"/>
            <a:ext cx="2772000" cy="519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HEADER &amp; FOOTER</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Do this at the very end to apply the changes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on all slides</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Click on </a:t>
            </a:r>
            <a:r>
              <a:rPr lang="en-US" altLang="da-DK" sz="900" b="1" noProof="1">
                <a:solidFill>
                  <a:schemeClr val="tx1"/>
                </a:solidFill>
                <a:latin typeface="+mn-lt"/>
                <a:cs typeface="Arial" panose="020B0604020202020204" pitchFamily="34" charset="0"/>
              </a:rPr>
              <a:t>Header &amp; Footer </a:t>
            </a:r>
            <a:r>
              <a:rPr lang="en-US" altLang="da-DK" sz="900" b="0" noProof="1">
                <a:solidFill>
                  <a:schemeClr val="tx1"/>
                </a:solidFill>
                <a:latin typeface="+mn-lt"/>
                <a:cs typeface="Arial" panose="020B0604020202020204" pitchFamily="34" charset="0"/>
              </a:rPr>
              <a:t>in the </a:t>
            </a:r>
            <a:r>
              <a:rPr lang="en-US" altLang="da-DK" sz="900" b="1" noProof="1">
                <a:solidFill>
                  <a:schemeClr val="tx1"/>
                </a:solidFill>
                <a:latin typeface="+mn-lt"/>
                <a:cs typeface="Arial" panose="020B0604020202020204" pitchFamily="34" charset="0"/>
              </a:rPr>
              <a:t>Insert</a:t>
            </a:r>
            <a:r>
              <a:rPr lang="en-US" altLang="da-DK" sz="900" b="0" noProof="1">
                <a:solidFill>
                  <a:schemeClr val="tx1"/>
                </a:solidFill>
                <a:latin typeface="+mn-lt"/>
                <a:cs typeface="Arial" panose="020B0604020202020204" pitchFamily="34" charset="0"/>
              </a:rPr>
              <a:t> tab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(write the desired text, click date or Slide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number from or to)</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Click </a:t>
            </a:r>
            <a:r>
              <a:rPr lang="en-US" altLang="da-DK" sz="900" b="1" noProof="1">
                <a:solidFill>
                  <a:schemeClr val="tx1"/>
                </a:solidFill>
                <a:latin typeface="+mn-lt"/>
                <a:cs typeface="Arial" panose="020B0604020202020204" pitchFamily="34" charset="0"/>
              </a:rPr>
              <a:t>Apply to All </a:t>
            </a:r>
            <a:r>
              <a:rPr lang="en-US" altLang="da-DK" sz="900" b="0" noProof="1">
                <a:solidFill>
                  <a:schemeClr val="tx1"/>
                </a:solidFill>
                <a:latin typeface="+mn-lt"/>
                <a:cs typeface="Arial" panose="020B0604020202020204" pitchFamily="34" charset="0"/>
              </a:rPr>
              <a:t>or </a:t>
            </a:r>
            <a:r>
              <a:rPr lang="en-US" altLang="da-DK" sz="900" b="1" noProof="1">
                <a:solidFill>
                  <a:schemeClr val="tx1"/>
                </a:solidFill>
                <a:latin typeface="+mn-lt"/>
                <a:cs typeface="Arial" panose="020B0604020202020204" pitchFamily="34" charset="0"/>
              </a:rPr>
              <a:t>Apply</a:t>
            </a:r>
            <a:r>
              <a:rPr lang="en-US" altLang="da-DK" sz="900" b="0" noProof="1">
                <a:solidFill>
                  <a:schemeClr val="tx1"/>
                </a:solidFill>
                <a:latin typeface="+mn-lt"/>
                <a:cs typeface="Arial" panose="020B0604020202020204" pitchFamily="34" charset="0"/>
              </a:rPr>
              <a:t> if only used on one slide</a:t>
            </a:r>
            <a:endParaRPr lang="en-US"/>
          </a:p>
          <a:p>
            <a:pPr eaLnBrk="1" hangingPunct="1">
              <a:spcAft>
                <a:spcPts val="600"/>
              </a:spcAft>
              <a:defRPr/>
            </a:pP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1600" b="0" noProof="1">
                <a:solidFill>
                  <a:schemeClr val="tx1"/>
                </a:solidFill>
                <a:latin typeface="+mn-lt"/>
                <a:cs typeface="Arial" panose="020B0604020202020204" pitchFamily="34" charset="0"/>
              </a:rPr>
              <a:t>COPY/PASTE CONTENT</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When copying old content to your new presentation,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2 options are available:</a:t>
            </a:r>
            <a:endParaRPr lang="en-US"/>
          </a:p>
          <a:p>
            <a:pPr eaLnBrk="1" hangingPunct="1">
              <a:spcAft>
                <a:spcPts val="600"/>
              </a:spcAft>
              <a:defRPr/>
            </a:pPr>
            <a:r>
              <a:rPr lang="en-US" altLang="da-DK" sz="900" b="1" noProof="1">
                <a:solidFill>
                  <a:schemeClr val="tx1"/>
                </a:solidFill>
                <a:latin typeface="+mn-lt"/>
                <a:cs typeface="Arial" panose="020B0604020202020204" pitchFamily="34" charset="0"/>
              </a:rPr>
              <a:t>1. Best practice: </a:t>
            </a:r>
            <a:r>
              <a:rPr lang="en-US" altLang="da-DK" sz="900" b="0" noProof="1">
                <a:solidFill>
                  <a:schemeClr val="tx1"/>
                </a:solidFill>
                <a:latin typeface="+mn-lt"/>
                <a:cs typeface="Arial" panose="020B0604020202020204" pitchFamily="34" charset="0"/>
              </a:rPr>
              <a:t>Create a slide in your new presentation and copy </a:t>
            </a:r>
            <a:r>
              <a:rPr lang="en-US" altLang="da-DK" sz="900" b="0" i="0" u="sng" noProof="1">
                <a:solidFill>
                  <a:schemeClr val="tx1"/>
                </a:solidFill>
                <a:latin typeface="+mn-lt"/>
                <a:cs typeface="Arial" panose="020B0604020202020204" pitchFamily="34" charset="0"/>
              </a:rPr>
              <a:t>one</a:t>
            </a:r>
            <a:r>
              <a:rPr lang="en-US" altLang="da-DK" sz="900" b="0" i="0" u="none" noProof="1">
                <a:solidFill>
                  <a:schemeClr val="tx1"/>
                </a:solidFill>
                <a:latin typeface="+mn-lt"/>
                <a:cs typeface="Arial" panose="020B0604020202020204" pitchFamily="34" charset="0"/>
              </a:rPr>
              <a:t> piece of content at a time (e.g. copy all text from </a:t>
            </a:r>
            <a:r>
              <a:rPr lang="en-US" altLang="da-DK" sz="900" b="0" i="0" u="sng" noProof="1">
                <a:solidFill>
                  <a:schemeClr val="tx1"/>
                </a:solidFill>
                <a:latin typeface="+mn-lt"/>
                <a:cs typeface="Arial" panose="020B0604020202020204" pitchFamily="34" charset="0"/>
              </a:rPr>
              <a:t>one</a:t>
            </a:r>
            <a:r>
              <a:rPr lang="en-US" altLang="da-DK" sz="900" b="0" i="0" u="none" noProof="1">
                <a:solidFill>
                  <a:schemeClr val="tx1"/>
                </a:solidFill>
                <a:latin typeface="+mn-lt"/>
                <a:cs typeface="Arial" panose="020B0604020202020204" pitchFamily="34" charset="0"/>
              </a:rPr>
              <a:t> textbox)</a:t>
            </a:r>
            <a:endParaRPr lang="en-US" altLang="da-DK" sz="900" b="1" i="0" u="sng"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2. </a:t>
            </a:r>
            <a:r>
              <a:rPr lang="en-US" altLang="da-DK" sz="900" b="0" noProof="1">
                <a:solidFill>
                  <a:schemeClr val="tx1"/>
                </a:solidFill>
                <a:latin typeface="+mn-lt"/>
                <a:cs typeface="Arial" panose="020B0604020202020204" pitchFamily="34" charset="0"/>
              </a:rPr>
              <a:t>Or copy an entire slide into your new presentation and then choose a fitting layout. Remember to delete the old, wrong layouts (go to View &gt; Slidemaster and delete them)</a:t>
            </a:r>
            <a:endParaRPr lang="en-US" altLang="da-DK" sz="900" b="1" noProof="1">
              <a:solidFill>
                <a:schemeClr val="tx1"/>
              </a:solidFill>
              <a:latin typeface="+mn-lt"/>
              <a:cs typeface="Arial" panose="020B0604020202020204" pitchFamily="34" charset="0"/>
            </a:endParaRPr>
          </a:p>
          <a:p>
            <a:pPr eaLnBrk="1" hangingPunct="1">
              <a:spcAft>
                <a:spcPts val="600"/>
              </a:spcAft>
              <a:defRPr/>
            </a:pPr>
            <a:endParaRPr lang="en-US"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SLIDES &amp; SLIDE ELEMENTS</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Insert predefined slides and elements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using the Templafy pane. Choose </a:t>
            </a:r>
            <a:br>
              <a:rPr lang="en-US"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Slides</a:t>
            </a:r>
            <a:r>
              <a:rPr lang="en-US" altLang="da-DK" sz="900" b="0" noProof="1">
                <a:solidFill>
                  <a:schemeClr val="tx1"/>
                </a:solidFill>
                <a:latin typeface="+mn-lt"/>
                <a:cs typeface="Arial" panose="020B0604020202020204" pitchFamily="34" charset="0"/>
              </a:rPr>
              <a:t> and </a:t>
            </a:r>
            <a:r>
              <a:rPr lang="en-US" altLang="da-DK" sz="900" b="1" noProof="1">
                <a:solidFill>
                  <a:schemeClr val="tx1"/>
                </a:solidFill>
                <a:latin typeface="+mn-lt"/>
                <a:cs typeface="Arial" panose="020B0604020202020204" pitchFamily="34" charset="0"/>
              </a:rPr>
              <a:t>Slide elements </a:t>
            </a:r>
            <a:r>
              <a:rPr lang="en-US" altLang="da-DK" sz="900" b="0" noProof="1">
                <a:solidFill>
                  <a:schemeClr val="tx1"/>
                </a:solidFill>
                <a:latin typeface="+mn-lt"/>
                <a:cs typeface="Arial" panose="020B0604020202020204" pitchFamily="34" charset="0"/>
              </a:rPr>
              <a:t>from the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buttons in the Templafy pane on the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right side of the screen</a:t>
            </a:r>
            <a:endParaRPr lang="en-US" altLang="da-DK" sz="900" b="1" noProof="1">
              <a:solidFill>
                <a:schemeClr val="tx1"/>
              </a:solidFill>
              <a:latin typeface="+mn-lt"/>
              <a:cs typeface="Arial" panose="020B0604020202020204" pitchFamily="34" charset="0"/>
            </a:endParaRPr>
          </a:p>
        </p:txBody>
      </p:sp>
      <p:sp>
        <p:nvSpPr>
          <p:cNvPr id="65" name="Fast overskrift">
            <a:extLst>
              <a:ext uri="{FF2B5EF4-FFF2-40B4-BE49-F238E27FC236}">
                <a16:creationId xmlns:a16="http://schemas.microsoft.com/office/drawing/2014/main" id="{09C05D50-8477-4113-8B72-9C373B0FF9F9}"/>
              </a:ext>
            </a:extLst>
          </p:cNvPr>
          <p:cNvSpPr txBox="1"/>
          <p:nvPr userDrawn="1"/>
        </p:nvSpPr>
        <p:spPr>
          <a:xfrm>
            <a:off x="331788" y="291401"/>
            <a:ext cx="11317285" cy="650171"/>
          </a:xfrm>
          <a:prstGeom prst="rect">
            <a:avLst/>
          </a:prstGeom>
          <a:noFill/>
        </p:spPr>
        <p:txBody>
          <a:bodyPr wrap="square" lIns="0" tIns="0" rIns="0" bIns="0" rtlCol="0" anchor="t" anchorCtr="0">
            <a:noAutofit/>
          </a:bodyPr>
          <a:lstStyle/>
          <a:p>
            <a:r>
              <a:rPr lang="en-US" sz="3200" b="0" noProof="1">
                <a:solidFill>
                  <a:schemeClr val="tx1"/>
                </a:solidFill>
                <a:latin typeface="+mj-lt"/>
                <a:cs typeface="Arial" panose="020B0604020202020204" pitchFamily="34" charset="0"/>
              </a:rPr>
              <a:t>TIPS &amp; TRICKS - YOUR USER GUIDE</a:t>
            </a:r>
            <a:endParaRPr lang="en-US"/>
          </a:p>
        </p:txBody>
      </p:sp>
      <p:pic>
        <p:nvPicPr>
          <p:cNvPr id="19" name="Picture 12">
            <a:extLst>
              <a:ext uri="{FF2B5EF4-FFF2-40B4-BE49-F238E27FC236}">
                <a16:creationId xmlns:a16="http://schemas.microsoft.com/office/drawing/2014/main" id="{D59A1415-DF88-48C2-BFBD-2900D34A9A2E}"/>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944496" y="1959171"/>
            <a:ext cx="378293" cy="543366"/>
          </a:xfrm>
          <a:prstGeom prst="rect">
            <a:avLst/>
          </a:prstGeom>
        </p:spPr>
      </p:pic>
      <p:sp>
        <p:nvSpPr>
          <p:cNvPr id="20" name="Date Placeholder 6">
            <a:extLst>
              <a:ext uri="{FF2B5EF4-FFF2-40B4-BE49-F238E27FC236}">
                <a16:creationId xmlns:a16="http://schemas.microsoft.com/office/drawing/2014/main" id="{56AA1691-6753-45B8-AB77-1105989467F7}"/>
              </a:ext>
            </a:extLst>
          </p:cNvPr>
          <p:cNvSpPr>
            <a:spLocks noGrp="1" noRot="1" noMove="1" noResize="1" noEditPoints="1" noAdjustHandles="1" noChangeArrowheads="1" noChangeShapeType="1"/>
          </p:cNvSpPr>
          <p:nvPr>
            <p:ph type="dt" sz="half" idx="15"/>
          </p:nvPr>
        </p:nvSpPr>
        <p:spPr>
          <a:xfrm>
            <a:off x="0" y="6858000"/>
            <a:ext cx="0" cy="0"/>
          </a:xfrm>
        </p:spPr>
        <p:txBody>
          <a:bodyPr/>
          <a:lstStyle>
            <a:lvl1pPr>
              <a:defRPr sz="100">
                <a:noFill/>
              </a:defRPr>
            </a:lvl1pPr>
          </a:lstStyle>
          <a:p>
            <a:fld id="{818B4985-F782-412B-98D5-683B123484E3}" type="datetime4">
              <a:rPr lang="en-US" smtClean="0"/>
              <a:t>January 21, 2026</a:t>
            </a:fld>
            <a:endParaRPr lang="en-US"/>
          </a:p>
        </p:txBody>
      </p:sp>
      <p:sp>
        <p:nvSpPr>
          <p:cNvPr id="21" name="Footer Placeholder 8" hidden="1">
            <a:extLst>
              <a:ext uri="{FF2B5EF4-FFF2-40B4-BE49-F238E27FC236}">
                <a16:creationId xmlns:a16="http://schemas.microsoft.com/office/drawing/2014/main" id="{2F8C9320-E8BF-471F-8DD3-1BC479021917}"/>
              </a:ext>
            </a:extLst>
          </p:cNvPr>
          <p:cNvSpPr>
            <a:spLocks noGrp="1" noRot="1" noMove="1" noResize="1" noEditPoints="1" noAdjustHandles="1" noChangeArrowheads="1" noChangeShapeType="1"/>
          </p:cNvSpPr>
          <p:nvPr>
            <p:ph type="ftr" sz="quarter" idx="16"/>
          </p:nvPr>
        </p:nvSpPr>
        <p:spPr>
          <a:xfrm>
            <a:off x="0" y="6858000"/>
            <a:ext cx="0" cy="0"/>
          </a:xfrm>
        </p:spPr>
        <p:txBody>
          <a:bodyPr/>
          <a:lstStyle>
            <a:lvl1pPr>
              <a:defRPr sz="100">
                <a:noFill/>
              </a:defRPr>
            </a:lvl1pPr>
          </a:lstStyle>
          <a:p>
            <a:endParaRPr lang="en-US"/>
          </a:p>
        </p:txBody>
      </p:sp>
      <p:sp>
        <p:nvSpPr>
          <p:cNvPr id="22" name="Slide Number Placeholder 10" hidden="1">
            <a:extLst>
              <a:ext uri="{FF2B5EF4-FFF2-40B4-BE49-F238E27FC236}">
                <a16:creationId xmlns:a16="http://schemas.microsoft.com/office/drawing/2014/main" id="{B01A309B-80AB-481C-AE3F-3C56C2C92EE2}"/>
              </a:ext>
            </a:extLst>
          </p:cNvPr>
          <p:cNvSpPr>
            <a:spLocks noGrp="1" noRot="1" noMove="1" noResize="1" noEditPoints="1" noAdjustHandles="1" noChangeArrowheads="1" noChangeShapeType="1"/>
          </p:cNvSpPr>
          <p:nvPr>
            <p:ph type="sldNum" sz="quarter" idx="17"/>
          </p:nvPr>
        </p:nvSpPr>
        <p:spPr>
          <a:xfrm>
            <a:off x="0" y="6858000"/>
            <a:ext cx="0" cy="0"/>
          </a:xfrm>
        </p:spPr>
        <p:txBody>
          <a:bodyPr/>
          <a:lstStyle>
            <a:lvl1pPr>
              <a:defRPr sz="100">
                <a:noFill/>
              </a:defRPr>
            </a:lvl1pPr>
          </a:lstStyle>
          <a:p>
            <a:fld id="{23AA811B-2EBD-4900-905E-5BE206449611}" type="slidenum">
              <a:rPr lang="en-US" smtClean="0"/>
              <a:pPr/>
              <a:t>‹#›</a:t>
            </a:fld>
            <a:endParaRPr lang="en-US"/>
          </a:p>
        </p:txBody>
      </p:sp>
      <p:pic>
        <p:nvPicPr>
          <p:cNvPr id="9" name="Picture 33">
            <a:extLst>
              <a:ext uri="{FF2B5EF4-FFF2-40B4-BE49-F238E27FC236}">
                <a16:creationId xmlns:a16="http://schemas.microsoft.com/office/drawing/2014/main" id="{B03E872F-21DD-423D-B6DE-4945F155FB87}"/>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7065739" y="3152530"/>
            <a:ext cx="341204" cy="321707"/>
          </a:xfrm>
          <a:prstGeom prst="rect">
            <a:avLst/>
          </a:prstGeom>
        </p:spPr>
      </p:pic>
      <p:sp>
        <p:nvSpPr>
          <p:cNvPr id="24" name="Text Box 2">
            <a:extLst>
              <a:ext uri="{FF2B5EF4-FFF2-40B4-BE49-F238E27FC236}">
                <a16:creationId xmlns:a16="http://schemas.microsoft.com/office/drawing/2014/main" id="{8B1B4749-2B7E-4474-A2D3-2B2892ADCA26}"/>
              </a:ext>
            </a:extLst>
          </p:cNvPr>
          <p:cNvSpPr txBox="1">
            <a:spLocks noChangeArrowheads="1"/>
          </p:cNvSpPr>
          <p:nvPr userDrawn="1"/>
        </p:nvSpPr>
        <p:spPr bwMode="auto">
          <a:xfrm>
            <a:off x="331788" y="1336538"/>
            <a:ext cx="2772000" cy="464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TEXT STYLES</a:t>
            </a:r>
            <a:endParaRPr lang="en-US" altLang="da-DK" sz="1600" b="0" noProof="1">
              <a:solidFill>
                <a:schemeClr val="tx1"/>
              </a:solidFill>
              <a:latin typeface="+mn-lt"/>
              <a:cs typeface="Arial" panose="020B0604020202020204" pitchFamily="34" charset="0"/>
            </a:endParaRPr>
          </a:p>
          <a:p>
            <a:pPr eaLnBrk="1" hangingPunct="1">
              <a:spcAft>
                <a:spcPts val="600"/>
              </a:spcAft>
              <a:defRPr/>
            </a:pPr>
            <a:r>
              <a:rPr lang="en-US" altLang="da-DK" sz="900" b="0" noProof="1">
                <a:solidFill>
                  <a:schemeClr val="tx1"/>
                </a:solidFill>
                <a:latin typeface="+mn-lt"/>
                <a:cs typeface="Arial" panose="020B0604020202020204" pitchFamily="34" charset="0"/>
              </a:rPr>
              <a:t>Use the </a:t>
            </a:r>
            <a:r>
              <a:rPr lang="en-US" altLang="da-DK" sz="900" b="1" noProof="1">
                <a:solidFill>
                  <a:schemeClr val="tx1"/>
                </a:solidFill>
                <a:latin typeface="+mn-lt"/>
                <a:cs typeface="Arial" panose="020B0604020202020204" pitchFamily="34" charset="0"/>
              </a:rPr>
              <a:t>TAB</a:t>
            </a:r>
            <a:r>
              <a:rPr lang="en-US" altLang="da-DK" sz="900" b="0" noProof="1">
                <a:solidFill>
                  <a:schemeClr val="tx1"/>
                </a:solidFill>
                <a:latin typeface="+mn-lt"/>
                <a:cs typeface="Arial" panose="020B0604020202020204" pitchFamily="34" charset="0"/>
              </a:rPr>
              <a:t>-key</a:t>
            </a:r>
            <a:r>
              <a:rPr lang="en-US" altLang="da-DK" sz="900" b="0" baseline="0" noProof="1">
                <a:solidFill>
                  <a:schemeClr val="tx1"/>
                </a:solidFill>
                <a:latin typeface="+mn-lt"/>
                <a:cs typeface="Arial" panose="020B0604020202020204" pitchFamily="34" charset="0"/>
              </a:rPr>
              <a:t> to jump through levels. Click </a:t>
            </a:r>
            <a:r>
              <a:rPr lang="en-US" altLang="da-DK" sz="900" b="1" baseline="0" noProof="1">
                <a:solidFill>
                  <a:schemeClr val="tx1"/>
                </a:solidFill>
                <a:latin typeface="+mn-lt"/>
                <a:cs typeface="Arial" panose="020B0604020202020204" pitchFamily="34" charset="0"/>
              </a:rPr>
              <a:t>ENTER </a:t>
            </a:r>
            <a:r>
              <a:rPr lang="en-US" altLang="da-DK" sz="900" b="0" baseline="0" noProof="1">
                <a:solidFill>
                  <a:schemeClr val="tx1"/>
                </a:solidFill>
                <a:latin typeface="+mn-lt"/>
                <a:cs typeface="Arial" panose="020B0604020202020204" pitchFamily="34" charset="0"/>
              </a:rPr>
              <a:t>and</a:t>
            </a:r>
            <a:r>
              <a:rPr lang="en-US" altLang="da-DK" sz="900" b="1" baseline="0" noProof="1">
                <a:solidFill>
                  <a:schemeClr val="tx1"/>
                </a:solidFill>
                <a:latin typeface="+mn-lt"/>
                <a:cs typeface="Arial" panose="020B0604020202020204" pitchFamily="34" charset="0"/>
              </a:rPr>
              <a:t> TAB</a:t>
            </a:r>
            <a:r>
              <a:rPr lang="en-US" altLang="da-DK" sz="900" b="0" baseline="0" noProof="1">
                <a:solidFill>
                  <a:schemeClr val="tx1"/>
                </a:solidFill>
                <a:latin typeface="+mn-lt"/>
                <a:cs typeface="Arial" panose="020B0604020202020204" pitchFamily="34" charset="0"/>
              </a:rPr>
              <a:t> to switch from one level to the next level</a:t>
            </a:r>
            <a:endParaRPr lang="en-US"/>
          </a:p>
          <a:p>
            <a:pPr eaLnBrk="1" hangingPunct="1">
              <a:spcAft>
                <a:spcPts val="600"/>
              </a:spcAft>
              <a:defRPr/>
            </a:pPr>
            <a:r>
              <a:rPr lang="en-US" altLang="da-DK" sz="900" b="0" baseline="0" noProof="1">
                <a:solidFill>
                  <a:schemeClr val="tx1"/>
                </a:solidFill>
                <a:latin typeface="+mn-lt"/>
                <a:cs typeface="Arial" panose="020B0604020202020204" pitchFamily="34" charset="0"/>
              </a:rPr>
              <a:t>To go back in levels use </a:t>
            </a:r>
            <a:r>
              <a:rPr lang="en-US" altLang="da-DK" sz="900" b="1" baseline="0" noProof="1">
                <a:solidFill>
                  <a:schemeClr val="tx1"/>
                </a:solidFill>
                <a:latin typeface="+mn-lt"/>
                <a:cs typeface="Arial" panose="020B0604020202020204" pitchFamily="34" charset="0"/>
              </a:rPr>
              <a:t>SHIFT-TAB</a:t>
            </a:r>
            <a:endParaRPr lang="en-US" sz="900" b="1" noProof="1">
              <a:solidFill>
                <a:schemeClr val="tx1"/>
              </a:solidFill>
              <a:latin typeface="+mn-lt"/>
              <a:cs typeface="Arial" panose="020B0604020202020204" pitchFamily="34" charset="0"/>
            </a:endParaRPr>
          </a:p>
          <a:p>
            <a:pPr eaLnBrk="1" hangingPunct="1">
              <a:spcAft>
                <a:spcPts val="600"/>
              </a:spcAft>
              <a:defRPr/>
            </a:pPr>
            <a:r>
              <a:rPr lang="en-US" sz="900" noProof="1">
                <a:solidFill>
                  <a:schemeClr val="tx1"/>
                </a:solidFill>
                <a:latin typeface="+mn-lt"/>
                <a:cs typeface="Arial" panose="020B0604020202020204" pitchFamily="34" charset="0"/>
              </a:rPr>
              <a:t>Alternatively, </a:t>
            </a:r>
            <a:r>
              <a:rPr lang="en-US" sz="900" b="1" noProof="1">
                <a:solidFill>
                  <a:schemeClr val="tx1"/>
                </a:solidFill>
                <a:latin typeface="+mn-lt"/>
                <a:cs typeface="Arial" panose="020B0604020202020204" pitchFamily="34" charset="0"/>
              </a:rPr>
              <a:t>Increase</a:t>
            </a:r>
            <a:r>
              <a:rPr lang="en-US" sz="900" baseline="0" noProof="1">
                <a:solidFill>
                  <a:schemeClr val="tx1"/>
                </a:solidFill>
                <a:latin typeface="+mn-lt"/>
                <a:cs typeface="Arial" panose="020B0604020202020204" pitchFamily="34" charset="0"/>
              </a:rPr>
              <a:t> and </a:t>
            </a:r>
            <a:r>
              <a:rPr lang="en-US" sz="900" b="1" baseline="0" noProof="1">
                <a:solidFill>
                  <a:schemeClr val="tx1"/>
                </a:solidFill>
                <a:latin typeface="+mn-lt"/>
                <a:cs typeface="Arial" panose="020B0604020202020204" pitchFamily="34" charset="0"/>
              </a:rPr>
              <a:t>Decrease </a:t>
            </a:r>
            <a:r>
              <a:rPr lang="en-US" sz="900" baseline="0" noProof="1">
                <a:solidFill>
                  <a:schemeClr val="tx1"/>
                </a:solidFill>
                <a:latin typeface="+mn-lt"/>
                <a:cs typeface="Arial" panose="020B0604020202020204" pitchFamily="34" charset="0"/>
              </a:rPr>
              <a:t>list level can be used</a:t>
            </a:r>
            <a:br>
              <a:rPr lang="en-US" sz="900" baseline="0" noProof="1">
                <a:solidFill>
                  <a:schemeClr val="tx1"/>
                </a:solidFill>
                <a:latin typeface="+mn-lt"/>
                <a:cs typeface="Arial" panose="020B0604020202020204" pitchFamily="34" charset="0"/>
              </a:rPr>
            </a:br>
            <a:endParaRPr lang="en-US" sz="900" baseline="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t>
            </a:r>
            <a:r>
              <a:rPr lang="en-US" sz="900" b="1" noProof="1">
                <a:solidFill>
                  <a:schemeClr val="tx1"/>
                </a:solidFill>
                <a:latin typeface="+mn-lt"/>
                <a:cs typeface="Arial" panose="020B0604020202020204" pitchFamily="34" charset="0"/>
              </a:rPr>
              <a:t>Use bullet button</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Delete bullet for regular text.</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Click on the bullet button to reaply the correct bullet again</a:t>
            </a:r>
            <a:endParaRPr lang="en-US"/>
          </a:p>
          <a:p>
            <a:pPr eaLnBrk="1" hangingPunct="1">
              <a:spcAft>
                <a:spcPts val="600"/>
              </a:spcAft>
              <a:defRPr/>
            </a:pPr>
            <a:br>
              <a:rPr lang="en-US" altLang="da-DK" sz="900" b="0" noProof="1">
                <a:solidFill>
                  <a:schemeClr val="tx1"/>
                </a:solidFill>
                <a:latin typeface="+mn-lt"/>
                <a:cs typeface="Arial" panose="020B0604020202020204" pitchFamily="34" charset="0"/>
              </a:rPr>
            </a:br>
            <a:r>
              <a:rPr lang="en-US" sz="1600">
                <a:latin typeface="+mn-lt"/>
                <a:cs typeface="Arial" panose="020B0604020202020204" pitchFamily="34" charset="0"/>
              </a:rPr>
              <a:t>SLIDES &amp; LAYOUTS</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Click on the menu </a:t>
            </a:r>
            <a:r>
              <a:rPr lang="en-US" altLang="da-DK" sz="900" b="1" noProof="1">
                <a:solidFill>
                  <a:schemeClr val="tx1"/>
                </a:solidFill>
                <a:latin typeface="+mn-lt"/>
                <a:cs typeface="Arial" panose="020B0604020202020204" pitchFamily="34" charset="0"/>
              </a:rPr>
              <a:t>New Slide </a:t>
            </a:r>
            <a:r>
              <a:rPr lang="en-US" altLang="da-DK" sz="900" b="0" noProof="1">
                <a:solidFill>
                  <a:schemeClr val="tx1"/>
                </a:solidFill>
                <a:latin typeface="+mn-lt"/>
                <a:cs typeface="Arial" panose="020B0604020202020204" pitchFamily="34" charset="0"/>
              </a:rPr>
              <a:t>in the </a:t>
            </a:r>
            <a:r>
              <a:rPr lang="en-US" altLang="da-DK" sz="900" b="1" noProof="1">
                <a:solidFill>
                  <a:schemeClr val="tx1"/>
                </a:solidFill>
                <a:latin typeface="+mn-lt"/>
                <a:cs typeface="Arial" panose="020B0604020202020204" pitchFamily="34" charset="0"/>
              </a:rPr>
              <a:t>Home</a:t>
            </a:r>
            <a:r>
              <a:rPr lang="en-US" altLang="da-DK" sz="900" b="0" noProof="1">
                <a:solidFill>
                  <a:schemeClr val="tx1"/>
                </a:solidFill>
                <a:latin typeface="+mn-lt"/>
                <a:cs typeface="Arial" panose="020B0604020202020204" pitchFamily="34" charset="0"/>
              </a:rPr>
              <a:t> tab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to insert a new slide</a:t>
            </a:r>
            <a:br>
              <a:rPr lang="en-US" altLang="da-DK" sz="900" b="0" noProof="1">
                <a:solidFill>
                  <a:schemeClr val="tx1"/>
                </a:solidFill>
                <a:latin typeface="+mn-lt"/>
                <a:cs typeface="Arial" panose="020B0604020202020204" pitchFamily="34" charset="0"/>
              </a:rPr>
            </a:br>
            <a:br>
              <a:rPr lang="en-US"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Change layout</a:t>
            </a:r>
            <a:endParaRPr lang="en-US" altLang="da-DK" sz="900" b="0" noProof="1">
              <a:solidFill>
                <a:schemeClr val="tx1"/>
              </a:solidFill>
              <a:latin typeface="+mn-lt"/>
              <a:cs typeface="Arial" panose="020B0604020202020204" pitchFamily="34" charset="0"/>
            </a:endParaRPr>
          </a:p>
          <a:p>
            <a:pPr marL="0" indent="0">
              <a:spcAft>
                <a:spcPts val="600"/>
              </a:spcAft>
              <a:buFont typeface="+mj-lt"/>
              <a:buNone/>
            </a:pPr>
            <a:r>
              <a:rPr lang="en-US" sz="900">
                <a:solidFill>
                  <a:srgbClr val="000000"/>
                </a:solidFill>
                <a:latin typeface="+mn-lt"/>
                <a:ea typeface="Arial" panose="020B0604020202020204" pitchFamily="34" charset="0"/>
              </a:rPr>
              <a:t>Click on the arrow next to </a:t>
            </a:r>
            <a:r>
              <a:rPr lang="en-US" sz="900" b="1">
                <a:solidFill>
                  <a:srgbClr val="000000"/>
                </a:solidFill>
                <a:latin typeface="+mn-lt"/>
                <a:ea typeface="Arial" panose="020B0604020202020204" pitchFamily="34" charset="0"/>
              </a:rPr>
              <a:t>Layout</a:t>
            </a:r>
            <a:br>
              <a:rPr lang="en-US" sz="900" b="1">
                <a:solidFill>
                  <a:srgbClr val="000000"/>
                </a:solidFill>
                <a:latin typeface="+mn-lt"/>
                <a:ea typeface="Arial" panose="020B0604020202020204" pitchFamily="34" charset="0"/>
              </a:rPr>
            </a:br>
            <a:r>
              <a:rPr lang="en-US" sz="900">
                <a:solidFill>
                  <a:srgbClr val="000000"/>
                </a:solidFill>
                <a:latin typeface="+mn-lt"/>
                <a:ea typeface="Arial" panose="020B0604020202020204" pitchFamily="34" charset="0"/>
              </a:rPr>
              <a:t>to view a dropdown menu of possible slide layouts</a:t>
            </a:r>
            <a:br>
              <a:rPr lang="en-US" sz="900">
                <a:solidFill>
                  <a:srgbClr val="000000"/>
                </a:solidFill>
                <a:latin typeface="+mn-lt"/>
                <a:ea typeface="Arial" panose="020B0604020202020204" pitchFamily="34" charset="0"/>
              </a:rPr>
            </a:br>
            <a:endParaRPr lang="en-US" sz="900">
              <a:solidFill>
                <a:srgbClr val="000000"/>
              </a:solidFill>
              <a:latin typeface="+mn-lt"/>
              <a:ea typeface="Arial" panose="020B0604020202020204" pitchFamily="34" charset="0"/>
            </a:endParaRPr>
          </a:p>
          <a:p>
            <a:pPr eaLnBrk="1" hangingPunct="1">
              <a:spcAft>
                <a:spcPts val="600"/>
              </a:spcAft>
              <a:defRPr/>
            </a:pPr>
            <a:r>
              <a:rPr lang="en-US" sz="900" b="1" noProof="1">
                <a:solidFill>
                  <a:schemeClr val="tx1"/>
                </a:solidFill>
                <a:latin typeface="+mn-lt"/>
                <a:cs typeface="Arial" panose="020B0604020202020204" pitchFamily="34" charset="0"/>
              </a:rPr>
              <a:t>Reset slide</a:t>
            </a:r>
            <a:endParaRPr lang="en-US"/>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da-DK" sz="900" b="1" noProof="1">
                <a:solidFill>
                  <a:schemeClr val="tx1"/>
                </a:solidFill>
                <a:latin typeface="+mn-lt"/>
                <a:cs typeface="Arial" panose="020B0604020202020204" pitchFamily="34" charset="0"/>
              </a:rPr>
              <a:t>1. </a:t>
            </a:r>
            <a:r>
              <a:rPr lang="en-US" altLang="da-DK" sz="90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Home</a:t>
            </a:r>
            <a:r>
              <a:rPr lang="en-US" altLang="da-DK" sz="900" noProof="1">
                <a:solidFill>
                  <a:schemeClr val="tx1"/>
                </a:solidFill>
                <a:latin typeface="+mn-lt"/>
                <a:cs typeface="Arial" panose="020B0604020202020204" pitchFamily="34" charset="0"/>
              </a:rPr>
              <a:t> tab</a:t>
            </a:r>
            <a:endParaRPr lang="en-US"/>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da-DK" sz="900" b="1" noProof="1">
                <a:solidFill>
                  <a:schemeClr val="tx1"/>
                </a:solidFill>
                <a:latin typeface="+mn-lt"/>
                <a:cs typeface="Arial" panose="020B0604020202020204" pitchFamily="34" charset="0"/>
              </a:rPr>
              <a:t>2. </a:t>
            </a:r>
            <a:r>
              <a:rPr lang="en-US" altLang="da-DK" sz="90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Reset</a:t>
            </a:r>
            <a:r>
              <a:rPr lang="en-US" altLang="da-DK" sz="900" noProof="1">
                <a:solidFill>
                  <a:schemeClr val="tx1"/>
                </a:solidFill>
                <a:latin typeface="+mn-lt"/>
                <a:cs typeface="Arial" panose="020B0604020202020204" pitchFamily="34" charset="0"/>
              </a:rPr>
              <a:t> menu to reset position, size and formatting of the slide placeholders to </a:t>
            </a:r>
            <a:br>
              <a:rPr lang="en-US" altLang="da-DK" sz="900" noProof="1">
                <a:solidFill>
                  <a:schemeClr val="tx1"/>
                </a:solidFill>
                <a:latin typeface="+mn-lt"/>
                <a:cs typeface="Arial" panose="020B0604020202020204" pitchFamily="34" charset="0"/>
              </a:rPr>
            </a:br>
            <a:r>
              <a:rPr lang="en-US" altLang="da-DK" sz="900" noProof="1">
                <a:solidFill>
                  <a:schemeClr val="tx1"/>
                </a:solidFill>
                <a:latin typeface="+mn-lt"/>
                <a:cs typeface="Arial" panose="020B0604020202020204" pitchFamily="34" charset="0"/>
              </a:rPr>
              <a:t>their default settings</a:t>
            </a:r>
            <a:endParaRPr lang="en-US" sz="900">
              <a:latin typeface="+mn-lt"/>
              <a:ea typeface="Arial" panose="020B0604020202020204" pitchFamily="34" charset="0"/>
            </a:endParaRPr>
          </a:p>
        </p:txBody>
      </p:sp>
      <p:pic>
        <p:nvPicPr>
          <p:cNvPr id="28" name="Picture 27">
            <a:extLst>
              <a:ext uri="{FF2B5EF4-FFF2-40B4-BE49-F238E27FC236}">
                <a16:creationId xmlns:a16="http://schemas.microsoft.com/office/drawing/2014/main" id="{12B8CEB7-8718-40FB-BCC9-2AC96094B83E}"/>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055654" y="4701914"/>
            <a:ext cx="475428" cy="176762"/>
          </a:xfrm>
          <a:prstGeom prst="rect">
            <a:avLst/>
          </a:prstGeom>
        </p:spPr>
      </p:pic>
      <p:pic>
        <p:nvPicPr>
          <p:cNvPr id="29" name="Picture 16">
            <a:extLst>
              <a:ext uri="{FF2B5EF4-FFF2-40B4-BE49-F238E27FC236}">
                <a16:creationId xmlns:a16="http://schemas.microsoft.com/office/drawing/2014/main" id="{1543AAD2-58D2-4DCE-A080-AFA6A459F608}"/>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3055654" y="3847595"/>
            <a:ext cx="328881" cy="505501"/>
          </a:xfrm>
          <a:prstGeom prst="rect">
            <a:avLst/>
          </a:prstGeom>
        </p:spPr>
      </p:pic>
      <p:pic>
        <p:nvPicPr>
          <p:cNvPr id="30" name="Picture 20">
            <a:extLst>
              <a:ext uri="{FF2B5EF4-FFF2-40B4-BE49-F238E27FC236}">
                <a16:creationId xmlns:a16="http://schemas.microsoft.com/office/drawing/2014/main" id="{F410AF64-93DE-4C35-8AC4-D2AFA638F572}"/>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3058352" y="5601211"/>
            <a:ext cx="538465" cy="172841"/>
          </a:xfrm>
          <a:prstGeom prst="rect">
            <a:avLst/>
          </a:prstGeom>
        </p:spPr>
      </p:pic>
      <p:pic>
        <p:nvPicPr>
          <p:cNvPr id="31" name="Picture 30">
            <a:extLst>
              <a:ext uri="{FF2B5EF4-FFF2-40B4-BE49-F238E27FC236}">
                <a16:creationId xmlns:a16="http://schemas.microsoft.com/office/drawing/2014/main" id="{5AAFDC93-9DCC-4CE4-B8D7-6137FEEF048E}"/>
              </a:ext>
            </a:extLst>
          </p:cNvPr>
          <p:cNvPicPr>
            <a:picLocks noChangeAspect="1"/>
          </p:cNvPicPr>
          <p:nvPr userDrawn="1"/>
        </p:nvPicPr>
        <p:blipFill>
          <a:blip r:embed="rId9"/>
          <a:stretch>
            <a:fillRect/>
          </a:stretch>
        </p:blipFill>
        <p:spPr>
          <a:xfrm>
            <a:off x="3055654" y="2342337"/>
            <a:ext cx="457143" cy="257143"/>
          </a:xfrm>
          <a:prstGeom prst="rect">
            <a:avLst/>
          </a:prstGeom>
        </p:spPr>
      </p:pic>
      <p:pic>
        <p:nvPicPr>
          <p:cNvPr id="4" name="Picture 3">
            <a:extLst>
              <a:ext uri="{FF2B5EF4-FFF2-40B4-BE49-F238E27FC236}">
                <a16:creationId xmlns:a16="http://schemas.microsoft.com/office/drawing/2014/main" id="{292A5FDF-69DC-4DD2-BFF8-3478E75DBB76}"/>
              </a:ext>
            </a:extLst>
          </p:cNvPr>
          <p:cNvPicPr>
            <a:picLocks noChangeAspect="1"/>
          </p:cNvPicPr>
          <p:nvPr userDrawn="1"/>
        </p:nvPicPr>
        <p:blipFill rotWithShape="1">
          <a:blip r:embed="rId10" cstate="email">
            <a:extLst>
              <a:ext uri="{28A0092B-C50C-407E-A947-70E740481C1C}">
                <a14:useLocalDpi xmlns:a14="http://schemas.microsoft.com/office/drawing/2010/main"/>
              </a:ext>
            </a:extLst>
          </a:blip>
          <a:srcRect/>
          <a:stretch/>
        </p:blipFill>
        <p:spPr>
          <a:xfrm>
            <a:off x="7065739" y="2537285"/>
            <a:ext cx="437508" cy="365851"/>
          </a:xfrm>
          <a:prstGeom prst="rect">
            <a:avLst/>
          </a:prstGeom>
        </p:spPr>
      </p:pic>
      <p:grpSp>
        <p:nvGrpSpPr>
          <p:cNvPr id="10" name="Group 9">
            <a:extLst>
              <a:ext uri="{FF2B5EF4-FFF2-40B4-BE49-F238E27FC236}">
                <a16:creationId xmlns:a16="http://schemas.microsoft.com/office/drawing/2014/main" id="{D428E528-3C21-43A5-9A1F-5FC8A3BB1E92}"/>
              </a:ext>
            </a:extLst>
          </p:cNvPr>
          <p:cNvGrpSpPr/>
          <p:nvPr userDrawn="1"/>
        </p:nvGrpSpPr>
        <p:grpSpPr>
          <a:xfrm>
            <a:off x="10285258" y="5867321"/>
            <a:ext cx="991746" cy="384654"/>
            <a:chOff x="10992821" y="4404000"/>
            <a:chExt cx="1588357" cy="616052"/>
          </a:xfrm>
        </p:grpSpPr>
        <p:pic>
          <p:nvPicPr>
            <p:cNvPr id="8" name="Picture 7">
              <a:extLst>
                <a:ext uri="{FF2B5EF4-FFF2-40B4-BE49-F238E27FC236}">
                  <a16:creationId xmlns:a16="http://schemas.microsoft.com/office/drawing/2014/main" id="{A44E7E5B-C2F8-47A1-8626-A6E32640159D}"/>
                </a:ext>
              </a:extLst>
            </p:cNvPr>
            <p:cNvPicPr>
              <a:picLocks noChangeAspect="1"/>
            </p:cNvPicPr>
            <p:nvPr userDrawn="1"/>
          </p:nvPicPr>
          <p:blipFill rotWithShape="1">
            <a:blip r:embed="rId11" cstate="email">
              <a:extLst>
                <a:ext uri="{28A0092B-C50C-407E-A947-70E740481C1C}">
                  <a14:useLocalDpi xmlns:a14="http://schemas.microsoft.com/office/drawing/2010/main"/>
                </a:ext>
              </a:extLst>
            </a:blip>
            <a:srcRect/>
            <a:stretch/>
          </p:blipFill>
          <p:spPr>
            <a:xfrm>
              <a:off x="10992821" y="4404000"/>
              <a:ext cx="1588357" cy="616052"/>
            </a:xfrm>
            <a:prstGeom prst="rect">
              <a:avLst/>
            </a:prstGeom>
          </p:spPr>
        </p:pic>
        <p:pic>
          <p:nvPicPr>
            <p:cNvPr id="33" name="Picture 32">
              <a:extLst>
                <a:ext uri="{FF2B5EF4-FFF2-40B4-BE49-F238E27FC236}">
                  <a16:creationId xmlns:a16="http://schemas.microsoft.com/office/drawing/2014/main" id="{5065702C-2099-41C8-904A-A3616CD11CA4}"/>
                </a:ext>
              </a:extLst>
            </p:cNvPr>
            <p:cNvPicPr>
              <a:picLocks noChangeAspect="1"/>
            </p:cNvPicPr>
            <p:nvPr userDrawn="1"/>
          </p:nvPicPr>
          <p:blipFill rotWithShape="1">
            <a:blip r:embed="rId12" cstate="email">
              <a:extLst>
                <a:ext uri="{28A0092B-C50C-407E-A947-70E740481C1C}">
                  <a14:useLocalDpi xmlns:a14="http://schemas.microsoft.com/office/drawing/2010/main"/>
                </a:ext>
              </a:extLst>
            </a:blip>
            <a:srcRect/>
            <a:stretch/>
          </p:blipFill>
          <p:spPr>
            <a:xfrm>
              <a:off x="12479578" y="4785230"/>
              <a:ext cx="101600" cy="221441"/>
            </a:xfrm>
            <a:prstGeom prst="rect">
              <a:avLst/>
            </a:prstGeom>
          </p:spPr>
        </p:pic>
      </p:grpSp>
      <p:pic>
        <p:nvPicPr>
          <p:cNvPr id="34" name="Picture 2">
            <a:extLst>
              <a:ext uri="{FF2B5EF4-FFF2-40B4-BE49-F238E27FC236}">
                <a16:creationId xmlns:a16="http://schemas.microsoft.com/office/drawing/2014/main" id="{23C2B142-78D9-4D1A-A62B-85445D78273E}"/>
              </a:ext>
            </a:extLst>
          </p:cNvPr>
          <p:cNvPicPr>
            <a:picLocks noChangeAspect="1"/>
          </p:cNvPicPr>
          <p:nvPr userDrawn="1"/>
        </p:nvPicPr>
        <p:blipFill>
          <a:blip r:embed="rId13"/>
          <a:stretch>
            <a:fillRect/>
          </a:stretch>
        </p:blipFill>
        <p:spPr>
          <a:xfrm>
            <a:off x="3055654" y="3052205"/>
            <a:ext cx="257143" cy="285714"/>
          </a:xfrm>
          <a:prstGeom prst="rect">
            <a:avLst/>
          </a:prstGeom>
        </p:spPr>
      </p:pic>
    </p:spTree>
    <p:extLst>
      <p:ext uri="{BB962C8B-B14F-4D97-AF65-F5344CB8AC3E}">
        <p14:creationId xmlns:p14="http://schemas.microsoft.com/office/powerpoint/2010/main" val="443759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ltGray">
          <a:xfrm>
            <a:off x="0"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5" name="Do not use"/>
          <p:cNvSpPr txBox="1"/>
          <p:nvPr userDrawn="1"/>
        </p:nvSpPr>
        <p:spPr>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4400" b="0" noProof="0">
                <a:solidFill>
                  <a:schemeClr val="bg1"/>
                </a:solidFill>
              </a:rPr>
              <a:t>If you see any </a:t>
            </a:r>
            <a:r>
              <a:rPr lang="en-US" sz="4400" b="1" i="0" noProof="0">
                <a:solidFill>
                  <a:schemeClr val="bg1"/>
                </a:solidFill>
              </a:rPr>
              <a:t>layouts after this </a:t>
            </a:r>
            <a:r>
              <a:rPr lang="en-US" sz="4400" b="0" i="0" noProof="0">
                <a:solidFill>
                  <a:schemeClr val="bg1"/>
                </a:solidFill>
              </a:rPr>
              <a:t>one</a:t>
            </a:r>
            <a:r>
              <a:rPr lang="en-US" sz="4400" b="1" i="1" noProof="0">
                <a:solidFill>
                  <a:schemeClr val="bg1"/>
                </a:solidFill>
              </a:rPr>
              <a:t>,</a:t>
            </a:r>
            <a:br>
              <a:rPr lang="en-US" sz="4400" b="0" i="0" noProof="0">
                <a:solidFill>
                  <a:schemeClr val="bg1"/>
                </a:solidFill>
              </a:rPr>
            </a:br>
            <a:r>
              <a:rPr lang="en-US" sz="4400" b="0" noProof="0">
                <a:solidFill>
                  <a:schemeClr val="bg1"/>
                </a:solidFill>
              </a:rPr>
              <a:t>do not use them. These layouts </a:t>
            </a:r>
            <a:r>
              <a:rPr lang="en-US" sz="4400" b="1" i="0" u="none" noProof="0">
                <a:solidFill>
                  <a:schemeClr val="bg1"/>
                </a:solidFill>
              </a:rPr>
              <a:t>are not </a:t>
            </a:r>
            <a:r>
              <a:rPr lang="en-US" sz="4400" b="0" noProof="0">
                <a:solidFill>
                  <a:schemeClr val="bg1"/>
                </a:solidFill>
              </a:rPr>
              <a:t>part of our corporate template.</a:t>
            </a:r>
            <a:br>
              <a:rPr lang="en-US" sz="2800" b="0" noProof="0">
                <a:solidFill>
                  <a:schemeClr val="bg1"/>
                </a:solidFill>
              </a:rPr>
            </a:br>
            <a:br>
              <a:rPr lang="en-US" sz="2800" b="0" noProof="0">
                <a:solidFill>
                  <a:schemeClr val="bg1"/>
                </a:solidFill>
              </a:rPr>
            </a:br>
            <a:endParaRPr lang="en-US" sz="2800" b="0" noProof="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0" y="2578102"/>
            <a:ext cx="11218606" cy="2400657"/>
          </a:xfrm>
          <a:prstGeom prst="rect">
            <a:avLst/>
          </a:prstGeom>
        </p:spPr>
        <p:txBody>
          <a:bodyPr wrap="square">
            <a:spAutoFit/>
          </a:bodyPr>
          <a:lstStyle/>
          <a:p>
            <a:pPr algn="ctr"/>
            <a:r>
              <a:rPr lang="en-US" sz="15000" b="1" i="0" noProof="0">
                <a:solidFill>
                  <a:schemeClr val="bg1"/>
                </a:solidFill>
              </a:rPr>
              <a:t>Do not use </a:t>
            </a:r>
            <a:endParaRPr lang="en-US" sz="15000" b="1" i="0"/>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Due to PowerPoint’s standard Copy/Paste functionality extra undesirable layouts can appear.</a:t>
            </a:r>
            <a:endParaRPr lang="en-US"/>
          </a:p>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Also notice: Layouts after this might contain potential confidential information.</a:t>
            </a:r>
            <a:br>
              <a:rPr lang="en-US" sz="1800" b="0" noProof="0">
                <a:solidFill>
                  <a:schemeClr val="bg1"/>
                </a:solidFill>
              </a:rPr>
            </a:br>
            <a:endParaRPr lang="en-US" sz="1800" b="0" noProof="0">
              <a:solidFill>
                <a:schemeClr val="bg1"/>
              </a:solidFill>
            </a:endParaRPr>
          </a:p>
        </p:txBody>
      </p:sp>
      <p:sp>
        <p:nvSpPr>
          <p:cNvPr id="13" name="Date Placeholder 6" hidden="1">
            <a:extLst>
              <a:ext uri="{FF2B5EF4-FFF2-40B4-BE49-F238E27FC236}">
                <a16:creationId xmlns:a16="http://schemas.microsoft.com/office/drawing/2014/main" id="{706505A8-87EA-4BA0-B698-35156BC765D0}"/>
              </a:ext>
            </a:extLst>
          </p:cNvPr>
          <p:cNvSpPr>
            <a:spLocks noGrp="1" noRot="1" noMove="1" noResize="1" noEditPoints="1" noAdjustHandles="1" noChangeArrowheads="1" noChangeShapeType="1"/>
          </p:cNvSpPr>
          <p:nvPr>
            <p:ph type="dt" sz="half" idx="15"/>
          </p:nvPr>
        </p:nvSpPr>
        <p:spPr>
          <a:xfrm>
            <a:off x="0" y="6858000"/>
            <a:ext cx="0" cy="0"/>
          </a:xfrm>
        </p:spPr>
        <p:txBody>
          <a:bodyPr/>
          <a:lstStyle>
            <a:lvl1pPr>
              <a:defRPr sz="100">
                <a:noFill/>
              </a:defRPr>
            </a:lvl1pPr>
          </a:lstStyle>
          <a:p>
            <a:fld id="{2DE3FB73-D64F-4CD2-B936-34C12883B35A}" type="datetime4">
              <a:rPr lang="en-US" smtClean="0"/>
              <a:t>January 21, 2026</a:t>
            </a:fld>
            <a:endParaRPr lang="en-US"/>
          </a:p>
        </p:txBody>
      </p:sp>
      <p:sp>
        <p:nvSpPr>
          <p:cNvPr id="14" name="Footer Placeholder 8" hidden="1">
            <a:extLst>
              <a:ext uri="{FF2B5EF4-FFF2-40B4-BE49-F238E27FC236}">
                <a16:creationId xmlns:a16="http://schemas.microsoft.com/office/drawing/2014/main" id="{AB150C2C-2030-498B-8262-6BD5BCCBB345}"/>
              </a:ext>
            </a:extLst>
          </p:cNvPr>
          <p:cNvSpPr>
            <a:spLocks noGrp="1" noRot="1" noMove="1" noResize="1" noEditPoints="1" noAdjustHandles="1" noChangeArrowheads="1" noChangeShapeType="1"/>
          </p:cNvSpPr>
          <p:nvPr>
            <p:ph type="ftr" sz="quarter" idx="16"/>
          </p:nvPr>
        </p:nvSpPr>
        <p:spPr>
          <a:xfrm>
            <a:off x="0" y="6858000"/>
            <a:ext cx="0" cy="0"/>
          </a:xfrm>
        </p:spPr>
        <p:txBody>
          <a:bodyPr/>
          <a:lstStyle>
            <a:lvl1pPr>
              <a:defRPr sz="100">
                <a:noFill/>
              </a:defRPr>
            </a:lvl1pPr>
          </a:lstStyle>
          <a:p>
            <a:endParaRPr lang="en-US"/>
          </a:p>
        </p:txBody>
      </p:sp>
      <p:sp>
        <p:nvSpPr>
          <p:cNvPr id="15" name="Slide Number Placeholder 10" hidden="1">
            <a:extLst>
              <a:ext uri="{FF2B5EF4-FFF2-40B4-BE49-F238E27FC236}">
                <a16:creationId xmlns:a16="http://schemas.microsoft.com/office/drawing/2014/main" id="{E81B246F-92C7-4EF8-ACD0-05F73C7095BE}"/>
              </a:ext>
            </a:extLst>
          </p:cNvPr>
          <p:cNvSpPr>
            <a:spLocks noGrp="1" noRot="1" noMove="1" noResize="1" noEditPoints="1" noAdjustHandles="1" noChangeArrowheads="1" noChangeShapeType="1"/>
          </p:cNvSpPr>
          <p:nvPr>
            <p:ph type="sldNum" sz="quarter" idx="17"/>
          </p:nvPr>
        </p:nvSpPr>
        <p:spPr>
          <a:xfrm>
            <a:off x="0" y="6858000"/>
            <a:ext cx="0" cy="0"/>
          </a:xfrm>
        </p:spPr>
        <p:txBody>
          <a:bodyPr/>
          <a:lstStyle>
            <a:lvl1pPr>
              <a:defRPr sz="100">
                <a:noFill/>
              </a:defRPr>
            </a:lvl1pPr>
          </a:lstStyle>
          <a:p>
            <a:fld id="{23AA811B-2EBD-4900-905E-5BE206449611}" type="slidenum">
              <a:rPr lang="en-US" smtClean="0"/>
              <a:pPr/>
              <a:t>‹#›</a:t>
            </a:fld>
            <a:endParaRPr lang="en-US"/>
          </a:p>
        </p:txBody>
      </p:sp>
    </p:spTree>
    <p:extLst>
      <p:ext uri="{BB962C8B-B14F-4D97-AF65-F5344CB8AC3E}">
        <p14:creationId xmlns:p14="http://schemas.microsoft.com/office/powerpoint/2010/main" val="317654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Fascination_5: Title + Text">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CB0F7308-9015-463D-BAEC-5770C69EA500}"/>
              </a:ext>
            </a:extLst>
          </p:cNvPr>
          <p:cNvSpPr>
            <a:spLocks noGrp="1"/>
          </p:cNvSpPr>
          <p:nvPr>
            <p:ph type="body" sz="quarter" idx="10"/>
          </p:nvPr>
        </p:nvSpPr>
        <p:spPr>
          <a:xfrm>
            <a:off x="407988" y="2708275"/>
            <a:ext cx="11376644" cy="3529037"/>
          </a:xfrm>
        </p:spPr>
        <p:txBody>
          <a:bodyPr lIns="0" tIns="0" rIns="0" bIns="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itle 3">
            <a:extLst>
              <a:ext uri="{FF2B5EF4-FFF2-40B4-BE49-F238E27FC236}">
                <a16:creationId xmlns:a16="http://schemas.microsoft.com/office/drawing/2014/main" id="{74D5D19C-1BEC-4BCB-9DD0-3C3D7A114ECE}"/>
              </a:ext>
            </a:extLst>
          </p:cNvPr>
          <p:cNvSpPr>
            <a:spLocks noGrp="1"/>
          </p:cNvSpPr>
          <p:nvPr>
            <p:ph type="title"/>
          </p:nvPr>
        </p:nvSpPr>
        <p:spPr/>
        <p:txBody>
          <a:bodyPr lIns="0" tIns="0" rIns="0" bIns="0"/>
          <a:lstStyle/>
          <a:p>
            <a:r>
              <a:rPr lang="de-DE"/>
              <a:t>Mastertitelformat bearbeiten</a:t>
            </a:r>
            <a:endParaRPr lang="en-US"/>
          </a:p>
        </p:txBody>
      </p:sp>
    </p:spTree>
    <p:extLst>
      <p:ext uri="{BB962C8B-B14F-4D97-AF65-F5344CB8AC3E}">
        <p14:creationId xmlns:p14="http://schemas.microsoft.com/office/powerpoint/2010/main" val="3995359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Cover 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694AC78-23B7-3F54-4AD2-6305E8EE3319}"/>
              </a:ext>
            </a:extLst>
          </p:cNvPr>
          <p:cNvGraphicFramePr>
            <a:graphicFrameLocks noChangeAspect="1"/>
          </p:cNvGraphicFramePr>
          <p:nvPr userDrawn="1">
            <p:custDataLst>
              <p:tags r:id="rId1"/>
            </p:custDataLst>
            <p:extLst>
              <p:ext uri="{D42A27DB-BD31-4B8C-83A1-F6EECF244321}">
                <p14:modId xmlns:p14="http://schemas.microsoft.com/office/powerpoint/2010/main" val="35411968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2694AC78-23B7-3F54-4AD2-6305E8EE33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Rectangle 12">
            <a:extLst>
              <a:ext uri="{FF2B5EF4-FFF2-40B4-BE49-F238E27FC236}">
                <a16:creationId xmlns:a16="http://schemas.microsoft.com/office/drawing/2014/main" id="{C07E0015-1969-FC86-B992-154A712815A9}"/>
              </a:ext>
            </a:extLst>
          </p:cNvPr>
          <p:cNvSpPr/>
          <p:nvPr userDrawn="1"/>
        </p:nvSpPr>
        <p:spPr bwMode="gray">
          <a:xfrm>
            <a:off x="1" y="0"/>
            <a:ext cx="12192000" cy="6858000"/>
          </a:xfrm>
          <a:prstGeom prst="rect">
            <a:avLst/>
          </a:prstGeom>
          <a:solidFill>
            <a:srgbClr val="F9F9F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pic>
        <p:nvPicPr>
          <p:cNvPr id="14" name="Picture 13">
            <a:extLst>
              <a:ext uri="{FF2B5EF4-FFF2-40B4-BE49-F238E27FC236}">
                <a16:creationId xmlns:a16="http://schemas.microsoft.com/office/drawing/2014/main" id="{04C0BDC6-8D4D-A6EF-2F52-D86DCAA3D61E}"/>
              </a:ext>
            </a:extLst>
          </p:cNvPr>
          <p:cNvPicPr>
            <a:picLocks noChangeAspect="1"/>
          </p:cNvPicPr>
          <p:nvPr userDrawn="1"/>
        </p:nvPicPr>
        <p:blipFill>
          <a:blip r:embed="rId5"/>
          <a:stretch>
            <a:fillRect/>
          </a:stretch>
        </p:blipFill>
        <p:spPr>
          <a:xfrm>
            <a:off x="1" y="3803904"/>
            <a:ext cx="12192000" cy="3054096"/>
          </a:xfrm>
          <a:prstGeom prst="rect">
            <a:avLst/>
          </a:prstGeom>
        </p:spPr>
      </p:pic>
      <p:sp>
        <p:nvSpPr>
          <p:cNvPr id="3" name="Date Placeholder 2" hidden="1">
            <a:extLst>
              <a:ext uri="{FF2B5EF4-FFF2-40B4-BE49-F238E27FC236}">
                <a16:creationId xmlns:a16="http://schemas.microsoft.com/office/drawing/2014/main" id="{D8540927-FEEA-4930-9813-BB60C0573908}"/>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6F4C580F-76F7-40E8-ADEA-2D8C9B25F850}" type="datetime4">
              <a:rPr lang="en-US" smtClean="0"/>
              <a:t>January 21, 2026</a:t>
            </a:fld>
            <a:endParaRPr lang="en-US"/>
          </a:p>
        </p:txBody>
      </p:sp>
      <p:sp>
        <p:nvSpPr>
          <p:cNvPr id="6" name="Footer Placeholder 5" hidden="1">
            <a:extLst>
              <a:ext uri="{FF2B5EF4-FFF2-40B4-BE49-F238E27FC236}">
                <a16:creationId xmlns:a16="http://schemas.microsoft.com/office/drawing/2014/main" id="{CEA8885D-4C24-47AF-B750-4596970023A4}"/>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7" name="Slide Number Placeholder 6" hidden="1">
            <a:extLst>
              <a:ext uri="{FF2B5EF4-FFF2-40B4-BE49-F238E27FC236}">
                <a16:creationId xmlns:a16="http://schemas.microsoft.com/office/drawing/2014/main" id="{2EAECFDD-505B-4910-A185-543B03579F2B}"/>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16" name="Textbox for metadata">
            <a:extLst>
              <a:ext uri="{FF2B5EF4-FFF2-40B4-BE49-F238E27FC236}">
                <a16:creationId xmlns:a16="http://schemas.microsoft.com/office/drawing/2014/main" id="{932E1283-5E1D-4454-90E0-0EB77DB007AD}"/>
              </a:ext>
            </a:extLst>
          </p:cNvPr>
          <p:cNvSpPr txBox="1">
            <a:spLocks/>
          </p:cNvSpPr>
          <p:nvPr userDrawn="1"/>
        </p:nvSpPr>
        <p:spPr>
          <a:xfrm>
            <a:off x="331197"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8"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2AFD311-4076-40D0-970F-D430967AA3D8}"/>
              </a:ext>
            </a:extLst>
          </p:cNvPr>
          <p:cNvSpPr txBox="1"/>
          <p:nvPr userDrawn="1"/>
        </p:nvSpPr>
        <p:spPr bwMode="gray">
          <a:xfrm>
            <a:off x="329523" y="6523200"/>
            <a:ext cx="1745341" cy="1692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bg1"/>
                </a:solidFill>
                <a:effectLst/>
                <a:uLnTx/>
                <a:uFillTx/>
                <a:latin typeface="+mn-lt"/>
                <a:ea typeface="+mn-ea"/>
                <a:cs typeface="+mn-cs"/>
              </a:rPr>
              <a:t>© 2026 ABB. All rights reserved.</a:t>
            </a:r>
          </a:p>
        </p:txBody>
      </p:sp>
      <p:sp>
        <p:nvSpPr>
          <p:cNvPr id="5"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B586EEA8-ACB1-F614-9787-9EA929C4B8DD}"/>
              </a:ext>
            </a:extLst>
          </p:cNvPr>
          <p:cNvSpPr txBox="1"/>
          <p:nvPr userDrawn="1"/>
        </p:nvSpPr>
        <p:spPr bwMode="gray">
          <a:xfrm>
            <a:off x="2125497"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bg1"/>
              </a:solidFill>
            </a:endParaRPr>
          </a:p>
        </p:txBody>
      </p:sp>
      <p:sp>
        <p:nvSpPr>
          <p:cNvPr id="8"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1BF7EFE7-336D-7B45-9CEE-623BE4221500}"/>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bg1"/>
              </a:solidFill>
            </a:endParaRPr>
          </a:p>
        </p:txBody>
      </p:sp>
      <p:pic>
        <p:nvPicPr>
          <p:cNvPr id="469476981" name="Classification" descr="{&quot;templafy&quot;:{&quot;id&quot;:&quot;dea277bd-113f-415d-aada-98ceb9c0faf9&quot;}}"/>
          <p:cNvPicPr>
            <a:picLocks noChangeAspect="1"/>
          </p:cNvPicPr>
          <p:nvPr/>
        </p:nvPicPr>
        <p:blipFill>
          <a:blip r:embed="rId6"/>
          <a:stretch>
            <a:fillRect/>
          </a:stretch>
        </p:blipFill>
        <p:spPr>
          <a:xfrm>
            <a:off x="331201" y="367200"/>
            <a:ext cx="1530000" cy="252000"/>
          </a:xfrm>
          <a:prstGeom prst="rect">
            <a:avLst/>
          </a:prstGeom>
        </p:spPr>
      </p:pic>
      <p:pic>
        <p:nvPicPr>
          <p:cNvPr id="17" name="Logo">
            <a:extLst>
              <a:ext uri="{FF2B5EF4-FFF2-40B4-BE49-F238E27FC236}">
                <a16:creationId xmlns:a16="http://schemas.microsoft.com/office/drawing/2014/main" id="{5212E275-7406-B8D1-A3C9-6100BA58165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976737" y="395547"/>
            <a:ext cx="1766532" cy="677856"/>
          </a:xfrm>
          <a:prstGeom prst="rect">
            <a:avLst/>
          </a:prstGeom>
        </p:spPr>
      </p:pic>
      <p:pic>
        <p:nvPicPr>
          <p:cNvPr id="19" name="Tag line">
            <a:extLst>
              <a:ext uri="{FF2B5EF4-FFF2-40B4-BE49-F238E27FC236}">
                <a16:creationId xmlns:a16="http://schemas.microsoft.com/office/drawing/2014/main" id="{957191C3-087F-C04A-0DEB-B043188A2D13}"/>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976737" y="5866683"/>
            <a:ext cx="1766532" cy="400810"/>
          </a:xfrm>
          <a:prstGeom prst="rect">
            <a:avLst/>
          </a:prstGeom>
        </p:spPr>
      </p:pic>
      <p:sp>
        <p:nvSpPr>
          <p:cNvPr id="20" name="Title 1">
            <a:extLst>
              <a:ext uri="{FF2B5EF4-FFF2-40B4-BE49-F238E27FC236}">
                <a16:creationId xmlns:a16="http://schemas.microsoft.com/office/drawing/2014/main" id="{1D4B8532-33AB-815E-60F0-4048F395066B}"/>
              </a:ext>
            </a:extLst>
          </p:cNvPr>
          <p:cNvSpPr>
            <a:spLocks noGrp="1"/>
          </p:cNvSpPr>
          <p:nvPr>
            <p:ph type="title"/>
          </p:nvPr>
        </p:nvSpPr>
        <p:spPr>
          <a:xfrm>
            <a:off x="331201" y="2457525"/>
            <a:ext cx="8613648" cy="1349734"/>
          </a:xfrm>
        </p:spPr>
        <p:txBody>
          <a:bodyPr vert="horz" anchor="t"/>
          <a:lstStyle>
            <a:lvl1pPr>
              <a:defRPr sz="4400" b="0" cap="all" baseline="0">
                <a:latin typeface="ABBvoice Display SemiBold" panose="020D0704020603060204" pitchFamily="34" charset="0"/>
              </a:defRPr>
            </a:lvl1pPr>
          </a:lstStyle>
          <a:p>
            <a:r>
              <a:rPr lang="en-US" noProof="0"/>
              <a:t>Click to edit Master title style</a:t>
            </a:r>
            <a:endParaRPr lang="en-US"/>
          </a:p>
        </p:txBody>
      </p:sp>
      <p:sp>
        <p:nvSpPr>
          <p:cNvPr id="21" name="Text Placeholder 2">
            <a:extLst>
              <a:ext uri="{FF2B5EF4-FFF2-40B4-BE49-F238E27FC236}">
                <a16:creationId xmlns:a16="http://schemas.microsoft.com/office/drawing/2014/main" id="{4A9EAF23-A18E-5305-C224-E60978BAAC14}"/>
              </a:ext>
            </a:extLst>
          </p:cNvPr>
          <p:cNvSpPr>
            <a:spLocks noGrp="1"/>
          </p:cNvSpPr>
          <p:nvPr>
            <p:ph type="body" sz="quarter" idx="14" hasCustomPrompt="1"/>
          </p:nvPr>
        </p:nvSpPr>
        <p:spPr>
          <a:xfrm>
            <a:off x="331202" y="4576501"/>
            <a:ext cx="8613648" cy="486000"/>
          </a:xfrm>
        </p:spPr>
        <p:txBody>
          <a:bodyPr l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2" name="Text Placeholder 3">
            <a:extLst>
              <a:ext uri="{FF2B5EF4-FFF2-40B4-BE49-F238E27FC236}">
                <a16:creationId xmlns:a16="http://schemas.microsoft.com/office/drawing/2014/main" id="{FF1B3666-7D82-4C1B-225F-70F5B52B18C0}"/>
              </a:ext>
            </a:extLst>
          </p:cNvPr>
          <p:cNvSpPr>
            <a:spLocks noGrp="1"/>
          </p:cNvSpPr>
          <p:nvPr>
            <p:ph type="body" sz="quarter" idx="16" hasCustomPrompt="1"/>
          </p:nvPr>
        </p:nvSpPr>
        <p:spPr>
          <a:xfrm>
            <a:off x="331202" y="2295525"/>
            <a:ext cx="8613648" cy="162000"/>
          </a:xfrm>
        </p:spPr>
        <p:txBody>
          <a:bodyPr lIns="0" anchor="t"/>
          <a:lstStyle>
            <a:lvl1pPr>
              <a:spcBef>
                <a:spcPts val="0"/>
              </a:spcBef>
              <a:defRPr sz="1000" cap="all" spc="200" baseline="0"/>
            </a:lvl1pPr>
          </a:lstStyle>
          <a:p>
            <a:pPr lvl="0"/>
            <a:r>
              <a:rPr lang="en-US" noProof="0"/>
              <a:t>DATE OR OTHER INFORMATION – THIS LINE IS NOT OBLIGATORY</a:t>
            </a:r>
            <a:endParaRPr lang="en-US"/>
          </a:p>
        </p:txBody>
      </p:sp>
    </p:spTree>
    <p:extLst>
      <p:ext uri="{BB962C8B-B14F-4D97-AF65-F5344CB8AC3E}">
        <p14:creationId xmlns:p14="http://schemas.microsoft.com/office/powerpoint/2010/main" val="4184412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Cover B">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1E1E809-1FDC-1C0B-48B1-FE0E0E8B5644}"/>
              </a:ext>
            </a:extLst>
          </p:cNvPr>
          <p:cNvGraphicFramePr>
            <a:graphicFrameLocks noChangeAspect="1"/>
          </p:cNvGraphicFramePr>
          <p:nvPr userDrawn="1">
            <p:custDataLst>
              <p:tags r:id="rId1"/>
            </p:custDataLst>
            <p:extLst>
              <p:ext uri="{D42A27DB-BD31-4B8C-83A1-F6EECF244321}">
                <p14:modId xmlns:p14="http://schemas.microsoft.com/office/powerpoint/2010/main" val="38013347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think-cell data - do not delete" hidden="1">
                        <a:extLst>
                          <a:ext uri="{FF2B5EF4-FFF2-40B4-BE49-F238E27FC236}">
                            <a16:creationId xmlns:a16="http://schemas.microsoft.com/office/drawing/2014/main" id="{C1E1E809-1FDC-1C0B-48B1-FE0E0E8B564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ADB02492-2F27-BF8F-A734-CBB59E25C643}"/>
              </a:ext>
            </a:extLst>
          </p:cNvPr>
          <p:cNvPicPr>
            <a:picLocks noChangeAspect="1"/>
          </p:cNvPicPr>
          <p:nvPr userDrawn="1"/>
        </p:nvPicPr>
        <p:blipFill>
          <a:blip r:embed="rId5"/>
          <a:stretch>
            <a:fillRect/>
          </a:stretch>
        </p:blipFill>
        <p:spPr>
          <a:xfrm>
            <a:off x="1" y="3"/>
            <a:ext cx="12192000" cy="6857999"/>
          </a:xfrm>
          <a:prstGeom prst="rect">
            <a:avLst/>
          </a:prstGeom>
        </p:spPr>
      </p:pic>
      <p:pic>
        <p:nvPicPr>
          <p:cNvPr id="7" name="Logo">
            <a:extLst>
              <a:ext uri="{FF2B5EF4-FFF2-40B4-BE49-F238E27FC236}">
                <a16:creationId xmlns:a16="http://schemas.microsoft.com/office/drawing/2014/main" id="{0027E721-31E7-996C-F978-886B4B709D6E}"/>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976737" y="395547"/>
            <a:ext cx="1766532" cy="677856"/>
          </a:xfrm>
          <a:prstGeom prst="rect">
            <a:avLst/>
          </a:prstGeom>
        </p:spPr>
      </p:pic>
      <p:pic>
        <p:nvPicPr>
          <p:cNvPr id="8" name="Tag line">
            <a:extLst>
              <a:ext uri="{FF2B5EF4-FFF2-40B4-BE49-F238E27FC236}">
                <a16:creationId xmlns:a16="http://schemas.microsoft.com/office/drawing/2014/main" id="{21F201A0-96B6-099C-6016-FCAFD5EED39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976737" y="5866683"/>
            <a:ext cx="1766532" cy="400810"/>
          </a:xfrm>
          <a:prstGeom prst="rect">
            <a:avLst/>
          </a:prstGeom>
        </p:spPr>
      </p:pic>
      <p:sp>
        <p:nvSpPr>
          <p:cNvPr id="13" name="Date Placeholder 2">
            <a:extLst>
              <a:ext uri="{FF2B5EF4-FFF2-40B4-BE49-F238E27FC236}">
                <a16:creationId xmlns:a16="http://schemas.microsoft.com/office/drawing/2014/main" id="{7C62B3A4-847D-448E-B792-DE62FEB4E58C}"/>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C8D568F6-A414-4865-8B55-29384C831DDE}" type="datetime4">
              <a:rPr lang="en-US" smtClean="0"/>
              <a:t>January 21, 2026</a:t>
            </a:fld>
            <a:endParaRPr lang="en-US"/>
          </a:p>
        </p:txBody>
      </p:sp>
      <p:sp>
        <p:nvSpPr>
          <p:cNvPr id="14" name="Footer Placeholder 5" hidden="1">
            <a:extLst>
              <a:ext uri="{FF2B5EF4-FFF2-40B4-BE49-F238E27FC236}">
                <a16:creationId xmlns:a16="http://schemas.microsoft.com/office/drawing/2014/main" id="{B6935CD3-ECA4-4229-A00C-3BDDEB2BD50E}"/>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5" name="Slide Number Placeholder 6" hidden="1">
            <a:extLst>
              <a:ext uri="{FF2B5EF4-FFF2-40B4-BE49-F238E27FC236}">
                <a16:creationId xmlns:a16="http://schemas.microsoft.com/office/drawing/2014/main" id="{9AA86E30-296D-41CC-A9C9-C72660CB7756}"/>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29" name="Textbox for metadata">
            <a:extLst>
              <a:ext uri="{FF2B5EF4-FFF2-40B4-BE49-F238E27FC236}">
                <a16:creationId xmlns:a16="http://schemas.microsoft.com/office/drawing/2014/main" id="{D7DCD54B-3107-4990-98EF-B47683C6F3FD}"/>
              </a:ext>
            </a:extLst>
          </p:cNvPr>
          <p:cNvSpPr txBox="1">
            <a:spLocks/>
          </p:cNvSpPr>
          <p:nvPr userDrawn="1"/>
        </p:nvSpPr>
        <p:spPr>
          <a:xfrm>
            <a:off x="331197"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9"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B0D0F57F-14FF-4552-BF2B-6E2C9856C84B}"/>
              </a:ext>
            </a:extLst>
          </p:cNvPr>
          <p:cNvSpPr txBox="1"/>
          <p:nvPr userDrawn="1"/>
        </p:nvSpPr>
        <p:spPr bwMode="gray">
          <a:xfrm>
            <a:off x="329523" y="6523200"/>
            <a:ext cx="1745341" cy="1692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3"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53A252EE-186A-84DA-8EA2-955674DE994F}"/>
              </a:ext>
            </a:extLst>
          </p:cNvPr>
          <p:cNvSpPr txBox="1"/>
          <p:nvPr userDrawn="1"/>
        </p:nvSpPr>
        <p:spPr bwMode="gray">
          <a:xfrm>
            <a:off x="2125497"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4"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FEA024D1-ACAB-258A-67C0-CC52CA86E68F}"/>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834707531" name="Classification" descr="{&quot;templafy&quot;:{&quot;id&quot;:&quot;31d65f92-5aad-4515-aa5a-bb8dfe66b4d3&quot;}}"/>
          <p:cNvPicPr>
            <a:picLocks noChangeAspect="1"/>
          </p:cNvPicPr>
          <p:nvPr/>
        </p:nvPicPr>
        <p:blipFill>
          <a:blip r:embed="rId10"/>
          <a:stretch>
            <a:fillRect/>
          </a:stretch>
        </p:blipFill>
        <p:spPr>
          <a:xfrm>
            <a:off x="331201" y="367200"/>
            <a:ext cx="1530000" cy="252000"/>
          </a:xfrm>
          <a:prstGeom prst="rect">
            <a:avLst/>
          </a:prstGeom>
        </p:spPr>
      </p:pic>
      <p:sp>
        <p:nvSpPr>
          <p:cNvPr id="12" name="Title 1">
            <a:extLst>
              <a:ext uri="{FF2B5EF4-FFF2-40B4-BE49-F238E27FC236}">
                <a16:creationId xmlns:a16="http://schemas.microsoft.com/office/drawing/2014/main" id="{BE9196FA-4AF2-902A-F9E6-9A8F8415A8A3}"/>
              </a:ext>
            </a:extLst>
          </p:cNvPr>
          <p:cNvSpPr>
            <a:spLocks noGrp="1"/>
          </p:cNvSpPr>
          <p:nvPr>
            <p:ph type="title"/>
          </p:nvPr>
        </p:nvSpPr>
        <p:spPr>
          <a:xfrm>
            <a:off x="331201" y="2457525"/>
            <a:ext cx="8613648" cy="1350000"/>
          </a:xfrm>
        </p:spPr>
        <p:txBody>
          <a:bodyPr vert="horz" anchor="t"/>
          <a:lstStyle>
            <a:lvl1pPr>
              <a:defRPr sz="4400" b="0" cap="all" baseline="0">
                <a:solidFill>
                  <a:schemeClr val="bg1"/>
                </a:solidFill>
                <a:latin typeface="ABBvoice Display SemiBold" panose="020D0704020603060204" pitchFamily="34" charset="0"/>
              </a:defRPr>
            </a:lvl1pPr>
          </a:lstStyle>
          <a:p>
            <a:r>
              <a:rPr lang="en-US" noProof="0"/>
              <a:t>Click to edit Master title style</a:t>
            </a:r>
            <a:endParaRPr lang="en-US"/>
          </a:p>
        </p:txBody>
      </p:sp>
      <p:sp>
        <p:nvSpPr>
          <p:cNvPr id="17" name="Text Placeholder 2">
            <a:extLst>
              <a:ext uri="{FF2B5EF4-FFF2-40B4-BE49-F238E27FC236}">
                <a16:creationId xmlns:a16="http://schemas.microsoft.com/office/drawing/2014/main" id="{0F231D8D-58FA-38D6-FE7A-AC0DB206A84A}"/>
              </a:ext>
            </a:extLst>
          </p:cNvPr>
          <p:cNvSpPr>
            <a:spLocks noGrp="1"/>
          </p:cNvSpPr>
          <p:nvPr>
            <p:ph type="body" sz="quarter" idx="14" hasCustomPrompt="1"/>
          </p:nvPr>
        </p:nvSpPr>
        <p:spPr>
          <a:xfrm>
            <a:off x="331202" y="4576501"/>
            <a:ext cx="8613648" cy="486000"/>
          </a:xfrm>
        </p:spPr>
        <p:txBody>
          <a:bodyPr lIns="0"/>
          <a:lstStyle>
            <a:lvl1pPr>
              <a:defRPr sz="24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8" name="Text Placeholder 3">
            <a:extLst>
              <a:ext uri="{FF2B5EF4-FFF2-40B4-BE49-F238E27FC236}">
                <a16:creationId xmlns:a16="http://schemas.microsoft.com/office/drawing/2014/main" id="{1C46D0ED-54C5-7C53-5626-D26488E61F1B}"/>
              </a:ext>
            </a:extLst>
          </p:cNvPr>
          <p:cNvSpPr>
            <a:spLocks noGrp="1"/>
          </p:cNvSpPr>
          <p:nvPr>
            <p:ph type="body" sz="quarter" idx="16" hasCustomPrompt="1"/>
          </p:nvPr>
        </p:nvSpPr>
        <p:spPr>
          <a:xfrm>
            <a:off x="331202" y="2295525"/>
            <a:ext cx="8613648" cy="162000"/>
          </a:xfrm>
        </p:spPr>
        <p:txBody>
          <a:bodyPr lIns="0" anchor="t"/>
          <a:lstStyle>
            <a:lvl1pPr>
              <a:spcBef>
                <a:spcPts val="0"/>
              </a:spcBef>
              <a:defRPr sz="1000" cap="all" spc="200" baseline="0">
                <a:solidFill>
                  <a:schemeClr val="bg1"/>
                </a:solidFill>
              </a:defRPr>
            </a:lvl1pPr>
          </a:lstStyle>
          <a:p>
            <a:pPr lvl="0"/>
            <a:r>
              <a:rPr lang="en-US" noProof="0"/>
              <a:t>DATE OR OTHER INFORMATION – THIS LINE IS NOT OBLIGATORY</a:t>
            </a:r>
            <a:endParaRPr lang="en-US"/>
          </a:p>
        </p:txBody>
      </p:sp>
    </p:spTree>
    <p:extLst>
      <p:ext uri="{BB962C8B-B14F-4D97-AF65-F5344CB8AC3E}">
        <p14:creationId xmlns:p14="http://schemas.microsoft.com/office/powerpoint/2010/main" val="2806860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Cover C (light photo)">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2035EE19-ED42-D29F-D0A4-5865E1A355D1}"/>
              </a:ext>
            </a:extLst>
          </p:cNvPr>
          <p:cNvGraphicFramePr>
            <a:graphicFrameLocks noChangeAspect="1"/>
          </p:cNvGraphicFramePr>
          <p:nvPr userDrawn="1">
            <p:custDataLst>
              <p:tags r:id="rId1"/>
            </p:custDataLst>
            <p:extLst>
              <p:ext uri="{D42A27DB-BD31-4B8C-83A1-F6EECF244321}">
                <p14:modId xmlns:p14="http://schemas.microsoft.com/office/powerpoint/2010/main" val="37579151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0" name="think-cell data - do not delete" hidden="1">
                        <a:extLst>
                          <a:ext uri="{FF2B5EF4-FFF2-40B4-BE49-F238E27FC236}">
                            <a16:creationId xmlns:a16="http://schemas.microsoft.com/office/drawing/2014/main" id="{2035EE19-ED42-D29F-D0A4-5865E1A355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1" y="0"/>
            <a:ext cx="12192000" cy="6858000"/>
          </a:xfrm>
        </p:spPr>
        <p:txBody>
          <a:bodyPr/>
          <a:lstStyle/>
          <a:p>
            <a:r>
              <a:rPr lang="en-US"/>
              <a:t>Click icon to add picture</a:t>
            </a:r>
          </a:p>
        </p:txBody>
      </p:sp>
      <p:sp>
        <p:nvSpPr>
          <p:cNvPr id="19" name="Date Placeholder 2" hidden="1">
            <a:extLst>
              <a:ext uri="{FF2B5EF4-FFF2-40B4-BE49-F238E27FC236}">
                <a16:creationId xmlns:a16="http://schemas.microsoft.com/office/drawing/2014/main" id="{E2DA0BE3-FFDA-4368-915E-D6B90666C139}"/>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17FB7B14-392A-40B8-926C-0B6BDE0E19FB}" type="datetime4">
              <a:rPr lang="en-US" smtClean="0"/>
              <a:t>January 21, 2026</a:t>
            </a:fld>
            <a:endParaRPr lang="en-US"/>
          </a:p>
        </p:txBody>
      </p:sp>
      <p:sp>
        <p:nvSpPr>
          <p:cNvPr id="25" name="Footer Placeholder 5" hidden="1">
            <a:extLst>
              <a:ext uri="{FF2B5EF4-FFF2-40B4-BE49-F238E27FC236}">
                <a16:creationId xmlns:a16="http://schemas.microsoft.com/office/drawing/2014/main" id="{6444F00E-4A33-4AB0-ADF2-E09C76137DCC}"/>
              </a:ext>
            </a:extLst>
          </p:cNvPr>
          <p:cNvSpPr>
            <a:spLocks noGrp="1"/>
          </p:cNvSpPr>
          <p:nvPr>
            <p:ph type="ftr" sz="quarter" idx="24"/>
          </p:nvPr>
        </p:nvSpPr>
        <p:spPr>
          <a:xfrm>
            <a:off x="0" y="6858000"/>
            <a:ext cx="0" cy="0"/>
          </a:xfrm>
        </p:spPr>
        <p:txBody>
          <a:bodyPr/>
          <a:lstStyle>
            <a:lvl1pPr>
              <a:defRPr>
                <a:noFill/>
              </a:defRPr>
            </a:lvl1pPr>
          </a:lstStyle>
          <a:p>
            <a:endParaRPr lang="en-US"/>
          </a:p>
        </p:txBody>
      </p:sp>
      <p:sp>
        <p:nvSpPr>
          <p:cNvPr id="26" name="Slide Number Placeholder 6" hidden="1">
            <a:extLst>
              <a:ext uri="{FF2B5EF4-FFF2-40B4-BE49-F238E27FC236}">
                <a16:creationId xmlns:a16="http://schemas.microsoft.com/office/drawing/2014/main" id="{5B12548E-CFBD-4687-86F5-26FBF1855004}"/>
              </a:ext>
            </a:extLst>
          </p:cNvPr>
          <p:cNvSpPr>
            <a:spLocks noGrp="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5" name="Textbox for metadata">
            <a:extLst>
              <a:ext uri="{FF2B5EF4-FFF2-40B4-BE49-F238E27FC236}">
                <a16:creationId xmlns:a16="http://schemas.microsoft.com/office/drawing/2014/main" id="{21AACC99-245C-4AB3-B925-3040F2FE3845}"/>
              </a:ext>
            </a:extLst>
          </p:cNvPr>
          <p:cNvSpPr txBox="1">
            <a:spLocks/>
          </p:cNvSpPr>
          <p:nvPr userDrawn="1"/>
        </p:nvSpPr>
        <p:spPr>
          <a:xfrm>
            <a:off x="331197"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867EF0E0-86BF-44FA-AC2D-C951CA90505C}"/>
              </a:ext>
            </a:extLst>
          </p:cNvPr>
          <p:cNvSpPr txBox="1"/>
          <p:nvPr userDrawn="1"/>
        </p:nvSpPr>
        <p:spPr bwMode="gray">
          <a:xfrm>
            <a:off x="329523" y="6523200"/>
            <a:ext cx="1745341" cy="1692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863A5345-9942-7CA3-3C89-5E8D0F5E3614}"/>
              </a:ext>
            </a:extLst>
          </p:cNvPr>
          <p:cNvSpPr txBox="1"/>
          <p:nvPr userDrawn="1"/>
        </p:nvSpPr>
        <p:spPr bwMode="gray">
          <a:xfrm>
            <a:off x="2125497"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52CC6C05-E06C-D058-732C-FCE1D5DE3D67}"/>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1348872261" name="Classification" descr="{&quot;templafy&quot;:{&quot;id&quot;:&quot;ee7637ec-5044-410b-89d7-9d5d25cc9380&quot;}}"/>
          <p:cNvPicPr>
            <a:picLocks noChangeAspect="1"/>
          </p:cNvPicPr>
          <p:nvPr/>
        </p:nvPicPr>
        <p:blipFill>
          <a:blip r:embed="rId5"/>
          <a:stretch>
            <a:fillRect/>
          </a:stretch>
        </p:blipFill>
        <p:spPr>
          <a:xfrm>
            <a:off x="331201" y="367200"/>
            <a:ext cx="1530000" cy="252000"/>
          </a:xfrm>
          <a:prstGeom prst="rect">
            <a:avLst/>
          </a:prstGeom>
        </p:spPr>
      </p:pic>
      <p:sp>
        <p:nvSpPr>
          <p:cNvPr id="6" name="Title 1">
            <a:extLst>
              <a:ext uri="{FF2B5EF4-FFF2-40B4-BE49-F238E27FC236}">
                <a16:creationId xmlns:a16="http://schemas.microsoft.com/office/drawing/2014/main" id="{2700EA22-4967-EB8B-8572-337707EA64F1}"/>
              </a:ext>
            </a:extLst>
          </p:cNvPr>
          <p:cNvSpPr>
            <a:spLocks noGrp="1"/>
          </p:cNvSpPr>
          <p:nvPr>
            <p:ph type="title"/>
          </p:nvPr>
        </p:nvSpPr>
        <p:spPr>
          <a:xfrm>
            <a:off x="331202" y="4415980"/>
            <a:ext cx="8613648" cy="1167237"/>
          </a:xfrm>
        </p:spPr>
        <p:txBody>
          <a:bodyPr vert="horz"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7" name="Text Placeholder 2">
            <a:extLst>
              <a:ext uri="{FF2B5EF4-FFF2-40B4-BE49-F238E27FC236}">
                <a16:creationId xmlns:a16="http://schemas.microsoft.com/office/drawing/2014/main" id="{A5BE7224-9D04-78A1-1ECC-F8903196BA52}"/>
              </a:ext>
            </a:extLst>
          </p:cNvPr>
          <p:cNvSpPr>
            <a:spLocks noGrp="1"/>
          </p:cNvSpPr>
          <p:nvPr>
            <p:ph type="body" sz="quarter" idx="14" hasCustomPrompt="1"/>
          </p:nvPr>
        </p:nvSpPr>
        <p:spPr>
          <a:xfrm>
            <a:off x="331202"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8" name="Text Placeholder 3">
            <a:extLst>
              <a:ext uri="{FF2B5EF4-FFF2-40B4-BE49-F238E27FC236}">
                <a16:creationId xmlns:a16="http://schemas.microsoft.com/office/drawing/2014/main" id="{8BE6EDD7-71DD-0432-9AA7-5420CF75EE18}"/>
              </a:ext>
            </a:extLst>
          </p:cNvPr>
          <p:cNvSpPr>
            <a:spLocks noGrp="1"/>
          </p:cNvSpPr>
          <p:nvPr>
            <p:ph type="body" sz="quarter" idx="17" hasCustomPrompt="1"/>
          </p:nvPr>
        </p:nvSpPr>
        <p:spPr>
          <a:xfrm>
            <a:off x="331202"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pic>
        <p:nvPicPr>
          <p:cNvPr id="9" name="Logo">
            <a:extLst>
              <a:ext uri="{FF2B5EF4-FFF2-40B4-BE49-F238E27FC236}">
                <a16:creationId xmlns:a16="http://schemas.microsoft.com/office/drawing/2014/main" id="{05EB70D6-8B07-4B1A-E89C-ACBEBFB33764}"/>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637223" y="0"/>
            <a:ext cx="2554778" cy="6858000"/>
          </a:xfrm>
          <a:prstGeom prst="rect">
            <a:avLst/>
          </a:prstGeom>
        </p:spPr>
      </p:pic>
    </p:spTree>
    <p:extLst>
      <p:ext uri="{BB962C8B-B14F-4D97-AF65-F5344CB8AC3E}">
        <p14:creationId xmlns:p14="http://schemas.microsoft.com/office/powerpoint/2010/main" val="1649562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Cover D (dark photo)">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2C86808D-5C53-9809-C542-6F789EE01D29}"/>
              </a:ext>
            </a:extLst>
          </p:cNvPr>
          <p:cNvGraphicFramePr>
            <a:graphicFrameLocks noChangeAspect="1"/>
          </p:cNvGraphicFramePr>
          <p:nvPr userDrawn="1">
            <p:custDataLst>
              <p:tags r:id="rId1"/>
            </p:custDataLst>
            <p:extLst>
              <p:ext uri="{D42A27DB-BD31-4B8C-83A1-F6EECF244321}">
                <p14:modId xmlns:p14="http://schemas.microsoft.com/office/powerpoint/2010/main" val="41721219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0" name="think-cell data - do not delete" hidden="1">
                        <a:extLst>
                          <a:ext uri="{FF2B5EF4-FFF2-40B4-BE49-F238E27FC236}">
                            <a16:creationId xmlns:a16="http://schemas.microsoft.com/office/drawing/2014/main" id="{2C86808D-5C53-9809-C542-6F789EE01D2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1" y="0"/>
            <a:ext cx="12192000" cy="6858000"/>
          </a:xfrm>
        </p:spPr>
        <p:txBody>
          <a:bodyPr/>
          <a:lstStyle/>
          <a:p>
            <a:r>
              <a:rPr lang="en-US"/>
              <a:t>Click icon to add picture</a:t>
            </a:r>
          </a:p>
        </p:txBody>
      </p:sp>
      <p:sp>
        <p:nvSpPr>
          <p:cNvPr id="17" name="Date Placeholder 2" hidden="1">
            <a:extLst>
              <a:ext uri="{FF2B5EF4-FFF2-40B4-BE49-F238E27FC236}">
                <a16:creationId xmlns:a16="http://schemas.microsoft.com/office/drawing/2014/main" id="{DEC93181-DC67-496C-BF38-9B85050BC846}"/>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22FE1CDC-7110-44AA-8C0E-6728506872AD}" type="datetime4">
              <a:rPr lang="en-US" smtClean="0"/>
              <a:t>January 21, 2026</a:t>
            </a:fld>
            <a:endParaRPr lang="en-US"/>
          </a:p>
        </p:txBody>
      </p:sp>
      <p:sp>
        <p:nvSpPr>
          <p:cNvPr id="23" name="Footer Placeholder 5" hidden="1">
            <a:extLst>
              <a:ext uri="{FF2B5EF4-FFF2-40B4-BE49-F238E27FC236}">
                <a16:creationId xmlns:a16="http://schemas.microsoft.com/office/drawing/2014/main" id="{F875FF11-4129-4354-85FE-EB3DCEEC1DB3}"/>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24" name="Slide Number Placeholder 6" hidden="1">
            <a:extLst>
              <a:ext uri="{FF2B5EF4-FFF2-40B4-BE49-F238E27FC236}">
                <a16:creationId xmlns:a16="http://schemas.microsoft.com/office/drawing/2014/main" id="{B3D53CF0-1704-4F73-A324-D97E6ADADF91}"/>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3" name="Textbox for metadata">
            <a:extLst>
              <a:ext uri="{FF2B5EF4-FFF2-40B4-BE49-F238E27FC236}">
                <a16:creationId xmlns:a16="http://schemas.microsoft.com/office/drawing/2014/main" id="{1E386679-4E1E-4E5A-A6F1-BA141E6691DE}"/>
              </a:ext>
            </a:extLst>
          </p:cNvPr>
          <p:cNvSpPr txBox="1">
            <a:spLocks/>
          </p:cNvSpPr>
          <p:nvPr userDrawn="1"/>
        </p:nvSpPr>
        <p:spPr>
          <a:xfrm>
            <a:off x="331197"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9"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44496121-D0E1-4C2C-869C-41036E3F6F78}"/>
              </a:ext>
            </a:extLst>
          </p:cNvPr>
          <p:cNvSpPr txBox="1"/>
          <p:nvPr userDrawn="1"/>
        </p:nvSpPr>
        <p:spPr bwMode="gray">
          <a:xfrm>
            <a:off x="329523" y="6523200"/>
            <a:ext cx="1745341" cy="1692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rgbClr val="FFFFFF"/>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C4C54101-727D-1B3B-6116-7B2F8F010DEE}"/>
              </a:ext>
            </a:extLst>
          </p:cNvPr>
          <p:cNvSpPr txBox="1"/>
          <p:nvPr userDrawn="1"/>
        </p:nvSpPr>
        <p:spPr bwMode="gray">
          <a:xfrm>
            <a:off x="2125497" y="6523200"/>
            <a:ext cx="1679368" cy="169200"/>
          </a:xfrm>
          <a:prstGeom prst="rect">
            <a:avLst/>
          </a:prstGeom>
          <a:noFill/>
          <a:ln>
            <a:noFill/>
          </a:ln>
        </p:spPr>
        <p:txBody>
          <a:bodyPr wrap="square" lIns="0" tIns="0" rIns="0" bIns="0" rtlCol="0" anchor="ctr">
            <a:noAutofit/>
          </a:bodyPr>
          <a:lstStyle/>
          <a:p>
            <a:pPr algn="ctr"/>
            <a:endParaRPr lang="en-US" sz="800" noProof="0">
              <a:solidFill>
                <a:srgbClr val="FFFFFF"/>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3D53989B-4D56-6014-24FC-8B1B0E551F66}"/>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rgbClr val="FFFFFF"/>
              </a:solidFill>
            </a:endParaRPr>
          </a:p>
        </p:txBody>
      </p:sp>
      <p:pic>
        <p:nvPicPr>
          <p:cNvPr id="1035390711" name="Classification" descr="{&quot;templafy&quot;:{&quot;id&quot;:&quot;b8047580-b682-4f42-ac73-e167bb5096b5&quot;}}"/>
          <p:cNvPicPr>
            <a:picLocks noChangeAspect="1"/>
          </p:cNvPicPr>
          <p:nvPr/>
        </p:nvPicPr>
        <p:blipFill>
          <a:blip r:embed="rId5"/>
          <a:stretch>
            <a:fillRect/>
          </a:stretch>
        </p:blipFill>
        <p:spPr>
          <a:xfrm>
            <a:off x="331201" y="367200"/>
            <a:ext cx="1530000" cy="252000"/>
          </a:xfrm>
          <a:prstGeom prst="rect">
            <a:avLst/>
          </a:prstGeom>
        </p:spPr>
      </p:pic>
      <p:sp>
        <p:nvSpPr>
          <p:cNvPr id="6" name="Title 1">
            <a:extLst>
              <a:ext uri="{FF2B5EF4-FFF2-40B4-BE49-F238E27FC236}">
                <a16:creationId xmlns:a16="http://schemas.microsoft.com/office/drawing/2014/main" id="{F2BFD6D9-7CC9-04DE-B96D-15D2BDDBCAE3}"/>
              </a:ext>
            </a:extLst>
          </p:cNvPr>
          <p:cNvSpPr>
            <a:spLocks noGrp="1"/>
          </p:cNvSpPr>
          <p:nvPr>
            <p:ph type="title"/>
          </p:nvPr>
        </p:nvSpPr>
        <p:spPr>
          <a:xfrm>
            <a:off x="331202" y="4415980"/>
            <a:ext cx="8613648" cy="1167237"/>
          </a:xfrm>
        </p:spPr>
        <p:txBody>
          <a:bodyPr vert="horz" anchor="t"/>
          <a:lstStyle>
            <a:lvl1pPr>
              <a:defRPr sz="4000" b="0" cap="all" baseline="0">
                <a:solidFill>
                  <a:schemeClr val="bg1"/>
                </a:solidFill>
                <a:latin typeface="ABBvoice Display SemiBold" panose="020D0704020603060204" pitchFamily="34" charset="0"/>
              </a:defRPr>
            </a:lvl1pPr>
          </a:lstStyle>
          <a:p>
            <a:r>
              <a:rPr lang="en-US" noProof="0"/>
              <a:t>Click to edit Master title style</a:t>
            </a:r>
            <a:endParaRPr lang="en-US"/>
          </a:p>
        </p:txBody>
      </p:sp>
      <p:sp>
        <p:nvSpPr>
          <p:cNvPr id="7" name="Text Placeholder 2">
            <a:extLst>
              <a:ext uri="{FF2B5EF4-FFF2-40B4-BE49-F238E27FC236}">
                <a16:creationId xmlns:a16="http://schemas.microsoft.com/office/drawing/2014/main" id="{70146E08-A8C9-A8CF-28EC-AA03887F0FC8}"/>
              </a:ext>
            </a:extLst>
          </p:cNvPr>
          <p:cNvSpPr>
            <a:spLocks noGrp="1"/>
          </p:cNvSpPr>
          <p:nvPr>
            <p:ph type="body" sz="quarter" idx="14" hasCustomPrompt="1"/>
          </p:nvPr>
        </p:nvSpPr>
        <p:spPr>
          <a:xfrm>
            <a:off x="331202" y="5808186"/>
            <a:ext cx="8613648" cy="486000"/>
          </a:xfrm>
        </p:spPr>
        <p:txBody>
          <a:bodyPr lIns="0"/>
          <a:lstStyle>
            <a:lvl1pPr>
              <a:defRPr sz="2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8" name="Text Placeholder 3">
            <a:extLst>
              <a:ext uri="{FF2B5EF4-FFF2-40B4-BE49-F238E27FC236}">
                <a16:creationId xmlns:a16="http://schemas.microsoft.com/office/drawing/2014/main" id="{15B166A2-5329-1315-4496-5FE31CD1E698}"/>
              </a:ext>
            </a:extLst>
          </p:cNvPr>
          <p:cNvSpPr>
            <a:spLocks noGrp="1"/>
          </p:cNvSpPr>
          <p:nvPr>
            <p:ph type="body" sz="quarter" idx="17" hasCustomPrompt="1"/>
          </p:nvPr>
        </p:nvSpPr>
        <p:spPr>
          <a:xfrm>
            <a:off x="331202" y="4253978"/>
            <a:ext cx="8613648" cy="162000"/>
          </a:xfrm>
        </p:spPr>
        <p:txBody>
          <a:bodyPr lIns="0" anchor="t"/>
          <a:lstStyle>
            <a:lvl1pPr>
              <a:spcBef>
                <a:spcPts val="0"/>
              </a:spcBef>
              <a:defRPr sz="800" cap="all" spc="200" baseline="0">
                <a:solidFill>
                  <a:schemeClr val="bg1"/>
                </a:solidFill>
              </a:defRPr>
            </a:lvl1pPr>
          </a:lstStyle>
          <a:p>
            <a:pPr lvl="0"/>
            <a:r>
              <a:rPr lang="en-US" noProof="0"/>
              <a:t>DATE OR OTHER INFORMATION – THIS LINE IS NOT OBLIGATORY</a:t>
            </a:r>
            <a:endParaRPr lang="en-US"/>
          </a:p>
        </p:txBody>
      </p:sp>
      <p:pic>
        <p:nvPicPr>
          <p:cNvPr id="9" name="Logo">
            <a:extLst>
              <a:ext uri="{FF2B5EF4-FFF2-40B4-BE49-F238E27FC236}">
                <a16:creationId xmlns:a16="http://schemas.microsoft.com/office/drawing/2014/main" id="{EBD510BD-93B4-BDDF-0E84-0627027FE18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506990" y="0"/>
            <a:ext cx="2685011" cy="6858000"/>
          </a:xfrm>
          <a:prstGeom prst="rect">
            <a:avLst/>
          </a:prstGeom>
        </p:spPr>
      </p:pic>
    </p:spTree>
    <p:extLst>
      <p:ext uri="{BB962C8B-B14F-4D97-AF65-F5344CB8AC3E}">
        <p14:creationId xmlns:p14="http://schemas.microsoft.com/office/powerpoint/2010/main" val="2382376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Cover 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8E82F80-6E2F-1ED3-A8DB-A806980F70EA}"/>
              </a:ext>
            </a:extLst>
          </p:cNvPr>
          <p:cNvGraphicFramePr>
            <a:graphicFrameLocks noChangeAspect="1"/>
          </p:cNvGraphicFramePr>
          <p:nvPr userDrawn="1">
            <p:custDataLst>
              <p:tags r:id="rId1"/>
            </p:custDataLst>
            <p:extLst>
              <p:ext uri="{D42A27DB-BD31-4B8C-83A1-F6EECF244321}">
                <p14:modId xmlns:p14="http://schemas.microsoft.com/office/powerpoint/2010/main" val="30282634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think-cell data - do not delete" hidden="1">
                        <a:extLst>
                          <a:ext uri="{FF2B5EF4-FFF2-40B4-BE49-F238E27FC236}">
                            <a16:creationId xmlns:a16="http://schemas.microsoft.com/office/drawing/2014/main" id="{48E82F80-6E2F-1ED3-A8DB-A806980F70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3">
            <a:extLst>
              <a:ext uri="{FF2B5EF4-FFF2-40B4-BE49-F238E27FC236}">
                <a16:creationId xmlns:a16="http://schemas.microsoft.com/office/drawing/2014/main" id="{7B29AAA6-A1F6-490A-1EFC-6B447EB1762C}"/>
              </a:ext>
            </a:extLst>
          </p:cNvPr>
          <p:cNvSpPr>
            <a:spLocks noGrp="1"/>
          </p:cNvSpPr>
          <p:nvPr>
            <p:ph type="pic" sz="quarter" idx="16"/>
          </p:nvPr>
        </p:nvSpPr>
        <p:spPr>
          <a:xfrm>
            <a:off x="1" y="-1"/>
            <a:ext cx="8924925" cy="3922341"/>
          </a:xfrm>
        </p:spPr>
        <p:txBody>
          <a:bodyPr/>
          <a:lstStyle/>
          <a:p>
            <a:r>
              <a:rPr lang="en-US" noProof="0"/>
              <a:t>Click icon to add picture</a:t>
            </a:r>
            <a:endParaRPr lang="en-US"/>
          </a:p>
        </p:txBody>
      </p:sp>
      <p:sp>
        <p:nvSpPr>
          <p:cNvPr id="7" name="Title 1">
            <a:extLst>
              <a:ext uri="{FF2B5EF4-FFF2-40B4-BE49-F238E27FC236}">
                <a16:creationId xmlns:a16="http://schemas.microsoft.com/office/drawing/2014/main" id="{732CCBB1-04BD-FE31-F06D-102B92D55FEF}"/>
              </a:ext>
            </a:extLst>
          </p:cNvPr>
          <p:cNvSpPr>
            <a:spLocks noGrp="1"/>
          </p:cNvSpPr>
          <p:nvPr>
            <p:ph type="title"/>
          </p:nvPr>
        </p:nvSpPr>
        <p:spPr>
          <a:xfrm>
            <a:off x="331202" y="4415980"/>
            <a:ext cx="8613648" cy="1167237"/>
          </a:xfrm>
        </p:spPr>
        <p:txBody>
          <a:bodyPr vert="horz"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8" name="Text Placeholder 2">
            <a:extLst>
              <a:ext uri="{FF2B5EF4-FFF2-40B4-BE49-F238E27FC236}">
                <a16:creationId xmlns:a16="http://schemas.microsoft.com/office/drawing/2014/main" id="{386D38F8-004F-7DCE-C310-B4E7FCA060EE}"/>
              </a:ext>
            </a:extLst>
          </p:cNvPr>
          <p:cNvSpPr>
            <a:spLocks noGrp="1"/>
          </p:cNvSpPr>
          <p:nvPr>
            <p:ph type="body" sz="quarter" idx="14" hasCustomPrompt="1"/>
          </p:nvPr>
        </p:nvSpPr>
        <p:spPr>
          <a:xfrm>
            <a:off x="331202"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Text Placeholder 3">
            <a:extLst>
              <a:ext uri="{FF2B5EF4-FFF2-40B4-BE49-F238E27FC236}">
                <a16:creationId xmlns:a16="http://schemas.microsoft.com/office/drawing/2014/main" id="{4AE2F316-0016-9697-4E87-5EDF2C8F03B1}"/>
              </a:ext>
            </a:extLst>
          </p:cNvPr>
          <p:cNvSpPr>
            <a:spLocks noGrp="1"/>
          </p:cNvSpPr>
          <p:nvPr>
            <p:ph type="body" sz="quarter" idx="17" hasCustomPrompt="1"/>
          </p:nvPr>
        </p:nvSpPr>
        <p:spPr>
          <a:xfrm>
            <a:off x="331202"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pic>
        <p:nvPicPr>
          <p:cNvPr id="11" name="Logo">
            <a:extLst>
              <a:ext uri="{FF2B5EF4-FFF2-40B4-BE49-F238E27FC236}">
                <a16:creationId xmlns:a16="http://schemas.microsoft.com/office/drawing/2014/main" id="{4BA63496-C2A8-94B3-DF70-7124A3FF500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976737" y="395547"/>
            <a:ext cx="1766532" cy="677856"/>
          </a:xfrm>
          <a:prstGeom prst="rect">
            <a:avLst/>
          </a:prstGeom>
        </p:spPr>
      </p:pic>
      <p:pic>
        <p:nvPicPr>
          <p:cNvPr id="12" name="Tag line">
            <a:extLst>
              <a:ext uri="{FF2B5EF4-FFF2-40B4-BE49-F238E27FC236}">
                <a16:creationId xmlns:a16="http://schemas.microsoft.com/office/drawing/2014/main" id="{F7F21CC0-8031-7C43-8705-86240000D02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976737" y="5866683"/>
            <a:ext cx="1766532" cy="400810"/>
          </a:xfrm>
          <a:prstGeom prst="rect">
            <a:avLst/>
          </a:prstGeom>
        </p:spPr>
      </p:pic>
      <p:sp>
        <p:nvSpPr>
          <p:cNvPr id="14" name="Date Placeholder 2" hidden="1">
            <a:extLst>
              <a:ext uri="{FF2B5EF4-FFF2-40B4-BE49-F238E27FC236}">
                <a16:creationId xmlns:a16="http://schemas.microsoft.com/office/drawing/2014/main" id="{0A33B1B3-23BD-4E69-9630-079CFBD253DD}"/>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C6A9BD41-B408-4DC1-BC41-874D8AA7AEFB}" type="datetime4">
              <a:rPr lang="en-US" smtClean="0"/>
              <a:t>January 21, 2026</a:t>
            </a:fld>
            <a:endParaRPr lang="en-US"/>
          </a:p>
        </p:txBody>
      </p:sp>
      <p:sp>
        <p:nvSpPr>
          <p:cNvPr id="18" name="Footer Placeholder 5" hidden="1">
            <a:extLst>
              <a:ext uri="{FF2B5EF4-FFF2-40B4-BE49-F238E27FC236}">
                <a16:creationId xmlns:a16="http://schemas.microsoft.com/office/drawing/2014/main" id="{FF96FD6D-EB5B-42F4-A782-864EE8984920}"/>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9" name="Slide Number Placeholder 6" hidden="1">
            <a:extLst>
              <a:ext uri="{FF2B5EF4-FFF2-40B4-BE49-F238E27FC236}">
                <a16:creationId xmlns:a16="http://schemas.microsoft.com/office/drawing/2014/main" id="{A5917654-E2E7-4F3B-9A54-AAD255683063}"/>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3" name="Textbox for metadata">
            <a:extLst>
              <a:ext uri="{FF2B5EF4-FFF2-40B4-BE49-F238E27FC236}">
                <a16:creationId xmlns:a16="http://schemas.microsoft.com/office/drawing/2014/main" id="{99A66A49-8F92-4F89-AFD0-110E26BF2680}"/>
              </a:ext>
            </a:extLst>
          </p:cNvPr>
          <p:cNvSpPr txBox="1">
            <a:spLocks/>
          </p:cNvSpPr>
          <p:nvPr userDrawn="1"/>
        </p:nvSpPr>
        <p:spPr>
          <a:xfrm>
            <a:off x="331197" y="6506816"/>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3"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47C61707-0D77-48A5-9714-CB909585A68D}"/>
              </a:ext>
            </a:extLst>
          </p:cNvPr>
          <p:cNvSpPr txBox="1"/>
          <p:nvPr userDrawn="1"/>
        </p:nvSpPr>
        <p:spPr bwMode="gray">
          <a:xfrm>
            <a:off x="329523" y="6523200"/>
            <a:ext cx="1745341" cy="1692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6595B980-413F-5C6F-BB48-10EAFC8D7E57}"/>
              </a:ext>
            </a:extLst>
          </p:cNvPr>
          <p:cNvSpPr txBox="1"/>
          <p:nvPr userDrawn="1"/>
        </p:nvSpPr>
        <p:spPr bwMode="gray">
          <a:xfrm>
            <a:off x="2125497"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84E264FF-7C16-2557-3035-564CD53922DE}"/>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543233667" name="Classification" descr="{&quot;templafy&quot;:{&quot;id&quot;:&quot;bbf2a4c2-1eae-4a5e-93b2-ad516a4fffdb&quot;}}"/>
          <p:cNvPicPr>
            <a:picLocks noChangeAspect="1"/>
          </p:cNvPicPr>
          <p:nvPr/>
        </p:nvPicPr>
        <p:blipFill>
          <a:blip r:embed="rId9"/>
          <a:stretch>
            <a:fillRect/>
          </a:stretch>
        </p:blipFill>
        <p:spPr>
          <a:xfrm>
            <a:off x="331201" y="367200"/>
            <a:ext cx="1530000" cy="252000"/>
          </a:xfrm>
          <a:prstGeom prst="rect">
            <a:avLst/>
          </a:prstGeom>
        </p:spPr>
      </p:pic>
    </p:spTree>
    <p:extLst>
      <p:ext uri="{BB962C8B-B14F-4D97-AF65-F5344CB8AC3E}">
        <p14:creationId xmlns:p14="http://schemas.microsoft.com/office/powerpoint/2010/main" val="2600810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Cover F">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65EDD14-46B2-4E3E-82C9-BADE15173ECF}"/>
              </a:ext>
            </a:extLst>
          </p:cNvPr>
          <p:cNvGraphicFramePr>
            <a:graphicFrameLocks noChangeAspect="1"/>
          </p:cNvGraphicFramePr>
          <p:nvPr userDrawn="1">
            <p:custDataLst>
              <p:tags r:id="rId1"/>
            </p:custDataLst>
            <p:extLst>
              <p:ext uri="{D42A27DB-BD31-4B8C-83A1-F6EECF244321}">
                <p14:modId xmlns:p14="http://schemas.microsoft.com/office/powerpoint/2010/main" val="18268632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think-cell data - do not delete" hidden="1">
                        <a:extLst>
                          <a:ext uri="{FF2B5EF4-FFF2-40B4-BE49-F238E27FC236}">
                            <a16:creationId xmlns:a16="http://schemas.microsoft.com/office/drawing/2014/main" id="{465EDD14-46B2-4E3E-82C9-BADE15173E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Date Placeholder 2" hidden="1">
            <a:extLst>
              <a:ext uri="{FF2B5EF4-FFF2-40B4-BE49-F238E27FC236}">
                <a16:creationId xmlns:a16="http://schemas.microsoft.com/office/drawing/2014/main" id="{86899F48-C911-4CD2-8537-1874E4E7FFEA}"/>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1D6F7FAA-DD9E-4605-ADA9-64A74D15ED2D}" type="datetime4">
              <a:rPr lang="en-US" smtClean="0"/>
              <a:t>January 21, 2026</a:t>
            </a:fld>
            <a:endParaRPr lang="en-US"/>
          </a:p>
        </p:txBody>
      </p:sp>
      <p:sp>
        <p:nvSpPr>
          <p:cNvPr id="16" name="Footer Placeholder 5" hidden="1">
            <a:extLst>
              <a:ext uri="{FF2B5EF4-FFF2-40B4-BE49-F238E27FC236}">
                <a16:creationId xmlns:a16="http://schemas.microsoft.com/office/drawing/2014/main" id="{7DCDF680-C48C-4D0A-9069-B2F60D63B78A}"/>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7" name="Slide Number Placeholder 6" hidden="1">
            <a:extLst>
              <a:ext uri="{FF2B5EF4-FFF2-40B4-BE49-F238E27FC236}">
                <a16:creationId xmlns:a16="http://schemas.microsoft.com/office/drawing/2014/main" id="{0266C1C2-4C9C-4B41-96AD-AEADB16E34D4}"/>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1" name="Textbox for metadata">
            <a:extLst>
              <a:ext uri="{FF2B5EF4-FFF2-40B4-BE49-F238E27FC236}">
                <a16:creationId xmlns:a16="http://schemas.microsoft.com/office/drawing/2014/main" id="{E3F50A39-4A37-4A8F-8A6D-C4F1265DDE55}"/>
              </a:ext>
            </a:extLst>
          </p:cNvPr>
          <p:cNvSpPr txBox="1">
            <a:spLocks/>
          </p:cNvSpPr>
          <p:nvPr userDrawn="1"/>
        </p:nvSpPr>
        <p:spPr>
          <a:xfrm>
            <a:off x="331197" y="6506816"/>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2C259B8-2007-488D-8494-693ADFA23A83}"/>
              </a:ext>
            </a:extLst>
          </p:cNvPr>
          <p:cNvSpPr txBox="1"/>
          <p:nvPr userDrawn="1"/>
        </p:nvSpPr>
        <p:spPr bwMode="gray">
          <a:xfrm>
            <a:off x="329523" y="6523200"/>
            <a:ext cx="1745341" cy="1692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E14ED6E7-A503-94E7-7189-8682343C0CC9}"/>
              </a:ext>
            </a:extLst>
          </p:cNvPr>
          <p:cNvSpPr txBox="1"/>
          <p:nvPr userDrawn="1"/>
        </p:nvSpPr>
        <p:spPr bwMode="gray">
          <a:xfrm>
            <a:off x="2125497"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199FB105-4978-F0FF-EAB3-A9357DD6E547}"/>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1379223244" name="Classification" descr="{&quot;templafy&quot;:{&quot;id&quot;:&quot;ee9a01bf-00dd-4040-b238-22449f18081d&quot;}}"/>
          <p:cNvPicPr>
            <a:picLocks noChangeAspect="1"/>
          </p:cNvPicPr>
          <p:nvPr/>
        </p:nvPicPr>
        <p:blipFill>
          <a:blip r:embed="rId5"/>
          <a:stretch>
            <a:fillRect/>
          </a:stretch>
        </p:blipFill>
        <p:spPr>
          <a:xfrm>
            <a:off x="331201" y="367200"/>
            <a:ext cx="1530000" cy="252000"/>
          </a:xfrm>
          <a:prstGeom prst="rect">
            <a:avLst/>
          </a:prstGeom>
        </p:spPr>
      </p:pic>
      <p:sp>
        <p:nvSpPr>
          <p:cNvPr id="6" name="Picture Placeholder 3">
            <a:extLst>
              <a:ext uri="{FF2B5EF4-FFF2-40B4-BE49-F238E27FC236}">
                <a16:creationId xmlns:a16="http://schemas.microsoft.com/office/drawing/2014/main" id="{E830A1BB-93D2-83E6-5E0F-A2EB11913C1A}"/>
              </a:ext>
            </a:extLst>
          </p:cNvPr>
          <p:cNvSpPr>
            <a:spLocks noGrp="1"/>
          </p:cNvSpPr>
          <p:nvPr>
            <p:ph type="pic" sz="quarter" idx="16"/>
          </p:nvPr>
        </p:nvSpPr>
        <p:spPr>
          <a:xfrm>
            <a:off x="1" y="0"/>
            <a:ext cx="12192000" cy="3922776"/>
          </a:xfrm>
        </p:spPr>
        <p:txBody>
          <a:bodyPr/>
          <a:lstStyle/>
          <a:p>
            <a:r>
              <a:rPr lang="en-US" noProof="0"/>
              <a:t>Click icon to add picture</a:t>
            </a:r>
            <a:endParaRPr lang="en-US"/>
          </a:p>
        </p:txBody>
      </p:sp>
      <p:sp>
        <p:nvSpPr>
          <p:cNvPr id="7" name="Title 1">
            <a:extLst>
              <a:ext uri="{FF2B5EF4-FFF2-40B4-BE49-F238E27FC236}">
                <a16:creationId xmlns:a16="http://schemas.microsoft.com/office/drawing/2014/main" id="{4510514A-B508-6FBD-95BC-27F50F5F7CB6}"/>
              </a:ext>
            </a:extLst>
          </p:cNvPr>
          <p:cNvSpPr>
            <a:spLocks noGrp="1"/>
          </p:cNvSpPr>
          <p:nvPr>
            <p:ph type="title"/>
          </p:nvPr>
        </p:nvSpPr>
        <p:spPr>
          <a:xfrm>
            <a:off x="331202" y="4415980"/>
            <a:ext cx="8613648" cy="1167237"/>
          </a:xfrm>
        </p:spPr>
        <p:txBody>
          <a:bodyPr vert="horz"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8" name="Text Placeholder 2">
            <a:extLst>
              <a:ext uri="{FF2B5EF4-FFF2-40B4-BE49-F238E27FC236}">
                <a16:creationId xmlns:a16="http://schemas.microsoft.com/office/drawing/2014/main" id="{18287956-228E-9217-B1A8-22A42BB96292}"/>
              </a:ext>
            </a:extLst>
          </p:cNvPr>
          <p:cNvSpPr>
            <a:spLocks noGrp="1"/>
          </p:cNvSpPr>
          <p:nvPr>
            <p:ph type="body" sz="quarter" idx="14" hasCustomPrompt="1"/>
          </p:nvPr>
        </p:nvSpPr>
        <p:spPr>
          <a:xfrm>
            <a:off x="331202"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0" name="Text Placeholder 3">
            <a:extLst>
              <a:ext uri="{FF2B5EF4-FFF2-40B4-BE49-F238E27FC236}">
                <a16:creationId xmlns:a16="http://schemas.microsoft.com/office/drawing/2014/main" id="{13D1C327-FC2E-1D32-7B54-A5257759E045}"/>
              </a:ext>
            </a:extLst>
          </p:cNvPr>
          <p:cNvSpPr>
            <a:spLocks noGrp="1"/>
          </p:cNvSpPr>
          <p:nvPr>
            <p:ph type="body" sz="quarter" idx="17" hasCustomPrompt="1"/>
          </p:nvPr>
        </p:nvSpPr>
        <p:spPr>
          <a:xfrm>
            <a:off x="331202"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pic>
        <p:nvPicPr>
          <p:cNvPr id="11" name="Logo">
            <a:extLst>
              <a:ext uri="{FF2B5EF4-FFF2-40B4-BE49-F238E27FC236}">
                <a16:creationId xmlns:a16="http://schemas.microsoft.com/office/drawing/2014/main" id="{BBEB06A3-B60B-5E8B-65ED-9B854D977454}"/>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976737" y="395547"/>
            <a:ext cx="1766532" cy="677856"/>
          </a:xfrm>
          <a:prstGeom prst="rect">
            <a:avLst/>
          </a:prstGeom>
        </p:spPr>
      </p:pic>
      <p:pic>
        <p:nvPicPr>
          <p:cNvPr id="15" name="Tag line">
            <a:extLst>
              <a:ext uri="{FF2B5EF4-FFF2-40B4-BE49-F238E27FC236}">
                <a16:creationId xmlns:a16="http://schemas.microsoft.com/office/drawing/2014/main" id="{AA4179DF-8B56-C9BC-1094-3EFFC44DA825}"/>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976737" y="5866683"/>
            <a:ext cx="1766532" cy="400810"/>
          </a:xfrm>
          <a:prstGeom prst="rect">
            <a:avLst/>
          </a:prstGeom>
        </p:spPr>
      </p:pic>
    </p:spTree>
    <p:extLst>
      <p:ext uri="{BB962C8B-B14F-4D97-AF65-F5344CB8AC3E}">
        <p14:creationId xmlns:p14="http://schemas.microsoft.com/office/powerpoint/2010/main" val="237753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Divider A">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46A283E-9EF2-D285-7F48-BB786F55FB5A}"/>
              </a:ext>
            </a:extLst>
          </p:cNvPr>
          <p:cNvGraphicFramePr>
            <a:graphicFrameLocks noChangeAspect="1"/>
          </p:cNvGraphicFramePr>
          <p:nvPr userDrawn="1">
            <p:custDataLst>
              <p:tags r:id="rId1"/>
            </p:custDataLst>
            <p:extLst>
              <p:ext uri="{D42A27DB-BD31-4B8C-83A1-F6EECF244321}">
                <p14:modId xmlns:p14="http://schemas.microsoft.com/office/powerpoint/2010/main" val="38646593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 name="think-cell data - do not delete" hidden="1">
                        <a:extLst>
                          <a:ext uri="{FF2B5EF4-FFF2-40B4-BE49-F238E27FC236}">
                            <a16:creationId xmlns:a16="http://schemas.microsoft.com/office/drawing/2014/main" id="{946A283E-9EF2-D285-7F48-BB786F55FB5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9445338F-25DA-4D0B-AE09-634C86CB35CB}" type="datetime4">
              <a:rPr lang="en-US" smtClean="0"/>
              <a:t>January 21, 2026</a:t>
            </a:fld>
            <a:endParaRPr lang="en-US"/>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a:p>
        </p:txBody>
      </p:sp>
      <p:pic>
        <p:nvPicPr>
          <p:cNvPr id="4" name="Picture 3">
            <a:extLst>
              <a:ext uri="{FF2B5EF4-FFF2-40B4-BE49-F238E27FC236}">
                <a16:creationId xmlns:a16="http://schemas.microsoft.com/office/drawing/2014/main" id="{5938AA0A-CAE0-4C28-9FAB-CC81B85B48CB}"/>
              </a:ext>
            </a:extLst>
          </p:cNvPr>
          <p:cNvPicPr>
            <a:picLocks noChangeAspect="1"/>
          </p:cNvPicPr>
          <p:nvPr userDrawn="1"/>
        </p:nvPicPr>
        <p:blipFill>
          <a:blip r:embed="rId5"/>
          <a:stretch>
            <a:fillRect/>
          </a:stretch>
        </p:blipFill>
        <p:spPr>
          <a:xfrm>
            <a:off x="1" y="2"/>
            <a:ext cx="12192000" cy="6857999"/>
          </a:xfrm>
          <a:prstGeom prst="rect">
            <a:avLst/>
          </a:prstGeom>
        </p:spPr>
      </p:pic>
      <p:sp>
        <p:nvSpPr>
          <p:cNvPr id="8" name="Title 1">
            <a:extLst>
              <a:ext uri="{FF2B5EF4-FFF2-40B4-BE49-F238E27FC236}">
                <a16:creationId xmlns:a16="http://schemas.microsoft.com/office/drawing/2014/main" id="{C78DE0D1-FC76-CA62-6E66-A111968AA378}"/>
              </a:ext>
            </a:extLst>
          </p:cNvPr>
          <p:cNvSpPr>
            <a:spLocks noGrp="1"/>
          </p:cNvSpPr>
          <p:nvPr>
            <p:ph type="title" hasCustomPrompt="1"/>
          </p:nvPr>
        </p:nvSpPr>
        <p:spPr>
          <a:xfrm>
            <a:off x="1095375" y="3827463"/>
            <a:ext cx="6851650" cy="1475150"/>
          </a:xfrm>
        </p:spPr>
        <p:txBody>
          <a:bodyPr vert="horz" lIns="0" tIns="0" rIns="0" bIns="0" anchor="b"/>
          <a:lstStyle>
            <a:lvl1pPr>
              <a:defRPr sz="4800" b="0" cap="all" baseline="0">
                <a:solidFill>
                  <a:schemeClr val="tx1"/>
                </a:solidFill>
                <a:latin typeface="ABBvoice Display SemiBold" panose="020D0704020603060204" pitchFamily="34" charset="0"/>
              </a:defRPr>
            </a:lvl1pPr>
          </a:lstStyle>
          <a:p>
            <a:r>
              <a:rPr lang="en-US" noProof="0"/>
              <a:t>Chapter slide</a:t>
            </a:r>
            <a:endParaRPr lang="en-US"/>
          </a:p>
        </p:txBody>
      </p:sp>
      <p:sp>
        <p:nvSpPr>
          <p:cNvPr id="9" name="Text Placeholder 10">
            <a:extLst>
              <a:ext uri="{FF2B5EF4-FFF2-40B4-BE49-F238E27FC236}">
                <a16:creationId xmlns:a16="http://schemas.microsoft.com/office/drawing/2014/main" id="{EE832AA2-03A2-E191-75A1-F8C19050D47B}"/>
              </a:ext>
            </a:extLst>
          </p:cNvPr>
          <p:cNvSpPr>
            <a:spLocks noGrp="1"/>
          </p:cNvSpPr>
          <p:nvPr>
            <p:ph type="body" sz="quarter" idx="25" hasCustomPrompt="1"/>
          </p:nvPr>
        </p:nvSpPr>
        <p:spPr>
          <a:xfrm>
            <a:off x="1095375" y="5349654"/>
            <a:ext cx="6851650" cy="507000"/>
          </a:xfrm>
        </p:spPr>
        <p:txBody>
          <a:bodyPr/>
          <a:lstStyle>
            <a:lvl1pPr>
              <a:defRPr sz="3000">
                <a:solidFill>
                  <a:schemeClr val="tx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10" name="Text Placeholder 13">
            <a:extLst>
              <a:ext uri="{FF2B5EF4-FFF2-40B4-BE49-F238E27FC236}">
                <a16:creationId xmlns:a16="http://schemas.microsoft.com/office/drawing/2014/main" id="{3E5CE7EF-73C3-CAE2-B471-EE2DA64E7F43}"/>
              </a:ext>
            </a:extLst>
          </p:cNvPr>
          <p:cNvSpPr>
            <a:spLocks noGrp="1"/>
          </p:cNvSpPr>
          <p:nvPr>
            <p:ph type="body" sz="quarter" idx="26" hasCustomPrompt="1"/>
          </p:nvPr>
        </p:nvSpPr>
        <p:spPr>
          <a:xfrm>
            <a:off x="7943851" y="683261"/>
            <a:ext cx="3226080" cy="1942982"/>
          </a:xfrm>
        </p:spPr>
        <p:txBody>
          <a:bodyPr/>
          <a:lstStyle>
            <a:lvl1pPr algn="r">
              <a:defRPr sz="13799">
                <a:solidFill>
                  <a:schemeClr val="tx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660022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Divider A (re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08B6DAD6-A971-898C-1691-85B68A4F0418}"/>
              </a:ext>
            </a:extLst>
          </p:cNvPr>
          <p:cNvGraphicFramePr>
            <a:graphicFrameLocks noChangeAspect="1"/>
          </p:cNvGraphicFramePr>
          <p:nvPr userDrawn="1">
            <p:custDataLst>
              <p:tags r:id="rId1"/>
            </p:custDataLst>
            <p:extLst>
              <p:ext uri="{D42A27DB-BD31-4B8C-83A1-F6EECF244321}">
                <p14:modId xmlns:p14="http://schemas.microsoft.com/office/powerpoint/2010/main" val="18424374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0" name="think-cell data - do not delete" hidden="1">
                        <a:extLst>
                          <a:ext uri="{FF2B5EF4-FFF2-40B4-BE49-F238E27FC236}">
                            <a16:creationId xmlns:a16="http://schemas.microsoft.com/office/drawing/2014/main" id="{08B6DAD6-A971-898C-1691-85B68A4F041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23515748-13E4-20FD-3345-5405C2E22ED3}"/>
              </a:ext>
            </a:extLst>
          </p:cNvPr>
          <p:cNvSpPr/>
          <p:nvPr userDrawn="1"/>
        </p:nvSpPr>
        <p:spPr bwMode="gray">
          <a:xfrm>
            <a:off x="1" y="0"/>
            <a:ext cx="12192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2" name="Title 1">
            <a:extLst>
              <a:ext uri="{FF2B5EF4-FFF2-40B4-BE49-F238E27FC236}">
                <a16:creationId xmlns:a16="http://schemas.microsoft.com/office/drawing/2014/main" id="{89ADAAE6-C7C8-41CD-B37C-3EE1E8987106}"/>
              </a:ext>
            </a:extLst>
          </p:cNvPr>
          <p:cNvSpPr>
            <a:spLocks noGrp="1"/>
          </p:cNvSpPr>
          <p:nvPr>
            <p:ph type="title" hasCustomPrompt="1"/>
          </p:nvPr>
        </p:nvSpPr>
        <p:spPr>
          <a:xfrm>
            <a:off x="1095375" y="3827463"/>
            <a:ext cx="6851650" cy="1475150"/>
          </a:xfrm>
        </p:spPr>
        <p:txBody>
          <a:bodyPr vert="horz"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7" name="Text Placeholder 10">
            <a:extLst>
              <a:ext uri="{FF2B5EF4-FFF2-40B4-BE49-F238E27FC236}">
                <a16:creationId xmlns:a16="http://schemas.microsoft.com/office/drawing/2014/main" id="{8CFFDC79-EB9C-37F8-07B1-E20F8A2E8ED1}"/>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9" name="Text Placeholder 13">
            <a:extLst>
              <a:ext uri="{FF2B5EF4-FFF2-40B4-BE49-F238E27FC236}">
                <a16:creationId xmlns:a16="http://schemas.microsoft.com/office/drawing/2014/main" id="{9C416C70-6006-1056-F3D9-948F7438B730}"/>
              </a:ext>
            </a:extLst>
          </p:cNvPr>
          <p:cNvSpPr>
            <a:spLocks noGrp="1"/>
          </p:cNvSpPr>
          <p:nvPr>
            <p:ph type="body" sz="quarter" idx="26" hasCustomPrompt="1"/>
          </p:nvPr>
        </p:nvSpPr>
        <p:spPr>
          <a:xfrm>
            <a:off x="7943851" y="683261"/>
            <a:ext cx="3226080" cy="1942982"/>
          </a:xfrm>
        </p:spPr>
        <p:txBody>
          <a:bodyPr/>
          <a:lstStyle>
            <a:lvl1pPr algn="r">
              <a:defRPr sz="13799">
                <a:solidFill>
                  <a:schemeClr val="bg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227762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Divider A (dark)">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71B8926E-E506-8DDC-EF75-11C6D92CB584}"/>
              </a:ext>
            </a:extLst>
          </p:cNvPr>
          <p:cNvGraphicFramePr>
            <a:graphicFrameLocks noChangeAspect="1"/>
          </p:cNvGraphicFramePr>
          <p:nvPr userDrawn="1">
            <p:custDataLst>
              <p:tags r:id="rId1"/>
            </p:custDataLst>
            <p:extLst>
              <p:ext uri="{D42A27DB-BD31-4B8C-83A1-F6EECF244321}">
                <p14:modId xmlns:p14="http://schemas.microsoft.com/office/powerpoint/2010/main" val="28312866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0" name="think-cell data - do not delete" hidden="1">
                        <a:extLst>
                          <a:ext uri="{FF2B5EF4-FFF2-40B4-BE49-F238E27FC236}">
                            <a16:creationId xmlns:a16="http://schemas.microsoft.com/office/drawing/2014/main" id="{71B8926E-E506-8DDC-EF75-11C6D92CB5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23515748-13E4-20FD-3345-5405C2E22ED3}"/>
              </a:ext>
            </a:extLst>
          </p:cNvPr>
          <p:cNvSpPr/>
          <p:nvPr userDrawn="1"/>
        </p:nvSpPr>
        <p:spPr bwMode="gray">
          <a:xfrm>
            <a:off x="1" y="0"/>
            <a:ext cx="12192000" cy="685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2" name="Title 1">
            <a:extLst>
              <a:ext uri="{FF2B5EF4-FFF2-40B4-BE49-F238E27FC236}">
                <a16:creationId xmlns:a16="http://schemas.microsoft.com/office/drawing/2014/main" id="{89ADAAE6-C7C8-41CD-B37C-3EE1E8987106}"/>
              </a:ext>
            </a:extLst>
          </p:cNvPr>
          <p:cNvSpPr>
            <a:spLocks noGrp="1"/>
          </p:cNvSpPr>
          <p:nvPr>
            <p:ph type="title" hasCustomPrompt="1"/>
          </p:nvPr>
        </p:nvSpPr>
        <p:spPr>
          <a:xfrm>
            <a:off x="1095375" y="3827463"/>
            <a:ext cx="6851650" cy="1475150"/>
          </a:xfrm>
        </p:spPr>
        <p:txBody>
          <a:bodyPr vert="horz"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7" name="Text Placeholder 10">
            <a:extLst>
              <a:ext uri="{FF2B5EF4-FFF2-40B4-BE49-F238E27FC236}">
                <a16:creationId xmlns:a16="http://schemas.microsoft.com/office/drawing/2014/main" id="{8CFFDC79-EB9C-37F8-07B1-E20F8A2E8ED1}"/>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9" name="Text Placeholder 13">
            <a:extLst>
              <a:ext uri="{FF2B5EF4-FFF2-40B4-BE49-F238E27FC236}">
                <a16:creationId xmlns:a16="http://schemas.microsoft.com/office/drawing/2014/main" id="{9C416C70-6006-1056-F3D9-948F7438B730}"/>
              </a:ext>
            </a:extLst>
          </p:cNvPr>
          <p:cNvSpPr>
            <a:spLocks noGrp="1"/>
          </p:cNvSpPr>
          <p:nvPr>
            <p:ph type="body" sz="quarter" idx="26" hasCustomPrompt="1"/>
          </p:nvPr>
        </p:nvSpPr>
        <p:spPr>
          <a:xfrm>
            <a:off x="7943851" y="683261"/>
            <a:ext cx="3226080" cy="1942982"/>
          </a:xfrm>
        </p:spPr>
        <p:txBody>
          <a:bodyPr/>
          <a:lstStyle>
            <a:lvl1pPr algn="r">
              <a:defRPr sz="13799">
                <a:solidFill>
                  <a:schemeClr val="bg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1751471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Divider B">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F5AB9DF-0AFA-14AA-206D-EFBBDBF72AB8}"/>
              </a:ext>
            </a:extLst>
          </p:cNvPr>
          <p:cNvGraphicFramePr>
            <a:graphicFrameLocks noChangeAspect="1"/>
          </p:cNvGraphicFramePr>
          <p:nvPr userDrawn="1">
            <p:custDataLst>
              <p:tags r:id="rId1"/>
            </p:custDataLst>
            <p:extLst>
              <p:ext uri="{D42A27DB-BD31-4B8C-83A1-F6EECF244321}">
                <p14:modId xmlns:p14="http://schemas.microsoft.com/office/powerpoint/2010/main" val="4276544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 name="think-cell data - do not delete" hidden="1">
                        <a:extLst>
                          <a:ext uri="{FF2B5EF4-FFF2-40B4-BE49-F238E27FC236}">
                            <a16:creationId xmlns:a16="http://schemas.microsoft.com/office/drawing/2014/main" id="{0F5AB9DF-0AFA-14AA-206D-EFBBDBF72A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EF8A234E-BC03-3C02-2345-F19B466E92F0}"/>
              </a:ext>
            </a:extLst>
          </p:cNvPr>
          <p:cNvPicPr>
            <a:picLocks noChangeAspect="1"/>
          </p:cNvPicPr>
          <p:nvPr userDrawn="1"/>
        </p:nvPicPr>
        <p:blipFill>
          <a:blip r:embed="rId5"/>
          <a:stretch>
            <a:fillRect/>
          </a:stretch>
        </p:blipFill>
        <p:spPr>
          <a:xfrm>
            <a:off x="1" y="2"/>
            <a:ext cx="12192000" cy="6857999"/>
          </a:xfrm>
          <a:prstGeom prst="rect">
            <a:avLst/>
          </a:prstGeom>
        </p:spPr>
      </p:pic>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4" name="Title 1">
            <a:extLst>
              <a:ext uri="{FF2B5EF4-FFF2-40B4-BE49-F238E27FC236}">
                <a16:creationId xmlns:a16="http://schemas.microsoft.com/office/drawing/2014/main" id="{9F1C8B5C-2BF4-6B72-623D-D14711843D75}"/>
              </a:ext>
            </a:extLst>
          </p:cNvPr>
          <p:cNvSpPr>
            <a:spLocks noGrp="1"/>
          </p:cNvSpPr>
          <p:nvPr>
            <p:ph type="title" hasCustomPrompt="1"/>
          </p:nvPr>
        </p:nvSpPr>
        <p:spPr>
          <a:xfrm>
            <a:off x="1095375" y="3827463"/>
            <a:ext cx="6851650" cy="1475150"/>
          </a:xfrm>
        </p:spPr>
        <p:txBody>
          <a:bodyPr vert="horz"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10" name="Text Placeholder 10">
            <a:extLst>
              <a:ext uri="{FF2B5EF4-FFF2-40B4-BE49-F238E27FC236}">
                <a16:creationId xmlns:a16="http://schemas.microsoft.com/office/drawing/2014/main" id="{D5F78710-5E2C-BCFC-D2F1-6DF70214B6D6}"/>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Tree>
    <p:extLst>
      <p:ext uri="{BB962C8B-B14F-4D97-AF65-F5344CB8AC3E}">
        <p14:creationId xmlns:p14="http://schemas.microsoft.com/office/powerpoint/2010/main" val="436399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Divider B (re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59F4211-4E2F-35A8-412A-D0DBA28F2C36}"/>
              </a:ext>
            </a:extLst>
          </p:cNvPr>
          <p:cNvGraphicFramePr>
            <a:graphicFrameLocks noChangeAspect="1"/>
          </p:cNvGraphicFramePr>
          <p:nvPr userDrawn="1">
            <p:custDataLst>
              <p:tags r:id="rId1"/>
            </p:custDataLst>
            <p:extLst>
              <p:ext uri="{D42A27DB-BD31-4B8C-83A1-F6EECF244321}">
                <p14:modId xmlns:p14="http://schemas.microsoft.com/office/powerpoint/2010/main" val="36470765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 name="think-cell data - do not delete" hidden="1">
                        <a:extLst>
                          <a:ext uri="{FF2B5EF4-FFF2-40B4-BE49-F238E27FC236}">
                            <a16:creationId xmlns:a16="http://schemas.microsoft.com/office/drawing/2014/main" id="{859F4211-4E2F-35A8-412A-D0DBA28F2C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5F29550-C51D-B4F5-4F50-2FB8F3D11D46}"/>
              </a:ext>
            </a:extLst>
          </p:cNvPr>
          <p:cNvSpPr/>
          <p:nvPr userDrawn="1"/>
        </p:nvSpPr>
        <p:spPr bwMode="gray">
          <a:xfrm>
            <a:off x="1" y="0"/>
            <a:ext cx="12192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8" name="Title 1">
            <a:extLst>
              <a:ext uri="{FF2B5EF4-FFF2-40B4-BE49-F238E27FC236}">
                <a16:creationId xmlns:a16="http://schemas.microsoft.com/office/drawing/2014/main" id="{BF9B62AB-E854-71C6-C5A9-A27533FD8D15}"/>
              </a:ext>
            </a:extLst>
          </p:cNvPr>
          <p:cNvSpPr>
            <a:spLocks noGrp="1"/>
          </p:cNvSpPr>
          <p:nvPr>
            <p:ph type="title" hasCustomPrompt="1"/>
          </p:nvPr>
        </p:nvSpPr>
        <p:spPr>
          <a:xfrm>
            <a:off x="1095375" y="3827463"/>
            <a:ext cx="6851650" cy="1475150"/>
          </a:xfrm>
        </p:spPr>
        <p:txBody>
          <a:bodyPr vert="horz"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10" name="Text Placeholder 10">
            <a:extLst>
              <a:ext uri="{FF2B5EF4-FFF2-40B4-BE49-F238E27FC236}">
                <a16:creationId xmlns:a16="http://schemas.microsoft.com/office/drawing/2014/main" id="{BF06A84B-7C22-8EF6-F38C-3C8D01CE323F}"/>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Tree>
    <p:extLst>
      <p:ext uri="{BB962C8B-B14F-4D97-AF65-F5344CB8AC3E}">
        <p14:creationId xmlns:p14="http://schemas.microsoft.com/office/powerpoint/2010/main" val="2293367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Divider B (dark)">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56738B0-F5F6-A3AF-1F8A-47090A1E4306}"/>
              </a:ext>
            </a:extLst>
          </p:cNvPr>
          <p:cNvGraphicFramePr>
            <a:graphicFrameLocks noChangeAspect="1"/>
          </p:cNvGraphicFramePr>
          <p:nvPr userDrawn="1">
            <p:custDataLst>
              <p:tags r:id="rId1"/>
            </p:custDataLst>
            <p:extLst>
              <p:ext uri="{D42A27DB-BD31-4B8C-83A1-F6EECF244321}">
                <p14:modId xmlns:p14="http://schemas.microsoft.com/office/powerpoint/2010/main" val="4307142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 name="think-cell data - do not delete" hidden="1">
                        <a:extLst>
                          <a:ext uri="{FF2B5EF4-FFF2-40B4-BE49-F238E27FC236}">
                            <a16:creationId xmlns:a16="http://schemas.microsoft.com/office/drawing/2014/main" id="{E56738B0-F5F6-A3AF-1F8A-47090A1E430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5F29550-C51D-B4F5-4F50-2FB8F3D11D46}"/>
              </a:ext>
            </a:extLst>
          </p:cNvPr>
          <p:cNvSpPr/>
          <p:nvPr userDrawn="1"/>
        </p:nvSpPr>
        <p:spPr bwMode="gray">
          <a:xfrm>
            <a:off x="1" y="0"/>
            <a:ext cx="12192000" cy="685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8" name="Title 1">
            <a:extLst>
              <a:ext uri="{FF2B5EF4-FFF2-40B4-BE49-F238E27FC236}">
                <a16:creationId xmlns:a16="http://schemas.microsoft.com/office/drawing/2014/main" id="{FB3A0906-D146-BDC5-89B6-88508FC8D3AD}"/>
              </a:ext>
            </a:extLst>
          </p:cNvPr>
          <p:cNvSpPr>
            <a:spLocks noGrp="1"/>
          </p:cNvSpPr>
          <p:nvPr>
            <p:ph type="title" hasCustomPrompt="1"/>
          </p:nvPr>
        </p:nvSpPr>
        <p:spPr>
          <a:xfrm>
            <a:off x="1095375" y="3827463"/>
            <a:ext cx="6851650" cy="1475150"/>
          </a:xfrm>
        </p:spPr>
        <p:txBody>
          <a:bodyPr vert="horz"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10" name="Text Placeholder 10">
            <a:extLst>
              <a:ext uri="{FF2B5EF4-FFF2-40B4-BE49-F238E27FC236}">
                <a16:creationId xmlns:a16="http://schemas.microsoft.com/office/drawing/2014/main" id="{74E86F98-FCAD-1DE9-7F95-EC4306D0593E}"/>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Tree>
    <p:extLst>
      <p:ext uri="{BB962C8B-B14F-4D97-AF65-F5344CB8AC3E}">
        <p14:creationId xmlns:p14="http://schemas.microsoft.com/office/powerpoint/2010/main" val="975006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AEBC6A3-0A87-6664-2655-32DC50DCE6F7}"/>
              </a:ext>
            </a:extLst>
          </p:cNvPr>
          <p:cNvGraphicFramePr>
            <a:graphicFrameLocks noChangeAspect="1"/>
          </p:cNvGraphicFramePr>
          <p:nvPr userDrawn="1">
            <p:custDataLst>
              <p:tags r:id="rId1"/>
            </p:custDataLst>
            <p:extLst>
              <p:ext uri="{D42A27DB-BD31-4B8C-83A1-F6EECF244321}">
                <p14:modId xmlns:p14="http://schemas.microsoft.com/office/powerpoint/2010/main" val="118420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 name="think-cell data - do not delete" hidden="1">
                        <a:extLst>
                          <a:ext uri="{FF2B5EF4-FFF2-40B4-BE49-F238E27FC236}">
                            <a16:creationId xmlns:a16="http://schemas.microsoft.com/office/drawing/2014/main" id="{3AEBC6A3-0A87-6664-2655-32DC50DCE6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F325B3-798C-47FD-B05F-B2F3AB033020}"/>
              </a:ext>
            </a:extLst>
          </p:cNvPr>
          <p:cNvSpPr>
            <a:spLocks noGrp="1"/>
          </p:cNvSpPr>
          <p:nvPr>
            <p:ph type="title"/>
          </p:nvPr>
        </p:nvSpPr>
        <p:spPr>
          <a:xfrm>
            <a:off x="331201" y="691199"/>
            <a:ext cx="11530600" cy="367200"/>
          </a:xfrm>
        </p:spPr>
        <p:txBody>
          <a:bodyPr vert="horz" lIns="0" tIns="0" rIns="0" bIns="0"/>
          <a:lstStyle>
            <a:lvl1pPr>
              <a:defRPr b="1"/>
            </a:lvl1pPr>
          </a:lstStyle>
          <a:p>
            <a:r>
              <a:rPr lang="en-US"/>
              <a:t>Click to edit Master title style</a:t>
            </a:r>
          </a:p>
        </p:txBody>
      </p:sp>
      <p:sp>
        <p:nvSpPr>
          <p:cNvPr id="8" name="Text Placeholder 9">
            <a:extLst>
              <a:ext uri="{FF2B5EF4-FFF2-40B4-BE49-F238E27FC236}">
                <a16:creationId xmlns:a16="http://schemas.microsoft.com/office/drawing/2014/main" id="{CFEBAA7B-0B2E-41DA-8401-829266F20A8E}"/>
              </a:ext>
            </a:extLst>
          </p:cNvPr>
          <p:cNvSpPr>
            <a:spLocks noGrp="1"/>
          </p:cNvSpPr>
          <p:nvPr>
            <p:ph type="body" sz="quarter" idx="14" hasCustomPrompt="1"/>
          </p:nvPr>
        </p:nvSpPr>
        <p:spPr>
          <a:xfrm>
            <a:off x="331201" y="1057498"/>
            <a:ext cx="115306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Text Placeholder 11">
            <a:extLst>
              <a:ext uri="{FF2B5EF4-FFF2-40B4-BE49-F238E27FC236}">
                <a16:creationId xmlns:a16="http://schemas.microsoft.com/office/drawing/2014/main" id="{5289BAEE-D351-4460-976F-80EE4A24A991}"/>
              </a:ext>
            </a:extLst>
          </p:cNvPr>
          <p:cNvSpPr>
            <a:spLocks noGrp="1"/>
          </p:cNvSpPr>
          <p:nvPr>
            <p:ph type="body" sz="quarter" idx="15"/>
          </p:nvPr>
        </p:nvSpPr>
        <p:spPr>
          <a:xfrm>
            <a:off x="331201" y="1929600"/>
            <a:ext cx="11530600" cy="4244400"/>
          </a:xfrm>
        </p:spPr>
        <p:txBody>
          <a:bodyPr lIns="0" tIns="0" rIns="0" bIns="0"/>
          <a:lstStyle>
            <a:lvl1pPr marL="284372" indent="-284372">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1pPr>
            <a:lvl2pPr marL="568743" indent="-284372">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2pPr>
            <a:lvl3pPr marL="853115" indent="-284372">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3pPr>
            <a:lvl4pPr marL="853115" indent="-284372">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4pPr>
            <a:lvl5pPr marL="853115" indent="-284372">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5F7E1B39-5C80-4225-BFC0-8B0FA7ABAB97}"/>
              </a:ext>
            </a:extLst>
          </p:cNvPr>
          <p:cNvSpPr>
            <a:spLocks noGrp="1"/>
          </p:cNvSpPr>
          <p:nvPr>
            <p:ph type="ftr" sz="quarter" idx="10"/>
          </p:nvPr>
        </p:nvSpPr>
        <p:spPr/>
        <p:txBody>
          <a:bodyPr lIns="0" tIns="0" rIns="0" bIns="0"/>
          <a:lstStyle/>
          <a:p>
            <a:endParaRPr lang="en-US"/>
          </a:p>
        </p:txBody>
      </p:sp>
      <p:sp>
        <p:nvSpPr>
          <p:cNvPr id="4" name="Date Placeholder 3">
            <a:extLst>
              <a:ext uri="{FF2B5EF4-FFF2-40B4-BE49-F238E27FC236}">
                <a16:creationId xmlns:a16="http://schemas.microsoft.com/office/drawing/2014/main" id="{32B732F8-4FA8-4FDC-A795-6371BBB4E79F}"/>
              </a:ext>
            </a:extLst>
          </p:cNvPr>
          <p:cNvSpPr>
            <a:spLocks noGrp="1"/>
          </p:cNvSpPr>
          <p:nvPr>
            <p:ph type="dt" sz="half" idx="11"/>
          </p:nvPr>
        </p:nvSpPr>
        <p:spPr/>
        <p:txBody>
          <a:bodyPr lIns="0" tIns="0" rIns="0" bIns="0"/>
          <a:lstStyle/>
          <a:p>
            <a:fld id="{1DFE85B4-5EFD-4406-9D3D-357E557D4E6C}" type="datetime4">
              <a:rPr lang="en-US" smtClean="0"/>
              <a:t>January 21, 2026</a:t>
            </a:fld>
            <a:endParaRPr lang="en-US"/>
          </a:p>
        </p:txBody>
      </p:sp>
      <p:sp>
        <p:nvSpPr>
          <p:cNvPr id="5" name="Slide Number Placeholder 4">
            <a:extLst>
              <a:ext uri="{FF2B5EF4-FFF2-40B4-BE49-F238E27FC236}">
                <a16:creationId xmlns:a16="http://schemas.microsoft.com/office/drawing/2014/main" id="{FEB7AAD1-CD9E-4BAD-B4F6-882B69FA4489}"/>
              </a:ext>
            </a:extLst>
          </p:cNvPr>
          <p:cNvSpPr>
            <a:spLocks noGrp="1"/>
          </p:cNvSpPr>
          <p:nvPr>
            <p:ph type="sldNum" sz="quarter" idx="12"/>
          </p:nvPr>
        </p:nvSpPr>
        <p:spPr/>
        <p:txBody>
          <a:bodyPr lIns="0" tIns="0" rIns="0" bIns="0"/>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290453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One content A">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5196CF1-EE7C-F21C-BA9F-4CF5B3E766C5}"/>
              </a:ext>
            </a:extLst>
          </p:cNvPr>
          <p:cNvGraphicFramePr>
            <a:graphicFrameLocks noChangeAspect="1"/>
          </p:cNvGraphicFramePr>
          <p:nvPr userDrawn="1">
            <p:custDataLst>
              <p:tags r:id="rId1"/>
            </p:custDataLst>
            <p:extLst>
              <p:ext uri="{D42A27DB-BD31-4B8C-83A1-F6EECF244321}">
                <p14:modId xmlns:p14="http://schemas.microsoft.com/office/powerpoint/2010/main" val="2700524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A5196CF1-EE7C-F21C-BA9F-4CF5B3E766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600" cy="367200"/>
          </a:xfrm>
        </p:spPr>
        <p:txBody>
          <a:bodyPr vert="horz" lIns="0" tIns="0" rIns="0" bIns="0"/>
          <a:lstStyle>
            <a:lvl1pPr>
              <a:defRPr b="1"/>
            </a:lvl1pPr>
          </a:lstStyle>
          <a:p>
            <a:r>
              <a:rPr lang="en-US"/>
              <a:t>Click to edit Master title style</a:t>
            </a:r>
          </a:p>
        </p:txBody>
      </p:sp>
      <p:sp>
        <p:nvSpPr>
          <p:cNvPr id="9" name="Content Placeholder 8">
            <a:extLst>
              <a:ext uri="{FF2B5EF4-FFF2-40B4-BE49-F238E27FC236}">
                <a16:creationId xmlns:a16="http://schemas.microsoft.com/office/drawing/2014/main" id="{E7A0A1F6-D28F-445F-86A8-4985AF8BE52D}"/>
              </a:ext>
            </a:extLst>
          </p:cNvPr>
          <p:cNvSpPr>
            <a:spLocks noGrp="1"/>
          </p:cNvSpPr>
          <p:nvPr>
            <p:ph sz="quarter" idx="16"/>
          </p:nvPr>
        </p:nvSpPr>
        <p:spPr>
          <a:xfrm>
            <a:off x="331199" y="1929600"/>
            <a:ext cx="11530011" cy="424815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2EE78E3-0FB5-4EDC-9795-648A78EAEBD6}" type="datetime4">
              <a:rPr lang="en-US" smtClean="0"/>
              <a:t>January 21, 2026</a:t>
            </a:fld>
            <a:endParaRPr lang="en-US"/>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3762195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One content B">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D4BD385-E4F1-ADEA-2A3D-D46A60C9201F}"/>
              </a:ext>
            </a:extLst>
          </p:cNvPr>
          <p:cNvGraphicFramePr>
            <a:graphicFrameLocks noChangeAspect="1"/>
          </p:cNvGraphicFramePr>
          <p:nvPr userDrawn="1">
            <p:custDataLst>
              <p:tags r:id="rId1"/>
            </p:custDataLst>
            <p:extLst>
              <p:ext uri="{D42A27DB-BD31-4B8C-83A1-F6EECF244321}">
                <p14:modId xmlns:p14="http://schemas.microsoft.com/office/powerpoint/2010/main" val="168443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5D4BD385-E4F1-ADEA-2A3D-D46A60C920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600" cy="367200"/>
          </a:xfrm>
        </p:spPr>
        <p:txBody>
          <a:bodyPr vert="horz"/>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B8D13B44-2ED7-4317-A623-6B66EEF72462}"/>
              </a:ext>
            </a:extLst>
          </p:cNvPr>
          <p:cNvSpPr>
            <a:spLocks noGrp="1"/>
          </p:cNvSpPr>
          <p:nvPr>
            <p:ph sz="quarter" idx="17"/>
          </p:nvPr>
        </p:nvSpPr>
        <p:spPr>
          <a:xfrm>
            <a:off x="331199" y="1929600"/>
            <a:ext cx="11530011"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0191ABF5-A638-4274-A939-005952C0BF1C}"/>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A5F2AF2E-30CA-4272-8C3D-5F02EA9E768E}"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778878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One content C">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B211DFE-3C6F-6C46-8816-57B2854B292F}"/>
              </a:ext>
            </a:extLst>
          </p:cNvPr>
          <p:cNvGraphicFramePr>
            <a:graphicFrameLocks noChangeAspect="1"/>
          </p:cNvGraphicFramePr>
          <p:nvPr userDrawn="1">
            <p:custDataLst>
              <p:tags r:id="rId1"/>
            </p:custDataLst>
            <p:extLst>
              <p:ext uri="{D42A27DB-BD31-4B8C-83A1-F6EECF244321}">
                <p14:modId xmlns:p14="http://schemas.microsoft.com/office/powerpoint/2010/main" val="2599475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9B211DFE-3C6F-6C46-8816-57B2854B292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600" cy="367200"/>
          </a:xfrm>
        </p:spPr>
        <p:txBody>
          <a:bodyPr vert="horz"/>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B8D13B44-2ED7-4317-A623-6B66EEF72462}"/>
              </a:ext>
            </a:extLst>
          </p:cNvPr>
          <p:cNvSpPr>
            <a:spLocks noGrp="1"/>
          </p:cNvSpPr>
          <p:nvPr>
            <p:ph sz="quarter" idx="17"/>
          </p:nvPr>
        </p:nvSpPr>
        <p:spPr>
          <a:xfrm>
            <a:off x="331199" y="2317637"/>
            <a:ext cx="11530011" cy="3193962"/>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7EB647C7-C6C0-458F-916D-92A3818855C7}"/>
              </a:ext>
            </a:extLst>
          </p:cNvPr>
          <p:cNvSpPr>
            <a:spLocks noGrp="1"/>
          </p:cNvSpPr>
          <p:nvPr>
            <p:ph sz="quarter" idx="19"/>
          </p:nvPr>
        </p:nvSpPr>
        <p:spPr>
          <a:xfrm>
            <a:off x="331199" y="1929600"/>
            <a:ext cx="11530011" cy="253592"/>
          </a:xfrm>
        </p:spPr>
        <p:txBody>
          <a:bodyPr lIns="0" tIns="0" rIns="0" bIns="0"/>
          <a:lstStyle>
            <a:lvl1pPr>
              <a:defRPr sz="1600" b="1">
                <a:solidFill>
                  <a:schemeClr val="bg2"/>
                </a:solidFill>
              </a:defRPr>
            </a:lvl1pPr>
          </a:lstStyle>
          <a:p>
            <a:pPr lvl="0"/>
            <a:r>
              <a:rPr lang="en-US"/>
              <a:t>Click to edit Master text styles</a:t>
            </a:r>
          </a:p>
        </p:txBody>
      </p:sp>
      <p:sp>
        <p:nvSpPr>
          <p:cNvPr id="11" name="Text Placeholder 9">
            <a:extLst>
              <a:ext uri="{FF2B5EF4-FFF2-40B4-BE49-F238E27FC236}">
                <a16:creationId xmlns:a16="http://schemas.microsoft.com/office/drawing/2014/main" id="{653D6A4D-9936-42D0-AC4D-FBDE81F97CB6}"/>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23EA9FC6-4DF3-47E8-8260-6FE5AE4F285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30706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One content 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EEA0C862-79CA-936F-B2FB-3E1B25F3D42E}"/>
              </a:ext>
            </a:extLst>
          </p:cNvPr>
          <p:cNvGraphicFramePr>
            <a:graphicFrameLocks noChangeAspect="1"/>
          </p:cNvGraphicFramePr>
          <p:nvPr userDrawn="1">
            <p:custDataLst>
              <p:tags r:id="rId1"/>
            </p:custDataLst>
            <p:extLst>
              <p:ext uri="{D42A27DB-BD31-4B8C-83A1-F6EECF244321}">
                <p14:modId xmlns:p14="http://schemas.microsoft.com/office/powerpoint/2010/main" val="41993200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2" name="think-cell data - do not delete" hidden="1">
                        <a:extLst>
                          <a:ext uri="{FF2B5EF4-FFF2-40B4-BE49-F238E27FC236}">
                            <a16:creationId xmlns:a16="http://schemas.microsoft.com/office/drawing/2014/main" id="{EEA0C862-79CA-936F-B2FB-3E1B25F3D42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9B4A4D-1354-8C4B-6BBC-1A0D0A604257}"/>
              </a:ext>
            </a:extLst>
          </p:cNvPr>
          <p:cNvSpPr>
            <a:spLocks noGrp="1"/>
          </p:cNvSpPr>
          <p:nvPr>
            <p:ph type="title"/>
          </p:nvPr>
        </p:nvSpPr>
        <p:spPr>
          <a:xfrm>
            <a:off x="331200" y="691200"/>
            <a:ext cx="7836996" cy="363600"/>
          </a:xfrm>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AE37DDAB-FDB1-0870-8E88-BD41926CE694}"/>
              </a:ext>
            </a:extLst>
          </p:cNvPr>
          <p:cNvSpPr>
            <a:spLocks noGrp="1"/>
          </p:cNvSpPr>
          <p:nvPr>
            <p:ph type="ftr" sz="quarter" idx="10"/>
          </p:nvPr>
        </p:nvSpPr>
        <p:spPr>
          <a:xfrm>
            <a:off x="331201" y="6343200"/>
            <a:ext cx="7836407" cy="158400"/>
          </a:xfrm>
        </p:spPr>
        <p:txBody>
          <a:bodyPr/>
          <a:lstStyle/>
          <a:p>
            <a:endParaRPr lang="en-US"/>
          </a:p>
        </p:txBody>
      </p:sp>
      <p:sp>
        <p:nvSpPr>
          <p:cNvPr id="4" name="Date Placeholder 3">
            <a:extLst>
              <a:ext uri="{FF2B5EF4-FFF2-40B4-BE49-F238E27FC236}">
                <a16:creationId xmlns:a16="http://schemas.microsoft.com/office/drawing/2014/main" id="{5A993670-14A9-0A35-D2EB-D8230A73A150}"/>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3DD993D9-3FD1-276A-24E9-827A98823971}"/>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2B506773-0860-DE49-4BCC-8C4BB0647217}"/>
              </a:ext>
            </a:extLst>
          </p:cNvPr>
          <p:cNvSpPr>
            <a:spLocks noGrp="1"/>
          </p:cNvSpPr>
          <p:nvPr>
            <p:ph type="body" sz="quarter" idx="14" hasCustomPrompt="1"/>
          </p:nvPr>
        </p:nvSpPr>
        <p:spPr>
          <a:xfrm>
            <a:off x="331788" y="1057498"/>
            <a:ext cx="7836408"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9AA1B98B-00B9-1C2F-0ACD-646A350F8681}"/>
              </a:ext>
            </a:extLst>
          </p:cNvPr>
          <p:cNvSpPr>
            <a:spLocks noGrp="1"/>
          </p:cNvSpPr>
          <p:nvPr>
            <p:ph sz="quarter" idx="17"/>
          </p:nvPr>
        </p:nvSpPr>
        <p:spPr>
          <a:xfrm>
            <a:off x="331199" y="2317637"/>
            <a:ext cx="7836408" cy="3193962"/>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5E5A046C-2F74-6EED-D763-FB4F9E3C1E6C}"/>
              </a:ext>
            </a:extLst>
          </p:cNvPr>
          <p:cNvSpPr>
            <a:spLocks noGrp="1"/>
          </p:cNvSpPr>
          <p:nvPr>
            <p:ph sz="quarter" idx="19"/>
          </p:nvPr>
        </p:nvSpPr>
        <p:spPr>
          <a:xfrm>
            <a:off x="331199" y="1929600"/>
            <a:ext cx="7836408"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9" name="Text Placeholder 9">
            <a:extLst>
              <a:ext uri="{FF2B5EF4-FFF2-40B4-BE49-F238E27FC236}">
                <a16:creationId xmlns:a16="http://schemas.microsoft.com/office/drawing/2014/main" id="{9029E88C-D487-6109-BE97-8E404D9E4740}"/>
              </a:ext>
            </a:extLst>
          </p:cNvPr>
          <p:cNvSpPr>
            <a:spLocks noGrp="1"/>
          </p:cNvSpPr>
          <p:nvPr>
            <p:ph type="body" sz="quarter" idx="16"/>
          </p:nvPr>
        </p:nvSpPr>
        <p:spPr>
          <a:xfrm>
            <a:off x="331200" y="5634000"/>
            <a:ext cx="7836408"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0" name="Text Placeholder 9">
            <a:extLst>
              <a:ext uri="{FF2B5EF4-FFF2-40B4-BE49-F238E27FC236}">
                <a16:creationId xmlns:a16="http://schemas.microsoft.com/office/drawing/2014/main" id="{5543002A-12FE-3269-8E83-DD69A9972C8E}"/>
              </a:ext>
            </a:extLst>
          </p:cNvPr>
          <p:cNvSpPr>
            <a:spLocks noGrp="1"/>
          </p:cNvSpPr>
          <p:nvPr>
            <p:ph type="body" sz="quarter" idx="20" hasCustomPrompt="1"/>
          </p:nvPr>
        </p:nvSpPr>
        <p:spPr>
          <a:xfrm>
            <a:off x="8924926" y="0"/>
            <a:ext cx="3267075"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744239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wo content A">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EB87615-EF66-7685-8650-86092F07D923}"/>
              </a:ext>
            </a:extLst>
          </p:cNvPr>
          <p:cNvGraphicFramePr>
            <a:graphicFrameLocks noChangeAspect="1"/>
          </p:cNvGraphicFramePr>
          <p:nvPr userDrawn="1">
            <p:custDataLst>
              <p:tags r:id="rId1"/>
            </p:custDataLst>
            <p:extLst>
              <p:ext uri="{D42A27DB-BD31-4B8C-83A1-F6EECF244321}">
                <p14:modId xmlns:p14="http://schemas.microsoft.com/office/powerpoint/2010/main" val="26408617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DEB87615-EF66-7685-8650-86092F07D92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6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17B5336C-3364-49A8-B303-FFEDF4FEBDF6}"/>
              </a:ext>
            </a:extLst>
          </p:cNvPr>
          <p:cNvSpPr>
            <a:spLocks noGrp="1"/>
          </p:cNvSpPr>
          <p:nvPr>
            <p:ph sz="quarter" idx="17"/>
          </p:nvPr>
        </p:nvSpPr>
        <p:spPr>
          <a:xfrm>
            <a:off x="331200"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2A16399-43BB-47C9-B960-482AB4AC5988}"/>
              </a:ext>
            </a:extLst>
          </p:cNvPr>
          <p:cNvSpPr>
            <a:spLocks noGrp="1"/>
          </p:cNvSpPr>
          <p:nvPr>
            <p:ph sz="quarter" idx="18"/>
          </p:nvPr>
        </p:nvSpPr>
        <p:spPr>
          <a:xfrm>
            <a:off x="6203362" y="1929600"/>
            <a:ext cx="5658438" cy="3582000"/>
          </a:xfrm>
          <a:noFill/>
          <a:ln>
            <a:noFill/>
          </a:ln>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BD248592-FF76-4D0C-820C-440D43E13690}"/>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81ED819F-97D5-448E-930E-1025F3EC08C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80428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wo content B">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C83F6AF-41D2-FBA0-944C-B0949EB543FE}"/>
              </a:ext>
            </a:extLst>
          </p:cNvPr>
          <p:cNvGraphicFramePr>
            <a:graphicFrameLocks noChangeAspect="1"/>
          </p:cNvGraphicFramePr>
          <p:nvPr userDrawn="1">
            <p:custDataLst>
              <p:tags r:id="rId1"/>
            </p:custDataLst>
            <p:extLst>
              <p:ext uri="{D42A27DB-BD31-4B8C-83A1-F6EECF244321}">
                <p14:modId xmlns:p14="http://schemas.microsoft.com/office/powerpoint/2010/main" val="4980993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4C83F6AF-41D2-FBA0-944C-B0949EB543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6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17B5336C-3364-49A8-B303-FFEDF4FEBDF6}"/>
              </a:ext>
            </a:extLst>
          </p:cNvPr>
          <p:cNvSpPr>
            <a:spLocks noGrp="1"/>
          </p:cNvSpPr>
          <p:nvPr>
            <p:ph sz="quarter" idx="17"/>
          </p:nvPr>
        </p:nvSpPr>
        <p:spPr>
          <a:xfrm>
            <a:off x="331200" y="2317637"/>
            <a:ext cx="5658438" cy="3193962"/>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2A16399-43BB-47C9-B960-482AB4AC5988}"/>
              </a:ext>
            </a:extLst>
          </p:cNvPr>
          <p:cNvSpPr>
            <a:spLocks noGrp="1"/>
          </p:cNvSpPr>
          <p:nvPr>
            <p:ph sz="quarter" idx="18"/>
          </p:nvPr>
        </p:nvSpPr>
        <p:spPr>
          <a:xfrm>
            <a:off x="6203362" y="2317637"/>
            <a:ext cx="5658438" cy="3193962"/>
          </a:xfrm>
          <a:noFill/>
          <a:ln>
            <a:noFill/>
          </a:ln>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16E8EA06-F8FC-49A9-A139-19792C8D084B}"/>
              </a:ext>
            </a:extLst>
          </p:cNvPr>
          <p:cNvSpPr>
            <a:spLocks noGrp="1"/>
          </p:cNvSpPr>
          <p:nvPr>
            <p:ph sz="quarter" idx="19"/>
          </p:nvPr>
        </p:nvSpPr>
        <p:spPr>
          <a:xfrm>
            <a:off x="331200" y="1929600"/>
            <a:ext cx="5658439"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8D40EE9E-5785-4471-8A7D-6EDB4494F687}"/>
              </a:ext>
            </a:extLst>
          </p:cNvPr>
          <p:cNvSpPr>
            <a:spLocks noGrp="1"/>
          </p:cNvSpPr>
          <p:nvPr>
            <p:ph sz="quarter" idx="20"/>
          </p:nvPr>
        </p:nvSpPr>
        <p:spPr>
          <a:xfrm>
            <a:off x="6203361" y="1929600"/>
            <a:ext cx="5658439" cy="253592"/>
          </a:xfrm>
        </p:spPr>
        <p:txBody>
          <a:bodyPr lIns="0" tIns="0" rIns="0" bIns="0"/>
          <a:lstStyle>
            <a:lvl1pPr>
              <a:defRPr sz="1600" b="1">
                <a:solidFill>
                  <a:schemeClr val="bg2"/>
                </a:solidFill>
              </a:defRPr>
            </a:lvl1pPr>
          </a:lstStyle>
          <a:p>
            <a:pPr lvl="0"/>
            <a:r>
              <a:rPr lang="en-US"/>
              <a:t>Click to edit Master text styles</a:t>
            </a:r>
          </a:p>
        </p:txBody>
      </p:sp>
      <p:sp>
        <p:nvSpPr>
          <p:cNvPr id="12" name="Text Placeholder 9">
            <a:extLst>
              <a:ext uri="{FF2B5EF4-FFF2-40B4-BE49-F238E27FC236}">
                <a16:creationId xmlns:a16="http://schemas.microsoft.com/office/drawing/2014/main" id="{D807EBA1-9E93-40B5-AB47-FE6B3497E95A}"/>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F801677-5381-4CB3-9705-EB46AA325244}"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63688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wo content C">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2608D1E4-DC10-C004-4A81-F4EE60AC9C98}"/>
              </a:ext>
            </a:extLst>
          </p:cNvPr>
          <p:cNvGraphicFramePr>
            <a:graphicFrameLocks noChangeAspect="1"/>
          </p:cNvGraphicFramePr>
          <p:nvPr userDrawn="1">
            <p:custDataLst>
              <p:tags r:id="rId1"/>
            </p:custDataLst>
            <p:extLst>
              <p:ext uri="{D42A27DB-BD31-4B8C-83A1-F6EECF244321}">
                <p14:modId xmlns:p14="http://schemas.microsoft.com/office/powerpoint/2010/main" val="2457342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2" name="think-cell data - do not delete" hidden="1">
                        <a:extLst>
                          <a:ext uri="{FF2B5EF4-FFF2-40B4-BE49-F238E27FC236}">
                            <a16:creationId xmlns:a16="http://schemas.microsoft.com/office/drawing/2014/main" id="{2608D1E4-DC10-C004-4A81-F4EE60AC9C9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7754120-D971-3AE6-6184-628DB4A4CC5C}"/>
              </a:ext>
            </a:extLst>
          </p:cNvPr>
          <p:cNvSpPr>
            <a:spLocks noGrp="1"/>
          </p:cNvSpPr>
          <p:nvPr>
            <p:ph type="title"/>
          </p:nvPr>
        </p:nvSpPr>
        <p:spPr>
          <a:xfrm>
            <a:off x="331200" y="691200"/>
            <a:ext cx="7617540" cy="363600"/>
          </a:xfrm>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9A0BA6DF-295B-14B9-E598-D783D2FDD924}"/>
              </a:ext>
            </a:extLst>
          </p:cNvPr>
          <p:cNvSpPr>
            <a:spLocks noGrp="1"/>
          </p:cNvSpPr>
          <p:nvPr>
            <p:ph type="ftr" sz="quarter" idx="10"/>
          </p:nvPr>
        </p:nvSpPr>
        <p:spPr>
          <a:xfrm>
            <a:off x="331200" y="6343200"/>
            <a:ext cx="7617600" cy="158400"/>
          </a:xfrm>
        </p:spPr>
        <p:txBody>
          <a:bodyPr/>
          <a:lstStyle/>
          <a:p>
            <a:endParaRPr lang="en-US"/>
          </a:p>
        </p:txBody>
      </p:sp>
      <p:sp>
        <p:nvSpPr>
          <p:cNvPr id="4" name="Date Placeholder 3">
            <a:extLst>
              <a:ext uri="{FF2B5EF4-FFF2-40B4-BE49-F238E27FC236}">
                <a16:creationId xmlns:a16="http://schemas.microsoft.com/office/drawing/2014/main" id="{68EB5EAF-AC8A-3E99-A635-DD95C6E7503C}"/>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0CDCAB48-A3C0-27C0-2979-71DFA66ED32D}"/>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DAAEA1C8-F527-5F56-6EA0-FE61BD816149}"/>
              </a:ext>
            </a:extLst>
          </p:cNvPr>
          <p:cNvSpPr>
            <a:spLocks noGrp="1"/>
          </p:cNvSpPr>
          <p:nvPr>
            <p:ph type="body" sz="quarter" idx="14" hasCustomPrompt="1"/>
          </p:nvPr>
        </p:nvSpPr>
        <p:spPr>
          <a:xfrm>
            <a:off x="331789" y="1057498"/>
            <a:ext cx="7616952"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50750D05-724E-4685-1127-ED2D71D3660C}"/>
              </a:ext>
            </a:extLst>
          </p:cNvPr>
          <p:cNvSpPr>
            <a:spLocks noGrp="1"/>
          </p:cNvSpPr>
          <p:nvPr>
            <p:ph sz="quarter" idx="17"/>
          </p:nvPr>
        </p:nvSpPr>
        <p:spPr>
          <a:xfrm>
            <a:off x="331200" y="1929602"/>
            <a:ext cx="3703320" cy="3581999"/>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6777FA2A-A376-8418-9C6E-5B73CDF04687}"/>
              </a:ext>
            </a:extLst>
          </p:cNvPr>
          <p:cNvSpPr>
            <a:spLocks noGrp="1"/>
          </p:cNvSpPr>
          <p:nvPr>
            <p:ph sz="quarter" idx="18"/>
          </p:nvPr>
        </p:nvSpPr>
        <p:spPr>
          <a:xfrm>
            <a:off x="4244832" y="1929602"/>
            <a:ext cx="3703320" cy="3581999"/>
          </a:xfrm>
          <a:noFill/>
          <a:ln>
            <a:noFill/>
          </a:ln>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9">
            <a:extLst>
              <a:ext uri="{FF2B5EF4-FFF2-40B4-BE49-F238E27FC236}">
                <a16:creationId xmlns:a16="http://schemas.microsoft.com/office/drawing/2014/main" id="{D90514E6-1C08-3FA0-001E-15C4C5E61C91}"/>
              </a:ext>
            </a:extLst>
          </p:cNvPr>
          <p:cNvSpPr>
            <a:spLocks noGrp="1"/>
          </p:cNvSpPr>
          <p:nvPr>
            <p:ph type="body" sz="quarter" idx="16"/>
          </p:nvPr>
        </p:nvSpPr>
        <p:spPr>
          <a:xfrm>
            <a:off x="331201" y="5634000"/>
            <a:ext cx="7616952"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0" name="Text Placeholder 9">
            <a:extLst>
              <a:ext uri="{FF2B5EF4-FFF2-40B4-BE49-F238E27FC236}">
                <a16:creationId xmlns:a16="http://schemas.microsoft.com/office/drawing/2014/main" id="{CA62750D-C328-22C2-EE8C-68F88FCF83A4}"/>
              </a:ext>
            </a:extLst>
          </p:cNvPr>
          <p:cNvSpPr>
            <a:spLocks noGrp="1"/>
          </p:cNvSpPr>
          <p:nvPr>
            <p:ph type="body" sz="quarter" idx="21" hasCustomPrompt="1"/>
          </p:nvPr>
        </p:nvSpPr>
        <p:spPr>
          <a:xfrm>
            <a:off x="8924926" y="0"/>
            <a:ext cx="3267075"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142670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hree content A">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E9829B1-F32F-0270-8D6C-8F009A99FCBF}"/>
              </a:ext>
            </a:extLst>
          </p:cNvPr>
          <p:cNvGraphicFramePr>
            <a:graphicFrameLocks noChangeAspect="1"/>
          </p:cNvGraphicFramePr>
          <p:nvPr userDrawn="1">
            <p:custDataLst>
              <p:tags r:id="rId1"/>
            </p:custDataLst>
            <p:extLst>
              <p:ext uri="{D42A27DB-BD31-4B8C-83A1-F6EECF244321}">
                <p14:modId xmlns:p14="http://schemas.microsoft.com/office/powerpoint/2010/main" val="3639871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1E9829B1-F32F-0270-8D6C-8F009A99F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6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65E783B-432D-48FF-919E-E9841F6E7CDB}"/>
              </a:ext>
            </a:extLst>
          </p:cNvPr>
          <p:cNvSpPr>
            <a:spLocks noGrp="1"/>
          </p:cNvSpPr>
          <p:nvPr>
            <p:ph sz="quarter" idx="17"/>
          </p:nvPr>
        </p:nvSpPr>
        <p:spPr>
          <a:xfrm>
            <a:off x="331200"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E0F0C72-0A6F-47EB-B787-31465205AA09}"/>
              </a:ext>
            </a:extLst>
          </p:cNvPr>
          <p:cNvSpPr>
            <a:spLocks noGrp="1"/>
          </p:cNvSpPr>
          <p:nvPr>
            <p:ph sz="quarter" idx="18"/>
          </p:nvPr>
        </p:nvSpPr>
        <p:spPr>
          <a:xfrm>
            <a:off x="4245975"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2FDDA8A-CD8B-4264-BB35-5DED5E32A8B1}"/>
              </a:ext>
            </a:extLst>
          </p:cNvPr>
          <p:cNvSpPr>
            <a:spLocks noGrp="1"/>
          </p:cNvSpPr>
          <p:nvPr>
            <p:ph sz="quarter" idx="19"/>
          </p:nvPr>
        </p:nvSpPr>
        <p:spPr>
          <a:xfrm>
            <a:off x="8160749"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4F12F13-0517-4E0E-8E16-1636B7C145A4}"/>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C98B010-9E51-4508-988C-7150B2C9E60D}"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775273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hree content B">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4DB6F4E-6A91-082A-217A-E2D6DA8C1CA4}"/>
              </a:ext>
            </a:extLst>
          </p:cNvPr>
          <p:cNvGraphicFramePr>
            <a:graphicFrameLocks noChangeAspect="1"/>
          </p:cNvGraphicFramePr>
          <p:nvPr userDrawn="1">
            <p:custDataLst>
              <p:tags r:id="rId1"/>
            </p:custDataLst>
            <p:extLst>
              <p:ext uri="{D42A27DB-BD31-4B8C-83A1-F6EECF244321}">
                <p14:modId xmlns:p14="http://schemas.microsoft.com/office/powerpoint/2010/main" val="39856336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24DB6F4E-6A91-082A-217A-E2D6DA8C1C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6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65E783B-432D-48FF-919E-E9841F6E7CDB}"/>
              </a:ext>
            </a:extLst>
          </p:cNvPr>
          <p:cNvSpPr>
            <a:spLocks noGrp="1"/>
          </p:cNvSpPr>
          <p:nvPr>
            <p:ph sz="quarter" idx="17"/>
          </p:nvPr>
        </p:nvSpPr>
        <p:spPr>
          <a:xfrm>
            <a:off x="331200"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E0F0C72-0A6F-47EB-B787-31465205AA09}"/>
              </a:ext>
            </a:extLst>
          </p:cNvPr>
          <p:cNvSpPr>
            <a:spLocks noGrp="1"/>
          </p:cNvSpPr>
          <p:nvPr>
            <p:ph sz="quarter" idx="18"/>
          </p:nvPr>
        </p:nvSpPr>
        <p:spPr>
          <a:xfrm>
            <a:off x="4245975"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2FDDA8A-CD8B-4264-BB35-5DED5E32A8B1}"/>
              </a:ext>
            </a:extLst>
          </p:cNvPr>
          <p:cNvSpPr>
            <a:spLocks noGrp="1"/>
          </p:cNvSpPr>
          <p:nvPr>
            <p:ph sz="quarter" idx="19"/>
          </p:nvPr>
        </p:nvSpPr>
        <p:spPr>
          <a:xfrm>
            <a:off x="8160749"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706B61B5-5ECE-42A3-B17B-C8474A1712E3}"/>
              </a:ext>
            </a:extLst>
          </p:cNvPr>
          <p:cNvSpPr>
            <a:spLocks noGrp="1"/>
          </p:cNvSpPr>
          <p:nvPr>
            <p:ph sz="quarter" idx="20"/>
          </p:nvPr>
        </p:nvSpPr>
        <p:spPr>
          <a:xfrm>
            <a:off x="331200"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2773C736-6DC9-4D25-9135-9FEE1C01F06F}"/>
              </a:ext>
            </a:extLst>
          </p:cNvPr>
          <p:cNvSpPr>
            <a:spLocks noGrp="1"/>
          </p:cNvSpPr>
          <p:nvPr>
            <p:ph sz="quarter" idx="21"/>
          </p:nvPr>
        </p:nvSpPr>
        <p:spPr>
          <a:xfrm>
            <a:off x="4245976"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378A027D-384E-4893-8ACE-7EB49A9DD383}"/>
              </a:ext>
            </a:extLst>
          </p:cNvPr>
          <p:cNvSpPr>
            <a:spLocks noGrp="1"/>
          </p:cNvSpPr>
          <p:nvPr>
            <p:ph sz="quarter" idx="22"/>
          </p:nvPr>
        </p:nvSpPr>
        <p:spPr>
          <a:xfrm>
            <a:off x="8160750"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8" name="Text Placeholder 9">
            <a:extLst>
              <a:ext uri="{FF2B5EF4-FFF2-40B4-BE49-F238E27FC236}">
                <a16:creationId xmlns:a16="http://schemas.microsoft.com/office/drawing/2014/main" id="{449C90DB-E14A-489D-A9C1-BC279A96B979}"/>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4A9EFD76-11B9-42D3-8F67-053DFC685B12}"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693393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hree content C">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19AC2308-8AB1-2028-8A8A-BF9CB2F3A927}"/>
              </a:ext>
            </a:extLst>
          </p:cNvPr>
          <p:cNvGraphicFramePr>
            <a:graphicFrameLocks noChangeAspect="1"/>
          </p:cNvGraphicFramePr>
          <p:nvPr userDrawn="1">
            <p:custDataLst>
              <p:tags r:id="rId1"/>
            </p:custDataLst>
            <p:extLst>
              <p:ext uri="{D42A27DB-BD31-4B8C-83A1-F6EECF244321}">
                <p14:modId xmlns:p14="http://schemas.microsoft.com/office/powerpoint/2010/main" val="12592790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3" name="think-cell data - do not delete" hidden="1">
                        <a:extLst>
                          <a:ext uri="{FF2B5EF4-FFF2-40B4-BE49-F238E27FC236}">
                            <a16:creationId xmlns:a16="http://schemas.microsoft.com/office/drawing/2014/main" id="{19AC2308-8AB1-2028-8A8A-BF9CB2F3A9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357E737-3D4F-5001-BE47-2E5EE1893AA0}"/>
              </a:ext>
            </a:extLst>
          </p:cNvPr>
          <p:cNvSpPr>
            <a:spLocks noGrp="1"/>
          </p:cNvSpPr>
          <p:nvPr>
            <p:ph type="title"/>
          </p:nvPr>
        </p:nvSpPr>
        <p:spPr>
          <a:xfrm>
            <a:off x="331201" y="691200"/>
            <a:ext cx="8595948" cy="363600"/>
          </a:xfrm>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C2FBBFBE-6C8C-3F82-2098-7B9EB184A629}"/>
              </a:ext>
            </a:extLst>
          </p:cNvPr>
          <p:cNvSpPr>
            <a:spLocks noGrp="1"/>
          </p:cNvSpPr>
          <p:nvPr>
            <p:ph type="ftr" sz="quarter" idx="10"/>
          </p:nvPr>
        </p:nvSpPr>
        <p:spPr>
          <a:xfrm>
            <a:off x="331201" y="6343200"/>
            <a:ext cx="8596800" cy="158400"/>
          </a:xfrm>
        </p:spPr>
        <p:txBody>
          <a:bodyPr/>
          <a:lstStyle/>
          <a:p>
            <a:endParaRPr lang="en-US"/>
          </a:p>
        </p:txBody>
      </p:sp>
      <p:sp>
        <p:nvSpPr>
          <p:cNvPr id="4" name="Date Placeholder 3">
            <a:extLst>
              <a:ext uri="{FF2B5EF4-FFF2-40B4-BE49-F238E27FC236}">
                <a16:creationId xmlns:a16="http://schemas.microsoft.com/office/drawing/2014/main" id="{AEAE9F0A-BE3C-4FC1-7380-C833A79368EC}"/>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A3058BC2-8858-4D7B-4055-E3D5179F329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B49C02E9-0CB5-9793-D210-245428FE3CD5}"/>
              </a:ext>
            </a:extLst>
          </p:cNvPr>
          <p:cNvSpPr>
            <a:spLocks noGrp="1"/>
          </p:cNvSpPr>
          <p:nvPr>
            <p:ph type="body" sz="quarter" idx="14" hasCustomPrompt="1"/>
          </p:nvPr>
        </p:nvSpPr>
        <p:spPr>
          <a:xfrm>
            <a:off x="331789" y="1057498"/>
            <a:ext cx="859536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BA71D45E-2E45-D97E-27A8-AB1B39830DA8}"/>
              </a:ext>
            </a:extLst>
          </p:cNvPr>
          <p:cNvSpPr>
            <a:spLocks noGrp="1"/>
          </p:cNvSpPr>
          <p:nvPr>
            <p:ph sz="quarter" idx="17"/>
          </p:nvPr>
        </p:nvSpPr>
        <p:spPr>
          <a:xfrm>
            <a:off x="331201"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BB70E94D-1F79-0E6A-FB1A-B1CEBC50C943}"/>
              </a:ext>
            </a:extLst>
          </p:cNvPr>
          <p:cNvSpPr>
            <a:spLocks noGrp="1"/>
          </p:cNvSpPr>
          <p:nvPr>
            <p:ph sz="quarter" idx="18"/>
          </p:nvPr>
        </p:nvSpPr>
        <p:spPr>
          <a:xfrm>
            <a:off x="3267546"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Content Placeholder 8">
            <a:extLst>
              <a:ext uri="{FF2B5EF4-FFF2-40B4-BE49-F238E27FC236}">
                <a16:creationId xmlns:a16="http://schemas.microsoft.com/office/drawing/2014/main" id="{44EDC01B-D6CD-CDE1-0DFF-5223EED95786}"/>
              </a:ext>
            </a:extLst>
          </p:cNvPr>
          <p:cNvSpPr>
            <a:spLocks noGrp="1"/>
          </p:cNvSpPr>
          <p:nvPr>
            <p:ph sz="quarter" idx="19"/>
          </p:nvPr>
        </p:nvSpPr>
        <p:spPr>
          <a:xfrm>
            <a:off x="6203891"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9">
            <a:extLst>
              <a:ext uri="{FF2B5EF4-FFF2-40B4-BE49-F238E27FC236}">
                <a16:creationId xmlns:a16="http://schemas.microsoft.com/office/drawing/2014/main" id="{79A36F85-2F69-5B91-5518-1F0F9885380A}"/>
              </a:ext>
            </a:extLst>
          </p:cNvPr>
          <p:cNvSpPr>
            <a:spLocks noGrp="1"/>
          </p:cNvSpPr>
          <p:nvPr>
            <p:ph type="body" sz="quarter" idx="16"/>
          </p:nvPr>
        </p:nvSpPr>
        <p:spPr>
          <a:xfrm>
            <a:off x="331201" y="5634000"/>
            <a:ext cx="859536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1" name="Text Placeholder 9">
            <a:extLst>
              <a:ext uri="{FF2B5EF4-FFF2-40B4-BE49-F238E27FC236}">
                <a16:creationId xmlns:a16="http://schemas.microsoft.com/office/drawing/2014/main" id="{06BE9534-FB13-A9AE-FE58-9C4A964A65F2}"/>
              </a:ext>
            </a:extLst>
          </p:cNvPr>
          <p:cNvSpPr>
            <a:spLocks noGrp="1"/>
          </p:cNvSpPr>
          <p:nvPr>
            <p:ph type="body" sz="quarter" idx="24" hasCustomPrompt="1"/>
          </p:nvPr>
        </p:nvSpPr>
        <p:spPr>
          <a:xfrm>
            <a:off x="9139240" y="0"/>
            <a:ext cx="3052761"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1410270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Four content A">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5983EDD-0F11-F26C-0EBC-49D3DF286443}"/>
              </a:ext>
            </a:extLst>
          </p:cNvPr>
          <p:cNvGraphicFramePr>
            <a:graphicFrameLocks noChangeAspect="1"/>
          </p:cNvGraphicFramePr>
          <p:nvPr userDrawn="1">
            <p:custDataLst>
              <p:tags r:id="rId1"/>
            </p:custDataLst>
            <p:extLst>
              <p:ext uri="{D42A27DB-BD31-4B8C-83A1-F6EECF244321}">
                <p14:modId xmlns:p14="http://schemas.microsoft.com/office/powerpoint/2010/main" val="1971317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15983EDD-0F11-F26C-0EBC-49D3DF28644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6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690AB117-4C73-4A20-9957-79D439C51B4D}"/>
              </a:ext>
            </a:extLst>
          </p:cNvPr>
          <p:cNvSpPr>
            <a:spLocks noGrp="1"/>
          </p:cNvSpPr>
          <p:nvPr>
            <p:ph sz="quarter" idx="17"/>
          </p:nvPr>
        </p:nvSpPr>
        <p:spPr>
          <a:xfrm>
            <a:off x="331201"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308727B-EED5-46EC-841D-047A6193C6F7}"/>
              </a:ext>
            </a:extLst>
          </p:cNvPr>
          <p:cNvSpPr>
            <a:spLocks noGrp="1"/>
          </p:cNvSpPr>
          <p:nvPr>
            <p:ph sz="quarter" idx="18"/>
          </p:nvPr>
        </p:nvSpPr>
        <p:spPr>
          <a:xfrm>
            <a:off x="3267546"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649CA4A0-E652-4ED8-94BE-90A9E06898C1}"/>
              </a:ext>
            </a:extLst>
          </p:cNvPr>
          <p:cNvSpPr>
            <a:spLocks noGrp="1"/>
          </p:cNvSpPr>
          <p:nvPr>
            <p:ph sz="quarter" idx="19"/>
          </p:nvPr>
        </p:nvSpPr>
        <p:spPr>
          <a:xfrm>
            <a:off x="6203891"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8153C1-25B9-4517-970E-E26DC9F17786}"/>
              </a:ext>
            </a:extLst>
          </p:cNvPr>
          <p:cNvSpPr>
            <a:spLocks noGrp="1"/>
          </p:cNvSpPr>
          <p:nvPr>
            <p:ph sz="quarter" idx="20"/>
          </p:nvPr>
        </p:nvSpPr>
        <p:spPr>
          <a:xfrm>
            <a:off x="9140237"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960817C6-275D-460F-9252-B93D047D6985}"/>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4B70CD1-C41C-414B-A51B-8D51D9EDBDBC}"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216519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Four content B">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7D0198C-3CE6-46C2-F98A-12D210181FDC}"/>
              </a:ext>
            </a:extLst>
          </p:cNvPr>
          <p:cNvGraphicFramePr>
            <a:graphicFrameLocks noChangeAspect="1"/>
          </p:cNvGraphicFramePr>
          <p:nvPr userDrawn="1">
            <p:custDataLst>
              <p:tags r:id="rId1"/>
            </p:custDataLst>
            <p:extLst>
              <p:ext uri="{D42A27DB-BD31-4B8C-83A1-F6EECF244321}">
                <p14:modId xmlns:p14="http://schemas.microsoft.com/office/powerpoint/2010/main" val="12788076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67D0198C-3CE6-46C2-F98A-12D210181FD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6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690AB117-4C73-4A20-9957-79D439C51B4D}"/>
              </a:ext>
            </a:extLst>
          </p:cNvPr>
          <p:cNvSpPr>
            <a:spLocks noGrp="1"/>
          </p:cNvSpPr>
          <p:nvPr>
            <p:ph sz="quarter" idx="17"/>
          </p:nvPr>
        </p:nvSpPr>
        <p:spPr>
          <a:xfrm>
            <a:off x="331201"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308727B-EED5-46EC-841D-047A6193C6F7}"/>
              </a:ext>
            </a:extLst>
          </p:cNvPr>
          <p:cNvSpPr>
            <a:spLocks noGrp="1"/>
          </p:cNvSpPr>
          <p:nvPr>
            <p:ph sz="quarter" idx="18"/>
          </p:nvPr>
        </p:nvSpPr>
        <p:spPr>
          <a:xfrm>
            <a:off x="3267546"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649CA4A0-E652-4ED8-94BE-90A9E06898C1}"/>
              </a:ext>
            </a:extLst>
          </p:cNvPr>
          <p:cNvSpPr>
            <a:spLocks noGrp="1"/>
          </p:cNvSpPr>
          <p:nvPr>
            <p:ph sz="quarter" idx="19"/>
          </p:nvPr>
        </p:nvSpPr>
        <p:spPr>
          <a:xfrm>
            <a:off x="6203891"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8153C1-25B9-4517-970E-E26DC9F17786}"/>
              </a:ext>
            </a:extLst>
          </p:cNvPr>
          <p:cNvSpPr>
            <a:spLocks noGrp="1"/>
          </p:cNvSpPr>
          <p:nvPr>
            <p:ph sz="quarter" idx="20"/>
          </p:nvPr>
        </p:nvSpPr>
        <p:spPr>
          <a:xfrm>
            <a:off x="9140237"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268A3033-04CA-4439-8559-F7AE384EA32B}"/>
              </a:ext>
            </a:extLst>
          </p:cNvPr>
          <p:cNvSpPr>
            <a:spLocks noGrp="1"/>
          </p:cNvSpPr>
          <p:nvPr>
            <p:ph sz="quarter" idx="21"/>
          </p:nvPr>
        </p:nvSpPr>
        <p:spPr>
          <a:xfrm>
            <a:off x="331201"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4D699DA1-1B8F-4C83-8F6C-063B993E67CF}"/>
              </a:ext>
            </a:extLst>
          </p:cNvPr>
          <p:cNvSpPr>
            <a:spLocks noGrp="1"/>
          </p:cNvSpPr>
          <p:nvPr>
            <p:ph sz="quarter" idx="22"/>
          </p:nvPr>
        </p:nvSpPr>
        <p:spPr>
          <a:xfrm>
            <a:off x="3267546"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91F962DF-57F1-4D07-A843-D38835817327}"/>
              </a:ext>
            </a:extLst>
          </p:cNvPr>
          <p:cNvSpPr>
            <a:spLocks noGrp="1"/>
          </p:cNvSpPr>
          <p:nvPr>
            <p:ph sz="quarter" idx="23"/>
          </p:nvPr>
        </p:nvSpPr>
        <p:spPr>
          <a:xfrm>
            <a:off x="6203891"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9" name="Content Placeholder 8">
            <a:extLst>
              <a:ext uri="{FF2B5EF4-FFF2-40B4-BE49-F238E27FC236}">
                <a16:creationId xmlns:a16="http://schemas.microsoft.com/office/drawing/2014/main" id="{4DC621D3-00B6-4873-80E9-80B2E963CB27}"/>
              </a:ext>
            </a:extLst>
          </p:cNvPr>
          <p:cNvSpPr>
            <a:spLocks noGrp="1"/>
          </p:cNvSpPr>
          <p:nvPr>
            <p:ph sz="quarter" idx="24"/>
          </p:nvPr>
        </p:nvSpPr>
        <p:spPr>
          <a:xfrm>
            <a:off x="9140237"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20" name="Text Placeholder 9">
            <a:extLst>
              <a:ext uri="{FF2B5EF4-FFF2-40B4-BE49-F238E27FC236}">
                <a16:creationId xmlns:a16="http://schemas.microsoft.com/office/drawing/2014/main" id="{20E266E3-5FFB-41B2-9494-480B63C0ED07}"/>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0EB4319-3BA4-418A-A5E9-F60173BA8E4D}"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122236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Four content C">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563F711-5F5B-1A68-6412-BA2A899C36FB}"/>
              </a:ext>
            </a:extLst>
          </p:cNvPr>
          <p:cNvGraphicFramePr>
            <a:graphicFrameLocks noChangeAspect="1"/>
          </p:cNvGraphicFramePr>
          <p:nvPr userDrawn="1">
            <p:custDataLst>
              <p:tags r:id="rId1"/>
            </p:custDataLst>
            <p:extLst>
              <p:ext uri="{D42A27DB-BD31-4B8C-83A1-F6EECF244321}">
                <p14:modId xmlns:p14="http://schemas.microsoft.com/office/powerpoint/2010/main" val="40983450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2563F711-5F5B-1A68-6412-BA2A899C36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111B9042-212B-46A5-9683-B0E80DA38729}"/>
              </a:ext>
            </a:extLst>
          </p:cNvPr>
          <p:cNvSpPr>
            <a:spLocks noGrp="1"/>
          </p:cNvSpPr>
          <p:nvPr>
            <p:ph sz="quarter" idx="17"/>
          </p:nvPr>
        </p:nvSpPr>
        <p:spPr>
          <a:xfrm>
            <a:off x="331200" y="1929600"/>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C8272B2-E586-4FA2-8B90-41D4FAB96F2A}"/>
              </a:ext>
            </a:extLst>
          </p:cNvPr>
          <p:cNvSpPr>
            <a:spLocks noGrp="1"/>
          </p:cNvSpPr>
          <p:nvPr>
            <p:ph sz="quarter" idx="18"/>
          </p:nvPr>
        </p:nvSpPr>
        <p:spPr>
          <a:xfrm>
            <a:off x="331200" y="3827714"/>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B4EE1E65-7497-40C2-9994-C31475F1F07E}"/>
              </a:ext>
            </a:extLst>
          </p:cNvPr>
          <p:cNvSpPr>
            <a:spLocks noGrp="1"/>
          </p:cNvSpPr>
          <p:nvPr>
            <p:ph sz="quarter" idx="19"/>
          </p:nvPr>
        </p:nvSpPr>
        <p:spPr>
          <a:xfrm>
            <a:off x="6204152" y="1929600"/>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80A57BBC-5882-4E81-BCA2-FF31B00865E5}"/>
              </a:ext>
            </a:extLst>
          </p:cNvPr>
          <p:cNvSpPr>
            <a:spLocks noGrp="1"/>
          </p:cNvSpPr>
          <p:nvPr>
            <p:ph sz="quarter" idx="20"/>
          </p:nvPr>
        </p:nvSpPr>
        <p:spPr>
          <a:xfrm>
            <a:off x="6204152" y="3827714"/>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D40A4B2B-8988-4AFD-A14B-AAA7F09DD511}"/>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2D5142AE-B3D0-4774-B832-9DD3EC701A42}"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709027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Four content 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0454A2AA-A075-6005-A400-600468378E59}"/>
              </a:ext>
            </a:extLst>
          </p:cNvPr>
          <p:cNvGraphicFramePr>
            <a:graphicFrameLocks noChangeAspect="1"/>
          </p:cNvGraphicFramePr>
          <p:nvPr userDrawn="1">
            <p:custDataLst>
              <p:tags r:id="rId1"/>
            </p:custDataLst>
            <p:extLst>
              <p:ext uri="{D42A27DB-BD31-4B8C-83A1-F6EECF244321}">
                <p14:modId xmlns:p14="http://schemas.microsoft.com/office/powerpoint/2010/main" val="21364359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0454A2AA-A075-6005-A400-600468378E5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8A928EB5-CEDF-4A8E-81B5-DCF53570E957}"/>
              </a:ext>
            </a:extLst>
          </p:cNvPr>
          <p:cNvSpPr>
            <a:spLocks noGrp="1"/>
          </p:cNvSpPr>
          <p:nvPr>
            <p:ph sz="quarter" idx="17"/>
          </p:nvPr>
        </p:nvSpPr>
        <p:spPr>
          <a:xfrm>
            <a:off x="331200" y="1929600"/>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43B0B81C-97D4-4F96-B86E-78446A115C98}"/>
              </a:ext>
            </a:extLst>
          </p:cNvPr>
          <p:cNvSpPr>
            <a:spLocks noGrp="1"/>
          </p:cNvSpPr>
          <p:nvPr>
            <p:ph sz="quarter" idx="18"/>
          </p:nvPr>
        </p:nvSpPr>
        <p:spPr>
          <a:xfrm>
            <a:off x="331200" y="3827714"/>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01D9841E-35A4-4050-896A-91A2DAC646E6}"/>
              </a:ext>
            </a:extLst>
          </p:cNvPr>
          <p:cNvSpPr>
            <a:spLocks noGrp="1"/>
          </p:cNvSpPr>
          <p:nvPr>
            <p:ph sz="quarter" idx="19"/>
          </p:nvPr>
        </p:nvSpPr>
        <p:spPr>
          <a:xfrm>
            <a:off x="6204152" y="1929600"/>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25AE70BE-1AE8-4A0C-AE03-7895C4186A58}"/>
              </a:ext>
            </a:extLst>
          </p:cNvPr>
          <p:cNvSpPr>
            <a:spLocks noGrp="1"/>
          </p:cNvSpPr>
          <p:nvPr>
            <p:ph sz="quarter" idx="20"/>
          </p:nvPr>
        </p:nvSpPr>
        <p:spPr>
          <a:xfrm>
            <a:off x="6204152" y="3827714"/>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2E790894-8E0F-44FE-8E80-5B61F5EE8C79}"/>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059C796D-1B49-4E34-B30C-BB7A6D17ED22}"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840581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Four content E">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964E4B3B-65DC-0B82-3BE5-87B01D0565E5}"/>
              </a:ext>
            </a:extLst>
          </p:cNvPr>
          <p:cNvGraphicFramePr>
            <a:graphicFrameLocks noChangeAspect="1"/>
          </p:cNvGraphicFramePr>
          <p:nvPr userDrawn="1">
            <p:custDataLst>
              <p:tags r:id="rId1"/>
            </p:custDataLst>
            <p:extLst>
              <p:ext uri="{D42A27DB-BD31-4B8C-83A1-F6EECF244321}">
                <p14:modId xmlns:p14="http://schemas.microsoft.com/office/powerpoint/2010/main" val="25812414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4" name="think-cell data - do not delete" hidden="1">
                        <a:extLst>
                          <a:ext uri="{FF2B5EF4-FFF2-40B4-BE49-F238E27FC236}">
                            <a16:creationId xmlns:a16="http://schemas.microsoft.com/office/drawing/2014/main" id="{964E4B3B-65DC-0B82-3BE5-87B01D0565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E2C398B-D021-7FA7-9C63-8A20EEFB2B52}"/>
              </a:ext>
            </a:extLst>
          </p:cNvPr>
          <p:cNvSpPr>
            <a:spLocks noGrp="1"/>
          </p:cNvSpPr>
          <p:nvPr>
            <p:ph type="title"/>
          </p:nvPr>
        </p:nvSpPr>
        <p:spPr>
          <a:xfrm>
            <a:off x="331200" y="691200"/>
            <a:ext cx="9181165" cy="363600"/>
          </a:xfrm>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D88D6622-0569-1373-8513-A84EE6BD9AE3}"/>
              </a:ext>
            </a:extLst>
          </p:cNvPr>
          <p:cNvSpPr>
            <a:spLocks noGrp="1"/>
          </p:cNvSpPr>
          <p:nvPr>
            <p:ph type="ftr" sz="quarter" idx="10"/>
          </p:nvPr>
        </p:nvSpPr>
        <p:spPr>
          <a:xfrm>
            <a:off x="331201" y="6343200"/>
            <a:ext cx="9180000" cy="158400"/>
          </a:xfrm>
        </p:spPr>
        <p:txBody>
          <a:bodyPr/>
          <a:lstStyle/>
          <a:p>
            <a:endParaRPr lang="en-US"/>
          </a:p>
        </p:txBody>
      </p:sp>
      <p:sp>
        <p:nvSpPr>
          <p:cNvPr id="4" name="Date Placeholder 3">
            <a:extLst>
              <a:ext uri="{FF2B5EF4-FFF2-40B4-BE49-F238E27FC236}">
                <a16:creationId xmlns:a16="http://schemas.microsoft.com/office/drawing/2014/main" id="{D4D890ED-22EA-F340-5D69-C4482F8F5A7D}"/>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CA39646E-C2FB-1D0B-85AB-E420ACDD55D6}"/>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FA2FAFDC-E066-B77E-12C1-F5C9CB386058}"/>
              </a:ext>
            </a:extLst>
          </p:cNvPr>
          <p:cNvSpPr>
            <a:spLocks noGrp="1"/>
          </p:cNvSpPr>
          <p:nvPr>
            <p:ph type="body" sz="quarter" idx="14" hasCustomPrompt="1"/>
          </p:nvPr>
        </p:nvSpPr>
        <p:spPr>
          <a:xfrm>
            <a:off x="331790" y="1057498"/>
            <a:ext cx="9180576"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DD8565C4-8F2E-0139-9897-109BEE274160}"/>
              </a:ext>
            </a:extLst>
          </p:cNvPr>
          <p:cNvSpPr>
            <a:spLocks noGrp="1"/>
          </p:cNvSpPr>
          <p:nvPr>
            <p:ph sz="quarter" idx="17"/>
          </p:nvPr>
        </p:nvSpPr>
        <p:spPr>
          <a:xfrm>
            <a:off x="331201"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705BDDFA-0DC1-F1AB-FDCC-0D5F35062979}"/>
              </a:ext>
            </a:extLst>
          </p:cNvPr>
          <p:cNvSpPr>
            <a:spLocks noGrp="1"/>
          </p:cNvSpPr>
          <p:nvPr>
            <p:ph sz="quarter" idx="18"/>
          </p:nvPr>
        </p:nvSpPr>
        <p:spPr>
          <a:xfrm>
            <a:off x="2680509"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Content Placeholder 8">
            <a:extLst>
              <a:ext uri="{FF2B5EF4-FFF2-40B4-BE49-F238E27FC236}">
                <a16:creationId xmlns:a16="http://schemas.microsoft.com/office/drawing/2014/main" id="{1F491B36-CB8B-04C1-6BE0-F0784E027C8F}"/>
              </a:ext>
            </a:extLst>
          </p:cNvPr>
          <p:cNvSpPr>
            <a:spLocks noGrp="1"/>
          </p:cNvSpPr>
          <p:nvPr>
            <p:ph sz="quarter" idx="19"/>
          </p:nvPr>
        </p:nvSpPr>
        <p:spPr>
          <a:xfrm>
            <a:off x="5029817"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Content Placeholder 8">
            <a:extLst>
              <a:ext uri="{FF2B5EF4-FFF2-40B4-BE49-F238E27FC236}">
                <a16:creationId xmlns:a16="http://schemas.microsoft.com/office/drawing/2014/main" id="{8EC902F4-236E-9EB9-D886-80FFA5184005}"/>
              </a:ext>
            </a:extLst>
          </p:cNvPr>
          <p:cNvSpPr>
            <a:spLocks noGrp="1"/>
          </p:cNvSpPr>
          <p:nvPr>
            <p:ph sz="quarter" idx="20"/>
          </p:nvPr>
        </p:nvSpPr>
        <p:spPr>
          <a:xfrm>
            <a:off x="7379125"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Text Placeholder 9">
            <a:extLst>
              <a:ext uri="{FF2B5EF4-FFF2-40B4-BE49-F238E27FC236}">
                <a16:creationId xmlns:a16="http://schemas.microsoft.com/office/drawing/2014/main" id="{9533D15F-82ED-36DB-9A8B-4919A07A7BFD}"/>
              </a:ext>
            </a:extLst>
          </p:cNvPr>
          <p:cNvSpPr>
            <a:spLocks noGrp="1"/>
          </p:cNvSpPr>
          <p:nvPr>
            <p:ph type="body" sz="quarter" idx="16"/>
          </p:nvPr>
        </p:nvSpPr>
        <p:spPr>
          <a:xfrm>
            <a:off x="331201" y="5634000"/>
            <a:ext cx="9180576"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2" name="Text Placeholder 9">
            <a:extLst>
              <a:ext uri="{FF2B5EF4-FFF2-40B4-BE49-F238E27FC236}">
                <a16:creationId xmlns:a16="http://schemas.microsoft.com/office/drawing/2014/main" id="{0B6C5DBD-3D8A-1946-1744-DC8042EC8619}"/>
              </a:ext>
            </a:extLst>
          </p:cNvPr>
          <p:cNvSpPr>
            <a:spLocks noGrp="1"/>
          </p:cNvSpPr>
          <p:nvPr>
            <p:ph type="body" sz="quarter" idx="21" hasCustomPrompt="1"/>
          </p:nvPr>
        </p:nvSpPr>
        <p:spPr>
          <a:xfrm>
            <a:off x="9728433" y="0"/>
            <a:ext cx="2463568"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230591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DD85C75-397F-0077-B8B6-538D8D0D4D84}"/>
              </a:ext>
            </a:extLst>
          </p:cNvPr>
          <p:cNvGraphicFramePr>
            <a:graphicFrameLocks noChangeAspect="1"/>
          </p:cNvGraphicFramePr>
          <p:nvPr userDrawn="1">
            <p:custDataLst>
              <p:tags r:id="rId1"/>
            </p:custDataLst>
            <p:extLst>
              <p:ext uri="{D42A27DB-BD31-4B8C-83A1-F6EECF244321}">
                <p14:modId xmlns:p14="http://schemas.microsoft.com/office/powerpoint/2010/main" val="10485022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9DD85C75-397F-0077-B8B6-538D8D0D4D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29CD7502-5938-4389-B579-94E4A626E742}"/>
              </a:ext>
            </a:extLst>
          </p:cNvPr>
          <p:cNvSpPr>
            <a:spLocks noGrp="1"/>
          </p:cNvSpPr>
          <p:nvPr>
            <p:ph sz="quarter" idx="17"/>
          </p:nvPr>
        </p:nvSpPr>
        <p:spPr>
          <a:xfrm>
            <a:off x="331201"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A0C8084-3849-47AB-874C-D79A49627A99}"/>
              </a:ext>
            </a:extLst>
          </p:cNvPr>
          <p:cNvSpPr>
            <a:spLocks noGrp="1"/>
          </p:cNvSpPr>
          <p:nvPr>
            <p:ph sz="quarter" idx="18"/>
          </p:nvPr>
        </p:nvSpPr>
        <p:spPr>
          <a:xfrm>
            <a:off x="2680509"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705789A-64BC-481F-BB51-3113BE639E7E}"/>
              </a:ext>
            </a:extLst>
          </p:cNvPr>
          <p:cNvSpPr>
            <a:spLocks noGrp="1"/>
          </p:cNvSpPr>
          <p:nvPr>
            <p:ph sz="quarter" idx="19"/>
          </p:nvPr>
        </p:nvSpPr>
        <p:spPr>
          <a:xfrm>
            <a:off x="5029817"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E37C0D0A-A50A-45C1-8190-526E16A1EF98}"/>
              </a:ext>
            </a:extLst>
          </p:cNvPr>
          <p:cNvSpPr>
            <a:spLocks noGrp="1"/>
          </p:cNvSpPr>
          <p:nvPr>
            <p:ph sz="quarter" idx="20"/>
          </p:nvPr>
        </p:nvSpPr>
        <p:spPr>
          <a:xfrm>
            <a:off x="7379125"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369E9214-F99C-45F1-92F0-86CA4C2DF62C}"/>
              </a:ext>
            </a:extLst>
          </p:cNvPr>
          <p:cNvSpPr>
            <a:spLocks noGrp="1"/>
          </p:cNvSpPr>
          <p:nvPr>
            <p:ph sz="quarter" idx="21"/>
          </p:nvPr>
        </p:nvSpPr>
        <p:spPr>
          <a:xfrm>
            <a:off x="9728431"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a:extLst>
              <a:ext uri="{FF2B5EF4-FFF2-40B4-BE49-F238E27FC236}">
                <a16:creationId xmlns:a16="http://schemas.microsoft.com/office/drawing/2014/main" id="{8CA02EF2-4CA1-4BAA-BEF7-557FE01D706A}"/>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D136C97-55C9-4256-8BCC-A29BA1359F8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216645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Six content A">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253DFA-332B-1E30-21C2-04B48830065C}"/>
              </a:ext>
            </a:extLst>
          </p:cNvPr>
          <p:cNvGraphicFramePr>
            <a:graphicFrameLocks noChangeAspect="1"/>
          </p:cNvGraphicFramePr>
          <p:nvPr userDrawn="1">
            <p:custDataLst>
              <p:tags r:id="rId1"/>
            </p:custDataLst>
            <p:extLst>
              <p:ext uri="{D42A27DB-BD31-4B8C-83A1-F6EECF244321}">
                <p14:modId xmlns:p14="http://schemas.microsoft.com/office/powerpoint/2010/main" val="515209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71253DFA-332B-1E30-21C2-04B48830065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DC069AE-4595-4F69-A33D-192621021062}"/>
              </a:ext>
            </a:extLst>
          </p:cNvPr>
          <p:cNvSpPr>
            <a:spLocks noGrp="1"/>
          </p:cNvSpPr>
          <p:nvPr>
            <p:ph sz="quarter" idx="17"/>
          </p:nvPr>
        </p:nvSpPr>
        <p:spPr>
          <a:xfrm>
            <a:off x="33120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9819553D-0FB3-43C0-986B-7FC595AE43C4}"/>
              </a:ext>
            </a:extLst>
          </p:cNvPr>
          <p:cNvSpPr>
            <a:spLocks noGrp="1"/>
          </p:cNvSpPr>
          <p:nvPr>
            <p:ph sz="quarter" idx="18"/>
          </p:nvPr>
        </p:nvSpPr>
        <p:spPr>
          <a:xfrm>
            <a:off x="2288746"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BFE61DB2-D5AC-443E-944E-263599532F8B}"/>
              </a:ext>
            </a:extLst>
          </p:cNvPr>
          <p:cNvSpPr>
            <a:spLocks noGrp="1"/>
          </p:cNvSpPr>
          <p:nvPr>
            <p:ph sz="quarter" idx="19"/>
          </p:nvPr>
        </p:nvSpPr>
        <p:spPr>
          <a:xfrm>
            <a:off x="4246291"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28E24C1F-EA44-4316-85CB-A3FD52704376}"/>
              </a:ext>
            </a:extLst>
          </p:cNvPr>
          <p:cNvSpPr>
            <a:spLocks noGrp="1"/>
          </p:cNvSpPr>
          <p:nvPr>
            <p:ph sz="quarter" idx="20"/>
          </p:nvPr>
        </p:nvSpPr>
        <p:spPr>
          <a:xfrm>
            <a:off x="6203836"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0FB7471F-CC87-42BF-8FF7-FCFD02E09754}"/>
              </a:ext>
            </a:extLst>
          </p:cNvPr>
          <p:cNvSpPr>
            <a:spLocks noGrp="1"/>
          </p:cNvSpPr>
          <p:nvPr>
            <p:ph sz="quarter" idx="21"/>
          </p:nvPr>
        </p:nvSpPr>
        <p:spPr>
          <a:xfrm>
            <a:off x="816138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9FEC9E4E-C67E-4E57-9B58-24B9E177B04F}"/>
              </a:ext>
            </a:extLst>
          </p:cNvPr>
          <p:cNvSpPr>
            <a:spLocks noGrp="1"/>
          </p:cNvSpPr>
          <p:nvPr>
            <p:ph sz="quarter" idx="22"/>
          </p:nvPr>
        </p:nvSpPr>
        <p:spPr>
          <a:xfrm>
            <a:off x="10118926"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A2881809-A7B5-4526-BBA2-7A02D8A6955A}"/>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74364FE6-7931-48FF-884B-9C70800E003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878578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Six content B">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3451243-D66F-8665-55D5-D0A702C3FAE5}"/>
              </a:ext>
            </a:extLst>
          </p:cNvPr>
          <p:cNvGraphicFramePr>
            <a:graphicFrameLocks noChangeAspect="1"/>
          </p:cNvGraphicFramePr>
          <p:nvPr userDrawn="1">
            <p:custDataLst>
              <p:tags r:id="rId1"/>
            </p:custDataLst>
            <p:extLst>
              <p:ext uri="{D42A27DB-BD31-4B8C-83A1-F6EECF244321}">
                <p14:modId xmlns:p14="http://schemas.microsoft.com/office/powerpoint/2010/main" val="1222641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93451243-D66F-8665-55D5-D0A702C3FA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AC4CEC49-D3F2-4087-B090-CC600446878F}"/>
              </a:ext>
            </a:extLst>
          </p:cNvPr>
          <p:cNvSpPr>
            <a:spLocks noGrp="1"/>
          </p:cNvSpPr>
          <p:nvPr>
            <p:ph sz="quarter" idx="17"/>
          </p:nvPr>
        </p:nvSpPr>
        <p:spPr>
          <a:xfrm>
            <a:off x="331200"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E0F39AC-3C30-4653-B2FB-5DEED0522028}"/>
              </a:ext>
            </a:extLst>
          </p:cNvPr>
          <p:cNvSpPr>
            <a:spLocks noGrp="1"/>
          </p:cNvSpPr>
          <p:nvPr>
            <p:ph sz="quarter" idx="18"/>
          </p:nvPr>
        </p:nvSpPr>
        <p:spPr>
          <a:xfrm>
            <a:off x="4245975"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ECDF745A-5CCE-4066-B327-433778B0EADD}"/>
              </a:ext>
            </a:extLst>
          </p:cNvPr>
          <p:cNvSpPr>
            <a:spLocks noGrp="1"/>
          </p:cNvSpPr>
          <p:nvPr>
            <p:ph sz="quarter" idx="19"/>
          </p:nvPr>
        </p:nvSpPr>
        <p:spPr>
          <a:xfrm>
            <a:off x="8160749"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CDA5DF35-04D6-4B3E-8C90-1E98EBB7C18A}"/>
              </a:ext>
            </a:extLst>
          </p:cNvPr>
          <p:cNvSpPr>
            <a:spLocks noGrp="1"/>
          </p:cNvSpPr>
          <p:nvPr>
            <p:ph sz="quarter" idx="20"/>
          </p:nvPr>
        </p:nvSpPr>
        <p:spPr>
          <a:xfrm>
            <a:off x="331200"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22076C0C-4A2D-44FD-B598-286736F29BCA}"/>
              </a:ext>
            </a:extLst>
          </p:cNvPr>
          <p:cNvSpPr>
            <a:spLocks noGrp="1"/>
          </p:cNvSpPr>
          <p:nvPr>
            <p:ph sz="quarter" idx="21"/>
          </p:nvPr>
        </p:nvSpPr>
        <p:spPr>
          <a:xfrm>
            <a:off x="4245975"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E41F7DA0-0F6C-441C-B565-0C058C2E1500}"/>
              </a:ext>
            </a:extLst>
          </p:cNvPr>
          <p:cNvSpPr>
            <a:spLocks noGrp="1"/>
          </p:cNvSpPr>
          <p:nvPr>
            <p:ph sz="quarter" idx="22"/>
          </p:nvPr>
        </p:nvSpPr>
        <p:spPr>
          <a:xfrm>
            <a:off x="8160749"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41ECC15F-7C10-4935-8982-A8422A134E93}"/>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1D97BD6A-00E0-42B5-8DA6-5D1132394BF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43112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B6036A5-1EC8-95D6-C557-1F5148495DD4}"/>
              </a:ext>
            </a:extLst>
          </p:cNvPr>
          <p:cNvGraphicFramePr>
            <a:graphicFrameLocks noChangeAspect="1"/>
          </p:cNvGraphicFramePr>
          <p:nvPr userDrawn="1">
            <p:custDataLst>
              <p:tags r:id="rId1"/>
            </p:custDataLst>
            <p:extLst>
              <p:ext uri="{D42A27DB-BD31-4B8C-83A1-F6EECF244321}">
                <p14:modId xmlns:p14="http://schemas.microsoft.com/office/powerpoint/2010/main" val="7381951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1B6036A5-1EC8-95D6-C557-1F5148495D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3D2E957E-1838-4CD0-B6A0-51FEFF23F39D}"/>
              </a:ext>
            </a:extLst>
          </p:cNvPr>
          <p:cNvSpPr>
            <a:spLocks noGrp="1"/>
          </p:cNvSpPr>
          <p:nvPr>
            <p:ph sz="quarter" idx="17"/>
          </p:nvPr>
        </p:nvSpPr>
        <p:spPr>
          <a:xfrm>
            <a:off x="331201"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15157C6-6D4A-4DDE-9987-9DB9A432B242}"/>
              </a:ext>
            </a:extLst>
          </p:cNvPr>
          <p:cNvSpPr>
            <a:spLocks noGrp="1"/>
          </p:cNvSpPr>
          <p:nvPr>
            <p:ph sz="quarter" idx="18"/>
          </p:nvPr>
        </p:nvSpPr>
        <p:spPr>
          <a:xfrm>
            <a:off x="3267546"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54051EE1-49F6-492B-B13B-31EA841D39F6}"/>
              </a:ext>
            </a:extLst>
          </p:cNvPr>
          <p:cNvSpPr>
            <a:spLocks noGrp="1"/>
          </p:cNvSpPr>
          <p:nvPr>
            <p:ph sz="quarter" idx="19"/>
          </p:nvPr>
        </p:nvSpPr>
        <p:spPr>
          <a:xfrm>
            <a:off x="6203891"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543771-ECCC-4B61-B10B-B29AC251EB7C}"/>
              </a:ext>
            </a:extLst>
          </p:cNvPr>
          <p:cNvSpPr>
            <a:spLocks noGrp="1"/>
          </p:cNvSpPr>
          <p:nvPr>
            <p:ph sz="quarter" idx="20"/>
          </p:nvPr>
        </p:nvSpPr>
        <p:spPr>
          <a:xfrm>
            <a:off x="9140237"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20E6F15F-BCD7-43EA-B6A7-A9D7E7E08A37}"/>
              </a:ext>
            </a:extLst>
          </p:cNvPr>
          <p:cNvSpPr>
            <a:spLocks noGrp="1"/>
          </p:cNvSpPr>
          <p:nvPr>
            <p:ph sz="quarter" idx="21"/>
          </p:nvPr>
        </p:nvSpPr>
        <p:spPr>
          <a:xfrm>
            <a:off x="331201"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75A95EF1-3692-4526-8F7E-86DF4458BD9C}"/>
              </a:ext>
            </a:extLst>
          </p:cNvPr>
          <p:cNvSpPr>
            <a:spLocks noGrp="1"/>
          </p:cNvSpPr>
          <p:nvPr>
            <p:ph sz="quarter" idx="22"/>
          </p:nvPr>
        </p:nvSpPr>
        <p:spPr>
          <a:xfrm>
            <a:off x="3267546"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8">
            <a:extLst>
              <a:ext uri="{FF2B5EF4-FFF2-40B4-BE49-F238E27FC236}">
                <a16:creationId xmlns:a16="http://schemas.microsoft.com/office/drawing/2014/main" id="{25D091E8-36DA-49BB-805A-67B1175FE099}"/>
              </a:ext>
            </a:extLst>
          </p:cNvPr>
          <p:cNvSpPr>
            <a:spLocks noGrp="1"/>
          </p:cNvSpPr>
          <p:nvPr>
            <p:ph sz="quarter" idx="23"/>
          </p:nvPr>
        </p:nvSpPr>
        <p:spPr>
          <a:xfrm>
            <a:off x="6203891"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8">
            <a:extLst>
              <a:ext uri="{FF2B5EF4-FFF2-40B4-BE49-F238E27FC236}">
                <a16:creationId xmlns:a16="http://schemas.microsoft.com/office/drawing/2014/main" id="{30B3BAED-A68C-44C5-936A-FECF662C4458}"/>
              </a:ext>
            </a:extLst>
          </p:cNvPr>
          <p:cNvSpPr>
            <a:spLocks noGrp="1"/>
          </p:cNvSpPr>
          <p:nvPr>
            <p:ph sz="quarter" idx="24"/>
          </p:nvPr>
        </p:nvSpPr>
        <p:spPr>
          <a:xfrm>
            <a:off x="9140237"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D9B8FFAD-A63F-423B-8B3A-78FF6FBA9C0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7" name="Text Placeholder 9">
            <a:extLst>
              <a:ext uri="{FF2B5EF4-FFF2-40B4-BE49-F238E27FC236}">
                <a16:creationId xmlns:a16="http://schemas.microsoft.com/office/drawing/2014/main" id="{2C0C9163-1A50-4D9E-8C77-630EB66F52A8}"/>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70778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hree sectio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540808E-DBB8-A80A-C712-EAC82FEC40BE}"/>
              </a:ext>
            </a:extLst>
          </p:cNvPr>
          <p:cNvGraphicFramePr>
            <a:graphicFrameLocks noChangeAspect="1"/>
          </p:cNvGraphicFramePr>
          <p:nvPr userDrawn="1">
            <p:custDataLst>
              <p:tags r:id="rId1"/>
            </p:custDataLst>
            <p:extLst>
              <p:ext uri="{D42A27DB-BD31-4B8C-83A1-F6EECF244321}">
                <p14:modId xmlns:p14="http://schemas.microsoft.com/office/powerpoint/2010/main" val="39364230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3540808E-DBB8-A80A-C712-EAC82FEC40B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59AF416F-3BC8-4A49-A9DA-4F4E14BD9EE6}"/>
              </a:ext>
            </a:extLst>
          </p:cNvPr>
          <p:cNvSpPr>
            <a:spLocks noGrp="1"/>
          </p:cNvSpPr>
          <p:nvPr>
            <p:ph sz="quarter" idx="22"/>
          </p:nvPr>
        </p:nvSpPr>
        <p:spPr>
          <a:xfrm>
            <a:off x="2289176" y="19296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CD77F5C-7E22-4988-898D-D00F5D9CD09E}"/>
              </a:ext>
            </a:extLst>
          </p:cNvPr>
          <p:cNvSpPr>
            <a:spLocks noGrp="1"/>
          </p:cNvSpPr>
          <p:nvPr>
            <p:ph sz="quarter" idx="23"/>
          </p:nvPr>
        </p:nvSpPr>
        <p:spPr>
          <a:xfrm>
            <a:off x="2289176" y="31788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83810668-C703-445D-9664-9098F49777F5}"/>
              </a:ext>
            </a:extLst>
          </p:cNvPr>
          <p:cNvSpPr>
            <a:spLocks noGrp="1"/>
          </p:cNvSpPr>
          <p:nvPr>
            <p:ph sz="quarter" idx="24"/>
          </p:nvPr>
        </p:nvSpPr>
        <p:spPr>
          <a:xfrm>
            <a:off x="2289176" y="44280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FB1884A1-CF89-46FD-90B2-856A47701333}"/>
              </a:ext>
            </a:extLst>
          </p:cNvPr>
          <p:cNvSpPr>
            <a:spLocks noGrp="1"/>
          </p:cNvSpPr>
          <p:nvPr>
            <p:ph sz="quarter" idx="21"/>
          </p:nvPr>
        </p:nvSpPr>
        <p:spPr>
          <a:xfrm>
            <a:off x="331202" y="19296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BFD86A11-87FF-4DCC-B9D2-B666660C6E7B}"/>
              </a:ext>
            </a:extLst>
          </p:cNvPr>
          <p:cNvSpPr>
            <a:spLocks noGrp="1"/>
          </p:cNvSpPr>
          <p:nvPr>
            <p:ph sz="quarter" idx="25"/>
          </p:nvPr>
        </p:nvSpPr>
        <p:spPr>
          <a:xfrm>
            <a:off x="331202" y="31788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6F97BA98-5A30-4E5F-B616-3DD2FB543519}"/>
              </a:ext>
            </a:extLst>
          </p:cNvPr>
          <p:cNvSpPr>
            <a:spLocks noGrp="1"/>
          </p:cNvSpPr>
          <p:nvPr>
            <p:ph sz="quarter" idx="26"/>
          </p:nvPr>
        </p:nvSpPr>
        <p:spPr>
          <a:xfrm>
            <a:off x="331202" y="44280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5DD4D7C-2CE8-4ABF-BFD5-63515BA5DBBC}"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F332D07F-212A-4F1F-A913-9C992990BDE5}"/>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823029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Four sectio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E7C6F4F-7C12-BB17-2AC5-BA449AB9CD9C}"/>
              </a:ext>
            </a:extLst>
          </p:cNvPr>
          <p:cNvGraphicFramePr>
            <a:graphicFrameLocks noChangeAspect="1"/>
          </p:cNvGraphicFramePr>
          <p:nvPr userDrawn="1">
            <p:custDataLst>
              <p:tags r:id="rId1"/>
            </p:custDataLst>
            <p:extLst>
              <p:ext uri="{D42A27DB-BD31-4B8C-83A1-F6EECF244321}">
                <p14:modId xmlns:p14="http://schemas.microsoft.com/office/powerpoint/2010/main" val="3658845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6E7C6F4F-7C12-BB17-2AC5-BA449AB9CD9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516E3F5E-86F1-4189-95E6-3E3FCAA7E57B}"/>
              </a:ext>
            </a:extLst>
          </p:cNvPr>
          <p:cNvSpPr>
            <a:spLocks noGrp="1"/>
          </p:cNvSpPr>
          <p:nvPr>
            <p:ph sz="quarter" idx="25"/>
          </p:nvPr>
        </p:nvSpPr>
        <p:spPr>
          <a:xfrm>
            <a:off x="2289176" y="19296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9473803-25B0-48E7-A720-3DC0D09F9EA0}"/>
              </a:ext>
            </a:extLst>
          </p:cNvPr>
          <p:cNvSpPr>
            <a:spLocks noGrp="1"/>
          </p:cNvSpPr>
          <p:nvPr>
            <p:ph sz="quarter" idx="26"/>
          </p:nvPr>
        </p:nvSpPr>
        <p:spPr>
          <a:xfrm>
            <a:off x="2289176" y="28584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70FEA12C-85FF-468F-97EE-32C99D8CFE06}"/>
              </a:ext>
            </a:extLst>
          </p:cNvPr>
          <p:cNvSpPr>
            <a:spLocks noGrp="1"/>
          </p:cNvSpPr>
          <p:nvPr>
            <p:ph sz="quarter" idx="27"/>
          </p:nvPr>
        </p:nvSpPr>
        <p:spPr>
          <a:xfrm>
            <a:off x="2289176" y="37872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8238CB58-E5B8-4AB2-95E4-2BACE430AD48}"/>
              </a:ext>
            </a:extLst>
          </p:cNvPr>
          <p:cNvSpPr>
            <a:spLocks noGrp="1"/>
          </p:cNvSpPr>
          <p:nvPr>
            <p:ph sz="quarter" idx="28"/>
          </p:nvPr>
        </p:nvSpPr>
        <p:spPr>
          <a:xfrm>
            <a:off x="2289176" y="47160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D4BF1D29-3435-4164-B890-745B9AB2B2BA}"/>
              </a:ext>
            </a:extLst>
          </p:cNvPr>
          <p:cNvSpPr>
            <a:spLocks noGrp="1"/>
          </p:cNvSpPr>
          <p:nvPr>
            <p:ph sz="quarter" idx="24"/>
          </p:nvPr>
        </p:nvSpPr>
        <p:spPr>
          <a:xfrm>
            <a:off x="331202" y="19296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6F29A2FA-2B0C-4A45-92DB-06D5B9DEBF74}"/>
              </a:ext>
            </a:extLst>
          </p:cNvPr>
          <p:cNvSpPr>
            <a:spLocks noGrp="1"/>
          </p:cNvSpPr>
          <p:nvPr>
            <p:ph sz="quarter" idx="29"/>
          </p:nvPr>
        </p:nvSpPr>
        <p:spPr>
          <a:xfrm>
            <a:off x="331202" y="28584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97709378-E74F-4797-905F-17F4A0599703}"/>
              </a:ext>
            </a:extLst>
          </p:cNvPr>
          <p:cNvSpPr>
            <a:spLocks noGrp="1"/>
          </p:cNvSpPr>
          <p:nvPr>
            <p:ph sz="quarter" idx="30"/>
          </p:nvPr>
        </p:nvSpPr>
        <p:spPr>
          <a:xfrm>
            <a:off x="331202" y="37872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9" name="Content Placeholder 8">
            <a:extLst>
              <a:ext uri="{FF2B5EF4-FFF2-40B4-BE49-F238E27FC236}">
                <a16:creationId xmlns:a16="http://schemas.microsoft.com/office/drawing/2014/main" id="{F1E9E9DA-7BA5-4FCB-9176-B988B0CD8A78}"/>
              </a:ext>
            </a:extLst>
          </p:cNvPr>
          <p:cNvSpPr>
            <a:spLocks noGrp="1"/>
          </p:cNvSpPr>
          <p:nvPr>
            <p:ph sz="quarter" idx="31"/>
          </p:nvPr>
        </p:nvSpPr>
        <p:spPr>
          <a:xfrm>
            <a:off x="331202" y="47160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20" name="Text Placeholder 9">
            <a:extLst>
              <a:ext uri="{FF2B5EF4-FFF2-40B4-BE49-F238E27FC236}">
                <a16:creationId xmlns:a16="http://schemas.microsoft.com/office/drawing/2014/main" id="{C1B99B3E-00B2-4B94-8810-1F4D37241013}"/>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DA05FF4-61BB-449E-9F97-8071C0A59403}"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03350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tent &amp; picture A">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384D474-8BFB-B269-D036-B9FCABA28AFD}"/>
              </a:ext>
            </a:extLst>
          </p:cNvPr>
          <p:cNvGraphicFramePr>
            <a:graphicFrameLocks noChangeAspect="1"/>
          </p:cNvGraphicFramePr>
          <p:nvPr userDrawn="1">
            <p:custDataLst>
              <p:tags r:id="rId1"/>
            </p:custDataLst>
            <p:extLst>
              <p:ext uri="{D42A27DB-BD31-4B8C-83A1-F6EECF244321}">
                <p14:modId xmlns:p14="http://schemas.microsoft.com/office/powerpoint/2010/main" val="13252856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2384D474-8BFB-B269-D036-B9FCABA28A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1929600"/>
            <a:ext cx="5657850"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AB71CB31-8784-427F-9939-4AB0493804E2}"/>
              </a:ext>
            </a:extLst>
          </p:cNvPr>
          <p:cNvSpPr>
            <a:spLocks noGrp="1"/>
          </p:cNvSpPr>
          <p:nvPr>
            <p:ph sz="quarter" idx="18"/>
          </p:nvPr>
        </p:nvSpPr>
        <p:spPr>
          <a:xfrm>
            <a:off x="331200"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C8F4DB0-74AF-4ED8-B106-40697AB95BA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321879CC-FD5F-4989-BE5B-B088F2C720C2}"/>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376865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Content &amp; picture B">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6D59988-46F8-1FB2-CD1D-1EB83E5449D7}"/>
              </a:ext>
            </a:extLst>
          </p:cNvPr>
          <p:cNvGraphicFramePr>
            <a:graphicFrameLocks noChangeAspect="1"/>
          </p:cNvGraphicFramePr>
          <p:nvPr userDrawn="1">
            <p:custDataLst>
              <p:tags r:id="rId1"/>
            </p:custDataLst>
            <p:extLst>
              <p:ext uri="{D42A27DB-BD31-4B8C-83A1-F6EECF244321}">
                <p14:modId xmlns:p14="http://schemas.microsoft.com/office/powerpoint/2010/main" val="38148991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E6D59988-46F8-1FB2-CD1D-1EB83E5449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0"/>
            <a:ext cx="5986462" cy="6858000"/>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4896438"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F4AF48D9-D62A-43F2-B1B1-80F00328C2E1}"/>
              </a:ext>
            </a:extLst>
          </p:cNvPr>
          <p:cNvSpPr>
            <a:spLocks noGrp="1"/>
          </p:cNvSpPr>
          <p:nvPr>
            <p:ph sz="quarter" idx="18"/>
          </p:nvPr>
        </p:nvSpPr>
        <p:spPr>
          <a:xfrm>
            <a:off x="331201" y="1929600"/>
            <a:ext cx="4896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C8E9236-4674-48BE-8000-E1CDB179538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pic>
        <p:nvPicPr>
          <p:cNvPr id="10" name="Logo">
            <a:extLst>
              <a:ext uri="{FF2B5EF4-FFF2-40B4-BE49-F238E27FC236}">
                <a16:creationId xmlns:a16="http://schemas.microsoft.com/office/drawing/2014/main" id="{083B2B64-DEC0-437B-8CF1-FF080677286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354200" y="6456066"/>
            <a:ext cx="507600" cy="192272"/>
          </a:xfrm>
          <a:prstGeom prst="rect">
            <a:avLst/>
          </a:prstGeom>
        </p:spPr>
      </p:pic>
    </p:spTree>
    <p:extLst>
      <p:ext uri="{BB962C8B-B14F-4D97-AF65-F5344CB8AC3E}">
        <p14:creationId xmlns:p14="http://schemas.microsoft.com/office/powerpoint/2010/main" val="2053106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Content &amp; picture C">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9075DC9-C180-CDF9-8642-983DF8E16DE7}"/>
              </a:ext>
            </a:extLst>
          </p:cNvPr>
          <p:cNvGraphicFramePr>
            <a:graphicFrameLocks noChangeAspect="1"/>
          </p:cNvGraphicFramePr>
          <p:nvPr userDrawn="1">
            <p:custDataLst>
              <p:tags r:id="rId1"/>
            </p:custDataLst>
            <p:extLst>
              <p:ext uri="{D42A27DB-BD31-4B8C-83A1-F6EECF244321}">
                <p14:modId xmlns:p14="http://schemas.microsoft.com/office/powerpoint/2010/main" val="5539470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99075DC9-C180-CDF9-8642-983DF8E16DE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4246564" y="1929600"/>
            <a:ext cx="7616825"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D15BD5A4-C0CB-4E6D-82DC-F95E085D10AD}"/>
              </a:ext>
            </a:extLst>
          </p:cNvPr>
          <p:cNvSpPr>
            <a:spLocks noGrp="1"/>
          </p:cNvSpPr>
          <p:nvPr>
            <p:ph sz="quarter" idx="18"/>
          </p:nvPr>
        </p:nvSpPr>
        <p:spPr>
          <a:xfrm>
            <a:off x="331200"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3A2734F-6DC1-4BFA-88C9-7E34A3EF29E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AD224E81-3B71-4BD4-8650-96F92DAA0DC6}"/>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082943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Picture &amp;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D672C60-B9CB-7D98-CA51-665ECD67D415}"/>
              </a:ext>
            </a:extLst>
          </p:cNvPr>
          <p:cNvGraphicFramePr>
            <a:graphicFrameLocks noChangeAspect="1"/>
          </p:cNvGraphicFramePr>
          <p:nvPr userDrawn="1">
            <p:custDataLst>
              <p:tags r:id="rId1"/>
            </p:custDataLst>
            <p:extLst>
              <p:ext uri="{D42A27DB-BD31-4B8C-83A1-F6EECF244321}">
                <p14:modId xmlns:p14="http://schemas.microsoft.com/office/powerpoint/2010/main" val="21780915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7D672C60-B9CB-7D98-CA51-665ECD67D41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5658438" cy="3582000"/>
          </a:xfrm>
        </p:spPr>
        <p:txBody>
          <a:body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01C5F00-64AD-4E5C-9A89-0FB66FF3455E}"/>
              </a:ext>
            </a:extLst>
          </p:cNvPr>
          <p:cNvSpPr>
            <a:spLocks noGrp="1"/>
          </p:cNvSpPr>
          <p:nvPr>
            <p:ph sz="quarter" idx="18"/>
          </p:nvPr>
        </p:nvSpPr>
        <p:spPr>
          <a:xfrm>
            <a:off x="6204152"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2D94533-C025-401D-A3B6-4EEF76D0029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DC53B099-959A-4FA4-8B87-C7BCAA0E2ADC}"/>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16654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wo content &amp; pictur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2F282CA-175D-0DC9-F236-7770FC38249A}"/>
              </a:ext>
            </a:extLst>
          </p:cNvPr>
          <p:cNvGraphicFramePr>
            <a:graphicFrameLocks noChangeAspect="1"/>
          </p:cNvGraphicFramePr>
          <p:nvPr userDrawn="1">
            <p:custDataLst>
              <p:tags r:id="rId1"/>
            </p:custDataLst>
            <p:extLst>
              <p:ext uri="{D42A27DB-BD31-4B8C-83A1-F6EECF244321}">
                <p14:modId xmlns:p14="http://schemas.microsoft.com/office/powerpoint/2010/main" val="16650601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12F282CA-175D-0DC9-F236-7770FC3824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267076" y="1929600"/>
            <a:ext cx="5657850"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37772B2F-A922-4FD0-B70C-DF06D70EDEFE}"/>
              </a:ext>
            </a:extLst>
          </p:cNvPr>
          <p:cNvSpPr>
            <a:spLocks noGrp="1"/>
          </p:cNvSpPr>
          <p:nvPr>
            <p:ph sz="quarter" idx="19"/>
          </p:nvPr>
        </p:nvSpPr>
        <p:spPr>
          <a:xfrm>
            <a:off x="331201"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D2821E5-D990-439A-A494-886D9CF08292}"/>
              </a:ext>
            </a:extLst>
          </p:cNvPr>
          <p:cNvSpPr>
            <a:spLocks noGrp="1"/>
          </p:cNvSpPr>
          <p:nvPr>
            <p:ph sz="quarter" idx="20"/>
          </p:nvPr>
        </p:nvSpPr>
        <p:spPr>
          <a:xfrm>
            <a:off x="9141027"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775EAE7-683E-45F5-9A95-E6DD1094D88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6F139C90-52BB-4794-B21A-FE69E4C0F947}"/>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728494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Four content &amp; four pictur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2445D30-F44B-F828-361F-42B173AE15ED}"/>
              </a:ext>
            </a:extLst>
          </p:cNvPr>
          <p:cNvGraphicFramePr>
            <a:graphicFrameLocks noChangeAspect="1"/>
          </p:cNvGraphicFramePr>
          <p:nvPr userDrawn="1">
            <p:custDataLst>
              <p:tags r:id="rId1"/>
            </p:custDataLst>
            <p:extLst>
              <p:ext uri="{D42A27DB-BD31-4B8C-83A1-F6EECF244321}">
                <p14:modId xmlns:p14="http://schemas.microsoft.com/office/powerpoint/2010/main" val="19879581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52445D30-F44B-F828-361F-42B173AE15E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1743663"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Picture Placeholder 10">
            <a:extLst>
              <a:ext uri="{FF2B5EF4-FFF2-40B4-BE49-F238E27FC236}">
                <a16:creationId xmlns:a16="http://schemas.microsoft.com/office/drawing/2014/main" id="{E57CBEA0-D649-41AB-96A9-0A1BAA2BBC69}"/>
              </a:ext>
            </a:extLst>
          </p:cNvPr>
          <p:cNvSpPr>
            <a:spLocks noGrp="1"/>
          </p:cNvSpPr>
          <p:nvPr>
            <p:ph type="pic" sz="quarter" idx="18"/>
          </p:nvPr>
        </p:nvSpPr>
        <p:spPr>
          <a:xfrm>
            <a:off x="6205539" y="1929600"/>
            <a:ext cx="1741487" cy="168389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4FC3BCC6-F11F-4786-B6A2-A61B71BFCA5B}"/>
              </a:ext>
            </a:extLst>
          </p:cNvPr>
          <p:cNvSpPr>
            <a:spLocks noGrp="1"/>
          </p:cNvSpPr>
          <p:nvPr>
            <p:ph type="pic" sz="quarter" idx="20"/>
          </p:nvPr>
        </p:nvSpPr>
        <p:spPr>
          <a:xfrm>
            <a:off x="331199" y="3827465"/>
            <a:ext cx="1743663" cy="1684137"/>
          </a:xfrm>
        </p:spPr>
        <p:txBody>
          <a:bodyPr lIns="0" tIns="0" rIns="0" bIns="0"/>
          <a:lstStyle/>
          <a:p>
            <a:r>
              <a:rPr lang="en-US" noProof="0"/>
              <a:t>Click icon to add picture</a:t>
            </a:r>
          </a:p>
        </p:txBody>
      </p:sp>
      <p:sp>
        <p:nvSpPr>
          <p:cNvPr id="25" name="Picture Placeholder 10">
            <a:extLst>
              <a:ext uri="{FF2B5EF4-FFF2-40B4-BE49-F238E27FC236}">
                <a16:creationId xmlns:a16="http://schemas.microsoft.com/office/drawing/2014/main" id="{76B3C7E3-593C-48D3-9C43-78D8CBB54BCB}"/>
              </a:ext>
            </a:extLst>
          </p:cNvPr>
          <p:cNvSpPr>
            <a:spLocks noGrp="1"/>
          </p:cNvSpPr>
          <p:nvPr>
            <p:ph type="pic" sz="quarter" idx="22"/>
          </p:nvPr>
        </p:nvSpPr>
        <p:spPr>
          <a:xfrm>
            <a:off x="6205539" y="3827465"/>
            <a:ext cx="1741487" cy="1684137"/>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24B60418-CD27-4B6A-B47B-4BDFA7CA6905}"/>
              </a:ext>
            </a:extLst>
          </p:cNvPr>
          <p:cNvSpPr>
            <a:spLocks noGrp="1"/>
          </p:cNvSpPr>
          <p:nvPr>
            <p:ph sz="quarter" idx="24"/>
          </p:nvPr>
        </p:nvSpPr>
        <p:spPr>
          <a:xfrm>
            <a:off x="2289176" y="1929600"/>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0C9024FC-07E0-4B27-8F60-C634F0536A8E}"/>
              </a:ext>
            </a:extLst>
          </p:cNvPr>
          <p:cNvSpPr>
            <a:spLocks noGrp="1"/>
          </p:cNvSpPr>
          <p:nvPr>
            <p:ph sz="quarter" idx="25"/>
          </p:nvPr>
        </p:nvSpPr>
        <p:spPr>
          <a:xfrm>
            <a:off x="2289176" y="3827702"/>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DD5ECF00-2F66-45D3-A4DD-E29E84C05CEF}"/>
              </a:ext>
            </a:extLst>
          </p:cNvPr>
          <p:cNvSpPr>
            <a:spLocks noGrp="1"/>
          </p:cNvSpPr>
          <p:nvPr>
            <p:ph sz="quarter" idx="26"/>
          </p:nvPr>
        </p:nvSpPr>
        <p:spPr>
          <a:xfrm>
            <a:off x="8162127" y="1929600"/>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C7C9823B-43AB-4F63-9D6D-5A962847C33C}"/>
              </a:ext>
            </a:extLst>
          </p:cNvPr>
          <p:cNvSpPr>
            <a:spLocks noGrp="1"/>
          </p:cNvSpPr>
          <p:nvPr>
            <p:ph sz="quarter" idx="27"/>
          </p:nvPr>
        </p:nvSpPr>
        <p:spPr>
          <a:xfrm>
            <a:off x="8162127" y="3827702"/>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F9683E2-8A1B-4901-92D6-41888719CCB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7" name="Text Placeholder 9">
            <a:extLst>
              <a:ext uri="{FF2B5EF4-FFF2-40B4-BE49-F238E27FC236}">
                <a16:creationId xmlns:a16="http://schemas.microsoft.com/office/drawing/2014/main" id="{86F6A932-1446-4FE1-8B9F-00388D8CFC33}"/>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970151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Six pictur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35785C1-8371-64D7-AB48-1EC2036E7911}"/>
              </a:ext>
            </a:extLst>
          </p:cNvPr>
          <p:cNvGraphicFramePr>
            <a:graphicFrameLocks noChangeAspect="1"/>
          </p:cNvGraphicFramePr>
          <p:nvPr userDrawn="1">
            <p:custDataLst>
              <p:tags r:id="rId1"/>
            </p:custDataLst>
            <p:extLst>
              <p:ext uri="{D42A27DB-BD31-4B8C-83A1-F6EECF244321}">
                <p14:modId xmlns:p14="http://schemas.microsoft.com/office/powerpoint/2010/main" val="15314282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635785C1-8371-64D7-AB48-1EC2036E79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3701050"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193F035-179C-488A-981A-C45C4ED70E79}"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A070848A-0A2B-4E42-BA39-7225BE9CE2BF}"/>
              </a:ext>
            </a:extLst>
          </p:cNvPr>
          <p:cNvSpPr>
            <a:spLocks noGrp="1"/>
          </p:cNvSpPr>
          <p:nvPr>
            <p:ph type="pic" sz="quarter" idx="18"/>
          </p:nvPr>
        </p:nvSpPr>
        <p:spPr>
          <a:xfrm>
            <a:off x="4246369" y="1929600"/>
            <a:ext cx="3701050" cy="168513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0AE3C9E3-E2A8-46ED-ABF1-7303E76CEF2D}"/>
              </a:ext>
            </a:extLst>
          </p:cNvPr>
          <p:cNvSpPr>
            <a:spLocks noGrp="1"/>
          </p:cNvSpPr>
          <p:nvPr>
            <p:ph type="pic" sz="quarter" idx="19"/>
          </p:nvPr>
        </p:nvSpPr>
        <p:spPr>
          <a:xfrm>
            <a:off x="8161539" y="1929600"/>
            <a:ext cx="3701050" cy="1685138"/>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9832A96F-2BC5-43BC-99A2-C5EA0E0B92E8}"/>
              </a:ext>
            </a:extLst>
          </p:cNvPr>
          <p:cNvSpPr>
            <a:spLocks noGrp="1"/>
          </p:cNvSpPr>
          <p:nvPr>
            <p:ph type="pic" sz="quarter" idx="20"/>
          </p:nvPr>
        </p:nvSpPr>
        <p:spPr>
          <a:xfrm>
            <a:off x="331200" y="3828250"/>
            <a:ext cx="3701050" cy="1685138"/>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9C12755E-FD35-421D-92FC-301A3E6C795C}"/>
              </a:ext>
            </a:extLst>
          </p:cNvPr>
          <p:cNvSpPr>
            <a:spLocks noGrp="1"/>
          </p:cNvSpPr>
          <p:nvPr>
            <p:ph type="pic" sz="quarter" idx="21"/>
          </p:nvPr>
        </p:nvSpPr>
        <p:spPr>
          <a:xfrm>
            <a:off x="4246370" y="3828250"/>
            <a:ext cx="3701050" cy="1685138"/>
          </a:xfrm>
        </p:spPr>
        <p:txBody>
          <a:bodyPr lIns="0" tIns="0" rIns="0" bIns="0"/>
          <a:lstStyle/>
          <a:p>
            <a:r>
              <a:rPr lang="en-US" noProof="0"/>
              <a:t>Click icon to add picture</a:t>
            </a:r>
            <a:endParaRPr lang="en-US"/>
          </a:p>
        </p:txBody>
      </p:sp>
      <p:sp>
        <p:nvSpPr>
          <p:cNvPr id="27" name="Picture Placeholder 10">
            <a:extLst>
              <a:ext uri="{FF2B5EF4-FFF2-40B4-BE49-F238E27FC236}">
                <a16:creationId xmlns:a16="http://schemas.microsoft.com/office/drawing/2014/main" id="{36658FB1-3615-4333-B392-A31BA2C7E1DD}"/>
              </a:ext>
            </a:extLst>
          </p:cNvPr>
          <p:cNvSpPr>
            <a:spLocks noGrp="1"/>
          </p:cNvSpPr>
          <p:nvPr>
            <p:ph type="pic" sz="quarter" idx="22"/>
          </p:nvPr>
        </p:nvSpPr>
        <p:spPr>
          <a:xfrm>
            <a:off x="8161539" y="3828250"/>
            <a:ext cx="3701050" cy="1685138"/>
          </a:xfrm>
        </p:spPr>
        <p:txBody>
          <a:bodyPr lIns="0" tIns="0" rIns="0" bIns="0"/>
          <a:lstStyle/>
          <a:p>
            <a:r>
              <a:rPr lang="en-US" noProof="0"/>
              <a:t>Click icon to add picture</a:t>
            </a:r>
            <a:endParaRPr lang="en-US"/>
          </a:p>
        </p:txBody>
      </p:sp>
      <p:sp>
        <p:nvSpPr>
          <p:cNvPr id="14" name="Text Placeholder 9">
            <a:extLst>
              <a:ext uri="{FF2B5EF4-FFF2-40B4-BE49-F238E27FC236}">
                <a16:creationId xmlns:a16="http://schemas.microsoft.com/office/drawing/2014/main" id="{7F3D969B-F1B8-417E-A3D4-EA1488C5BC9F}"/>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20705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Eight pictur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6A8B5B1-8873-1323-4EFF-59C2716A26D9}"/>
              </a:ext>
            </a:extLst>
          </p:cNvPr>
          <p:cNvGraphicFramePr>
            <a:graphicFrameLocks noChangeAspect="1"/>
          </p:cNvGraphicFramePr>
          <p:nvPr userDrawn="1">
            <p:custDataLst>
              <p:tags r:id="rId1"/>
            </p:custDataLst>
            <p:extLst>
              <p:ext uri="{D42A27DB-BD31-4B8C-83A1-F6EECF244321}">
                <p14:modId xmlns:p14="http://schemas.microsoft.com/office/powerpoint/2010/main" val="8361719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76A8B5B1-8873-1323-4EFF-59C2716A26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3262" y="1929600"/>
            <a:ext cx="2721600"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430468A-A583-475C-91B3-9EEC22E344FB}" type="datetime4">
              <a:rPr lang="en-US" noProof="0" smtClean="0"/>
              <a:t>January 21, 2026</a:t>
            </a:fld>
            <a:endParaRPr lang="en-US" noProof="0"/>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1E005323-AD61-4D2C-AED7-77715F765150}"/>
              </a:ext>
            </a:extLst>
          </p:cNvPr>
          <p:cNvSpPr>
            <a:spLocks noGrp="1"/>
          </p:cNvSpPr>
          <p:nvPr>
            <p:ph type="pic" sz="quarter" idx="18"/>
          </p:nvPr>
        </p:nvSpPr>
        <p:spPr>
          <a:xfrm>
            <a:off x="3269171" y="1929600"/>
            <a:ext cx="2721600" cy="168513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E265B3D8-2A9B-4D13-BF6C-564CE2C2C168}"/>
              </a:ext>
            </a:extLst>
          </p:cNvPr>
          <p:cNvSpPr>
            <a:spLocks noGrp="1"/>
          </p:cNvSpPr>
          <p:nvPr>
            <p:ph type="pic" sz="quarter" idx="19"/>
          </p:nvPr>
        </p:nvSpPr>
        <p:spPr>
          <a:xfrm>
            <a:off x="6205080" y="1929600"/>
            <a:ext cx="2721600" cy="1685138"/>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42FC6897-A625-48C9-B09E-E8160A89BB9F}"/>
              </a:ext>
            </a:extLst>
          </p:cNvPr>
          <p:cNvSpPr>
            <a:spLocks noGrp="1"/>
          </p:cNvSpPr>
          <p:nvPr>
            <p:ph type="pic" sz="quarter" idx="20"/>
          </p:nvPr>
        </p:nvSpPr>
        <p:spPr>
          <a:xfrm>
            <a:off x="9140989" y="1929600"/>
            <a:ext cx="2721600" cy="1685138"/>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ED948E42-FDE5-4236-912E-FAD45E412CE6}"/>
              </a:ext>
            </a:extLst>
          </p:cNvPr>
          <p:cNvSpPr>
            <a:spLocks noGrp="1"/>
          </p:cNvSpPr>
          <p:nvPr>
            <p:ph type="pic" sz="quarter" idx="21"/>
          </p:nvPr>
        </p:nvSpPr>
        <p:spPr>
          <a:xfrm>
            <a:off x="333262" y="3828250"/>
            <a:ext cx="2721600" cy="1685138"/>
          </a:xfrm>
        </p:spPr>
        <p:txBody>
          <a:bodyPr lIns="0" tIns="0" rIns="0" bIns="0"/>
          <a:lstStyle/>
          <a:p>
            <a:r>
              <a:rPr lang="en-US" noProof="0"/>
              <a:t>Click icon to add picture</a:t>
            </a:r>
            <a:endParaRPr lang="en-US"/>
          </a:p>
        </p:txBody>
      </p:sp>
      <p:sp>
        <p:nvSpPr>
          <p:cNvPr id="27" name="Picture Placeholder 10">
            <a:extLst>
              <a:ext uri="{FF2B5EF4-FFF2-40B4-BE49-F238E27FC236}">
                <a16:creationId xmlns:a16="http://schemas.microsoft.com/office/drawing/2014/main" id="{05F2CC5F-8E4F-4642-B2B0-2BE00A820765}"/>
              </a:ext>
            </a:extLst>
          </p:cNvPr>
          <p:cNvSpPr>
            <a:spLocks noGrp="1"/>
          </p:cNvSpPr>
          <p:nvPr>
            <p:ph type="pic" sz="quarter" idx="22"/>
          </p:nvPr>
        </p:nvSpPr>
        <p:spPr>
          <a:xfrm>
            <a:off x="3269171" y="3828250"/>
            <a:ext cx="2721600" cy="1685138"/>
          </a:xfrm>
        </p:spPr>
        <p:txBody>
          <a:bodyPr lIns="0" tIns="0" rIns="0" bIns="0"/>
          <a:lstStyle/>
          <a:p>
            <a:r>
              <a:rPr lang="en-US" noProof="0"/>
              <a:t>Click icon to add picture</a:t>
            </a:r>
            <a:endParaRPr lang="en-US"/>
          </a:p>
        </p:txBody>
      </p:sp>
      <p:sp>
        <p:nvSpPr>
          <p:cNvPr id="28" name="Picture Placeholder 10">
            <a:extLst>
              <a:ext uri="{FF2B5EF4-FFF2-40B4-BE49-F238E27FC236}">
                <a16:creationId xmlns:a16="http://schemas.microsoft.com/office/drawing/2014/main" id="{1D8BDEDA-0F19-4637-BBCF-46A127B54FFD}"/>
              </a:ext>
            </a:extLst>
          </p:cNvPr>
          <p:cNvSpPr>
            <a:spLocks noGrp="1"/>
          </p:cNvSpPr>
          <p:nvPr>
            <p:ph type="pic" sz="quarter" idx="23"/>
          </p:nvPr>
        </p:nvSpPr>
        <p:spPr>
          <a:xfrm>
            <a:off x="6205080" y="3828250"/>
            <a:ext cx="2721600" cy="1685138"/>
          </a:xfrm>
        </p:spPr>
        <p:txBody>
          <a:bodyPr lIns="0" tIns="0" rIns="0" bIns="0"/>
          <a:lstStyle/>
          <a:p>
            <a:r>
              <a:rPr lang="en-US" noProof="0"/>
              <a:t>Click icon to add picture</a:t>
            </a:r>
            <a:endParaRPr lang="en-US"/>
          </a:p>
        </p:txBody>
      </p:sp>
      <p:sp>
        <p:nvSpPr>
          <p:cNvPr id="29" name="Picture Placeholder 10">
            <a:extLst>
              <a:ext uri="{FF2B5EF4-FFF2-40B4-BE49-F238E27FC236}">
                <a16:creationId xmlns:a16="http://schemas.microsoft.com/office/drawing/2014/main" id="{432A8BA0-84B2-4316-8A93-63EFB05A0FF9}"/>
              </a:ext>
            </a:extLst>
          </p:cNvPr>
          <p:cNvSpPr>
            <a:spLocks noGrp="1"/>
          </p:cNvSpPr>
          <p:nvPr>
            <p:ph type="pic" sz="quarter" idx="24"/>
          </p:nvPr>
        </p:nvSpPr>
        <p:spPr>
          <a:xfrm>
            <a:off x="9140989" y="3828250"/>
            <a:ext cx="2721600" cy="1685138"/>
          </a:xfrm>
        </p:spPr>
        <p:txBody>
          <a:bodyPr lIns="0" tIns="0" rIns="0" bIns="0"/>
          <a:lstStyle/>
          <a:p>
            <a:r>
              <a:rPr lang="en-US" noProof="0"/>
              <a:t>Click icon to add picture</a:t>
            </a:r>
            <a:endParaRPr lang="en-US"/>
          </a:p>
        </p:txBody>
      </p:sp>
      <p:sp>
        <p:nvSpPr>
          <p:cNvPr id="16" name="Text Placeholder 9">
            <a:extLst>
              <a:ext uri="{FF2B5EF4-FFF2-40B4-BE49-F238E27FC236}">
                <a16:creationId xmlns:a16="http://schemas.microsoft.com/office/drawing/2014/main" id="{BB1ADEE7-69F7-4612-BA69-1E14BB9BCCD9}"/>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221640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wo pictures &amp; text box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C3FCEB9-8C87-75B4-C681-79E6E7A12371}"/>
              </a:ext>
            </a:extLst>
          </p:cNvPr>
          <p:cNvGraphicFramePr>
            <a:graphicFrameLocks noChangeAspect="1"/>
          </p:cNvGraphicFramePr>
          <p:nvPr userDrawn="1">
            <p:custDataLst>
              <p:tags r:id="rId1"/>
            </p:custDataLst>
            <p:extLst>
              <p:ext uri="{D42A27DB-BD31-4B8C-83A1-F6EECF244321}">
                <p14:modId xmlns:p14="http://schemas.microsoft.com/office/powerpoint/2010/main" val="8758001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3C3FCEB9-8C87-75B4-C681-79E6E7A1237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4719600"/>
            <a:ext cx="5658437" cy="788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5658438" cy="26676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6205538" y="4719600"/>
            <a:ext cx="5657850" cy="788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D66B2ABB-D636-4A64-BA44-A7267F23329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6205538" y="1929600"/>
            <a:ext cx="5657850" cy="2667600"/>
          </a:xfrm>
        </p:spPr>
        <p:txBody>
          <a:bodyPr lIns="0" tIns="0" rIns="0" bIns="0"/>
          <a:lstStyle/>
          <a:p>
            <a:r>
              <a:rPr lang="en-US" noProof="0"/>
              <a:t>Click icon to add picture</a:t>
            </a:r>
            <a:endParaRPr lang="en-US"/>
          </a:p>
        </p:txBody>
      </p:sp>
      <p:sp>
        <p:nvSpPr>
          <p:cNvPr id="13" name="Text Placeholder 9">
            <a:extLst>
              <a:ext uri="{FF2B5EF4-FFF2-40B4-BE49-F238E27FC236}">
                <a16:creationId xmlns:a16="http://schemas.microsoft.com/office/drawing/2014/main" id="{A00D889A-2322-4DDB-A5EF-532FA124D0AF}"/>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28878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wo pictures &amp; text boxes B">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1749DACD-8044-3824-777E-02DCEA61ED42}"/>
              </a:ext>
            </a:extLst>
          </p:cNvPr>
          <p:cNvGraphicFramePr>
            <a:graphicFrameLocks noChangeAspect="1"/>
          </p:cNvGraphicFramePr>
          <p:nvPr userDrawn="1">
            <p:custDataLst>
              <p:tags r:id="rId1"/>
            </p:custDataLst>
            <p:extLst>
              <p:ext uri="{D42A27DB-BD31-4B8C-83A1-F6EECF244321}">
                <p14:modId xmlns:p14="http://schemas.microsoft.com/office/powerpoint/2010/main" val="212185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2" name="think-cell data - do not delete" hidden="1">
                        <a:extLst>
                          <a:ext uri="{FF2B5EF4-FFF2-40B4-BE49-F238E27FC236}">
                            <a16:creationId xmlns:a16="http://schemas.microsoft.com/office/drawing/2014/main" id="{1749DACD-8044-3824-777E-02DCEA61ED4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0BFAC61-1279-7B60-CECC-86A719FA5D86}"/>
              </a:ext>
            </a:extLst>
          </p:cNvPr>
          <p:cNvSpPr>
            <a:spLocks noGrp="1"/>
          </p:cNvSpPr>
          <p:nvPr>
            <p:ph type="title"/>
          </p:nvPr>
        </p:nvSpPr>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612ECBC9-7903-0325-4714-B64BC595A9B4}"/>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E448B956-DC0E-0B78-5410-11E0E2F220F6}"/>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1B618CCB-2103-080F-B675-E4C472681C14}"/>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7F52BB6-D70A-2B2C-B861-43846E0384C2}"/>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622007A1-F280-15BD-766A-2A8B68C6C1AD}"/>
              </a:ext>
            </a:extLst>
          </p:cNvPr>
          <p:cNvSpPr>
            <a:spLocks noGrp="1"/>
          </p:cNvSpPr>
          <p:nvPr>
            <p:ph type="body" sz="quarter" idx="15"/>
          </p:nvPr>
        </p:nvSpPr>
        <p:spPr>
          <a:xfrm>
            <a:off x="331199"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CB15DC7C-95AF-DF77-404F-4AAA9568B803}"/>
              </a:ext>
            </a:extLst>
          </p:cNvPr>
          <p:cNvSpPr>
            <a:spLocks noGrp="1"/>
          </p:cNvSpPr>
          <p:nvPr>
            <p:ph type="pic" sz="quarter" idx="17"/>
          </p:nvPr>
        </p:nvSpPr>
        <p:spPr>
          <a:xfrm>
            <a:off x="0" y="3429000"/>
            <a:ext cx="4160520" cy="3429000"/>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D4679F60-C64F-3014-8490-313B90245B14}"/>
              </a:ext>
            </a:extLst>
          </p:cNvPr>
          <p:cNvSpPr>
            <a:spLocks noGrp="1"/>
          </p:cNvSpPr>
          <p:nvPr>
            <p:ph type="body" sz="quarter" idx="18"/>
          </p:nvPr>
        </p:nvSpPr>
        <p:spPr>
          <a:xfrm>
            <a:off x="4246563"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00E1C5C4-2E56-4FDF-430C-4D4CD25E1AC1}"/>
              </a:ext>
            </a:extLst>
          </p:cNvPr>
          <p:cNvSpPr>
            <a:spLocks noGrp="1"/>
          </p:cNvSpPr>
          <p:nvPr>
            <p:ph type="pic" sz="quarter" idx="19"/>
          </p:nvPr>
        </p:nvSpPr>
        <p:spPr>
          <a:xfrm>
            <a:off x="4161982" y="3429000"/>
            <a:ext cx="3867912"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66949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wo pictures &amp; text boxes C">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5C2DA470-211E-05B9-F6C5-8032CE2E6564}"/>
              </a:ext>
            </a:extLst>
          </p:cNvPr>
          <p:cNvGraphicFramePr>
            <a:graphicFrameLocks noChangeAspect="1"/>
          </p:cNvGraphicFramePr>
          <p:nvPr userDrawn="1">
            <p:custDataLst>
              <p:tags r:id="rId1"/>
            </p:custDataLst>
            <p:extLst>
              <p:ext uri="{D42A27DB-BD31-4B8C-83A1-F6EECF244321}">
                <p14:modId xmlns:p14="http://schemas.microsoft.com/office/powerpoint/2010/main" val="1110621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2" name="think-cell data - do not delete" hidden="1">
                        <a:extLst>
                          <a:ext uri="{FF2B5EF4-FFF2-40B4-BE49-F238E27FC236}">
                            <a16:creationId xmlns:a16="http://schemas.microsoft.com/office/drawing/2014/main" id="{5C2DA470-211E-05B9-F6C5-8032CE2E656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5E93467-31B0-B26B-0A69-CEE1BBF92D7C}"/>
              </a:ext>
            </a:extLst>
          </p:cNvPr>
          <p:cNvSpPr>
            <a:spLocks noGrp="1"/>
          </p:cNvSpPr>
          <p:nvPr>
            <p:ph type="title"/>
          </p:nvPr>
        </p:nvSpPr>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BC68DB0D-B0C8-A70B-9EA0-CF87F7D006CD}"/>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ADF54DE3-2E20-4DE8-B5E1-349CFC50CC70}"/>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B6C146C5-EFC9-3F84-BAA9-A0D23F6E67BE}"/>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992CDA1E-EA55-E4C2-CB79-AD61C1E3602B}"/>
              </a:ext>
            </a:extLst>
          </p:cNvPr>
          <p:cNvSpPr>
            <a:spLocks noGrp="1"/>
          </p:cNvSpPr>
          <p:nvPr>
            <p:ph type="body" sz="quarter" idx="14" hasCustomPrompt="1"/>
          </p:nvPr>
        </p:nvSpPr>
        <p:spPr>
          <a:xfrm>
            <a:off x="331790"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F169E811-1A99-80DE-40CA-0E49ABE0349B}"/>
              </a:ext>
            </a:extLst>
          </p:cNvPr>
          <p:cNvSpPr>
            <a:spLocks noGrp="1"/>
          </p:cNvSpPr>
          <p:nvPr>
            <p:ph type="body" sz="quarter" idx="15"/>
          </p:nvPr>
        </p:nvSpPr>
        <p:spPr>
          <a:xfrm>
            <a:off x="3157728" y="52002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216F5BAA-6C08-E976-9914-2635E3C044BF}"/>
              </a:ext>
            </a:extLst>
          </p:cNvPr>
          <p:cNvSpPr>
            <a:spLocks noGrp="1"/>
          </p:cNvSpPr>
          <p:nvPr>
            <p:ph type="pic" sz="quarter" idx="17"/>
          </p:nvPr>
        </p:nvSpPr>
        <p:spPr>
          <a:xfrm>
            <a:off x="3157728" y="1927224"/>
            <a:ext cx="4517136" cy="3136392"/>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DAA22A5E-5748-150B-DB95-169F64379EB5}"/>
              </a:ext>
            </a:extLst>
          </p:cNvPr>
          <p:cNvSpPr>
            <a:spLocks noGrp="1"/>
          </p:cNvSpPr>
          <p:nvPr>
            <p:ph type="body" sz="quarter" idx="18"/>
          </p:nvPr>
        </p:nvSpPr>
        <p:spPr>
          <a:xfrm>
            <a:off x="7674864" y="52002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35323466-C553-6238-DD1B-476EDA1F5D78}"/>
              </a:ext>
            </a:extLst>
          </p:cNvPr>
          <p:cNvSpPr>
            <a:spLocks noGrp="1"/>
          </p:cNvSpPr>
          <p:nvPr>
            <p:ph type="pic" sz="quarter" idx="19"/>
          </p:nvPr>
        </p:nvSpPr>
        <p:spPr>
          <a:xfrm>
            <a:off x="7674864" y="1927224"/>
            <a:ext cx="4517136"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400774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wo pictures &amp; description">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C6E19DA-C37F-306D-9A6F-4253A96E38CA}"/>
              </a:ext>
            </a:extLst>
          </p:cNvPr>
          <p:cNvGraphicFramePr>
            <a:graphicFrameLocks noChangeAspect="1"/>
          </p:cNvGraphicFramePr>
          <p:nvPr userDrawn="1">
            <p:custDataLst>
              <p:tags r:id="rId1"/>
            </p:custDataLst>
            <p:extLst>
              <p:ext uri="{D42A27DB-BD31-4B8C-83A1-F6EECF244321}">
                <p14:modId xmlns:p14="http://schemas.microsoft.com/office/powerpoint/2010/main" val="4292810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2C6E19DA-C37F-306D-9A6F-4253A96E38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51AC835-87D6-25C6-1C0C-B16378EA1CA8}"/>
              </a:ext>
            </a:extLst>
          </p:cNvPr>
          <p:cNvSpPr>
            <a:spLocks noGrp="1"/>
          </p:cNvSpPr>
          <p:nvPr>
            <p:ph type="title"/>
          </p:nvPr>
        </p:nvSpPr>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3E0FB9F6-057D-DEAE-3326-D871FC4C73B1}"/>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4B13111F-1867-8F94-C54C-C14750D90225}"/>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EF82FC2B-518F-F076-7481-C19EFDFB1205}"/>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77C1678-5BCA-4DC1-8A51-3AEFECC5B08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67A71E51-260F-C225-0141-1C78748CA3EE}"/>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5B4FFFA6-62DB-C634-46E8-2BBE78F1FE91}"/>
              </a:ext>
            </a:extLst>
          </p:cNvPr>
          <p:cNvSpPr>
            <a:spLocks noGrp="1"/>
          </p:cNvSpPr>
          <p:nvPr>
            <p:ph type="pic" sz="quarter" idx="17"/>
          </p:nvPr>
        </p:nvSpPr>
        <p:spPr>
          <a:xfrm>
            <a:off x="0" y="1929600"/>
            <a:ext cx="4462272"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9B2024F1-6D5D-1D1C-1DDB-77BCBA748A23}"/>
              </a:ext>
            </a:extLst>
          </p:cNvPr>
          <p:cNvSpPr>
            <a:spLocks noGrp="1"/>
          </p:cNvSpPr>
          <p:nvPr>
            <p:ph type="pic" sz="quarter" idx="19"/>
          </p:nvPr>
        </p:nvSpPr>
        <p:spPr>
          <a:xfrm>
            <a:off x="4462653" y="1929600"/>
            <a:ext cx="4462272"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077515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hree pictures &amp; text box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75A6E19-4718-BAAB-C0B9-E4E8EA063418}"/>
              </a:ext>
            </a:extLst>
          </p:cNvPr>
          <p:cNvGraphicFramePr>
            <a:graphicFrameLocks noChangeAspect="1"/>
          </p:cNvGraphicFramePr>
          <p:nvPr userDrawn="1">
            <p:custDataLst>
              <p:tags r:id="rId1"/>
            </p:custDataLst>
            <p:extLst>
              <p:ext uri="{D42A27DB-BD31-4B8C-83A1-F6EECF244321}">
                <p14:modId xmlns:p14="http://schemas.microsoft.com/office/powerpoint/2010/main" val="39480008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A75A6E19-4718-BAAB-C0B9-E4E8EA06341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4420800"/>
            <a:ext cx="3701050"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3699460" cy="23652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4246563" y="4420800"/>
            <a:ext cx="3700462"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4246562" y="1929600"/>
            <a:ext cx="3700463" cy="23652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8162926" y="4420800"/>
            <a:ext cx="3700463"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60DA76D-A31E-4D1F-AF67-0C4DBC02A76D}"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8162926" y="1929600"/>
            <a:ext cx="3700463" cy="2365200"/>
          </a:xfrm>
        </p:spPr>
        <p:txBody>
          <a:bodyPr lIns="0" tIns="0" rIns="0" bIns="0"/>
          <a:lstStyle/>
          <a:p>
            <a:r>
              <a:rPr lang="en-US" noProof="0"/>
              <a:t>Click icon to add picture</a:t>
            </a:r>
            <a:endParaRPr lang="en-US"/>
          </a:p>
        </p:txBody>
      </p:sp>
      <p:sp>
        <p:nvSpPr>
          <p:cNvPr id="14" name="Text Placeholder 9">
            <a:extLst>
              <a:ext uri="{FF2B5EF4-FFF2-40B4-BE49-F238E27FC236}">
                <a16:creationId xmlns:a16="http://schemas.microsoft.com/office/drawing/2014/main" id="{3F6BC82E-5E7C-45F5-91CD-D280E38D1F4F}"/>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80908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hree pictures &amp; text boxes B">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F57238AA-A93F-9B89-E474-0B9B5551B963}"/>
              </a:ext>
            </a:extLst>
          </p:cNvPr>
          <p:cNvGraphicFramePr>
            <a:graphicFrameLocks noChangeAspect="1"/>
          </p:cNvGraphicFramePr>
          <p:nvPr userDrawn="1">
            <p:custDataLst>
              <p:tags r:id="rId1"/>
            </p:custDataLst>
            <p:extLst>
              <p:ext uri="{D42A27DB-BD31-4B8C-83A1-F6EECF244321}">
                <p14:modId xmlns:p14="http://schemas.microsoft.com/office/powerpoint/2010/main" val="1777801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4" name="think-cell data - do not delete" hidden="1">
                        <a:extLst>
                          <a:ext uri="{FF2B5EF4-FFF2-40B4-BE49-F238E27FC236}">
                            <a16:creationId xmlns:a16="http://schemas.microsoft.com/office/drawing/2014/main" id="{F57238AA-A93F-9B89-E474-0B9B5551B96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E939901-3878-567C-6F7B-62F568F5EA81}"/>
              </a:ext>
            </a:extLst>
          </p:cNvPr>
          <p:cNvSpPr>
            <a:spLocks noGrp="1"/>
          </p:cNvSpPr>
          <p:nvPr>
            <p:ph type="title"/>
          </p:nvPr>
        </p:nvSpPr>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52465E89-325E-25CE-C35D-AD7B0E2BA753}"/>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EE7C8C55-BF0B-AB3A-01C9-D37FA0AC0D8D}"/>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72C8C4A6-E706-08CD-E591-31C776881C2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C3656E4-F3AA-6EE7-E3C0-CE78B0D5C663}"/>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9E0BF222-DE36-6B8E-3ADD-DE5450E802BC}"/>
              </a:ext>
            </a:extLst>
          </p:cNvPr>
          <p:cNvSpPr>
            <a:spLocks noGrp="1"/>
          </p:cNvSpPr>
          <p:nvPr>
            <p:ph type="body" sz="quarter" idx="15"/>
          </p:nvPr>
        </p:nvSpPr>
        <p:spPr>
          <a:xfrm>
            <a:off x="331199"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6090B701-78C3-C044-E7EC-1B49E3C301E8}"/>
              </a:ext>
            </a:extLst>
          </p:cNvPr>
          <p:cNvSpPr>
            <a:spLocks noGrp="1"/>
          </p:cNvSpPr>
          <p:nvPr>
            <p:ph type="pic" sz="quarter" idx="17"/>
          </p:nvPr>
        </p:nvSpPr>
        <p:spPr>
          <a:xfrm>
            <a:off x="0" y="3429000"/>
            <a:ext cx="4160520" cy="3429000"/>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69BCFFDA-C3AF-2E7B-90ED-9900D4167C39}"/>
              </a:ext>
            </a:extLst>
          </p:cNvPr>
          <p:cNvSpPr>
            <a:spLocks noGrp="1"/>
          </p:cNvSpPr>
          <p:nvPr>
            <p:ph type="body" sz="quarter" idx="18"/>
          </p:nvPr>
        </p:nvSpPr>
        <p:spPr>
          <a:xfrm>
            <a:off x="4246563"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53B80110-9520-18FD-D36C-C9B976C745B5}"/>
              </a:ext>
            </a:extLst>
          </p:cNvPr>
          <p:cNvSpPr>
            <a:spLocks noGrp="1"/>
          </p:cNvSpPr>
          <p:nvPr>
            <p:ph type="pic" sz="quarter" idx="19"/>
          </p:nvPr>
        </p:nvSpPr>
        <p:spPr>
          <a:xfrm>
            <a:off x="4161982" y="3429000"/>
            <a:ext cx="3867912" cy="3429000"/>
          </a:xfrm>
        </p:spPr>
        <p:txBody>
          <a:bodyPr lIns="0" tIns="0" rIns="0" bIns="0"/>
          <a:lstStyle/>
          <a:p>
            <a:r>
              <a:rPr lang="en-US" noProof="0"/>
              <a:t>Click icon to add picture</a:t>
            </a:r>
            <a:endParaRPr lang="en-US"/>
          </a:p>
        </p:txBody>
      </p:sp>
      <p:sp>
        <p:nvSpPr>
          <p:cNvPr id="11" name="Text Placeholder 11">
            <a:extLst>
              <a:ext uri="{FF2B5EF4-FFF2-40B4-BE49-F238E27FC236}">
                <a16:creationId xmlns:a16="http://schemas.microsoft.com/office/drawing/2014/main" id="{8840A287-AA7C-1164-424E-57005EFA7C0F}"/>
              </a:ext>
            </a:extLst>
          </p:cNvPr>
          <p:cNvSpPr>
            <a:spLocks noGrp="1"/>
          </p:cNvSpPr>
          <p:nvPr>
            <p:ph type="body" sz="quarter" idx="20"/>
          </p:nvPr>
        </p:nvSpPr>
        <p:spPr>
          <a:xfrm>
            <a:off x="8161927"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535AC138-46EC-3DA3-0F28-7B8889071F03}"/>
              </a:ext>
            </a:extLst>
          </p:cNvPr>
          <p:cNvSpPr>
            <a:spLocks noGrp="1"/>
          </p:cNvSpPr>
          <p:nvPr>
            <p:ph type="pic" sz="quarter" idx="21"/>
          </p:nvPr>
        </p:nvSpPr>
        <p:spPr>
          <a:xfrm>
            <a:off x="8031480" y="3429000"/>
            <a:ext cx="4160520"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2555183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hree pictures &amp; text boxes C">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E501D8A7-0107-C1C1-4DE5-0F6BECDE2CDE}"/>
              </a:ext>
            </a:extLst>
          </p:cNvPr>
          <p:cNvGraphicFramePr>
            <a:graphicFrameLocks noChangeAspect="1"/>
          </p:cNvGraphicFramePr>
          <p:nvPr userDrawn="1">
            <p:custDataLst>
              <p:tags r:id="rId1"/>
            </p:custDataLst>
            <p:extLst>
              <p:ext uri="{D42A27DB-BD31-4B8C-83A1-F6EECF244321}">
                <p14:modId xmlns:p14="http://schemas.microsoft.com/office/powerpoint/2010/main" val="18958250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4" name="think-cell data - do not delete" hidden="1">
                        <a:extLst>
                          <a:ext uri="{FF2B5EF4-FFF2-40B4-BE49-F238E27FC236}">
                            <a16:creationId xmlns:a16="http://schemas.microsoft.com/office/drawing/2014/main" id="{E501D8A7-0107-C1C1-4DE5-0F6BECDE2C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817E946-8B12-F6C2-90DD-0AEB05863D42}"/>
              </a:ext>
            </a:extLst>
          </p:cNvPr>
          <p:cNvSpPr>
            <a:spLocks noGrp="1"/>
          </p:cNvSpPr>
          <p:nvPr>
            <p:ph type="title"/>
          </p:nvPr>
        </p:nvSpPr>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9F3F8FD4-F79F-BBCE-CDA8-C0C6B8FBE1CB}"/>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D806FA28-409D-CEEB-7D91-FE5023B00EAE}"/>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FABD96B3-34E7-65FF-456D-F32ACD9B16B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B851678F-D8EB-2069-FF1C-22C7776FEEAE}"/>
              </a:ext>
            </a:extLst>
          </p:cNvPr>
          <p:cNvSpPr>
            <a:spLocks noGrp="1"/>
          </p:cNvSpPr>
          <p:nvPr>
            <p:ph type="body" sz="quarter" idx="14" hasCustomPrompt="1"/>
          </p:nvPr>
        </p:nvSpPr>
        <p:spPr>
          <a:xfrm>
            <a:off x="331790"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318DF5F0-616C-E1B2-F94F-A3892597809E}"/>
              </a:ext>
            </a:extLst>
          </p:cNvPr>
          <p:cNvSpPr>
            <a:spLocks noGrp="1"/>
          </p:cNvSpPr>
          <p:nvPr>
            <p:ph type="body" sz="quarter" idx="15"/>
          </p:nvPr>
        </p:nvSpPr>
        <p:spPr>
          <a:xfrm>
            <a:off x="3157728"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3E7CDFFF-4EB0-0A69-7997-7829DEA74BA3}"/>
              </a:ext>
            </a:extLst>
          </p:cNvPr>
          <p:cNvSpPr>
            <a:spLocks noGrp="1"/>
          </p:cNvSpPr>
          <p:nvPr>
            <p:ph type="pic" sz="quarter" idx="17"/>
          </p:nvPr>
        </p:nvSpPr>
        <p:spPr>
          <a:xfrm>
            <a:off x="3157728" y="1927224"/>
            <a:ext cx="2953512" cy="3136392"/>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7D38B606-5A94-1DF8-F564-D4E7BF675A24}"/>
              </a:ext>
            </a:extLst>
          </p:cNvPr>
          <p:cNvSpPr>
            <a:spLocks noGrp="1"/>
          </p:cNvSpPr>
          <p:nvPr>
            <p:ph type="body" sz="quarter" idx="18"/>
          </p:nvPr>
        </p:nvSpPr>
        <p:spPr>
          <a:xfrm>
            <a:off x="6111240"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92CFE117-420C-7B9E-ED0C-7CB8F248293D}"/>
              </a:ext>
            </a:extLst>
          </p:cNvPr>
          <p:cNvSpPr>
            <a:spLocks noGrp="1"/>
          </p:cNvSpPr>
          <p:nvPr>
            <p:ph type="pic" sz="quarter" idx="19"/>
          </p:nvPr>
        </p:nvSpPr>
        <p:spPr>
          <a:xfrm>
            <a:off x="6111240" y="1927224"/>
            <a:ext cx="2953512" cy="3136392"/>
          </a:xfrm>
        </p:spPr>
        <p:txBody>
          <a:bodyPr lIns="0" tIns="0" rIns="0" bIns="0"/>
          <a:lstStyle/>
          <a:p>
            <a:r>
              <a:rPr lang="en-US" noProof="0"/>
              <a:t>Click icon to add picture</a:t>
            </a:r>
            <a:endParaRPr lang="en-US"/>
          </a:p>
        </p:txBody>
      </p:sp>
      <p:sp>
        <p:nvSpPr>
          <p:cNvPr id="11" name="Text Placeholder 11">
            <a:extLst>
              <a:ext uri="{FF2B5EF4-FFF2-40B4-BE49-F238E27FC236}">
                <a16:creationId xmlns:a16="http://schemas.microsoft.com/office/drawing/2014/main" id="{C2C40EB7-4527-3CFA-2B47-3BD797257D9A}"/>
              </a:ext>
            </a:extLst>
          </p:cNvPr>
          <p:cNvSpPr>
            <a:spLocks noGrp="1"/>
          </p:cNvSpPr>
          <p:nvPr>
            <p:ph type="body" sz="quarter" idx="20"/>
          </p:nvPr>
        </p:nvSpPr>
        <p:spPr>
          <a:xfrm>
            <a:off x="9065324"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31BA7AFC-A49F-988B-82B3-3E768ED02F60}"/>
              </a:ext>
            </a:extLst>
          </p:cNvPr>
          <p:cNvSpPr>
            <a:spLocks noGrp="1"/>
          </p:cNvSpPr>
          <p:nvPr>
            <p:ph type="pic" sz="quarter" idx="21"/>
          </p:nvPr>
        </p:nvSpPr>
        <p:spPr>
          <a:xfrm>
            <a:off x="9065325" y="1927224"/>
            <a:ext cx="3127248"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1416892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hree pictures &amp; description">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B251916-EE07-CE03-81A5-E27E46349D6E}"/>
              </a:ext>
            </a:extLst>
          </p:cNvPr>
          <p:cNvGraphicFramePr>
            <a:graphicFrameLocks noChangeAspect="1"/>
          </p:cNvGraphicFramePr>
          <p:nvPr userDrawn="1">
            <p:custDataLst>
              <p:tags r:id="rId1"/>
            </p:custDataLst>
            <p:extLst>
              <p:ext uri="{D42A27DB-BD31-4B8C-83A1-F6EECF244321}">
                <p14:modId xmlns:p14="http://schemas.microsoft.com/office/powerpoint/2010/main" val="6396606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2" name="think-cell data - do not delete" hidden="1">
                        <a:extLst>
                          <a:ext uri="{FF2B5EF4-FFF2-40B4-BE49-F238E27FC236}">
                            <a16:creationId xmlns:a16="http://schemas.microsoft.com/office/drawing/2014/main" id="{0B251916-EE07-CE03-81A5-E27E46349D6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AF291C9-4F13-1C53-0D29-8B4F95EDF8D7}"/>
              </a:ext>
            </a:extLst>
          </p:cNvPr>
          <p:cNvSpPr>
            <a:spLocks noGrp="1"/>
          </p:cNvSpPr>
          <p:nvPr>
            <p:ph type="title"/>
          </p:nvPr>
        </p:nvSpPr>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D30F5A4D-86A4-3B8B-569A-BCFEABBBD580}"/>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C234DC91-C253-039A-84E0-3DF91790262B}"/>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0E4ECE1D-AD44-4D18-1B8E-9B3643EE0AE8}"/>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61CBEA37-4E6C-886E-5284-5170A3A140AB}"/>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81BE5845-D81D-D5A2-A0EC-9224C116F9CD}"/>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3C6E0DDC-217A-6FF3-673A-BC0CBA8574FD}"/>
              </a:ext>
            </a:extLst>
          </p:cNvPr>
          <p:cNvSpPr>
            <a:spLocks noGrp="1"/>
          </p:cNvSpPr>
          <p:nvPr>
            <p:ph type="pic" sz="quarter" idx="17"/>
          </p:nvPr>
        </p:nvSpPr>
        <p:spPr>
          <a:xfrm>
            <a:off x="0" y="1929600"/>
            <a:ext cx="2971800"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0E6E7E98-2D75-359B-6735-0541241142AD}"/>
              </a:ext>
            </a:extLst>
          </p:cNvPr>
          <p:cNvSpPr>
            <a:spLocks noGrp="1"/>
          </p:cNvSpPr>
          <p:nvPr>
            <p:ph type="pic" sz="quarter" idx="19"/>
          </p:nvPr>
        </p:nvSpPr>
        <p:spPr>
          <a:xfrm>
            <a:off x="2974975" y="1929600"/>
            <a:ext cx="2971800" cy="4928400"/>
          </a:xfrm>
        </p:spPr>
        <p:txBody>
          <a:bodyPr lIns="0" tIns="0" rIns="0" bIns="0"/>
          <a:lstStyle/>
          <a:p>
            <a:r>
              <a:rPr lang="en-US" noProof="0"/>
              <a:t>Click icon to add picture</a:t>
            </a:r>
            <a:endParaRPr lang="en-US"/>
          </a:p>
        </p:txBody>
      </p:sp>
      <p:sp>
        <p:nvSpPr>
          <p:cNvPr id="10" name="Picture Placeholder 10">
            <a:extLst>
              <a:ext uri="{FF2B5EF4-FFF2-40B4-BE49-F238E27FC236}">
                <a16:creationId xmlns:a16="http://schemas.microsoft.com/office/drawing/2014/main" id="{685FBAA7-7315-D4AF-B4A4-84A3EA1B568A}"/>
              </a:ext>
            </a:extLst>
          </p:cNvPr>
          <p:cNvSpPr>
            <a:spLocks noGrp="1"/>
          </p:cNvSpPr>
          <p:nvPr>
            <p:ph type="pic" sz="quarter" idx="20"/>
          </p:nvPr>
        </p:nvSpPr>
        <p:spPr>
          <a:xfrm>
            <a:off x="5946773" y="1929600"/>
            <a:ext cx="2974975"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99655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Four pictures &amp; text box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D49587E-7E11-C40B-9494-7A7A35528139}"/>
              </a:ext>
            </a:extLst>
          </p:cNvPr>
          <p:cNvGraphicFramePr>
            <a:graphicFrameLocks noChangeAspect="1"/>
          </p:cNvGraphicFramePr>
          <p:nvPr userDrawn="1">
            <p:custDataLst>
              <p:tags r:id="rId1"/>
            </p:custDataLst>
            <p:extLst>
              <p:ext uri="{D42A27DB-BD31-4B8C-83A1-F6EECF244321}">
                <p14:modId xmlns:p14="http://schemas.microsoft.com/office/powerpoint/2010/main" val="480880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D49587E-7E11-C40B-9494-7A7A355281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4068000"/>
            <a:ext cx="2721563"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2721563" cy="20160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3267451" y="4068000"/>
            <a:ext cx="2722563"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3267784" y="1929600"/>
            <a:ext cx="2721563" cy="20160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6204701" y="4068000"/>
            <a:ext cx="2721600"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6204367" y="1929600"/>
            <a:ext cx="2721600" cy="20160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9140989" y="4068000"/>
            <a:ext cx="2721600"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859AA10-B672-4B0C-BC45-3E91ECF3EE17}"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9140989" y="1929600"/>
            <a:ext cx="2721600" cy="2016000"/>
          </a:xfrm>
        </p:spPr>
        <p:txBody>
          <a:bodyPr lIns="0" tIns="0" rIns="0" bIns="0"/>
          <a:lstStyle/>
          <a:p>
            <a:r>
              <a:rPr lang="en-US" noProof="0"/>
              <a:t>Click icon to add picture</a:t>
            </a:r>
            <a:endParaRPr lang="en-US"/>
          </a:p>
        </p:txBody>
      </p:sp>
      <p:sp>
        <p:nvSpPr>
          <p:cNvPr id="16" name="Text Placeholder 9">
            <a:extLst>
              <a:ext uri="{FF2B5EF4-FFF2-40B4-BE49-F238E27FC236}">
                <a16:creationId xmlns:a16="http://schemas.microsoft.com/office/drawing/2014/main" id="{CDAC575A-6618-4D58-8557-3418AC6A26F2}"/>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73501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Four pictures &amp; text boxes B">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CABFC47C-A239-898F-CC38-2B0F08098BA3}"/>
              </a:ext>
            </a:extLst>
          </p:cNvPr>
          <p:cNvGraphicFramePr>
            <a:graphicFrameLocks noChangeAspect="1"/>
          </p:cNvGraphicFramePr>
          <p:nvPr userDrawn="1">
            <p:custDataLst>
              <p:tags r:id="rId1"/>
            </p:custDataLst>
            <p:extLst>
              <p:ext uri="{D42A27DB-BD31-4B8C-83A1-F6EECF244321}">
                <p14:modId xmlns:p14="http://schemas.microsoft.com/office/powerpoint/2010/main" val="2081715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6" name="think-cell data - do not delete" hidden="1">
                        <a:extLst>
                          <a:ext uri="{FF2B5EF4-FFF2-40B4-BE49-F238E27FC236}">
                            <a16:creationId xmlns:a16="http://schemas.microsoft.com/office/drawing/2014/main" id="{CABFC47C-A239-898F-CC38-2B0F08098BA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C46CA75-11C8-11F4-38F3-2C08D8F37BBC}"/>
              </a:ext>
            </a:extLst>
          </p:cNvPr>
          <p:cNvSpPr>
            <a:spLocks noGrp="1"/>
          </p:cNvSpPr>
          <p:nvPr>
            <p:ph type="title"/>
          </p:nvPr>
        </p:nvSpPr>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DBCDB1A9-1F11-3834-3CC5-115B9C807FE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C8FD58C4-DCD9-0E66-56A1-CE6ED3EA64C6}"/>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4DA99120-C446-1A6A-CBBD-494AB010395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5108448B-C67F-F2DF-30B4-B614122A48C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71C9BBEE-C553-7B7B-8BCE-CE52618EAF08}"/>
              </a:ext>
            </a:extLst>
          </p:cNvPr>
          <p:cNvSpPr>
            <a:spLocks noGrp="1"/>
          </p:cNvSpPr>
          <p:nvPr>
            <p:ph type="body" sz="quarter" idx="15"/>
          </p:nvPr>
        </p:nvSpPr>
        <p:spPr>
          <a:xfrm>
            <a:off x="331200"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A2C65CF7-B7D3-2FC8-2500-FC061D51272C}"/>
              </a:ext>
            </a:extLst>
          </p:cNvPr>
          <p:cNvSpPr>
            <a:spLocks noGrp="1"/>
          </p:cNvSpPr>
          <p:nvPr>
            <p:ph type="body" sz="quarter" idx="18"/>
          </p:nvPr>
        </p:nvSpPr>
        <p:spPr>
          <a:xfrm>
            <a:off x="3275640"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11">
            <a:extLst>
              <a:ext uri="{FF2B5EF4-FFF2-40B4-BE49-F238E27FC236}">
                <a16:creationId xmlns:a16="http://schemas.microsoft.com/office/drawing/2014/main" id="{32003C22-01A2-AB04-5FD8-C5EC97EE3572}"/>
              </a:ext>
            </a:extLst>
          </p:cNvPr>
          <p:cNvSpPr>
            <a:spLocks noGrp="1"/>
          </p:cNvSpPr>
          <p:nvPr>
            <p:ph type="body" sz="quarter" idx="20"/>
          </p:nvPr>
        </p:nvSpPr>
        <p:spPr>
          <a:xfrm>
            <a:off x="622007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11">
            <a:extLst>
              <a:ext uri="{FF2B5EF4-FFF2-40B4-BE49-F238E27FC236}">
                <a16:creationId xmlns:a16="http://schemas.microsoft.com/office/drawing/2014/main" id="{A5359350-17C7-BFC0-8597-500F5190AEE3}"/>
              </a:ext>
            </a:extLst>
          </p:cNvPr>
          <p:cNvSpPr>
            <a:spLocks noGrp="1"/>
          </p:cNvSpPr>
          <p:nvPr>
            <p:ph type="body" sz="quarter" idx="23"/>
          </p:nvPr>
        </p:nvSpPr>
        <p:spPr>
          <a:xfrm>
            <a:off x="9164520"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D5994943-1F91-799B-85DE-A327AF72E39E}"/>
              </a:ext>
            </a:extLst>
          </p:cNvPr>
          <p:cNvSpPr>
            <a:spLocks noGrp="1"/>
          </p:cNvSpPr>
          <p:nvPr>
            <p:ph type="pic" sz="quarter" idx="17"/>
          </p:nvPr>
        </p:nvSpPr>
        <p:spPr>
          <a:xfrm>
            <a:off x="0" y="3429000"/>
            <a:ext cx="3044952" cy="3429000"/>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68FD9CCE-E850-F96A-DF0A-E3B3E6489BC8}"/>
              </a:ext>
            </a:extLst>
          </p:cNvPr>
          <p:cNvSpPr>
            <a:spLocks noGrp="1"/>
          </p:cNvSpPr>
          <p:nvPr>
            <p:ph type="pic" sz="quarter" idx="19"/>
          </p:nvPr>
        </p:nvSpPr>
        <p:spPr>
          <a:xfrm>
            <a:off x="3044953" y="3429000"/>
            <a:ext cx="3049016" cy="3429000"/>
          </a:xfrm>
        </p:spPr>
        <p:txBody>
          <a:bodyPr lIns="0" tIns="0" rIns="0" bIns="0"/>
          <a:lstStyle/>
          <a:p>
            <a:r>
              <a:rPr lang="en-US" noProof="0"/>
              <a:t>Click icon to add picture</a:t>
            </a:r>
            <a:endParaRPr lang="en-US"/>
          </a:p>
        </p:txBody>
      </p:sp>
      <p:sp>
        <p:nvSpPr>
          <p:cNvPr id="13" name="Picture Placeholder 10">
            <a:extLst>
              <a:ext uri="{FF2B5EF4-FFF2-40B4-BE49-F238E27FC236}">
                <a16:creationId xmlns:a16="http://schemas.microsoft.com/office/drawing/2014/main" id="{C433D109-B376-AD18-00A5-771EE1A4FE29}"/>
              </a:ext>
            </a:extLst>
          </p:cNvPr>
          <p:cNvSpPr>
            <a:spLocks noGrp="1"/>
          </p:cNvSpPr>
          <p:nvPr>
            <p:ph type="pic" sz="quarter" idx="21"/>
          </p:nvPr>
        </p:nvSpPr>
        <p:spPr>
          <a:xfrm>
            <a:off x="6089904" y="3429000"/>
            <a:ext cx="3053080" cy="3429000"/>
          </a:xfrm>
        </p:spPr>
        <p:txBody>
          <a:bodyPr lIns="0" tIns="0" rIns="0" bIns="0"/>
          <a:lstStyle/>
          <a:p>
            <a:r>
              <a:rPr lang="en-US" noProof="0"/>
              <a:t>Click icon to add picture</a:t>
            </a:r>
            <a:endParaRPr lang="en-US"/>
          </a:p>
        </p:txBody>
      </p:sp>
      <p:sp>
        <p:nvSpPr>
          <p:cNvPr id="14" name="Picture Placeholder 10">
            <a:extLst>
              <a:ext uri="{FF2B5EF4-FFF2-40B4-BE49-F238E27FC236}">
                <a16:creationId xmlns:a16="http://schemas.microsoft.com/office/drawing/2014/main" id="{DFAE2697-9921-CE23-3B66-375A974D4E68}"/>
              </a:ext>
            </a:extLst>
          </p:cNvPr>
          <p:cNvSpPr>
            <a:spLocks noGrp="1"/>
          </p:cNvSpPr>
          <p:nvPr>
            <p:ph type="pic" sz="quarter" idx="22"/>
          </p:nvPr>
        </p:nvSpPr>
        <p:spPr>
          <a:xfrm>
            <a:off x="9138920" y="3429000"/>
            <a:ext cx="3053080"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2544168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Four pictures &amp; text boxes C">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B8D850BF-5569-E64E-8E85-5AB5588349D5}"/>
              </a:ext>
            </a:extLst>
          </p:cNvPr>
          <p:cNvGraphicFramePr>
            <a:graphicFrameLocks noChangeAspect="1"/>
          </p:cNvGraphicFramePr>
          <p:nvPr userDrawn="1">
            <p:custDataLst>
              <p:tags r:id="rId1"/>
            </p:custDataLst>
            <p:extLst>
              <p:ext uri="{D42A27DB-BD31-4B8C-83A1-F6EECF244321}">
                <p14:modId xmlns:p14="http://schemas.microsoft.com/office/powerpoint/2010/main" val="390674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6" name="think-cell data - do not delete" hidden="1">
                        <a:extLst>
                          <a:ext uri="{FF2B5EF4-FFF2-40B4-BE49-F238E27FC236}">
                            <a16:creationId xmlns:a16="http://schemas.microsoft.com/office/drawing/2014/main" id="{B8D850BF-5569-E64E-8E85-5AB5588349D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666B2EA-4B3F-F123-A5EA-87BE556C1422}"/>
              </a:ext>
            </a:extLst>
          </p:cNvPr>
          <p:cNvSpPr>
            <a:spLocks noGrp="1"/>
          </p:cNvSpPr>
          <p:nvPr>
            <p:ph type="title"/>
          </p:nvPr>
        </p:nvSpPr>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C6094FE1-D6F0-664C-1D81-7E6AE61562A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1A4F52C3-F04E-0FA2-F081-B85C7B5FD6A5}"/>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6287B60B-6009-E3A0-F457-0952015A79DA}"/>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795F8BFE-B93A-7D96-5C59-32383350099F}"/>
              </a:ext>
            </a:extLst>
          </p:cNvPr>
          <p:cNvSpPr>
            <a:spLocks noGrp="1"/>
          </p:cNvSpPr>
          <p:nvPr>
            <p:ph type="body" sz="quarter" idx="14" hasCustomPrompt="1"/>
          </p:nvPr>
        </p:nvSpPr>
        <p:spPr>
          <a:xfrm>
            <a:off x="331790"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5AC289A9-61FF-919C-A713-D96BEEF20F9B}"/>
              </a:ext>
            </a:extLst>
          </p:cNvPr>
          <p:cNvSpPr>
            <a:spLocks noGrp="1"/>
          </p:cNvSpPr>
          <p:nvPr>
            <p:ph type="body" sz="quarter" idx="15"/>
          </p:nvPr>
        </p:nvSpPr>
        <p:spPr>
          <a:xfrm>
            <a:off x="3157728"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8703759B-37D5-9836-B8D4-7FAF1C471801}"/>
              </a:ext>
            </a:extLst>
          </p:cNvPr>
          <p:cNvSpPr>
            <a:spLocks noGrp="1"/>
          </p:cNvSpPr>
          <p:nvPr>
            <p:ph type="body" sz="quarter" idx="18"/>
          </p:nvPr>
        </p:nvSpPr>
        <p:spPr>
          <a:xfrm>
            <a:off x="5416296"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11">
            <a:extLst>
              <a:ext uri="{FF2B5EF4-FFF2-40B4-BE49-F238E27FC236}">
                <a16:creationId xmlns:a16="http://schemas.microsoft.com/office/drawing/2014/main" id="{419DF3DA-499C-CD92-64F9-D0F143511B85}"/>
              </a:ext>
            </a:extLst>
          </p:cNvPr>
          <p:cNvSpPr>
            <a:spLocks noGrp="1"/>
          </p:cNvSpPr>
          <p:nvPr>
            <p:ph type="body" sz="quarter" idx="20"/>
          </p:nvPr>
        </p:nvSpPr>
        <p:spPr>
          <a:xfrm>
            <a:off x="7674864"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11">
            <a:extLst>
              <a:ext uri="{FF2B5EF4-FFF2-40B4-BE49-F238E27FC236}">
                <a16:creationId xmlns:a16="http://schemas.microsoft.com/office/drawing/2014/main" id="{3DA574A4-7D8E-8CD5-863A-D1DD360E2A25}"/>
              </a:ext>
            </a:extLst>
          </p:cNvPr>
          <p:cNvSpPr>
            <a:spLocks noGrp="1"/>
          </p:cNvSpPr>
          <p:nvPr>
            <p:ph type="body" sz="quarter" idx="23"/>
          </p:nvPr>
        </p:nvSpPr>
        <p:spPr>
          <a:xfrm>
            <a:off x="9933432"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D6D82625-D560-1802-3C1E-8DAFEA0ACC62}"/>
              </a:ext>
            </a:extLst>
          </p:cNvPr>
          <p:cNvSpPr>
            <a:spLocks noGrp="1"/>
          </p:cNvSpPr>
          <p:nvPr>
            <p:ph type="pic" sz="quarter" idx="17"/>
          </p:nvPr>
        </p:nvSpPr>
        <p:spPr>
          <a:xfrm>
            <a:off x="3157728" y="1927224"/>
            <a:ext cx="2258568" cy="3136392"/>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364D5035-9BCE-CFCE-AD2E-00B8AA8ACAAF}"/>
              </a:ext>
            </a:extLst>
          </p:cNvPr>
          <p:cNvSpPr>
            <a:spLocks noGrp="1"/>
          </p:cNvSpPr>
          <p:nvPr>
            <p:ph type="pic" sz="quarter" idx="19"/>
          </p:nvPr>
        </p:nvSpPr>
        <p:spPr>
          <a:xfrm>
            <a:off x="5416296" y="1927224"/>
            <a:ext cx="2258568" cy="3136392"/>
          </a:xfrm>
        </p:spPr>
        <p:txBody>
          <a:bodyPr lIns="0" tIns="0" rIns="0" bIns="0"/>
          <a:lstStyle/>
          <a:p>
            <a:r>
              <a:rPr lang="en-US" noProof="0"/>
              <a:t>Click icon to add picture</a:t>
            </a:r>
            <a:endParaRPr lang="en-US"/>
          </a:p>
        </p:txBody>
      </p:sp>
      <p:sp>
        <p:nvSpPr>
          <p:cNvPr id="13" name="Picture Placeholder 10">
            <a:extLst>
              <a:ext uri="{FF2B5EF4-FFF2-40B4-BE49-F238E27FC236}">
                <a16:creationId xmlns:a16="http://schemas.microsoft.com/office/drawing/2014/main" id="{21761756-C013-C4EE-F768-37ECCBD621F4}"/>
              </a:ext>
            </a:extLst>
          </p:cNvPr>
          <p:cNvSpPr>
            <a:spLocks noGrp="1"/>
          </p:cNvSpPr>
          <p:nvPr>
            <p:ph type="pic" sz="quarter" idx="21"/>
          </p:nvPr>
        </p:nvSpPr>
        <p:spPr>
          <a:xfrm>
            <a:off x="7674864" y="1927224"/>
            <a:ext cx="2258568" cy="3136392"/>
          </a:xfrm>
        </p:spPr>
        <p:txBody>
          <a:bodyPr lIns="0" tIns="0" rIns="0" bIns="0"/>
          <a:lstStyle/>
          <a:p>
            <a:r>
              <a:rPr lang="en-US" noProof="0"/>
              <a:t>Click icon to add picture</a:t>
            </a:r>
            <a:endParaRPr lang="en-US"/>
          </a:p>
        </p:txBody>
      </p:sp>
      <p:sp>
        <p:nvSpPr>
          <p:cNvPr id="14" name="Picture Placeholder 10">
            <a:extLst>
              <a:ext uri="{FF2B5EF4-FFF2-40B4-BE49-F238E27FC236}">
                <a16:creationId xmlns:a16="http://schemas.microsoft.com/office/drawing/2014/main" id="{5BFCC3D5-8804-66D5-4DB5-132AD07EBE7E}"/>
              </a:ext>
            </a:extLst>
          </p:cNvPr>
          <p:cNvSpPr>
            <a:spLocks noGrp="1"/>
          </p:cNvSpPr>
          <p:nvPr>
            <p:ph type="pic" sz="quarter" idx="22"/>
          </p:nvPr>
        </p:nvSpPr>
        <p:spPr>
          <a:xfrm>
            <a:off x="9933432" y="1927224"/>
            <a:ext cx="2258568"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4214745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Four pictures &amp; description">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C9F76E5F-ED85-FD5B-9A7E-C2C6599F478F}"/>
              </a:ext>
            </a:extLst>
          </p:cNvPr>
          <p:cNvGraphicFramePr>
            <a:graphicFrameLocks noChangeAspect="1"/>
          </p:cNvGraphicFramePr>
          <p:nvPr userDrawn="1">
            <p:custDataLst>
              <p:tags r:id="rId1"/>
            </p:custDataLst>
            <p:extLst>
              <p:ext uri="{D42A27DB-BD31-4B8C-83A1-F6EECF244321}">
                <p14:modId xmlns:p14="http://schemas.microsoft.com/office/powerpoint/2010/main" val="29241730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3" name="think-cell data - do not delete" hidden="1">
                        <a:extLst>
                          <a:ext uri="{FF2B5EF4-FFF2-40B4-BE49-F238E27FC236}">
                            <a16:creationId xmlns:a16="http://schemas.microsoft.com/office/drawing/2014/main" id="{C9F76E5F-ED85-FD5B-9A7E-C2C6599F478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19158D2-BF02-6D8B-2657-4F55E807A0B2}"/>
              </a:ext>
            </a:extLst>
          </p:cNvPr>
          <p:cNvSpPr>
            <a:spLocks noGrp="1"/>
          </p:cNvSpPr>
          <p:nvPr>
            <p:ph type="title"/>
          </p:nvPr>
        </p:nvSpPr>
        <p:spPr/>
        <p:txBody>
          <a:bodyPr vert="horz"/>
          <a:lstStyle/>
          <a:p>
            <a:r>
              <a:rPr lang="en-US"/>
              <a:t>Click to edit Master title style</a:t>
            </a:r>
          </a:p>
        </p:txBody>
      </p:sp>
      <p:sp>
        <p:nvSpPr>
          <p:cNvPr id="3" name="Footer Placeholder 2">
            <a:extLst>
              <a:ext uri="{FF2B5EF4-FFF2-40B4-BE49-F238E27FC236}">
                <a16:creationId xmlns:a16="http://schemas.microsoft.com/office/drawing/2014/main" id="{16BEC0D6-C6CD-BB72-C1C4-E1ADE6242C51}"/>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397CBE13-14D5-CB74-CC1E-C80A25B02F9C}"/>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7F74D404-DD89-52F0-D4F0-7F32CBF141A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C8615787-F3A0-0D1E-1BE7-5F204902FB28}"/>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3E5107EE-359F-C30C-11D7-75EB465A9948}"/>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F7498406-CA9D-4715-8256-91CC499394C4}"/>
              </a:ext>
            </a:extLst>
          </p:cNvPr>
          <p:cNvSpPr>
            <a:spLocks noGrp="1"/>
          </p:cNvSpPr>
          <p:nvPr>
            <p:ph type="pic" sz="quarter" idx="17"/>
          </p:nvPr>
        </p:nvSpPr>
        <p:spPr>
          <a:xfrm>
            <a:off x="0" y="1929600"/>
            <a:ext cx="2231136"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457DC084-6F55-89FB-825F-1C007616A43D}"/>
              </a:ext>
            </a:extLst>
          </p:cNvPr>
          <p:cNvSpPr>
            <a:spLocks noGrp="1"/>
          </p:cNvSpPr>
          <p:nvPr>
            <p:ph type="pic" sz="quarter" idx="19"/>
          </p:nvPr>
        </p:nvSpPr>
        <p:spPr>
          <a:xfrm>
            <a:off x="2224802" y="1929600"/>
            <a:ext cx="2231136" cy="4928400"/>
          </a:xfrm>
        </p:spPr>
        <p:txBody>
          <a:bodyPr lIns="0" tIns="0" rIns="0" bIns="0"/>
          <a:lstStyle/>
          <a:p>
            <a:r>
              <a:rPr lang="en-US" noProof="0"/>
              <a:t>Click icon to add picture</a:t>
            </a:r>
            <a:endParaRPr lang="en-US"/>
          </a:p>
        </p:txBody>
      </p:sp>
      <p:sp>
        <p:nvSpPr>
          <p:cNvPr id="10" name="Picture Placeholder 10">
            <a:extLst>
              <a:ext uri="{FF2B5EF4-FFF2-40B4-BE49-F238E27FC236}">
                <a16:creationId xmlns:a16="http://schemas.microsoft.com/office/drawing/2014/main" id="{A655AB4A-A301-3405-82C2-A760925DD14D}"/>
              </a:ext>
            </a:extLst>
          </p:cNvPr>
          <p:cNvSpPr>
            <a:spLocks noGrp="1"/>
          </p:cNvSpPr>
          <p:nvPr>
            <p:ph type="pic" sz="quarter" idx="20"/>
          </p:nvPr>
        </p:nvSpPr>
        <p:spPr>
          <a:xfrm>
            <a:off x="4449604" y="1929600"/>
            <a:ext cx="2231136" cy="4928400"/>
          </a:xfrm>
        </p:spPr>
        <p:txBody>
          <a:bodyPr lIns="0" tIns="0" rIns="0" bIns="0"/>
          <a:lstStyle/>
          <a:p>
            <a:r>
              <a:rPr lang="en-US" noProof="0"/>
              <a:t>Click icon to add picture</a:t>
            </a:r>
            <a:endParaRPr lang="en-US"/>
          </a:p>
        </p:txBody>
      </p:sp>
      <p:sp>
        <p:nvSpPr>
          <p:cNvPr id="11" name="Picture Placeholder 10">
            <a:extLst>
              <a:ext uri="{FF2B5EF4-FFF2-40B4-BE49-F238E27FC236}">
                <a16:creationId xmlns:a16="http://schemas.microsoft.com/office/drawing/2014/main" id="{50C040CA-2BE0-9525-9398-7E45552B40D5}"/>
              </a:ext>
            </a:extLst>
          </p:cNvPr>
          <p:cNvSpPr>
            <a:spLocks noGrp="1"/>
          </p:cNvSpPr>
          <p:nvPr>
            <p:ph type="pic" sz="quarter" idx="21"/>
          </p:nvPr>
        </p:nvSpPr>
        <p:spPr>
          <a:xfrm>
            <a:off x="6674406" y="1929600"/>
            <a:ext cx="2231136"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996465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Five pictures &amp; text box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7C08F47-6F06-AC69-FE57-75A2CFA446CB}"/>
              </a:ext>
            </a:extLst>
          </p:cNvPr>
          <p:cNvGraphicFramePr>
            <a:graphicFrameLocks noChangeAspect="1"/>
          </p:cNvGraphicFramePr>
          <p:nvPr userDrawn="1">
            <p:custDataLst>
              <p:tags r:id="rId1"/>
            </p:custDataLst>
            <p:extLst>
              <p:ext uri="{D42A27DB-BD31-4B8C-83A1-F6EECF244321}">
                <p14:modId xmlns:p14="http://schemas.microsoft.com/office/powerpoint/2010/main" val="6553675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87C08F47-6F06-AC69-FE57-75A2CFA446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2134799" cy="15588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2680347"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2680346" y="1929600"/>
            <a:ext cx="2134800" cy="15588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5029494"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5029494" y="1929600"/>
            <a:ext cx="2134800" cy="15588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7378641"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7378642" y="1929600"/>
            <a:ext cx="2134800" cy="1558800"/>
          </a:xfrm>
        </p:spPr>
        <p:txBody>
          <a:bodyPr lIns="0" tIns="0" rIns="0" bIns="0"/>
          <a:lstStyle/>
          <a:p>
            <a:r>
              <a:rPr lang="en-US" noProof="0"/>
              <a:t>Click icon to add picture</a:t>
            </a:r>
            <a:endParaRPr lang="en-US"/>
          </a:p>
        </p:txBody>
      </p:sp>
      <p:sp>
        <p:nvSpPr>
          <p:cNvPr id="34" name="Text Placeholder 11">
            <a:extLst>
              <a:ext uri="{FF2B5EF4-FFF2-40B4-BE49-F238E27FC236}">
                <a16:creationId xmlns:a16="http://schemas.microsoft.com/office/drawing/2014/main" id="{AF557D37-8C58-45BB-BCD2-B899758EECF1}"/>
              </a:ext>
            </a:extLst>
          </p:cNvPr>
          <p:cNvSpPr>
            <a:spLocks noGrp="1"/>
          </p:cNvSpPr>
          <p:nvPr>
            <p:ph type="body" sz="quarter" idx="24"/>
          </p:nvPr>
        </p:nvSpPr>
        <p:spPr>
          <a:xfrm>
            <a:off x="9727789"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F8CD4778-A113-4B3E-BE85-4C38827792B4}"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6" name="Picture Placeholder 10">
            <a:extLst>
              <a:ext uri="{FF2B5EF4-FFF2-40B4-BE49-F238E27FC236}">
                <a16:creationId xmlns:a16="http://schemas.microsoft.com/office/drawing/2014/main" id="{EF28028A-6874-45E0-BC8D-8A1F2FBBA251}"/>
              </a:ext>
            </a:extLst>
          </p:cNvPr>
          <p:cNvSpPr>
            <a:spLocks noGrp="1"/>
          </p:cNvSpPr>
          <p:nvPr>
            <p:ph type="pic" sz="quarter" idx="25"/>
          </p:nvPr>
        </p:nvSpPr>
        <p:spPr>
          <a:xfrm>
            <a:off x="9727789" y="1929600"/>
            <a:ext cx="2134800" cy="1558800"/>
          </a:xfrm>
        </p:spPr>
        <p:txBody>
          <a:bodyPr/>
          <a:lstStyle/>
          <a:p>
            <a:r>
              <a:rPr lang="en-US" noProof="0"/>
              <a:t>Click icon to add picture</a:t>
            </a:r>
            <a:endParaRPr lang="en-US"/>
          </a:p>
        </p:txBody>
      </p:sp>
      <p:sp>
        <p:nvSpPr>
          <p:cNvPr id="18" name="Text Placeholder 9">
            <a:extLst>
              <a:ext uri="{FF2B5EF4-FFF2-40B4-BE49-F238E27FC236}">
                <a16:creationId xmlns:a16="http://schemas.microsoft.com/office/drawing/2014/main" id="{731086D8-E45A-41ED-AC3B-AE44C8249062}"/>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94064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Six pictures &amp; text box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2346E3B-15A2-D094-826E-9105502F9883}"/>
              </a:ext>
            </a:extLst>
          </p:cNvPr>
          <p:cNvGraphicFramePr>
            <a:graphicFrameLocks noChangeAspect="1"/>
          </p:cNvGraphicFramePr>
          <p:nvPr userDrawn="1">
            <p:custDataLst>
              <p:tags r:id="rId1"/>
            </p:custDataLst>
            <p:extLst>
              <p:ext uri="{D42A27DB-BD31-4B8C-83A1-F6EECF244321}">
                <p14:modId xmlns:p14="http://schemas.microsoft.com/office/powerpoint/2010/main" val="29133722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32346E3B-15A2-D094-826E-9105502F98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1"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1" y="1929600"/>
            <a:ext cx="1742400" cy="12240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2288998"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2288998" y="1929600"/>
            <a:ext cx="1742400" cy="1224000"/>
          </a:xfrm>
        </p:spPr>
        <p:txBody>
          <a:bodyPr/>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4246796"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4246796" y="1929600"/>
            <a:ext cx="1742400" cy="12240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6204594"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6204594" y="1929600"/>
            <a:ext cx="1742400" cy="1224000"/>
          </a:xfrm>
        </p:spPr>
        <p:txBody>
          <a:bodyPr/>
          <a:lstStyle/>
          <a:p>
            <a:r>
              <a:rPr lang="en-US" noProof="0"/>
              <a:t>Click icon to add picture</a:t>
            </a:r>
            <a:endParaRPr lang="en-US"/>
          </a:p>
        </p:txBody>
      </p:sp>
      <p:sp>
        <p:nvSpPr>
          <p:cNvPr id="34" name="Text Placeholder 11">
            <a:extLst>
              <a:ext uri="{FF2B5EF4-FFF2-40B4-BE49-F238E27FC236}">
                <a16:creationId xmlns:a16="http://schemas.microsoft.com/office/drawing/2014/main" id="{AF557D37-8C58-45BB-BCD2-B899758EECF1}"/>
              </a:ext>
            </a:extLst>
          </p:cNvPr>
          <p:cNvSpPr>
            <a:spLocks noGrp="1"/>
          </p:cNvSpPr>
          <p:nvPr>
            <p:ph type="body" sz="quarter" idx="24"/>
          </p:nvPr>
        </p:nvSpPr>
        <p:spPr>
          <a:xfrm>
            <a:off x="8162393"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EF28028A-6874-45E0-BC8D-8A1F2FBBA251}"/>
              </a:ext>
            </a:extLst>
          </p:cNvPr>
          <p:cNvSpPr>
            <a:spLocks noGrp="1"/>
          </p:cNvSpPr>
          <p:nvPr>
            <p:ph type="pic" sz="quarter" idx="25"/>
          </p:nvPr>
        </p:nvSpPr>
        <p:spPr>
          <a:xfrm>
            <a:off x="8162393" y="1929600"/>
            <a:ext cx="1742400" cy="1224000"/>
          </a:xfrm>
        </p:spPr>
        <p:txBody>
          <a:bodyPr lIns="0" tIns="0" rIns="0" bIns="0"/>
          <a:lstStyle/>
          <a:p>
            <a:r>
              <a:rPr lang="en-US" noProof="0"/>
              <a:t>Click icon to add picture</a:t>
            </a:r>
            <a:endParaRPr lang="en-US"/>
          </a:p>
        </p:txBody>
      </p:sp>
      <p:sp>
        <p:nvSpPr>
          <p:cNvPr id="35" name="Text Placeholder 11">
            <a:extLst>
              <a:ext uri="{FF2B5EF4-FFF2-40B4-BE49-F238E27FC236}">
                <a16:creationId xmlns:a16="http://schemas.microsoft.com/office/drawing/2014/main" id="{620D32C3-A646-46A3-A89B-D8B54CCB2006}"/>
              </a:ext>
            </a:extLst>
          </p:cNvPr>
          <p:cNvSpPr>
            <a:spLocks noGrp="1"/>
          </p:cNvSpPr>
          <p:nvPr>
            <p:ph type="body" sz="quarter" idx="26"/>
          </p:nvPr>
        </p:nvSpPr>
        <p:spPr>
          <a:xfrm>
            <a:off x="10120190"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4E2AFF6-F61C-424F-AD48-E5E504B1737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7" name="Picture Placeholder 10">
            <a:extLst>
              <a:ext uri="{FF2B5EF4-FFF2-40B4-BE49-F238E27FC236}">
                <a16:creationId xmlns:a16="http://schemas.microsoft.com/office/drawing/2014/main" id="{AF50D2F7-148B-415F-9691-B8FFA28455D4}"/>
              </a:ext>
            </a:extLst>
          </p:cNvPr>
          <p:cNvSpPr>
            <a:spLocks noGrp="1"/>
          </p:cNvSpPr>
          <p:nvPr>
            <p:ph type="pic" sz="quarter" idx="27"/>
          </p:nvPr>
        </p:nvSpPr>
        <p:spPr>
          <a:xfrm>
            <a:off x="10120190" y="1929600"/>
            <a:ext cx="1742400" cy="1224000"/>
          </a:xfrm>
        </p:spPr>
        <p:txBody>
          <a:bodyPr lIns="0" tIns="0" rIns="0" bIns="0"/>
          <a:lstStyle/>
          <a:p>
            <a:r>
              <a:rPr lang="en-US" noProof="0"/>
              <a:t>Click icon to add picture</a:t>
            </a:r>
            <a:endParaRPr lang="en-US"/>
          </a:p>
        </p:txBody>
      </p:sp>
      <p:sp>
        <p:nvSpPr>
          <p:cNvPr id="20" name="Text Placeholder 9">
            <a:extLst>
              <a:ext uri="{FF2B5EF4-FFF2-40B4-BE49-F238E27FC236}">
                <a16:creationId xmlns:a16="http://schemas.microsoft.com/office/drawing/2014/main" id="{D760D6FD-6CAE-4F90-B86F-38E9400A0AC3}"/>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365371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Content &amp; nine pictur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9AACBA5-174C-17DE-DF5E-437D77A2D5A2}"/>
              </a:ext>
            </a:extLst>
          </p:cNvPr>
          <p:cNvGraphicFramePr>
            <a:graphicFrameLocks noChangeAspect="1"/>
          </p:cNvGraphicFramePr>
          <p:nvPr userDrawn="1">
            <p:custDataLst>
              <p:tags r:id="rId1"/>
            </p:custDataLst>
            <p:extLst>
              <p:ext uri="{D42A27DB-BD31-4B8C-83A1-F6EECF244321}">
                <p14:modId xmlns:p14="http://schemas.microsoft.com/office/powerpoint/2010/main" val="16306850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59AACBA5-174C-17DE-DF5E-437D77A2D5A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4896438"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279207"/>
            <a:ext cx="1834650" cy="1686395"/>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59548B43-B5A0-4273-B56B-10B599F0056D}"/>
              </a:ext>
            </a:extLst>
          </p:cNvPr>
          <p:cNvSpPr>
            <a:spLocks noGrp="1"/>
          </p:cNvSpPr>
          <p:nvPr>
            <p:ph type="pic" sz="quarter" idx="18"/>
          </p:nvPr>
        </p:nvSpPr>
        <p:spPr>
          <a:xfrm>
            <a:off x="8117139" y="279207"/>
            <a:ext cx="1834650" cy="1686395"/>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35CD4B9C-945C-40FF-BD47-450E004E75F8}"/>
              </a:ext>
            </a:extLst>
          </p:cNvPr>
          <p:cNvSpPr>
            <a:spLocks noGrp="1"/>
          </p:cNvSpPr>
          <p:nvPr>
            <p:ph type="pic" sz="quarter" idx="19"/>
          </p:nvPr>
        </p:nvSpPr>
        <p:spPr>
          <a:xfrm>
            <a:off x="10028739" y="279207"/>
            <a:ext cx="1834650" cy="1686395"/>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C37EE18F-5138-46F6-8F64-45A9C1B34E2B}"/>
              </a:ext>
            </a:extLst>
          </p:cNvPr>
          <p:cNvSpPr>
            <a:spLocks noGrp="1"/>
          </p:cNvSpPr>
          <p:nvPr>
            <p:ph type="pic" sz="quarter" idx="20"/>
          </p:nvPr>
        </p:nvSpPr>
        <p:spPr>
          <a:xfrm>
            <a:off x="6205538" y="2052207"/>
            <a:ext cx="1834650" cy="1686395"/>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31F1B58F-EB8F-46BE-AEA0-7CD46F5312C3}"/>
              </a:ext>
            </a:extLst>
          </p:cNvPr>
          <p:cNvSpPr>
            <a:spLocks noGrp="1"/>
          </p:cNvSpPr>
          <p:nvPr>
            <p:ph type="pic" sz="quarter" idx="21"/>
          </p:nvPr>
        </p:nvSpPr>
        <p:spPr>
          <a:xfrm>
            <a:off x="8117139" y="2052207"/>
            <a:ext cx="1834650" cy="1686395"/>
          </a:xfrm>
        </p:spPr>
        <p:txBody>
          <a:bodyPr/>
          <a:lstStyle/>
          <a:p>
            <a:r>
              <a:rPr lang="en-US" noProof="0"/>
              <a:t>Click icon to add picture</a:t>
            </a:r>
            <a:endParaRPr lang="en-US"/>
          </a:p>
        </p:txBody>
      </p:sp>
      <p:sp>
        <p:nvSpPr>
          <p:cNvPr id="27" name="Picture Placeholder 10">
            <a:extLst>
              <a:ext uri="{FF2B5EF4-FFF2-40B4-BE49-F238E27FC236}">
                <a16:creationId xmlns:a16="http://schemas.microsoft.com/office/drawing/2014/main" id="{A0E14069-0987-4022-836B-AAB206CC5CA6}"/>
              </a:ext>
            </a:extLst>
          </p:cNvPr>
          <p:cNvSpPr>
            <a:spLocks noGrp="1"/>
          </p:cNvSpPr>
          <p:nvPr>
            <p:ph type="pic" sz="quarter" idx="22"/>
          </p:nvPr>
        </p:nvSpPr>
        <p:spPr>
          <a:xfrm>
            <a:off x="10028739" y="2052207"/>
            <a:ext cx="1834650" cy="1686395"/>
          </a:xfrm>
        </p:spPr>
        <p:txBody>
          <a:bodyPr lIns="0" tIns="0" rIns="0" bIns="0"/>
          <a:lstStyle/>
          <a:p>
            <a:r>
              <a:rPr lang="en-US" noProof="0"/>
              <a:t>Click icon to add picture</a:t>
            </a:r>
            <a:endParaRPr lang="en-US"/>
          </a:p>
        </p:txBody>
      </p:sp>
      <p:sp>
        <p:nvSpPr>
          <p:cNvPr id="28" name="Picture Placeholder 10">
            <a:extLst>
              <a:ext uri="{FF2B5EF4-FFF2-40B4-BE49-F238E27FC236}">
                <a16:creationId xmlns:a16="http://schemas.microsoft.com/office/drawing/2014/main" id="{742A9089-F92B-49A4-BABA-71AA8366E460}"/>
              </a:ext>
            </a:extLst>
          </p:cNvPr>
          <p:cNvSpPr>
            <a:spLocks noGrp="1"/>
          </p:cNvSpPr>
          <p:nvPr>
            <p:ph type="pic" sz="quarter" idx="23"/>
          </p:nvPr>
        </p:nvSpPr>
        <p:spPr>
          <a:xfrm>
            <a:off x="6205538" y="3825207"/>
            <a:ext cx="1834650" cy="1686395"/>
          </a:xfrm>
        </p:spPr>
        <p:txBody>
          <a:bodyPr lIns="0" tIns="0" rIns="0" bIns="0"/>
          <a:lstStyle/>
          <a:p>
            <a:r>
              <a:rPr lang="en-US" noProof="0"/>
              <a:t>Click icon to add picture</a:t>
            </a:r>
            <a:endParaRPr lang="en-US"/>
          </a:p>
        </p:txBody>
      </p:sp>
      <p:sp>
        <p:nvSpPr>
          <p:cNvPr id="29" name="Picture Placeholder 10">
            <a:extLst>
              <a:ext uri="{FF2B5EF4-FFF2-40B4-BE49-F238E27FC236}">
                <a16:creationId xmlns:a16="http://schemas.microsoft.com/office/drawing/2014/main" id="{C0EF4526-4C12-4244-8872-7B4E2C535F2F}"/>
              </a:ext>
            </a:extLst>
          </p:cNvPr>
          <p:cNvSpPr>
            <a:spLocks noGrp="1"/>
          </p:cNvSpPr>
          <p:nvPr>
            <p:ph type="pic" sz="quarter" idx="24"/>
          </p:nvPr>
        </p:nvSpPr>
        <p:spPr>
          <a:xfrm>
            <a:off x="8117139" y="3825207"/>
            <a:ext cx="1834650" cy="1686395"/>
          </a:xfrm>
        </p:spPr>
        <p:txBody>
          <a:bodyPr lIns="0" tIns="0" rIns="0" bIns="0"/>
          <a:lstStyle/>
          <a:p>
            <a:r>
              <a:rPr lang="en-US" noProof="0"/>
              <a:t>Click icon to add picture</a:t>
            </a:r>
            <a:endParaRPr lang="en-US"/>
          </a:p>
        </p:txBody>
      </p:sp>
      <p:sp>
        <p:nvSpPr>
          <p:cNvPr id="36" name="Picture Placeholder 10">
            <a:extLst>
              <a:ext uri="{FF2B5EF4-FFF2-40B4-BE49-F238E27FC236}">
                <a16:creationId xmlns:a16="http://schemas.microsoft.com/office/drawing/2014/main" id="{2437BD9E-8D26-498F-82EA-45C3AF5A77AD}"/>
              </a:ext>
            </a:extLst>
          </p:cNvPr>
          <p:cNvSpPr>
            <a:spLocks noGrp="1"/>
          </p:cNvSpPr>
          <p:nvPr>
            <p:ph type="pic" sz="quarter" idx="25"/>
          </p:nvPr>
        </p:nvSpPr>
        <p:spPr>
          <a:xfrm>
            <a:off x="10028739" y="3825207"/>
            <a:ext cx="1834650" cy="1686395"/>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AE84A20A-6C50-422B-A13D-BA125DC2739D}"/>
              </a:ext>
            </a:extLst>
          </p:cNvPr>
          <p:cNvSpPr>
            <a:spLocks noGrp="1"/>
          </p:cNvSpPr>
          <p:nvPr>
            <p:ph sz="quarter" idx="26"/>
          </p:nvPr>
        </p:nvSpPr>
        <p:spPr>
          <a:xfrm>
            <a:off x="331201" y="1929600"/>
            <a:ext cx="4896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A19BC4A7-5571-459D-9C43-D8AB65C6A60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AC4A9BBF-197B-4C9D-B440-391CB9BAAF06}"/>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860117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Picture full screen">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B327CC7-1F38-6685-7DD5-6E193659AE14}"/>
              </a:ext>
            </a:extLst>
          </p:cNvPr>
          <p:cNvGraphicFramePr>
            <a:graphicFrameLocks noChangeAspect="1"/>
          </p:cNvGraphicFramePr>
          <p:nvPr userDrawn="1">
            <p:custDataLst>
              <p:tags r:id="rId1"/>
            </p:custDataLst>
            <p:extLst>
              <p:ext uri="{D42A27DB-BD31-4B8C-83A1-F6EECF244321}">
                <p14:modId xmlns:p14="http://schemas.microsoft.com/office/powerpoint/2010/main" val="8062271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B327CC7-1F38-6685-7DD5-6E193659AE1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6E42F1E3-1CF0-4318-B2CA-0E8CE1BBC509}"/>
              </a:ext>
            </a:extLst>
          </p:cNvPr>
          <p:cNvSpPr>
            <a:spLocks noGrp="1"/>
          </p:cNvSpPr>
          <p:nvPr>
            <p:ph type="pic" sz="quarter" idx="15"/>
          </p:nvPr>
        </p:nvSpPr>
        <p:spPr>
          <a:xfrm>
            <a:off x="1" y="0"/>
            <a:ext cx="12192000" cy="6858000"/>
          </a:xfrm>
        </p:spPr>
        <p:txBody>
          <a:bodyPr lIns="0" tIns="0" rIns="0" bIns="0"/>
          <a:lstStyle/>
          <a:p>
            <a:r>
              <a:rPr lang="en-US" noProof="0"/>
              <a:t>Click icon to add picture</a:t>
            </a:r>
            <a:endParaRPr lang="en-US"/>
          </a:p>
        </p:txBody>
      </p:sp>
      <p:sp>
        <p:nvSpPr>
          <p:cNvPr id="80" name="Title 1">
            <a:extLst>
              <a:ext uri="{FF2B5EF4-FFF2-40B4-BE49-F238E27FC236}">
                <a16:creationId xmlns:a16="http://schemas.microsoft.com/office/drawing/2014/main" id="{30A68600-7881-4B67-B186-6217D1ABAC79}"/>
              </a:ext>
            </a:extLst>
          </p:cNvPr>
          <p:cNvSpPr>
            <a:spLocks noGrp="1"/>
          </p:cNvSpPr>
          <p:nvPr>
            <p:ph type="title"/>
          </p:nvPr>
        </p:nvSpPr>
        <p:spPr>
          <a:xfrm>
            <a:off x="331201" y="691200"/>
            <a:ext cx="11530600" cy="367200"/>
          </a:xfrm>
        </p:spPr>
        <p:txBody>
          <a:bodyPr vert="horz"/>
          <a:lstStyle/>
          <a:p>
            <a:r>
              <a:rPr lang="en-US" noProof="0"/>
              <a:t>Click to edit Master title style</a:t>
            </a:r>
          </a:p>
        </p:txBody>
      </p:sp>
      <p:sp>
        <p:nvSpPr>
          <p:cNvPr id="7" name="Text Placeholder 9">
            <a:extLst>
              <a:ext uri="{FF2B5EF4-FFF2-40B4-BE49-F238E27FC236}">
                <a16:creationId xmlns:a16="http://schemas.microsoft.com/office/drawing/2014/main" id="{233B759A-8EC4-474C-9D8F-27FFD7EFC0CB}"/>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84F6A480-9627-4834-A7C2-9C9C23E027E2}"/>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28357F29-FBD8-4C17-AA78-F7962A8410D8}"/>
              </a:ext>
            </a:extLst>
          </p:cNvPr>
          <p:cNvSpPr>
            <a:spLocks noGrp="1"/>
          </p:cNvSpPr>
          <p:nvPr>
            <p:ph type="dt" sz="half" idx="11"/>
          </p:nvPr>
        </p:nvSpPr>
        <p:spPr/>
        <p:txBody>
          <a:bodyPr lIns="0" tIns="0" rIns="0" bIns="0"/>
          <a:lstStyle/>
          <a:p>
            <a:fld id="{E2FD292C-8ACD-4DDF-85DC-F78023C9F06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4A6EB2A1-5955-4872-8062-32929D0BDAB8}"/>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37" name="Text Placeholder 9">
            <a:extLst>
              <a:ext uri="{FF2B5EF4-FFF2-40B4-BE49-F238E27FC236}">
                <a16:creationId xmlns:a16="http://schemas.microsoft.com/office/drawing/2014/main" id="{E9BF6FE6-5893-4416-9A56-5FE878A6910E}"/>
              </a:ext>
            </a:extLst>
          </p:cNvPr>
          <p:cNvSpPr>
            <a:spLocks noGrp="1"/>
          </p:cNvSpPr>
          <p:nvPr>
            <p:ph type="body" sz="quarter" idx="16"/>
          </p:nvPr>
        </p:nvSpPr>
        <p:spPr>
          <a:xfrm>
            <a:off x="334800" y="514800"/>
            <a:ext cx="306000" cy="32400"/>
          </a:xfrm>
          <a:solidFill>
            <a:schemeClr val="bg2"/>
          </a:solidFill>
          <a:ln w="6350">
            <a:solidFill>
              <a:schemeClr val="bg2"/>
            </a:solidFill>
            <a:miter lim="800000"/>
          </a:ln>
        </p:spPr>
        <p:txBody>
          <a:bodyPr lIns="0" tIns="0" rIns="0" bIns="0"/>
          <a:lstStyle>
            <a:lvl1pPr>
              <a:defRPr>
                <a:noFill/>
              </a:defRPr>
            </a:lvl1pPr>
          </a:lstStyle>
          <a:p>
            <a:pPr lvl="0"/>
            <a:r>
              <a:rPr lang="en-US" noProof="0"/>
              <a:t>Click to edit Master text styles</a:t>
            </a:r>
            <a:endParaRPr lang="en-US"/>
          </a:p>
        </p:txBody>
      </p:sp>
      <p:pic>
        <p:nvPicPr>
          <p:cNvPr id="2" name="LogoFooter">
            <a:extLst>
              <a:ext uri="{FF2B5EF4-FFF2-40B4-BE49-F238E27FC236}">
                <a16:creationId xmlns:a16="http://schemas.microsoft.com/office/drawing/2014/main" id="{B5B2B43B-F910-7839-8063-5DB9432AABA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354200" y="6456066"/>
            <a:ext cx="507600" cy="192272"/>
          </a:xfrm>
          <a:prstGeom prst="rect">
            <a:avLst/>
          </a:prstGeom>
        </p:spPr>
      </p:pic>
      <p:sp>
        <p:nvSpPr>
          <p:cNvPr id="6"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185D9D8-D11B-3B47-230F-74A7A19935AB}"/>
              </a:ext>
            </a:extLst>
          </p:cNvPr>
          <p:cNvSpPr txBox="1"/>
          <p:nvPr userDrawn="1"/>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12" name="Slide number">
            <a:extLst>
              <a:ext uri="{FF2B5EF4-FFF2-40B4-BE49-F238E27FC236}">
                <a16:creationId xmlns:a16="http://schemas.microsoft.com/office/drawing/2014/main" id="{41A3BA16-6B6A-D206-D9D9-E6B17F9FD035}"/>
              </a:ext>
            </a:extLst>
          </p:cNvPr>
          <p:cNvSpPr/>
          <p:nvPr userDrawn="1"/>
        </p:nvSpPr>
        <p:spPr bwMode="gray">
          <a:xfrm>
            <a:off x="2181601"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Slide </a:t>
            </a:r>
            <a:fld id="{6ACD6C49-4324-4266-B7DB-7E26C75ACED4}" type="slidenum">
              <a:rPr lang="en-US" sz="800" smtClean="0">
                <a:solidFill>
                  <a:schemeClr val="tx1"/>
                </a:solidFill>
              </a:rPr>
              <a:pPr algn="l">
                <a:spcBef>
                  <a:spcPts val="600"/>
                </a:spcBef>
              </a:pPr>
              <a:t>‹#›</a:t>
            </a:fld>
            <a:endParaRPr lang="en-US" sz="800">
              <a:solidFill>
                <a:schemeClr val="tx1"/>
              </a:solidFill>
            </a:endParaRPr>
          </a:p>
        </p:txBody>
      </p:sp>
      <p:sp>
        <p:nvSpPr>
          <p:cNvPr id="10" name="Date dynamic">
            <a:extLst>
              <a:ext uri="{FF2B5EF4-FFF2-40B4-BE49-F238E27FC236}">
                <a16:creationId xmlns:a16="http://schemas.microsoft.com/office/drawing/2014/main" id="{0B08ACCB-C2A9-AB0F-53B9-508FB5BB603A}"/>
              </a:ext>
            </a:extLst>
          </p:cNvPr>
          <p:cNvSpPr/>
          <p:nvPr userDrawn="1"/>
        </p:nvSpPr>
        <p:spPr bwMode="gray">
          <a:xfrm>
            <a:off x="2934000" y="6548400"/>
            <a:ext cx="1296000"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May 8, 2023</a:t>
            </a:r>
          </a:p>
        </p:txBody>
      </p:sp>
    </p:spTree>
    <p:extLst>
      <p:ext uri="{BB962C8B-B14F-4D97-AF65-F5344CB8AC3E}">
        <p14:creationId xmlns:p14="http://schemas.microsoft.com/office/powerpoint/2010/main" val="3795237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Picture full screen (big caption)">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F9DFBBFA-4C61-845F-E984-4189F5A36415}"/>
              </a:ext>
            </a:extLst>
          </p:cNvPr>
          <p:cNvGraphicFramePr>
            <a:graphicFrameLocks noChangeAspect="1"/>
          </p:cNvGraphicFramePr>
          <p:nvPr userDrawn="1">
            <p:custDataLst>
              <p:tags r:id="rId1"/>
            </p:custDataLst>
            <p:extLst>
              <p:ext uri="{D42A27DB-BD31-4B8C-83A1-F6EECF244321}">
                <p14:modId xmlns:p14="http://schemas.microsoft.com/office/powerpoint/2010/main" val="24990471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9" name="think-cell data - do not delete" hidden="1">
                        <a:extLst>
                          <a:ext uri="{FF2B5EF4-FFF2-40B4-BE49-F238E27FC236}">
                            <a16:creationId xmlns:a16="http://schemas.microsoft.com/office/drawing/2014/main" id="{F9DFBBFA-4C61-845F-E984-4189F5A3641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7">
            <a:extLst>
              <a:ext uri="{FF2B5EF4-FFF2-40B4-BE49-F238E27FC236}">
                <a16:creationId xmlns:a16="http://schemas.microsoft.com/office/drawing/2014/main" id="{EAA09D2E-D7D5-FBB9-4B87-CC6CD2E49D6D}"/>
              </a:ext>
            </a:extLst>
          </p:cNvPr>
          <p:cNvSpPr>
            <a:spLocks noGrp="1"/>
          </p:cNvSpPr>
          <p:nvPr>
            <p:ph type="pic" sz="quarter" idx="15"/>
          </p:nvPr>
        </p:nvSpPr>
        <p:spPr>
          <a:xfrm>
            <a:off x="1" y="0"/>
            <a:ext cx="12192000" cy="6858000"/>
          </a:xfrm>
        </p:spPr>
        <p:txBody>
          <a:bodyPr lIns="0" tIns="0" rIns="0" bIns="0"/>
          <a:lstStyle/>
          <a:p>
            <a:r>
              <a:rPr lang="en-US" noProof="0"/>
              <a:t>Click icon to add picture</a:t>
            </a:r>
            <a:endParaRPr lang="en-US"/>
          </a:p>
        </p:txBody>
      </p:sp>
      <p:sp>
        <p:nvSpPr>
          <p:cNvPr id="7" name="Text Placeholder 9">
            <a:extLst>
              <a:ext uri="{FF2B5EF4-FFF2-40B4-BE49-F238E27FC236}">
                <a16:creationId xmlns:a16="http://schemas.microsoft.com/office/drawing/2014/main" id="{60E2C2D2-B7EB-2053-0B06-8BC75B8E4122}"/>
              </a:ext>
            </a:extLst>
          </p:cNvPr>
          <p:cNvSpPr>
            <a:spLocks noGrp="1"/>
          </p:cNvSpPr>
          <p:nvPr>
            <p:ph type="body" sz="quarter" idx="14" hasCustomPrompt="1"/>
          </p:nvPr>
        </p:nvSpPr>
        <p:spPr>
          <a:xfrm>
            <a:off x="331789" y="5293466"/>
            <a:ext cx="8594771" cy="486000"/>
          </a:xfrm>
        </p:spPr>
        <p:txBody>
          <a:bodyPr lIns="0" tIns="0" rIns="0" b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 name="Title 1">
            <a:extLst>
              <a:ext uri="{FF2B5EF4-FFF2-40B4-BE49-F238E27FC236}">
                <a16:creationId xmlns:a16="http://schemas.microsoft.com/office/drawing/2014/main" id="{305F8B3F-EE2C-9020-E1E7-B0365650AB78}"/>
              </a:ext>
            </a:extLst>
          </p:cNvPr>
          <p:cNvSpPr>
            <a:spLocks noGrp="1"/>
          </p:cNvSpPr>
          <p:nvPr>
            <p:ph type="title" hasCustomPrompt="1"/>
          </p:nvPr>
        </p:nvSpPr>
        <p:spPr>
          <a:xfrm>
            <a:off x="331201" y="2946402"/>
            <a:ext cx="8594771" cy="2246999"/>
          </a:xfrm>
        </p:spPr>
        <p:txBody>
          <a:bodyPr vert="horz" anchor="b"/>
          <a:lstStyle>
            <a:lvl1pPr>
              <a:defRPr sz="5999" b="0" cap="all" baseline="0">
                <a:latin typeface="ABBvoice Display SemiBold" panose="020D0704020603060204" pitchFamily="34" charset="0"/>
                <a:cs typeface="ABBvoice Display Beta SemiBold" panose="020D0704020603060204" pitchFamily="34" charset="0"/>
              </a:defRPr>
            </a:lvl1pPr>
          </a:lstStyle>
          <a:p>
            <a:r>
              <a:rPr lang="en-US"/>
              <a:t>Big caption</a:t>
            </a:r>
          </a:p>
        </p:txBody>
      </p:sp>
      <p:sp>
        <p:nvSpPr>
          <p:cNvPr id="3" name="Footer Placeholder 2">
            <a:extLst>
              <a:ext uri="{FF2B5EF4-FFF2-40B4-BE49-F238E27FC236}">
                <a16:creationId xmlns:a16="http://schemas.microsoft.com/office/drawing/2014/main" id="{F4273CE9-8AEE-AD06-CBD8-70F010A7D6B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88BC6633-994B-77A9-AC8E-3EB4747035EF}"/>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9F2888C2-6D99-9F06-53FC-4B7B33F4CFC7}"/>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672319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Rounded picture &amp; text box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9E245FD-E026-A878-671D-CBD535A2FB0C}"/>
              </a:ext>
            </a:extLst>
          </p:cNvPr>
          <p:cNvGraphicFramePr>
            <a:graphicFrameLocks noChangeAspect="1"/>
          </p:cNvGraphicFramePr>
          <p:nvPr userDrawn="1">
            <p:custDataLst>
              <p:tags r:id="rId1"/>
            </p:custDataLst>
            <p:extLst>
              <p:ext uri="{D42A27DB-BD31-4B8C-83A1-F6EECF244321}">
                <p14:modId xmlns:p14="http://schemas.microsoft.com/office/powerpoint/2010/main" val="153247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79E245FD-E026-A878-671D-CBD535A2FB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Picture Placeholder 11">
            <a:extLst>
              <a:ext uri="{FF2B5EF4-FFF2-40B4-BE49-F238E27FC236}">
                <a16:creationId xmlns:a16="http://schemas.microsoft.com/office/drawing/2014/main" id="{2B44EC52-177B-4EE6-B503-BC62C90040B3}"/>
              </a:ext>
            </a:extLst>
          </p:cNvPr>
          <p:cNvSpPr>
            <a:spLocks noGrp="1"/>
          </p:cNvSpPr>
          <p:nvPr>
            <p:ph type="pic" sz="quarter" idx="17"/>
          </p:nvPr>
        </p:nvSpPr>
        <p:spPr bwMode="gray">
          <a:xfrm>
            <a:off x="331789" y="2304000"/>
            <a:ext cx="2935286" cy="2935286"/>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4032250" y="2304000"/>
            <a:ext cx="7818950" cy="2343600"/>
          </a:xfrm>
        </p:spPr>
        <p:txBody>
          <a:bodyPr lIns="0" tIns="0" rIns="0" bIns="0" anchor="b"/>
          <a:lstStyle>
            <a:lvl1pPr>
              <a:defRPr sz="3600" b="0" cap="all" baseline="0">
                <a:latin typeface="ABBvoice Display SemiBold" panose="020D0704020603060204" pitchFamily="34" charset="0"/>
                <a:ea typeface="ABBvoice Light" panose="020D0403020503020204" pitchFamily="34" charset="0"/>
                <a:cs typeface="ABBvoice Display Beta SemiBold" panose="020D0704020603060204" pitchFamily="34" charset="0"/>
              </a:defRPr>
            </a:lvl1pPr>
            <a:lvl2pPr indent="-284372">
              <a:defRPr sz="2400" b="0">
                <a:latin typeface="ABBvoice Light" panose="020D0403020503020204" pitchFamily="34" charset="0"/>
                <a:ea typeface="ABBvoice Light" panose="020D0403020503020204" pitchFamily="34" charset="0"/>
                <a:cs typeface="ABBvoice Light" panose="020D0403020503020204" pitchFamily="34" charset="0"/>
              </a:defRPr>
            </a:lvl2pPr>
            <a:lvl3pPr marL="568743" indent="-284372">
              <a:defRPr sz="2400" b="0">
                <a:latin typeface="ABBvoice Light" panose="020D0403020503020204" pitchFamily="34" charset="0"/>
                <a:ea typeface="ABBvoice Light" panose="020D0403020503020204" pitchFamily="34" charset="0"/>
                <a:cs typeface="ABBvoice Light" panose="020D0403020503020204" pitchFamily="34" charset="0"/>
              </a:defRPr>
            </a:lvl3pPr>
            <a:lvl4pPr marL="568743" indent="-284372">
              <a:defRPr sz="2400" b="0">
                <a:latin typeface="ABBvoice Light" panose="020D0403020503020204" pitchFamily="34" charset="0"/>
                <a:ea typeface="ABBvoice Light" panose="020D0403020503020204" pitchFamily="34" charset="0"/>
                <a:cs typeface="ABBvoice Light" panose="020D0403020503020204" pitchFamily="34" charset="0"/>
              </a:defRPr>
            </a:lvl4pPr>
            <a:lvl5pPr marL="568743" indent="-284372">
              <a:defRPr sz="2400" b="0">
                <a:latin typeface="ABBvoice Light" panose="020D0403020503020204" pitchFamily="34" charset="0"/>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1" name="Text Placeholder 11">
            <a:extLst>
              <a:ext uri="{FF2B5EF4-FFF2-40B4-BE49-F238E27FC236}">
                <a16:creationId xmlns:a16="http://schemas.microsoft.com/office/drawing/2014/main" id="{45EE9DB0-5B20-4895-89CC-4D1979114BE5}"/>
              </a:ext>
            </a:extLst>
          </p:cNvPr>
          <p:cNvSpPr>
            <a:spLocks noGrp="1"/>
          </p:cNvSpPr>
          <p:nvPr>
            <p:ph type="body" sz="quarter" idx="18"/>
          </p:nvPr>
        </p:nvSpPr>
        <p:spPr>
          <a:xfrm>
            <a:off x="4032250" y="4737600"/>
            <a:ext cx="7818950" cy="684000"/>
          </a:xfrm>
        </p:spPr>
        <p:txBody>
          <a:bodyPr lIns="0" tIns="0" rIns="0" bIns="0"/>
          <a:lstStyle>
            <a:lvl1pPr>
              <a:defRPr sz="1800" b="1">
                <a:solidFill>
                  <a:schemeClr val="tx2"/>
                </a:solidFill>
                <a:latin typeface="+mn-lt"/>
                <a:ea typeface="ABBvoice Light" panose="020D0403020503020204" pitchFamily="34" charset="0"/>
                <a:cs typeface="ABBvoice Light" panose="020D0403020503020204" pitchFamily="34" charset="0"/>
              </a:defRPr>
            </a:lvl1pPr>
            <a:lvl2pPr>
              <a:defRPr sz="1400" b="1">
                <a:latin typeface="+mn-lt"/>
                <a:ea typeface="ABBvoice Light" panose="020D0403020503020204" pitchFamily="34" charset="0"/>
                <a:cs typeface="ABBvoice Light" panose="020D0403020503020204" pitchFamily="34" charset="0"/>
              </a:defRPr>
            </a:lvl2pPr>
            <a:lvl3pPr>
              <a:defRPr sz="1400" b="1">
                <a:latin typeface="+mn-lt"/>
                <a:ea typeface="ABBvoice Light" panose="020D0403020503020204" pitchFamily="34" charset="0"/>
                <a:cs typeface="ABBvoice Light" panose="020D0403020503020204" pitchFamily="34" charset="0"/>
              </a:defRPr>
            </a:lvl3pPr>
            <a:lvl4pPr>
              <a:defRPr sz="1400" b="1">
                <a:latin typeface="+mn-lt"/>
                <a:ea typeface="ABBvoice Light" panose="020D0403020503020204" pitchFamily="34" charset="0"/>
                <a:cs typeface="ABBvoice Light" panose="020D0403020503020204" pitchFamily="34" charset="0"/>
              </a:defRPr>
            </a:lvl4pPr>
            <a:lvl5pPr>
              <a:defRPr sz="1400" b="1">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F576353-D5DB-4F2A-A22E-FA267E06FBC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956010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Four rounded pictures &amp; text box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3158914-8584-30DC-8541-80ABFEA39AA9}"/>
              </a:ext>
            </a:extLst>
          </p:cNvPr>
          <p:cNvGraphicFramePr>
            <a:graphicFrameLocks noChangeAspect="1"/>
          </p:cNvGraphicFramePr>
          <p:nvPr userDrawn="1">
            <p:custDataLst>
              <p:tags r:id="rId1"/>
            </p:custDataLst>
            <p:extLst>
              <p:ext uri="{D42A27DB-BD31-4B8C-83A1-F6EECF244321}">
                <p14:modId xmlns:p14="http://schemas.microsoft.com/office/powerpoint/2010/main" val="1059127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D3158914-8584-30DC-8541-80ABFEA39A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10">
            <a:extLst>
              <a:ext uri="{FF2B5EF4-FFF2-40B4-BE49-F238E27FC236}">
                <a16:creationId xmlns:a16="http://schemas.microsoft.com/office/drawing/2014/main" id="{2B44EC52-177B-4EE6-B503-BC62C90040B3}"/>
              </a:ext>
            </a:extLst>
          </p:cNvPr>
          <p:cNvSpPr>
            <a:spLocks noGrp="1"/>
          </p:cNvSpPr>
          <p:nvPr>
            <p:ph type="pic" sz="quarter" idx="17"/>
          </p:nvPr>
        </p:nvSpPr>
        <p:spPr bwMode="gray">
          <a:xfrm>
            <a:off x="338400"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8"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2767594A-9B1B-4FC9-A3EF-98EEA86AC62C}"/>
              </a:ext>
            </a:extLst>
          </p:cNvPr>
          <p:cNvSpPr>
            <a:spLocks noGrp="1"/>
          </p:cNvSpPr>
          <p:nvPr>
            <p:ph type="pic" sz="quarter" idx="18"/>
          </p:nvPr>
        </p:nvSpPr>
        <p:spPr bwMode="gray">
          <a:xfrm>
            <a:off x="3272596"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1" name="Text Placeholder 11">
            <a:extLst>
              <a:ext uri="{FF2B5EF4-FFF2-40B4-BE49-F238E27FC236}">
                <a16:creationId xmlns:a16="http://schemas.microsoft.com/office/drawing/2014/main" id="{5E9B6A50-8E7E-44DE-87B0-BBA84E8C9C4D}"/>
              </a:ext>
            </a:extLst>
          </p:cNvPr>
          <p:cNvSpPr>
            <a:spLocks noGrp="1"/>
          </p:cNvSpPr>
          <p:nvPr>
            <p:ph type="body" sz="quarter" idx="19"/>
          </p:nvPr>
        </p:nvSpPr>
        <p:spPr>
          <a:xfrm>
            <a:off x="3267795"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403055A0-7433-437E-92E6-21BA8C2F2EC9}"/>
              </a:ext>
            </a:extLst>
          </p:cNvPr>
          <p:cNvSpPr>
            <a:spLocks noGrp="1"/>
          </p:cNvSpPr>
          <p:nvPr>
            <p:ph type="pic" sz="quarter" idx="20"/>
          </p:nvPr>
        </p:nvSpPr>
        <p:spPr bwMode="gray">
          <a:xfrm>
            <a:off x="6206792"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2" name="Text Placeholder 11">
            <a:extLst>
              <a:ext uri="{FF2B5EF4-FFF2-40B4-BE49-F238E27FC236}">
                <a16:creationId xmlns:a16="http://schemas.microsoft.com/office/drawing/2014/main" id="{F4B5EE1A-3316-46F5-BB7B-CCCA30464A87}"/>
              </a:ext>
            </a:extLst>
          </p:cNvPr>
          <p:cNvSpPr>
            <a:spLocks noGrp="1"/>
          </p:cNvSpPr>
          <p:nvPr>
            <p:ph type="body" sz="quarter" idx="21"/>
          </p:nvPr>
        </p:nvSpPr>
        <p:spPr>
          <a:xfrm>
            <a:off x="6204392"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00FD68CA-5637-4712-BABD-05E96DCD3BCF}"/>
              </a:ext>
            </a:extLst>
          </p:cNvPr>
          <p:cNvSpPr>
            <a:spLocks noGrp="1"/>
          </p:cNvSpPr>
          <p:nvPr>
            <p:ph type="pic" sz="quarter" idx="22"/>
          </p:nvPr>
        </p:nvSpPr>
        <p:spPr bwMode="gray">
          <a:xfrm>
            <a:off x="9140989"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3" name="Text Placeholder 11">
            <a:extLst>
              <a:ext uri="{FF2B5EF4-FFF2-40B4-BE49-F238E27FC236}">
                <a16:creationId xmlns:a16="http://schemas.microsoft.com/office/drawing/2014/main" id="{B81787D8-AACD-4182-9B1C-706B7FA5B2FE}"/>
              </a:ext>
            </a:extLst>
          </p:cNvPr>
          <p:cNvSpPr>
            <a:spLocks noGrp="1"/>
          </p:cNvSpPr>
          <p:nvPr>
            <p:ph type="body" sz="quarter" idx="23"/>
          </p:nvPr>
        </p:nvSpPr>
        <p:spPr>
          <a:xfrm>
            <a:off x="9140989"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02337EE-EDB6-43FF-843D-172081B7296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567523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Four icons &amp; text box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D3C1B38-968A-4AD4-B4EF-0537F8F4D9C5}"/>
              </a:ext>
            </a:extLst>
          </p:cNvPr>
          <p:cNvGraphicFramePr>
            <a:graphicFrameLocks noChangeAspect="1"/>
          </p:cNvGraphicFramePr>
          <p:nvPr userDrawn="1">
            <p:custDataLst>
              <p:tags r:id="rId1"/>
            </p:custDataLst>
            <p:extLst>
              <p:ext uri="{D42A27DB-BD31-4B8C-83A1-F6EECF244321}">
                <p14:modId xmlns:p14="http://schemas.microsoft.com/office/powerpoint/2010/main" val="36640670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D3C1B38-968A-4AD4-B4EF-0537F8F4D9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1201" y="2552400"/>
            <a:ext cx="914400" cy="914400"/>
          </a:xfrm>
        </p:spPr>
        <p:txBody>
          <a:bodyPr lIns="0" tIns="0" rIns="0" bIns="0"/>
          <a:lstStyle>
            <a:lvl1pPr algn="ctr">
              <a:defRPr sz="8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827465"/>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3267797" y="2552400"/>
            <a:ext cx="914400" cy="914400"/>
          </a:xfrm>
        </p:spPr>
        <p:txBody>
          <a:bodyPr lIns="0" tIns="0" rIns="0" bIns="0"/>
          <a:lstStyle>
            <a:lvl1pPr algn="ctr">
              <a:defRPr sz="8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3267796" y="3827465"/>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6204392" y="2552400"/>
            <a:ext cx="914400" cy="914400"/>
          </a:xfrm>
        </p:spPr>
        <p:txBody>
          <a:bodyPr lIns="0" tIns="0" rIns="0" bIns="0"/>
          <a:lstStyle>
            <a:lvl1pPr algn="ctr">
              <a:defRPr sz="8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6204392" y="3827465"/>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9140989" y="2552400"/>
            <a:ext cx="914400" cy="914400"/>
          </a:xfrm>
        </p:spPr>
        <p:txBody>
          <a:bodyPr lIns="0" tIns="0" rIns="0" bIns="0"/>
          <a:lstStyle>
            <a:lvl1pPr algn="ctr">
              <a:defRPr sz="8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140989" y="3827465"/>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3A501F0-1B55-4808-B191-E00ECFEF3979}"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6" name="Text Placeholder 9">
            <a:extLst>
              <a:ext uri="{FF2B5EF4-FFF2-40B4-BE49-F238E27FC236}">
                <a16:creationId xmlns:a16="http://schemas.microsoft.com/office/drawing/2014/main" id="{C9A43077-8463-4968-88C4-11AE5FC21D22}"/>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130942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Five icons &amp; text box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96975A5-54E9-4775-5746-7F31BCF6BA4C}"/>
              </a:ext>
            </a:extLst>
          </p:cNvPr>
          <p:cNvGraphicFramePr>
            <a:graphicFrameLocks noChangeAspect="1"/>
          </p:cNvGraphicFramePr>
          <p:nvPr userDrawn="1">
            <p:custDataLst>
              <p:tags r:id="rId1"/>
            </p:custDataLst>
            <p:extLst>
              <p:ext uri="{D42A27DB-BD31-4B8C-83A1-F6EECF244321}">
                <p14:modId xmlns:p14="http://schemas.microsoft.com/office/powerpoint/2010/main" val="444712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A96975A5-54E9-4775-5746-7F31BCF6BA4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1201" y="2552400"/>
            <a:ext cx="914400" cy="914400"/>
          </a:xfrm>
        </p:spPr>
        <p:txBody>
          <a:bodyPr lIns="0" tIns="0" rIns="0" bIns="0"/>
          <a:lstStyle>
            <a:lvl1pPr algn="ctr">
              <a:defRPr sz="8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827464"/>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2774848" y="2552400"/>
            <a:ext cx="914400" cy="914400"/>
          </a:xfrm>
        </p:spPr>
        <p:txBody>
          <a:bodyPr lIns="0" tIns="0" rIns="0" bIns="0"/>
          <a:lstStyle>
            <a:lvl1pPr algn="ctr">
              <a:defRPr sz="8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2774848" y="3827464"/>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5218495" y="2552400"/>
            <a:ext cx="914400" cy="914400"/>
          </a:xfrm>
        </p:spPr>
        <p:txBody>
          <a:bodyPr lIns="0" tIns="0" rIns="0" bIns="0"/>
          <a:lstStyle>
            <a:lvl1pPr algn="ctr">
              <a:defRPr sz="8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5218495" y="3827464"/>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7662142" y="2552400"/>
            <a:ext cx="914400" cy="914400"/>
          </a:xfrm>
        </p:spPr>
        <p:txBody>
          <a:bodyPr lIns="0" tIns="0" rIns="0" bIns="0"/>
          <a:lstStyle>
            <a:lvl1pPr algn="ctr">
              <a:defRPr sz="8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7662142" y="3827464"/>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10105790" y="2552400"/>
            <a:ext cx="914400" cy="914400"/>
          </a:xfrm>
        </p:spPr>
        <p:txBody>
          <a:bodyPr lIns="0" tIns="0" rIns="0" bIns="0"/>
          <a:lstStyle>
            <a:lvl1pPr algn="ctr">
              <a:defRPr sz="8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10105790" y="3827464"/>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F6B12C3D-BC2E-4B7A-B360-CE0523781F6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E3342590-42A3-4E78-9950-B9D9986172BF}"/>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835308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ix icons &amp; text box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B6D7323-44F4-E786-8BC6-A0B0E0F066D6}"/>
              </a:ext>
            </a:extLst>
          </p:cNvPr>
          <p:cNvGraphicFramePr>
            <a:graphicFrameLocks noChangeAspect="1"/>
          </p:cNvGraphicFramePr>
          <p:nvPr userDrawn="1">
            <p:custDataLst>
              <p:tags r:id="rId1"/>
            </p:custDataLst>
            <p:extLst>
              <p:ext uri="{D42A27DB-BD31-4B8C-83A1-F6EECF244321}">
                <p14:modId xmlns:p14="http://schemas.microsoft.com/office/powerpoint/2010/main" val="4769568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AB6D7323-44F4-E786-8BC6-A0B0E0F066D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4800" y="19296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932400"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4396763" y="1929600"/>
            <a:ext cx="457200" cy="457200"/>
          </a:xfrm>
        </p:spPr>
        <p:txBody>
          <a:bodyPr lIns="0" tIns="0" rIns="0" bIns="0"/>
          <a:lstStyle>
            <a:lvl1pPr algn="ctr">
              <a:defRPr sz="7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4994363"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8458725" y="1929600"/>
            <a:ext cx="457200" cy="457200"/>
          </a:xfrm>
        </p:spPr>
        <p:txBody>
          <a:bodyPr lIns="0" tIns="0" rIns="0" bIns="0"/>
          <a:lstStyle>
            <a:lvl1pPr algn="ctr">
              <a:defRPr sz="7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9056325"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334800" y="3829844"/>
            <a:ext cx="457200" cy="457200"/>
          </a:xfrm>
        </p:spPr>
        <p:txBody>
          <a:bodyPr lIns="0" tIns="0" rIns="0" bIns="0"/>
          <a:lstStyle>
            <a:lvl1pPr algn="ctr">
              <a:defRPr sz="7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32400"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4396763" y="3829844"/>
            <a:ext cx="457200" cy="457200"/>
          </a:xfrm>
        </p:spPr>
        <p:txBody>
          <a:bodyPr lIns="0" tIns="0" rIns="0" bIns="0"/>
          <a:lstStyle>
            <a:lvl1pPr algn="ctr">
              <a:defRPr sz="7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4994363"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Picture Placeholder 10">
            <a:extLst>
              <a:ext uri="{FF2B5EF4-FFF2-40B4-BE49-F238E27FC236}">
                <a16:creationId xmlns:a16="http://schemas.microsoft.com/office/drawing/2014/main" id="{D5F0F628-8A10-418E-9B30-5C02EB627E1C}"/>
              </a:ext>
            </a:extLst>
          </p:cNvPr>
          <p:cNvSpPr>
            <a:spLocks noGrp="1"/>
          </p:cNvSpPr>
          <p:nvPr>
            <p:ph type="pic" sz="quarter" idx="26" hasCustomPrompt="1"/>
          </p:nvPr>
        </p:nvSpPr>
        <p:spPr>
          <a:xfrm>
            <a:off x="8458725" y="3829844"/>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677AB433-7578-4A04-94CE-256E9DF81444}"/>
              </a:ext>
            </a:extLst>
          </p:cNvPr>
          <p:cNvSpPr>
            <a:spLocks noGrp="1"/>
          </p:cNvSpPr>
          <p:nvPr>
            <p:ph type="body" sz="quarter" idx="27"/>
          </p:nvPr>
        </p:nvSpPr>
        <p:spPr>
          <a:xfrm>
            <a:off x="9056325"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E7C1509-102B-44DC-8AA2-A8A1DB0A6DCC}"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0" name="Text Placeholder 9">
            <a:extLst>
              <a:ext uri="{FF2B5EF4-FFF2-40B4-BE49-F238E27FC236}">
                <a16:creationId xmlns:a16="http://schemas.microsoft.com/office/drawing/2014/main" id="{664C5B26-A749-427A-8626-9ECBE088C9D8}"/>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881250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Nine icons &amp; text box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BC9AC4-9857-B687-BC6A-7F2CB19F9A94}"/>
              </a:ext>
            </a:extLst>
          </p:cNvPr>
          <p:cNvGraphicFramePr>
            <a:graphicFrameLocks noChangeAspect="1"/>
          </p:cNvGraphicFramePr>
          <p:nvPr userDrawn="1">
            <p:custDataLst>
              <p:tags r:id="rId1"/>
            </p:custDataLst>
            <p:extLst>
              <p:ext uri="{D42A27DB-BD31-4B8C-83A1-F6EECF244321}">
                <p14:modId xmlns:p14="http://schemas.microsoft.com/office/powerpoint/2010/main" val="247415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C9BC9AC4-9857-B687-BC6A-7F2CB19F9A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4800" y="19296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932400"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4396294" y="1929600"/>
            <a:ext cx="457200" cy="457200"/>
          </a:xfrm>
        </p:spPr>
        <p:txBody>
          <a:bodyPr lIns="0" tIns="0" rIns="0" bIns="0"/>
          <a:lstStyle>
            <a:lvl1pPr algn="ctr">
              <a:defRPr sz="7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4993894"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8457788" y="1929600"/>
            <a:ext cx="457200" cy="457200"/>
          </a:xfrm>
        </p:spPr>
        <p:txBody>
          <a:bodyPr lIns="0" tIns="0" rIns="0" bIns="0"/>
          <a:lstStyle>
            <a:lvl1pPr algn="ctr">
              <a:defRPr sz="7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9055388"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334800" y="3272400"/>
            <a:ext cx="457200" cy="457200"/>
          </a:xfrm>
        </p:spPr>
        <p:txBody>
          <a:bodyPr lIns="0" tIns="0" rIns="0" bIns="0"/>
          <a:lstStyle>
            <a:lvl1pPr algn="ctr">
              <a:defRPr sz="7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32400"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4396294" y="3272400"/>
            <a:ext cx="457200" cy="457200"/>
          </a:xfrm>
        </p:spPr>
        <p:txBody>
          <a:bodyPr lIns="0" tIns="0" rIns="0" bIns="0"/>
          <a:lstStyle>
            <a:lvl1pPr algn="ctr">
              <a:defRPr sz="7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4993894"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Picture Placeholder 10">
            <a:extLst>
              <a:ext uri="{FF2B5EF4-FFF2-40B4-BE49-F238E27FC236}">
                <a16:creationId xmlns:a16="http://schemas.microsoft.com/office/drawing/2014/main" id="{D5F0F628-8A10-418E-9B30-5C02EB627E1C}"/>
              </a:ext>
            </a:extLst>
          </p:cNvPr>
          <p:cNvSpPr>
            <a:spLocks noGrp="1"/>
          </p:cNvSpPr>
          <p:nvPr>
            <p:ph type="pic" sz="quarter" idx="26" hasCustomPrompt="1"/>
          </p:nvPr>
        </p:nvSpPr>
        <p:spPr>
          <a:xfrm>
            <a:off x="8457788" y="3272400"/>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677AB433-7578-4A04-94CE-256E9DF81444}"/>
              </a:ext>
            </a:extLst>
          </p:cNvPr>
          <p:cNvSpPr>
            <a:spLocks noGrp="1"/>
          </p:cNvSpPr>
          <p:nvPr>
            <p:ph type="body" sz="quarter" idx="27"/>
          </p:nvPr>
        </p:nvSpPr>
        <p:spPr>
          <a:xfrm>
            <a:off x="9055388"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8" name="Picture Placeholder 10">
            <a:extLst>
              <a:ext uri="{FF2B5EF4-FFF2-40B4-BE49-F238E27FC236}">
                <a16:creationId xmlns:a16="http://schemas.microsoft.com/office/drawing/2014/main" id="{4C864FEE-0A1C-4897-8B82-F45359452B14}"/>
              </a:ext>
            </a:extLst>
          </p:cNvPr>
          <p:cNvSpPr>
            <a:spLocks noGrp="1"/>
          </p:cNvSpPr>
          <p:nvPr>
            <p:ph type="pic" sz="quarter" idx="28" hasCustomPrompt="1"/>
          </p:nvPr>
        </p:nvSpPr>
        <p:spPr>
          <a:xfrm>
            <a:off x="334800" y="4615200"/>
            <a:ext cx="457200" cy="457200"/>
          </a:xfrm>
        </p:spPr>
        <p:txBody>
          <a:bodyPr lIns="0" tIns="0" rIns="0" bIns="0"/>
          <a:lstStyle>
            <a:lvl1pPr algn="ctr">
              <a:defRPr sz="700" b="1"/>
            </a:lvl1pPr>
          </a:lstStyle>
          <a:p>
            <a:r>
              <a:rPr lang="en-US" noProof="0"/>
              <a:t>Please add icon</a:t>
            </a:r>
            <a:endParaRPr lang="en-US"/>
          </a:p>
        </p:txBody>
      </p:sp>
      <p:sp>
        <p:nvSpPr>
          <p:cNvPr id="38" name="Text Placeholder 11">
            <a:extLst>
              <a:ext uri="{FF2B5EF4-FFF2-40B4-BE49-F238E27FC236}">
                <a16:creationId xmlns:a16="http://schemas.microsoft.com/office/drawing/2014/main" id="{FBC895BB-D162-4E65-9A05-7277A36BC032}"/>
              </a:ext>
            </a:extLst>
          </p:cNvPr>
          <p:cNvSpPr>
            <a:spLocks noGrp="1"/>
          </p:cNvSpPr>
          <p:nvPr>
            <p:ph type="body" sz="quarter" idx="29"/>
          </p:nvPr>
        </p:nvSpPr>
        <p:spPr>
          <a:xfrm>
            <a:off x="932400"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9" name="Picture Placeholder 10">
            <a:extLst>
              <a:ext uri="{FF2B5EF4-FFF2-40B4-BE49-F238E27FC236}">
                <a16:creationId xmlns:a16="http://schemas.microsoft.com/office/drawing/2014/main" id="{1F21B681-AA7C-40DE-8FD3-7B067F1B9F82}"/>
              </a:ext>
            </a:extLst>
          </p:cNvPr>
          <p:cNvSpPr>
            <a:spLocks noGrp="1"/>
          </p:cNvSpPr>
          <p:nvPr>
            <p:ph type="pic" sz="quarter" idx="30" hasCustomPrompt="1"/>
          </p:nvPr>
        </p:nvSpPr>
        <p:spPr>
          <a:xfrm>
            <a:off x="4396294" y="4615200"/>
            <a:ext cx="457200" cy="457200"/>
          </a:xfrm>
        </p:spPr>
        <p:txBody>
          <a:bodyPr lIns="0" tIns="0" rIns="0" bIns="0"/>
          <a:lstStyle>
            <a:lvl1pPr algn="ctr">
              <a:defRPr sz="700" b="1"/>
            </a:lvl1pPr>
          </a:lstStyle>
          <a:p>
            <a:r>
              <a:rPr lang="en-US" noProof="0"/>
              <a:t>Please add icon</a:t>
            </a:r>
            <a:endParaRPr lang="en-US"/>
          </a:p>
        </p:txBody>
      </p:sp>
      <p:sp>
        <p:nvSpPr>
          <p:cNvPr id="39" name="Text Placeholder 11">
            <a:extLst>
              <a:ext uri="{FF2B5EF4-FFF2-40B4-BE49-F238E27FC236}">
                <a16:creationId xmlns:a16="http://schemas.microsoft.com/office/drawing/2014/main" id="{D6CD389E-53C9-4827-B43F-AE5D96E283DD}"/>
              </a:ext>
            </a:extLst>
          </p:cNvPr>
          <p:cNvSpPr>
            <a:spLocks noGrp="1"/>
          </p:cNvSpPr>
          <p:nvPr>
            <p:ph type="body" sz="quarter" idx="31"/>
          </p:nvPr>
        </p:nvSpPr>
        <p:spPr>
          <a:xfrm>
            <a:off x="4993894"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6" name="Picture Placeholder 10">
            <a:extLst>
              <a:ext uri="{FF2B5EF4-FFF2-40B4-BE49-F238E27FC236}">
                <a16:creationId xmlns:a16="http://schemas.microsoft.com/office/drawing/2014/main" id="{1E8F4191-056B-4619-9288-972A95E4D9D1}"/>
              </a:ext>
            </a:extLst>
          </p:cNvPr>
          <p:cNvSpPr>
            <a:spLocks noGrp="1"/>
          </p:cNvSpPr>
          <p:nvPr>
            <p:ph type="pic" sz="quarter" idx="32" hasCustomPrompt="1"/>
          </p:nvPr>
        </p:nvSpPr>
        <p:spPr>
          <a:xfrm>
            <a:off x="8457788" y="4615200"/>
            <a:ext cx="457200" cy="457200"/>
          </a:xfrm>
        </p:spPr>
        <p:txBody>
          <a:bodyPr lIns="0" tIns="0" rIns="0" bIns="0"/>
          <a:lstStyle>
            <a:lvl1pPr algn="ctr">
              <a:defRPr sz="700" b="1"/>
            </a:lvl1pPr>
          </a:lstStyle>
          <a:p>
            <a:r>
              <a:rPr lang="en-US" noProof="0"/>
              <a:t>Please add icon</a:t>
            </a:r>
            <a:endParaRPr lang="en-US"/>
          </a:p>
        </p:txBody>
      </p:sp>
      <p:sp>
        <p:nvSpPr>
          <p:cNvPr id="40" name="Text Placeholder 11">
            <a:extLst>
              <a:ext uri="{FF2B5EF4-FFF2-40B4-BE49-F238E27FC236}">
                <a16:creationId xmlns:a16="http://schemas.microsoft.com/office/drawing/2014/main" id="{C6A43FA3-4FF5-4557-967D-6FB6ECC33571}"/>
              </a:ext>
            </a:extLst>
          </p:cNvPr>
          <p:cNvSpPr>
            <a:spLocks noGrp="1"/>
          </p:cNvSpPr>
          <p:nvPr>
            <p:ph type="body" sz="quarter" idx="33"/>
          </p:nvPr>
        </p:nvSpPr>
        <p:spPr>
          <a:xfrm>
            <a:off x="9055388"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A8D5F6D-18D1-4E80-97E0-F8A3F4836D54}"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37" name="Text Placeholder 9">
            <a:extLst>
              <a:ext uri="{FF2B5EF4-FFF2-40B4-BE49-F238E27FC236}">
                <a16:creationId xmlns:a16="http://schemas.microsoft.com/office/drawing/2014/main" id="{EAB8C8AA-5479-4E03-B260-4B35C2BB4F38}"/>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775758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Process: three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08E2D7E-0191-DC84-D201-A554E790480F}"/>
              </a:ext>
            </a:extLst>
          </p:cNvPr>
          <p:cNvGraphicFramePr>
            <a:graphicFrameLocks noChangeAspect="1"/>
          </p:cNvGraphicFramePr>
          <p:nvPr userDrawn="1">
            <p:custDataLst>
              <p:tags r:id="rId1"/>
            </p:custDataLst>
            <p:extLst>
              <p:ext uri="{D42A27DB-BD31-4B8C-83A1-F6EECF244321}">
                <p14:modId xmlns:p14="http://schemas.microsoft.com/office/powerpoint/2010/main" val="5466400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A08E2D7E-0191-DC84-D201-A554E79048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3" name="Content Placeholder 8">
            <a:extLst>
              <a:ext uri="{FF2B5EF4-FFF2-40B4-BE49-F238E27FC236}">
                <a16:creationId xmlns:a16="http://schemas.microsoft.com/office/drawing/2014/main" id="{17F53BD8-37C5-48ED-B4A6-D7482E31399E}"/>
              </a:ext>
            </a:extLst>
          </p:cNvPr>
          <p:cNvSpPr>
            <a:spLocks noGrp="1"/>
          </p:cNvSpPr>
          <p:nvPr>
            <p:ph sz="quarter" idx="23"/>
          </p:nvPr>
        </p:nvSpPr>
        <p:spPr>
          <a:xfrm>
            <a:off x="331200" y="1929600"/>
            <a:ext cx="3701051" cy="360000"/>
          </a:xfrm>
          <a:prstGeom prst="homePlate">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41D5ECEA-2E5E-4D71-841F-95A2A0D97798}"/>
              </a:ext>
            </a:extLst>
          </p:cNvPr>
          <p:cNvSpPr>
            <a:spLocks noGrp="1"/>
          </p:cNvSpPr>
          <p:nvPr>
            <p:ph sz="quarter" idx="24"/>
          </p:nvPr>
        </p:nvSpPr>
        <p:spPr>
          <a:xfrm>
            <a:off x="4245976" y="1929600"/>
            <a:ext cx="3701051" cy="360000"/>
          </a:xfrm>
          <a:prstGeom prst="chevron">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041C7270-2AD5-4174-9BB6-40887670ECE3}"/>
              </a:ext>
            </a:extLst>
          </p:cNvPr>
          <p:cNvSpPr>
            <a:spLocks noGrp="1"/>
          </p:cNvSpPr>
          <p:nvPr>
            <p:ph sz="quarter" idx="25"/>
          </p:nvPr>
        </p:nvSpPr>
        <p:spPr>
          <a:xfrm>
            <a:off x="8160750" y="1929600"/>
            <a:ext cx="3701051" cy="360000"/>
          </a:xfrm>
          <a:prstGeom prst="chevron">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22" name="Content Placeholder 8">
            <a:extLst>
              <a:ext uri="{FF2B5EF4-FFF2-40B4-BE49-F238E27FC236}">
                <a16:creationId xmlns:a16="http://schemas.microsoft.com/office/drawing/2014/main" id="{E6F51FA5-7813-4436-9E2D-0AA10EED3502}"/>
              </a:ext>
            </a:extLst>
          </p:cNvPr>
          <p:cNvSpPr>
            <a:spLocks noGrp="1"/>
          </p:cNvSpPr>
          <p:nvPr>
            <p:ph sz="quarter" idx="17"/>
          </p:nvPr>
        </p:nvSpPr>
        <p:spPr>
          <a:xfrm>
            <a:off x="331200"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8">
            <a:extLst>
              <a:ext uri="{FF2B5EF4-FFF2-40B4-BE49-F238E27FC236}">
                <a16:creationId xmlns:a16="http://schemas.microsoft.com/office/drawing/2014/main" id="{E6214208-AE04-4F1F-B879-DC21F5861A5B}"/>
              </a:ext>
            </a:extLst>
          </p:cNvPr>
          <p:cNvSpPr>
            <a:spLocks noGrp="1"/>
          </p:cNvSpPr>
          <p:nvPr>
            <p:ph sz="quarter" idx="18"/>
          </p:nvPr>
        </p:nvSpPr>
        <p:spPr>
          <a:xfrm>
            <a:off x="4245975"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8">
            <a:extLst>
              <a:ext uri="{FF2B5EF4-FFF2-40B4-BE49-F238E27FC236}">
                <a16:creationId xmlns:a16="http://schemas.microsoft.com/office/drawing/2014/main" id="{C5BC1243-5335-403B-A737-9CF168164EF1}"/>
              </a:ext>
            </a:extLst>
          </p:cNvPr>
          <p:cNvSpPr>
            <a:spLocks noGrp="1"/>
          </p:cNvSpPr>
          <p:nvPr>
            <p:ph sz="quarter" idx="19"/>
          </p:nvPr>
        </p:nvSpPr>
        <p:spPr>
          <a:xfrm>
            <a:off x="8160749"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119626B5-1F46-41F6-BEF7-1D8C4DEA0344}"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C01AE2CA-8A5F-4992-AB7D-3C309899A56F}"/>
              </a:ext>
            </a:extLst>
          </p:cNvPr>
          <p:cNvSpPr>
            <a:spLocks noGrp="1"/>
          </p:cNvSpPr>
          <p:nvPr>
            <p:ph type="body" sz="quarter" idx="16"/>
          </p:nvPr>
        </p:nvSpPr>
        <p:spPr>
          <a:xfrm>
            <a:off x="331201"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465136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imeline: five text boxes &amp; heading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1D6A332-E7FE-C9B3-9234-36680E7A0B10}"/>
              </a:ext>
            </a:extLst>
          </p:cNvPr>
          <p:cNvGraphicFramePr>
            <a:graphicFrameLocks noChangeAspect="1"/>
          </p:cNvGraphicFramePr>
          <p:nvPr userDrawn="1">
            <p:custDataLst>
              <p:tags r:id="rId1"/>
            </p:custDataLst>
            <p:extLst>
              <p:ext uri="{D42A27DB-BD31-4B8C-83A1-F6EECF244321}">
                <p14:modId xmlns:p14="http://schemas.microsoft.com/office/powerpoint/2010/main" val="11269397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9" name="think-cell data - do not delete" hidden="1">
                        <a:extLst>
                          <a:ext uri="{FF2B5EF4-FFF2-40B4-BE49-F238E27FC236}">
                            <a16:creationId xmlns:a16="http://schemas.microsoft.com/office/drawing/2014/main" id="{31D6A332-E7FE-C9B3-9234-36680E7A0B1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20" name="Text Placeholder 11">
            <a:extLst>
              <a:ext uri="{FF2B5EF4-FFF2-40B4-BE49-F238E27FC236}">
                <a16:creationId xmlns:a16="http://schemas.microsoft.com/office/drawing/2014/main" id="{907891A7-3AF7-4352-8C25-93B984B9D5F8}"/>
              </a:ext>
            </a:extLst>
          </p:cNvPr>
          <p:cNvSpPr>
            <a:spLocks noGrp="1"/>
          </p:cNvSpPr>
          <p:nvPr>
            <p:ph type="body" sz="quarter" idx="26"/>
          </p:nvPr>
        </p:nvSpPr>
        <p:spPr bwMode="gray">
          <a:xfrm>
            <a:off x="338400" y="5227200"/>
            <a:ext cx="11520000" cy="0"/>
          </a:xfrm>
          <a:custGeom>
            <a:avLst/>
            <a:gdLst>
              <a:gd name="connsiteX0" fmla="*/ 0 w 2066400"/>
              <a:gd name="connsiteY0" fmla="*/ 0 h 118800"/>
              <a:gd name="connsiteX1" fmla="*/ 2066400 w 2066400"/>
              <a:gd name="connsiteY1" fmla="*/ 0 h 118800"/>
              <a:gd name="connsiteX2" fmla="*/ 2066400 w 2066400"/>
              <a:gd name="connsiteY2" fmla="*/ 118800 h 118800"/>
              <a:gd name="connsiteX3" fmla="*/ 0 w 2066400"/>
              <a:gd name="connsiteY3" fmla="*/ 118800 h 118800"/>
              <a:gd name="connsiteX4" fmla="*/ 0 w 2066400"/>
              <a:gd name="connsiteY4" fmla="*/ 0 h 118800"/>
              <a:gd name="connsiteX0" fmla="*/ 2066400 w 2157840"/>
              <a:gd name="connsiteY0" fmla="*/ 118800 h 210240"/>
              <a:gd name="connsiteX1" fmla="*/ 0 w 2157840"/>
              <a:gd name="connsiteY1" fmla="*/ 118800 h 210240"/>
              <a:gd name="connsiteX2" fmla="*/ 0 w 2157840"/>
              <a:gd name="connsiteY2" fmla="*/ 0 h 210240"/>
              <a:gd name="connsiteX3" fmla="*/ 2066400 w 2157840"/>
              <a:gd name="connsiteY3" fmla="*/ 0 h 210240"/>
              <a:gd name="connsiteX4" fmla="*/ 2157840 w 2157840"/>
              <a:gd name="connsiteY4" fmla="*/ 210240 h 210240"/>
              <a:gd name="connsiteX0" fmla="*/ 2066400 w 2066400"/>
              <a:gd name="connsiteY0" fmla="*/ 118800 h 118800"/>
              <a:gd name="connsiteX1" fmla="*/ 0 w 2066400"/>
              <a:gd name="connsiteY1" fmla="*/ 118800 h 118800"/>
              <a:gd name="connsiteX2" fmla="*/ 0 w 2066400"/>
              <a:gd name="connsiteY2" fmla="*/ 0 h 118800"/>
              <a:gd name="connsiteX3" fmla="*/ 2066400 w 2066400"/>
              <a:gd name="connsiteY3" fmla="*/ 0 h 118800"/>
              <a:gd name="connsiteX0" fmla="*/ 0 w 2066400"/>
              <a:gd name="connsiteY0" fmla="*/ 118800 h 118800"/>
              <a:gd name="connsiteX1" fmla="*/ 0 w 2066400"/>
              <a:gd name="connsiteY1" fmla="*/ 0 h 118800"/>
              <a:gd name="connsiteX2" fmla="*/ 2066400 w 2066400"/>
              <a:gd name="connsiteY2" fmla="*/ 0 h 118800"/>
              <a:gd name="connsiteX0" fmla="*/ 0 w 2066400"/>
              <a:gd name="connsiteY0" fmla="*/ 0 h 0"/>
              <a:gd name="connsiteX1" fmla="*/ 2066400 w 2066400"/>
              <a:gd name="connsiteY1" fmla="*/ 0 h 0"/>
            </a:gdLst>
            <a:ahLst/>
            <a:cxnLst>
              <a:cxn ang="0">
                <a:pos x="connsiteX0" y="connsiteY0"/>
              </a:cxn>
              <a:cxn ang="0">
                <a:pos x="connsiteX1" y="connsiteY1"/>
              </a:cxn>
            </a:cxnLst>
            <a:rect l="l" t="t" r="r" b="b"/>
            <a:pathLst>
              <a:path w="2066400">
                <a:moveTo>
                  <a:pt x="0" y="0"/>
                </a:moveTo>
                <a:lnTo>
                  <a:pt x="2066400" y="0"/>
                </a:lnTo>
              </a:path>
            </a:pathLst>
          </a:custGeom>
          <a:ln w="15875">
            <a:solidFill>
              <a:schemeClr val="accent4"/>
            </a:solidFill>
            <a:tailEnd type="arrow" w="med" len="sm"/>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1" name="Text Placeholder 11">
            <a:extLst>
              <a:ext uri="{FF2B5EF4-FFF2-40B4-BE49-F238E27FC236}">
                <a16:creationId xmlns:a16="http://schemas.microsoft.com/office/drawing/2014/main" id="{116A6796-F195-444B-8CAF-9408872890E2}"/>
              </a:ext>
            </a:extLst>
          </p:cNvPr>
          <p:cNvSpPr>
            <a:spLocks noGrp="1"/>
          </p:cNvSpPr>
          <p:nvPr>
            <p:ph type="body" sz="quarter" idx="27" hasCustomPrompt="1"/>
          </p:nvPr>
        </p:nvSpPr>
        <p:spPr>
          <a:xfrm>
            <a:off x="331200"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2" name="Text Placeholder 11">
            <a:extLst>
              <a:ext uri="{FF2B5EF4-FFF2-40B4-BE49-F238E27FC236}">
                <a16:creationId xmlns:a16="http://schemas.microsoft.com/office/drawing/2014/main" id="{6A84518F-EB08-4F36-8400-95AB01D38109}"/>
              </a:ext>
            </a:extLst>
          </p:cNvPr>
          <p:cNvSpPr>
            <a:spLocks noGrp="1"/>
          </p:cNvSpPr>
          <p:nvPr>
            <p:ph type="body" sz="quarter" idx="28" hasCustomPrompt="1"/>
          </p:nvPr>
        </p:nvSpPr>
        <p:spPr>
          <a:xfrm>
            <a:off x="2724447"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3" name="Text Placeholder 11">
            <a:extLst>
              <a:ext uri="{FF2B5EF4-FFF2-40B4-BE49-F238E27FC236}">
                <a16:creationId xmlns:a16="http://schemas.microsoft.com/office/drawing/2014/main" id="{C503EA10-D1F3-4AA4-8CED-AEE30E121F6D}"/>
              </a:ext>
            </a:extLst>
          </p:cNvPr>
          <p:cNvSpPr>
            <a:spLocks noGrp="1"/>
          </p:cNvSpPr>
          <p:nvPr>
            <p:ph type="body" sz="quarter" idx="29" hasCustomPrompt="1"/>
          </p:nvPr>
        </p:nvSpPr>
        <p:spPr>
          <a:xfrm>
            <a:off x="5117694"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4" name="Text Placeholder 11">
            <a:extLst>
              <a:ext uri="{FF2B5EF4-FFF2-40B4-BE49-F238E27FC236}">
                <a16:creationId xmlns:a16="http://schemas.microsoft.com/office/drawing/2014/main" id="{DF438A3D-D3E1-4D5D-BA34-887EAEB9949A}"/>
              </a:ext>
            </a:extLst>
          </p:cNvPr>
          <p:cNvSpPr>
            <a:spLocks noGrp="1"/>
          </p:cNvSpPr>
          <p:nvPr>
            <p:ph type="body" sz="quarter" idx="30" hasCustomPrompt="1"/>
          </p:nvPr>
        </p:nvSpPr>
        <p:spPr>
          <a:xfrm>
            <a:off x="7510941"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5" name="Text Placeholder 11">
            <a:extLst>
              <a:ext uri="{FF2B5EF4-FFF2-40B4-BE49-F238E27FC236}">
                <a16:creationId xmlns:a16="http://schemas.microsoft.com/office/drawing/2014/main" id="{3EDD5930-9373-4D21-B203-C97F69292A19}"/>
              </a:ext>
            </a:extLst>
          </p:cNvPr>
          <p:cNvSpPr>
            <a:spLocks noGrp="1"/>
          </p:cNvSpPr>
          <p:nvPr>
            <p:ph type="body" sz="quarter" idx="31" hasCustomPrompt="1"/>
          </p:nvPr>
        </p:nvSpPr>
        <p:spPr>
          <a:xfrm>
            <a:off x="9904189"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1929600"/>
            <a:ext cx="1957975"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Text Placeholder 11">
            <a:extLst>
              <a:ext uri="{FF2B5EF4-FFF2-40B4-BE49-F238E27FC236}">
                <a16:creationId xmlns:a16="http://schemas.microsoft.com/office/drawing/2014/main" id="{5AE7A1D2-DAC3-46BE-AA9A-E1EB0825207A}"/>
              </a:ext>
            </a:extLst>
          </p:cNvPr>
          <p:cNvSpPr>
            <a:spLocks noGrp="1"/>
          </p:cNvSpPr>
          <p:nvPr>
            <p:ph type="body" sz="quarter" idx="17"/>
          </p:nvPr>
        </p:nvSpPr>
        <p:spPr>
          <a:xfrm>
            <a:off x="2724129"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Text Placeholder 11">
            <a:extLst>
              <a:ext uri="{FF2B5EF4-FFF2-40B4-BE49-F238E27FC236}">
                <a16:creationId xmlns:a16="http://schemas.microsoft.com/office/drawing/2014/main" id="{3CF0CC0E-6E4F-4BBB-AC3B-74E8C1262776}"/>
              </a:ext>
            </a:extLst>
          </p:cNvPr>
          <p:cNvSpPr>
            <a:spLocks noGrp="1"/>
          </p:cNvSpPr>
          <p:nvPr>
            <p:ph type="body" sz="quarter" idx="18"/>
          </p:nvPr>
        </p:nvSpPr>
        <p:spPr>
          <a:xfrm>
            <a:off x="5117484"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Text Placeholder 11">
            <a:extLst>
              <a:ext uri="{FF2B5EF4-FFF2-40B4-BE49-F238E27FC236}">
                <a16:creationId xmlns:a16="http://schemas.microsoft.com/office/drawing/2014/main" id="{F46DB502-496B-4374-80BE-F2A5D51992FE}"/>
              </a:ext>
            </a:extLst>
          </p:cNvPr>
          <p:cNvSpPr>
            <a:spLocks noGrp="1"/>
          </p:cNvSpPr>
          <p:nvPr>
            <p:ph type="body" sz="quarter" idx="19"/>
          </p:nvPr>
        </p:nvSpPr>
        <p:spPr>
          <a:xfrm>
            <a:off x="7510837"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Text Placeholder 11">
            <a:extLst>
              <a:ext uri="{FF2B5EF4-FFF2-40B4-BE49-F238E27FC236}">
                <a16:creationId xmlns:a16="http://schemas.microsoft.com/office/drawing/2014/main" id="{4B72E113-B74F-4C8D-B9C6-1799A1DAE158}"/>
              </a:ext>
            </a:extLst>
          </p:cNvPr>
          <p:cNvSpPr>
            <a:spLocks noGrp="1"/>
          </p:cNvSpPr>
          <p:nvPr>
            <p:ph type="body" sz="quarter" idx="20"/>
          </p:nvPr>
        </p:nvSpPr>
        <p:spPr>
          <a:xfrm>
            <a:off x="9904190"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5" name="Text Placeholder 11">
            <a:extLst>
              <a:ext uri="{FF2B5EF4-FFF2-40B4-BE49-F238E27FC236}">
                <a16:creationId xmlns:a16="http://schemas.microsoft.com/office/drawing/2014/main" id="{9AE4540D-5837-4887-82D2-ADB1E470A04C}"/>
              </a:ext>
            </a:extLst>
          </p:cNvPr>
          <p:cNvSpPr>
            <a:spLocks noGrp="1"/>
          </p:cNvSpPr>
          <p:nvPr>
            <p:ph type="body" sz="quarter" idx="21"/>
          </p:nvPr>
        </p:nvSpPr>
        <p:spPr>
          <a:xfrm>
            <a:off x="331201"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6" name="Text Placeholder 11">
            <a:extLst>
              <a:ext uri="{FF2B5EF4-FFF2-40B4-BE49-F238E27FC236}">
                <a16:creationId xmlns:a16="http://schemas.microsoft.com/office/drawing/2014/main" id="{441512B5-B055-451B-A63A-61AC3D27A779}"/>
              </a:ext>
            </a:extLst>
          </p:cNvPr>
          <p:cNvSpPr>
            <a:spLocks noGrp="1"/>
          </p:cNvSpPr>
          <p:nvPr>
            <p:ph type="body" sz="quarter" idx="22"/>
          </p:nvPr>
        </p:nvSpPr>
        <p:spPr>
          <a:xfrm>
            <a:off x="2724447"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7" name="Text Placeholder 11">
            <a:extLst>
              <a:ext uri="{FF2B5EF4-FFF2-40B4-BE49-F238E27FC236}">
                <a16:creationId xmlns:a16="http://schemas.microsoft.com/office/drawing/2014/main" id="{1272552C-9A92-45B5-9658-E0A7758AE5F7}"/>
              </a:ext>
            </a:extLst>
          </p:cNvPr>
          <p:cNvSpPr>
            <a:spLocks noGrp="1"/>
          </p:cNvSpPr>
          <p:nvPr>
            <p:ph type="body" sz="quarter" idx="23"/>
          </p:nvPr>
        </p:nvSpPr>
        <p:spPr>
          <a:xfrm>
            <a:off x="5117695"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8" name="Text Placeholder 11">
            <a:extLst>
              <a:ext uri="{FF2B5EF4-FFF2-40B4-BE49-F238E27FC236}">
                <a16:creationId xmlns:a16="http://schemas.microsoft.com/office/drawing/2014/main" id="{B93E5512-D171-4A0F-A84D-1429CB1B2404}"/>
              </a:ext>
            </a:extLst>
          </p:cNvPr>
          <p:cNvSpPr>
            <a:spLocks noGrp="1"/>
          </p:cNvSpPr>
          <p:nvPr>
            <p:ph type="body" sz="quarter" idx="24"/>
          </p:nvPr>
        </p:nvSpPr>
        <p:spPr>
          <a:xfrm>
            <a:off x="7510941"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9" name="Text Placeholder 11">
            <a:extLst>
              <a:ext uri="{FF2B5EF4-FFF2-40B4-BE49-F238E27FC236}">
                <a16:creationId xmlns:a16="http://schemas.microsoft.com/office/drawing/2014/main" id="{A19BB1C7-BB18-4D53-B7FD-0B43DE543E7B}"/>
              </a:ext>
            </a:extLst>
          </p:cNvPr>
          <p:cNvSpPr>
            <a:spLocks noGrp="1"/>
          </p:cNvSpPr>
          <p:nvPr>
            <p:ph type="body" sz="quarter" idx="25"/>
          </p:nvPr>
        </p:nvSpPr>
        <p:spPr>
          <a:xfrm>
            <a:off x="9904190"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4B7327F-B9B9-4FCD-9D42-CEC50A1073F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298627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imeline: seven text boxes &amp; heading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16E4824-0DBE-007D-7778-5967FB93A937}"/>
              </a:ext>
            </a:extLst>
          </p:cNvPr>
          <p:cNvGraphicFramePr>
            <a:graphicFrameLocks noChangeAspect="1"/>
          </p:cNvGraphicFramePr>
          <p:nvPr userDrawn="1">
            <p:custDataLst>
              <p:tags r:id="rId1"/>
            </p:custDataLst>
            <p:extLst>
              <p:ext uri="{D42A27DB-BD31-4B8C-83A1-F6EECF244321}">
                <p14:modId xmlns:p14="http://schemas.microsoft.com/office/powerpoint/2010/main" val="42191767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9" name="think-cell data - do not delete" hidden="1">
                        <a:extLst>
                          <a:ext uri="{FF2B5EF4-FFF2-40B4-BE49-F238E27FC236}">
                            <a16:creationId xmlns:a16="http://schemas.microsoft.com/office/drawing/2014/main" id="{A16E4824-0DBE-007D-7778-5967FB93A93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5" name="Text Placeholder 11">
            <a:extLst>
              <a:ext uri="{FF2B5EF4-FFF2-40B4-BE49-F238E27FC236}">
                <a16:creationId xmlns:a16="http://schemas.microsoft.com/office/drawing/2014/main" id="{9AE4540D-5837-4887-82D2-ADB1E470A04C}"/>
              </a:ext>
            </a:extLst>
          </p:cNvPr>
          <p:cNvSpPr>
            <a:spLocks noGrp="1"/>
          </p:cNvSpPr>
          <p:nvPr>
            <p:ph type="body" sz="quarter" idx="21"/>
          </p:nvPr>
        </p:nvSpPr>
        <p:spPr>
          <a:xfrm>
            <a:off x="3312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6" name="Text Placeholder 11">
            <a:extLst>
              <a:ext uri="{FF2B5EF4-FFF2-40B4-BE49-F238E27FC236}">
                <a16:creationId xmlns:a16="http://schemas.microsoft.com/office/drawing/2014/main" id="{441512B5-B055-451B-A63A-61AC3D27A779}"/>
              </a:ext>
            </a:extLst>
          </p:cNvPr>
          <p:cNvSpPr>
            <a:spLocks noGrp="1"/>
          </p:cNvSpPr>
          <p:nvPr>
            <p:ph type="body" sz="quarter" idx="22"/>
          </p:nvPr>
        </p:nvSpPr>
        <p:spPr>
          <a:xfrm>
            <a:off x="19806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7" name="Text Placeholder 11">
            <a:extLst>
              <a:ext uri="{FF2B5EF4-FFF2-40B4-BE49-F238E27FC236}">
                <a16:creationId xmlns:a16="http://schemas.microsoft.com/office/drawing/2014/main" id="{1272552C-9A92-45B5-9658-E0A7758AE5F7}"/>
              </a:ext>
            </a:extLst>
          </p:cNvPr>
          <p:cNvSpPr>
            <a:spLocks noGrp="1"/>
          </p:cNvSpPr>
          <p:nvPr>
            <p:ph type="body" sz="quarter" idx="23"/>
          </p:nvPr>
        </p:nvSpPr>
        <p:spPr>
          <a:xfrm>
            <a:off x="3630001"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8" name="Text Placeholder 11">
            <a:extLst>
              <a:ext uri="{FF2B5EF4-FFF2-40B4-BE49-F238E27FC236}">
                <a16:creationId xmlns:a16="http://schemas.microsoft.com/office/drawing/2014/main" id="{B93E5512-D171-4A0F-A84D-1429CB1B2404}"/>
              </a:ext>
            </a:extLst>
          </p:cNvPr>
          <p:cNvSpPr>
            <a:spLocks noGrp="1"/>
          </p:cNvSpPr>
          <p:nvPr>
            <p:ph type="body" sz="quarter" idx="24"/>
          </p:nvPr>
        </p:nvSpPr>
        <p:spPr>
          <a:xfrm>
            <a:off x="5279401"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9" name="Text Placeholder 11">
            <a:extLst>
              <a:ext uri="{FF2B5EF4-FFF2-40B4-BE49-F238E27FC236}">
                <a16:creationId xmlns:a16="http://schemas.microsoft.com/office/drawing/2014/main" id="{A19BB1C7-BB18-4D53-B7FD-0B43DE543E7B}"/>
              </a:ext>
            </a:extLst>
          </p:cNvPr>
          <p:cNvSpPr>
            <a:spLocks noGrp="1"/>
          </p:cNvSpPr>
          <p:nvPr>
            <p:ph type="body" sz="quarter" idx="25"/>
          </p:nvPr>
        </p:nvSpPr>
        <p:spPr>
          <a:xfrm>
            <a:off x="69288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7" name="Text Placeholder 11">
            <a:extLst>
              <a:ext uri="{FF2B5EF4-FFF2-40B4-BE49-F238E27FC236}">
                <a16:creationId xmlns:a16="http://schemas.microsoft.com/office/drawing/2014/main" id="{6189B57F-C66A-4C80-8E4E-09199BDEEA46}"/>
              </a:ext>
            </a:extLst>
          </p:cNvPr>
          <p:cNvSpPr>
            <a:spLocks noGrp="1"/>
          </p:cNvSpPr>
          <p:nvPr>
            <p:ph type="body" sz="quarter" idx="27"/>
          </p:nvPr>
        </p:nvSpPr>
        <p:spPr>
          <a:xfrm>
            <a:off x="8578201"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9" name="Text Placeholder 11">
            <a:extLst>
              <a:ext uri="{FF2B5EF4-FFF2-40B4-BE49-F238E27FC236}">
                <a16:creationId xmlns:a16="http://schemas.microsoft.com/office/drawing/2014/main" id="{6FC8D2EC-39D1-4154-8306-67F231081AD5}"/>
              </a:ext>
            </a:extLst>
          </p:cNvPr>
          <p:cNvSpPr>
            <a:spLocks noGrp="1"/>
          </p:cNvSpPr>
          <p:nvPr>
            <p:ph type="body" sz="quarter" idx="29"/>
          </p:nvPr>
        </p:nvSpPr>
        <p:spPr>
          <a:xfrm>
            <a:off x="10227601"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0" name="Text Placeholder 11">
            <a:extLst>
              <a:ext uri="{FF2B5EF4-FFF2-40B4-BE49-F238E27FC236}">
                <a16:creationId xmlns:a16="http://schemas.microsoft.com/office/drawing/2014/main" id="{A4C85EBA-3628-4B96-A145-783BC7DB5012}"/>
              </a:ext>
            </a:extLst>
          </p:cNvPr>
          <p:cNvSpPr>
            <a:spLocks noGrp="1"/>
          </p:cNvSpPr>
          <p:nvPr>
            <p:ph type="body" sz="quarter" idx="30" hasCustomPrompt="1"/>
          </p:nvPr>
        </p:nvSpPr>
        <p:spPr bwMode="gray">
          <a:xfrm>
            <a:off x="338400" y="5227200"/>
            <a:ext cx="11520000" cy="0"/>
          </a:xfrm>
          <a:custGeom>
            <a:avLst/>
            <a:gdLst>
              <a:gd name="connsiteX0" fmla="*/ 0 w 11520000"/>
              <a:gd name="connsiteY0" fmla="*/ 0 h 392400"/>
              <a:gd name="connsiteX1" fmla="*/ 11520000 w 11520000"/>
              <a:gd name="connsiteY1" fmla="*/ 0 h 392400"/>
              <a:gd name="connsiteX2" fmla="*/ 11520000 w 11520000"/>
              <a:gd name="connsiteY2" fmla="*/ 392400 h 392400"/>
              <a:gd name="connsiteX3" fmla="*/ 0 w 11520000"/>
              <a:gd name="connsiteY3" fmla="*/ 392400 h 392400"/>
              <a:gd name="connsiteX4" fmla="*/ 0 w 11520000"/>
              <a:gd name="connsiteY4" fmla="*/ 0 h 392400"/>
              <a:gd name="connsiteX0" fmla="*/ 11520000 w 11611440"/>
              <a:gd name="connsiteY0" fmla="*/ 392400 h 483840"/>
              <a:gd name="connsiteX1" fmla="*/ 0 w 11611440"/>
              <a:gd name="connsiteY1" fmla="*/ 392400 h 483840"/>
              <a:gd name="connsiteX2" fmla="*/ 0 w 11611440"/>
              <a:gd name="connsiteY2" fmla="*/ 0 h 483840"/>
              <a:gd name="connsiteX3" fmla="*/ 11520000 w 11611440"/>
              <a:gd name="connsiteY3" fmla="*/ 0 h 483840"/>
              <a:gd name="connsiteX4" fmla="*/ 11611440 w 11611440"/>
              <a:gd name="connsiteY4" fmla="*/ 483840 h 483840"/>
              <a:gd name="connsiteX0" fmla="*/ 11520000 w 11520000"/>
              <a:gd name="connsiteY0" fmla="*/ 392400 h 392400"/>
              <a:gd name="connsiteX1" fmla="*/ 0 w 11520000"/>
              <a:gd name="connsiteY1" fmla="*/ 392400 h 392400"/>
              <a:gd name="connsiteX2" fmla="*/ 0 w 11520000"/>
              <a:gd name="connsiteY2" fmla="*/ 0 h 392400"/>
              <a:gd name="connsiteX3" fmla="*/ 11520000 w 11520000"/>
              <a:gd name="connsiteY3" fmla="*/ 0 h 392400"/>
              <a:gd name="connsiteX0" fmla="*/ 0 w 11520000"/>
              <a:gd name="connsiteY0" fmla="*/ 392400 h 392400"/>
              <a:gd name="connsiteX1" fmla="*/ 0 w 11520000"/>
              <a:gd name="connsiteY1" fmla="*/ 0 h 392400"/>
              <a:gd name="connsiteX2" fmla="*/ 11520000 w 11520000"/>
              <a:gd name="connsiteY2" fmla="*/ 0 h 392400"/>
              <a:gd name="connsiteX0" fmla="*/ 0 w 11520000"/>
              <a:gd name="connsiteY0" fmla="*/ 0 h 0"/>
              <a:gd name="connsiteX1" fmla="*/ 11520000 w 11520000"/>
              <a:gd name="connsiteY1" fmla="*/ 0 h 0"/>
            </a:gdLst>
            <a:ahLst/>
            <a:cxnLst>
              <a:cxn ang="0">
                <a:pos x="connsiteX0" y="connsiteY0"/>
              </a:cxn>
              <a:cxn ang="0">
                <a:pos x="connsiteX1" y="connsiteY1"/>
              </a:cxn>
            </a:cxnLst>
            <a:rect l="l" t="t" r="r" b="b"/>
            <a:pathLst>
              <a:path w="11520000">
                <a:moveTo>
                  <a:pt x="0" y="0"/>
                </a:moveTo>
                <a:lnTo>
                  <a:pt x="11520000" y="0"/>
                </a:lnTo>
              </a:path>
            </a:pathLst>
          </a:custGeom>
          <a:ln w="15875">
            <a:solidFill>
              <a:schemeClr val="accent4"/>
            </a:solidFill>
            <a:tailEnd type="arrow" w="med" len="sm"/>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1" name="Text Placeholder 11">
            <a:extLst>
              <a:ext uri="{FF2B5EF4-FFF2-40B4-BE49-F238E27FC236}">
                <a16:creationId xmlns:a16="http://schemas.microsoft.com/office/drawing/2014/main" id="{24B2DA46-341A-4D4F-9970-F7FCB405515D}"/>
              </a:ext>
            </a:extLst>
          </p:cNvPr>
          <p:cNvSpPr>
            <a:spLocks noGrp="1"/>
          </p:cNvSpPr>
          <p:nvPr>
            <p:ph type="body" sz="quarter" idx="31" hasCustomPrompt="1"/>
          </p:nvPr>
        </p:nvSpPr>
        <p:spPr>
          <a:xfrm>
            <a:off x="3348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2" name="Text Placeholder 11">
            <a:extLst>
              <a:ext uri="{FF2B5EF4-FFF2-40B4-BE49-F238E27FC236}">
                <a16:creationId xmlns:a16="http://schemas.microsoft.com/office/drawing/2014/main" id="{EED18986-BEAB-4E6C-81DE-64316E13BD03}"/>
              </a:ext>
            </a:extLst>
          </p:cNvPr>
          <p:cNvSpPr>
            <a:spLocks noGrp="1"/>
          </p:cNvSpPr>
          <p:nvPr>
            <p:ph type="body" sz="quarter" idx="32" hasCustomPrompt="1"/>
          </p:nvPr>
        </p:nvSpPr>
        <p:spPr>
          <a:xfrm>
            <a:off x="19836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3" name="Text Placeholder 11">
            <a:extLst>
              <a:ext uri="{FF2B5EF4-FFF2-40B4-BE49-F238E27FC236}">
                <a16:creationId xmlns:a16="http://schemas.microsoft.com/office/drawing/2014/main" id="{DAF1745E-D93E-4B2F-BF38-5CD3330E0402}"/>
              </a:ext>
            </a:extLst>
          </p:cNvPr>
          <p:cNvSpPr>
            <a:spLocks noGrp="1"/>
          </p:cNvSpPr>
          <p:nvPr>
            <p:ph type="body" sz="quarter" idx="33" hasCustomPrompt="1"/>
          </p:nvPr>
        </p:nvSpPr>
        <p:spPr>
          <a:xfrm>
            <a:off x="36324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4" name="Text Placeholder 11">
            <a:extLst>
              <a:ext uri="{FF2B5EF4-FFF2-40B4-BE49-F238E27FC236}">
                <a16:creationId xmlns:a16="http://schemas.microsoft.com/office/drawing/2014/main" id="{429D6633-25A8-4FC0-B518-3616DF6C6530}"/>
              </a:ext>
            </a:extLst>
          </p:cNvPr>
          <p:cNvSpPr>
            <a:spLocks noGrp="1"/>
          </p:cNvSpPr>
          <p:nvPr>
            <p:ph type="body" sz="quarter" idx="34" hasCustomPrompt="1"/>
          </p:nvPr>
        </p:nvSpPr>
        <p:spPr>
          <a:xfrm>
            <a:off x="52812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5" name="Text Placeholder 11">
            <a:extLst>
              <a:ext uri="{FF2B5EF4-FFF2-40B4-BE49-F238E27FC236}">
                <a16:creationId xmlns:a16="http://schemas.microsoft.com/office/drawing/2014/main" id="{ACF9310C-4C08-4791-82FA-D88032731F32}"/>
              </a:ext>
            </a:extLst>
          </p:cNvPr>
          <p:cNvSpPr>
            <a:spLocks noGrp="1"/>
          </p:cNvSpPr>
          <p:nvPr>
            <p:ph type="body" sz="quarter" idx="35" hasCustomPrompt="1"/>
          </p:nvPr>
        </p:nvSpPr>
        <p:spPr>
          <a:xfrm>
            <a:off x="69300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6" name="Text Placeholder 11">
            <a:extLst>
              <a:ext uri="{FF2B5EF4-FFF2-40B4-BE49-F238E27FC236}">
                <a16:creationId xmlns:a16="http://schemas.microsoft.com/office/drawing/2014/main" id="{190FAD99-82FB-4521-87C2-193E1163DE9E}"/>
              </a:ext>
            </a:extLst>
          </p:cNvPr>
          <p:cNvSpPr>
            <a:spLocks noGrp="1"/>
          </p:cNvSpPr>
          <p:nvPr>
            <p:ph type="body" sz="quarter" idx="36" hasCustomPrompt="1"/>
          </p:nvPr>
        </p:nvSpPr>
        <p:spPr>
          <a:xfrm>
            <a:off x="85788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7" name="Text Placeholder 11">
            <a:extLst>
              <a:ext uri="{FF2B5EF4-FFF2-40B4-BE49-F238E27FC236}">
                <a16:creationId xmlns:a16="http://schemas.microsoft.com/office/drawing/2014/main" id="{70230B34-0C99-4086-AE59-3593C6921A24}"/>
              </a:ext>
            </a:extLst>
          </p:cNvPr>
          <p:cNvSpPr>
            <a:spLocks noGrp="1"/>
          </p:cNvSpPr>
          <p:nvPr>
            <p:ph type="body" sz="quarter" idx="37" hasCustomPrompt="1"/>
          </p:nvPr>
        </p:nvSpPr>
        <p:spPr>
          <a:xfrm>
            <a:off x="102276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1916102"/>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Text Placeholder 11">
            <a:extLst>
              <a:ext uri="{FF2B5EF4-FFF2-40B4-BE49-F238E27FC236}">
                <a16:creationId xmlns:a16="http://schemas.microsoft.com/office/drawing/2014/main" id="{5AE7A1D2-DAC3-46BE-AA9A-E1EB0825207A}"/>
              </a:ext>
            </a:extLst>
          </p:cNvPr>
          <p:cNvSpPr>
            <a:spLocks noGrp="1"/>
          </p:cNvSpPr>
          <p:nvPr>
            <p:ph type="body" sz="quarter" idx="17"/>
          </p:nvPr>
        </p:nvSpPr>
        <p:spPr>
          <a:xfrm>
            <a:off x="1980600" y="1916102"/>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Text Placeholder 11">
            <a:extLst>
              <a:ext uri="{FF2B5EF4-FFF2-40B4-BE49-F238E27FC236}">
                <a16:creationId xmlns:a16="http://schemas.microsoft.com/office/drawing/2014/main" id="{3CF0CC0E-6E4F-4BBB-AC3B-74E8C1262776}"/>
              </a:ext>
            </a:extLst>
          </p:cNvPr>
          <p:cNvSpPr>
            <a:spLocks noGrp="1"/>
          </p:cNvSpPr>
          <p:nvPr>
            <p:ph type="body" sz="quarter" idx="18"/>
          </p:nvPr>
        </p:nvSpPr>
        <p:spPr>
          <a:xfrm>
            <a:off x="3630001"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3" name="Text Placeholder 11">
            <a:extLst>
              <a:ext uri="{FF2B5EF4-FFF2-40B4-BE49-F238E27FC236}">
                <a16:creationId xmlns:a16="http://schemas.microsoft.com/office/drawing/2014/main" id="{F46DB502-496B-4374-80BE-F2A5D51992FE}"/>
              </a:ext>
            </a:extLst>
          </p:cNvPr>
          <p:cNvSpPr>
            <a:spLocks noGrp="1"/>
          </p:cNvSpPr>
          <p:nvPr>
            <p:ph type="body" sz="quarter" idx="19"/>
          </p:nvPr>
        </p:nvSpPr>
        <p:spPr>
          <a:xfrm>
            <a:off x="5279401"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4" name="Text Placeholder 11">
            <a:extLst>
              <a:ext uri="{FF2B5EF4-FFF2-40B4-BE49-F238E27FC236}">
                <a16:creationId xmlns:a16="http://schemas.microsoft.com/office/drawing/2014/main" id="{4B72E113-B74F-4C8D-B9C6-1799A1DAE158}"/>
              </a:ext>
            </a:extLst>
          </p:cNvPr>
          <p:cNvSpPr>
            <a:spLocks noGrp="1"/>
          </p:cNvSpPr>
          <p:nvPr>
            <p:ph type="body" sz="quarter" idx="20"/>
          </p:nvPr>
        </p:nvSpPr>
        <p:spPr>
          <a:xfrm>
            <a:off x="69288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6" name="Text Placeholder 11">
            <a:extLst>
              <a:ext uri="{FF2B5EF4-FFF2-40B4-BE49-F238E27FC236}">
                <a16:creationId xmlns:a16="http://schemas.microsoft.com/office/drawing/2014/main" id="{FE86579E-E5FB-4B48-A02E-380334B3B7D7}"/>
              </a:ext>
            </a:extLst>
          </p:cNvPr>
          <p:cNvSpPr>
            <a:spLocks noGrp="1"/>
          </p:cNvSpPr>
          <p:nvPr>
            <p:ph type="body" sz="quarter" idx="26"/>
          </p:nvPr>
        </p:nvSpPr>
        <p:spPr>
          <a:xfrm>
            <a:off x="8578201"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8" name="Text Placeholder 11">
            <a:extLst>
              <a:ext uri="{FF2B5EF4-FFF2-40B4-BE49-F238E27FC236}">
                <a16:creationId xmlns:a16="http://schemas.microsoft.com/office/drawing/2014/main" id="{4FB5AF6E-663D-4AEE-B328-405A089F5CCF}"/>
              </a:ext>
            </a:extLst>
          </p:cNvPr>
          <p:cNvSpPr>
            <a:spLocks noGrp="1"/>
          </p:cNvSpPr>
          <p:nvPr>
            <p:ph type="body" sz="quarter" idx="28"/>
          </p:nvPr>
        </p:nvSpPr>
        <p:spPr>
          <a:xfrm>
            <a:off x="10227601"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B798486-D620-4807-AC6D-3BD811E629F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641884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imeline: five icons &amp; text boxe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6BD9EAD-B72B-2FA9-4DE9-DC0BC9E83C93}"/>
              </a:ext>
            </a:extLst>
          </p:cNvPr>
          <p:cNvGraphicFramePr>
            <a:graphicFrameLocks noChangeAspect="1"/>
          </p:cNvGraphicFramePr>
          <p:nvPr userDrawn="1">
            <p:custDataLst>
              <p:tags r:id="rId1"/>
            </p:custDataLst>
            <p:extLst>
              <p:ext uri="{D42A27DB-BD31-4B8C-83A1-F6EECF244321}">
                <p14:modId xmlns:p14="http://schemas.microsoft.com/office/powerpoint/2010/main" val="7410461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9" name="think-cell data - do not delete" hidden="1">
                        <a:extLst>
                          <a:ext uri="{FF2B5EF4-FFF2-40B4-BE49-F238E27FC236}">
                            <a16:creationId xmlns:a16="http://schemas.microsoft.com/office/drawing/2014/main" id="{A6BD9EAD-B72B-2FA9-4DE9-DC0BC9E83C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67200" y="26280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2707200" y="2628000"/>
            <a:ext cx="457200" cy="457200"/>
          </a:xfrm>
        </p:spPr>
        <p:txBody>
          <a:bodyPr lIns="0" tIns="0" rIns="0" bIns="0"/>
          <a:lstStyle>
            <a:lvl1pPr algn="ctr">
              <a:defRPr sz="700" b="1"/>
            </a:lvl1pPr>
          </a:lstStyle>
          <a:p>
            <a:r>
              <a:rPr lang="en-US" noProof="0"/>
              <a:t>Please add icon</a:t>
            </a:r>
            <a:endParaRPr lang="en-US"/>
          </a:p>
        </p:txBody>
      </p:sp>
      <p:sp>
        <p:nvSpPr>
          <p:cNvPr id="1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5047200" y="2628000"/>
            <a:ext cx="457200" cy="457200"/>
          </a:xfrm>
        </p:spPr>
        <p:txBody>
          <a:bodyPr lIns="0" tIns="0" rIns="0" bIns="0"/>
          <a:lstStyle>
            <a:lvl1pPr algn="ctr">
              <a:defRPr sz="700" b="1"/>
            </a:lvl1pPr>
          </a:lstStyle>
          <a:p>
            <a:r>
              <a:rPr lang="en-US" noProof="0"/>
              <a:t>Please add icon</a:t>
            </a:r>
            <a:endParaRPr lang="en-US"/>
          </a:p>
        </p:txBody>
      </p:sp>
      <p:sp>
        <p:nvSpPr>
          <p:cNvPr id="16"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7387200" y="2628000"/>
            <a:ext cx="457200" cy="457200"/>
          </a:xfrm>
        </p:spPr>
        <p:txBody>
          <a:bodyPr lIns="0" tIns="0" rIns="0" bIns="0"/>
          <a:lstStyle>
            <a:lvl1pPr algn="ctr">
              <a:defRPr sz="700" b="1"/>
            </a:lvl1pPr>
          </a:lstStyle>
          <a:p>
            <a:r>
              <a:rPr lang="en-US" noProof="0"/>
              <a:t>Please add icon</a:t>
            </a:r>
            <a:endParaRPr lang="en-US"/>
          </a:p>
        </p:txBody>
      </p:sp>
      <p:sp>
        <p:nvSpPr>
          <p:cNvPr id="18"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9727200" y="2628000"/>
            <a:ext cx="457200" cy="457200"/>
          </a:xfrm>
        </p:spPr>
        <p:txBody>
          <a:bodyPr lIns="0" tIns="0" rIns="0" bIns="0"/>
          <a:lstStyle>
            <a:lvl1pPr algn="ctr">
              <a:defRPr sz="700" b="1"/>
            </a:lvl1pPr>
          </a:lstStyle>
          <a:p>
            <a:r>
              <a:rPr lang="en-US" noProof="0"/>
              <a:t>Please add icon</a:t>
            </a:r>
            <a:endParaRPr lang="en-US"/>
          </a:p>
        </p:txBody>
      </p:sp>
      <p:sp>
        <p:nvSpPr>
          <p:cNvPr id="22" name="Text Placeholder 11">
            <a:extLst>
              <a:ext uri="{FF2B5EF4-FFF2-40B4-BE49-F238E27FC236}">
                <a16:creationId xmlns:a16="http://schemas.microsoft.com/office/drawing/2014/main" id="{5CE67186-CCF3-4DDD-89EF-CB4B536BBBF0}"/>
              </a:ext>
            </a:extLst>
          </p:cNvPr>
          <p:cNvSpPr>
            <a:spLocks noGrp="1"/>
          </p:cNvSpPr>
          <p:nvPr>
            <p:ph type="body" sz="quarter" idx="26"/>
          </p:nvPr>
        </p:nvSpPr>
        <p:spPr bwMode="gray">
          <a:xfrm>
            <a:off x="594000" y="3258000"/>
            <a:ext cx="11264400" cy="0"/>
          </a:xfrm>
          <a:custGeom>
            <a:avLst/>
            <a:gdLst>
              <a:gd name="connsiteX0" fmla="*/ 0 w 7652632"/>
              <a:gd name="connsiteY0" fmla="*/ 0 h 174512"/>
              <a:gd name="connsiteX1" fmla="*/ 7652632 w 7652632"/>
              <a:gd name="connsiteY1" fmla="*/ 0 h 174512"/>
              <a:gd name="connsiteX2" fmla="*/ 7652632 w 7652632"/>
              <a:gd name="connsiteY2" fmla="*/ 174512 h 174512"/>
              <a:gd name="connsiteX3" fmla="*/ 0 w 7652632"/>
              <a:gd name="connsiteY3" fmla="*/ 174512 h 174512"/>
              <a:gd name="connsiteX4" fmla="*/ 0 w 7652632"/>
              <a:gd name="connsiteY4" fmla="*/ 0 h 174512"/>
              <a:gd name="connsiteX0" fmla="*/ 0 w 7652632"/>
              <a:gd name="connsiteY0" fmla="*/ 174512 h 265952"/>
              <a:gd name="connsiteX1" fmla="*/ 0 w 7652632"/>
              <a:gd name="connsiteY1" fmla="*/ 0 h 265952"/>
              <a:gd name="connsiteX2" fmla="*/ 7652632 w 7652632"/>
              <a:gd name="connsiteY2" fmla="*/ 0 h 265952"/>
              <a:gd name="connsiteX3" fmla="*/ 7652632 w 7652632"/>
              <a:gd name="connsiteY3" fmla="*/ 174512 h 265952"/>
              <a:gd name="connsiteX4" fmla="*/ 91440 w 7652632"/>
              <a:gd name="connsiteY4" fmla="*/ 265952 h 265952"/>
              <a:gd name="connsiteX0" fmla="*/ 0 w 7652632"/>
              <a:gd name="connsiteY0" fmla="*/ 174512 h 174512"/>
              <a:gd name="connsiteX1" fmla="*/ 0 w 7652632"/>
              <a:gd name="connsiteY1" fmla="*/ 0 h 174512"/>
              <a:gd name="connsiteX2" fmla="*/ 7652632 w 7652632"/>
              <a:gd name="connsiteY2" fmla="*/ 0 h 174512"/>
              <a:gd name="connsiteX3" fmla="*/ 7652632 w 7652632"/>
              <a:gd name="connsiteY3" fmla="*/ 174512 h 174512"/>
              <a:gd name="connsiteX0" fmla="*/ 0 w 7652632"/>
              <a:gd name="connsiteY0" fmla="*/ 0 h 174512"/>
              <a:gd name="connsiteX1" fmla="*/ 7652632 w 7652632"/>
              <a:gd name="connsiteY1" fmla="*/ 0 h 174512"/>
              <a:gd name="connsiteX2" fmla="*/ 7652632 w 7652632"/>
              <a:gd name="connsiteY2" fmla="*/ 174512 h 174512"/>
              <a:gd name="connsiteX0" fmla="*/ 0 w 7652632"/>
              <a:gd name="connsiteY0" fmla="*/ 0 h 0"/>
              <a:gd name="connsiteX1" fmla="*/ 7652632 w 7652632"/>
              <a:gd name="connsiteY1" fmla="*/ 0 h 0"/>
            </a:gdLst>
            <a:ahLst/>
            <a:cxnLst>
              <a:cxn ang="0">
                <a:pos x="connsiteX0" y="connsiteY0"/>
              </a:cxn>
              <a:cxn ang="0">
                <a:pos x="connsiteX1" y="connsiteY1"/>
              </a:cxn>
            </a:cxnLst>
            <a:rect l="l" t="t" r="r" b="b"/>
            <a:pathLst>
              <a:path w="7652632">
                <a:moveTo>
                  <a:pt x="0" y="0"/>
                </a:moveTo>
                <a:lnTo>
                  <a:pt x="7652632" y="0"/>
                </a:lnTo>
              </a:path>
            </a:pathLst>
          </a:custGeom>
          <a:ln w="15875">
            <a:solidFill>
              <a:schemeClr val="accent4"/>
            </a:solidFill>
            <a:tailEnd type="arrow" w="med" len="sm"/>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3" name="Text Placeholder 11">
            <a:extLst>
              <a:ext uri="{FF2B5EF4-FFF2-40B4-BE49-F238E27FC236}">
                <a16:creationId xmlns:a16="http://schemas.microsoft.com/office/drawing/2014/main" id="{976CC6DF-7551-4B6C-A618-D58E9805CE92}"/>
              </a:ext>
            </a:extLst>
          </p:cNvPr>
          <p:cNvSpPr>
            <a:spLocks noGrp="1"/>
          </p:cNvSpPr>
          <p:nvPr>
            <p:ph type="body" sz="quarter" idx="27"/>
          </p:nvPr>
        </p:nvSpPr>
        <p:spPr>
          <a:xfrm>
            <a:off x="54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4" name="Text Placeholder 11">
            <a:extLst>
              <a:ext uri="{FF2B5EF4-FFF2-40B4-BE49-F238E27FC236}">
                <a16:creationId xmlns:a16="http://schemas.microsoft.com/office/drawing/2014/main" id="{55E7D41C-3046-4F7E-8B69-F4C83361509F}"/>
              </a:ext>
            </a:extLst>
          </p:cNvPr>
          <p:cNvSpPr>
            <a:spLocks noGrp="1"/>
          </p:cNvSpPr>
          <p:nvPr>
            <p:ph type="body" sz="quarter" idx="28"/>
          </p:nvPr>
        </p:nvSpPr>
        <p:spPr>
          <a:xfrm>
            <a:off x="288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Text Placeholder 11">
            <a:extLst>
              <a:ext uri="{FF2B5EF4-FFF2-40B4-BE49-F238E27FC236}">
                <a16:creationId xmlns:a16="http://schemas.microsoft.com/office/drawing/2014/main" id="{DAC75856-6BC0-4D21-AF0C-407CC2A03047}"/>
              </a:ext>
            </a:extLst>
          </p:cNvPr>
          <p:cNvSpPr>
            <a:spLocks noGrp="1"/>
          </p:cNvSpPr>
          <p:nvPr>
            <p:ph type="body" sz="quarter" idx="29"/>
          </p:nvPr>
        </p:nvSpPr>
        <p:spPr>
          <a:xfrm>
            <a:off x="522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Text Placeholder 11">
            <a:extLst>
              <a:ext uri="{FF2B5EF4-FFF2-40B4-BE49-F238E27FC236}">
                <a16:creationId xmlns:a16="http://schemas.microsoft.com/office/drawing/2014/main" id="{ECF624F4-7D6E-415F-B67F-32ED309EB60C}"/>
              </a:ext>
            </a:extLst>
          </p:cNvPr>
          <p:cNvSpPr>
            <a:spLocks noGrp="1"/>
          </p:cNvSpPr>
          <p:nvPr>
            <p:ph type="body" sz="quarter" idx="30"/>
          </p:nvPr>
        </p:nvSpPr>
        <p:spPr>
          <a:xfrm>
            <a:off x="756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Text Placeholder 11">
            <a:extLst>
              <a:ext uri="{FF2B5EF4-FFF2-40B4-BE49-F238E27FC236}">
                <a16:creationId xmlns:a16="http://schemas.microsoft.com/office/drawing/2014/main" id="{EB82237B-1203-4191-BF1A-5B4068747CF6}"/>
              </a:ext>
            </a:extLst>
          </p:cNvPr>
          <p:cNvSpPr>
            <a:spLocks noGrp="1"/>
          </p:cNvSpPr>
          <p:nvPr>
            <p:ph type="body" sz="quarter" idx="31"/>
          </p:nvPr>
        </p:nvSpPr>
        <p:spPr>
          <a:xfrm>
            <a:off x="990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54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3"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2883601"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5"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522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7"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7563601"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9"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990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58D6B7A-9754-4804-8F5A-2118F4CADF5E}"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670837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imeline: eight icons &amp; text boxe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D1B2B44-13EF-BEED-318D-D66D1045536F}"/>
              </a:ext>
            </a:extLst>
          </p:cNvPr>
          <p:cNvGraphicFramePr>
            <a:graphicFrameLocks noChangeAspect="1"/>
          </p:cNvGraphicFramePr>
          <p:nvPr userDrawn="1">
            <p:custDataLst>
              <p:tags r:id="rId1"/>
            </p:custDataLst>
            <p:extLst>
              <p:ext uri="{D42A27DB-BD31-4B8C-83A1-F6EECF244321}">
                <p14:modId xmlns:p14="http://schemas.microsoft.com/office/powerpoint/2010/main" val="2572086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9" name="think-cell data - do not delete" hidden="1">
                        <a:extLst>
                          <a:ext uri="{FF2B5EF4-FFF2-40B4-BE49-F238E27FC236}">
                            <a16:creationId xmlns:a16="http://schemas.microsoft.com/office/drawing/2014/main" id="{1D1B2B44-13EF-BEED-318D-D66D104553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11">
            <a:extLst>
              <a:ext uri="{FF2B5EF4-FFF2-40B4-BE49-F238E27FC236}">
                <a16:creationId xmlns:a16="http://schemas.microsoft.com/office/drawing/2014/main" id="{9F115F95-ABE8-402C-A02F-266D5B211E49}"/>
              </a:ext>
            </a:extLst>
          </p:cNvPr>
          <p:cNvSpPr>
            <a:spLocks noGrp="1"/>
          </p:cNvSpPr>
          <p:nvPr>
            <p:ph type="body" sz="quarter" idx="32"/>
          </p:nvPr>
        </p:nvSpPr>
        <p:spPr bwMode="gray">
          <a:xfrm>
            <a:off x="558000" y="3258000"/>
            <a:ext cx="11296800" cy="0"/>
          </a:xfrm>
          <a:custGeom>
            <a:avLst/>
            <a:gdLst>
              <a:gd name="connsiteX0" fmla="*/ 0 w 1152000"/>
              <a:gd name="connsiteY0" fmla="*/ 0 h 93031"/>
              <a:gd name="connsiteX1" fmla="*/ 1152000 w 1152000"/>
              <a:gd name="connsiteY1" fmla="*/ 0 h 93031"/>
              <a:gd name="connsiteX2" fmla="*/ 1152000 w 1152000"/>
              <a:gd name="connsiteY2" fmla="*/ 93031 h 93031"/>
              <a:gd name="connsiteX3" fmla="*/ 0 w 1152000"/>
              <a:gd name="connsiteY3" fmla="*/ 93031 h 93031"/>
              <a:gd name="connsiteX4" fmla="*/ 0 w 1152000"/>
              <a:gd name="connsiteY4" fmla="*/ 0 h 93031"/>
              <a:gd name="connsiteX0" fmla="*/ 1152000 w 1243440"/>
              <a:gd name="connsiteY0" fmla="*/ 93031 h 184471"/>
              <a:gd name="connsiteX1" fmla="*/ 0 w 1243440"/>
              <a:gd name="connsiteY1" fmla="*/ 93031 h 184471"/>
              <a:gd name="connsiteX2" fmla="*/ 0 w 1243440"/>
              <a:gd name="connsiteY2" fmla="*/ 0 h 184471"/>
              <a:gd name="connsiteX3" fmla="*/ 1152000 w 1243440"/>
              <a:gd name="connsiteY3" fmla="*/ 0 h 184471"/>
              <a:gd name="connsiteX4" fmla="*/ 1243440 w 1243440"/>
              <a:gd name="connsiteY4" fmla="*/ 184471 h 184471"/>
              <a:gd name="connsiteX0" fmla="*/ 1152000 w 1152000"/>
              <a:gd name="connsiteY0" fmla="*/ 93031 h 93031"/>
              <a:gd name="connsiteX1" fmla="*/ 0 w 1152000"/>
              <a:gd name="connsiteY1" fmla="*/ 93031 h 93031"/>
              <a:gd name="connsiteX2" fmla="*/ 0 w 1152000"/>
              <a:gd name="connsiteY2" fmla="*/ 0 h 93031"/>
              <a:gd name="connsiteX3" fmla="*/ 1152000 w 1152000"/>
              <a:gd name="connsiteY3" fmla="*/ 0 h 93031"/>
              <a:gd name="connsiteX0" fmla="*/ 0 w 1152000"/>
              <a:gd name="connsiteY0" fmla="*/ 93031 h 93031"/>
              <a:gd name="connsiteX1" fmla="*/ 0 w 1152000"/>
              <a:gd name="connsiteY1" fmla="*/ 0 h 93031"/>
              <a:gd name="connsiteX2" fmla="*/ 1152000 w 1152000"/>
              <a:gd name="connsiteY2" fmla="*/ 0 h 93031"/>
              <a:gd name="connsiteX0" fmla="*/ 0 w 1152000"/>
              <a:gd name="connsiteY0" fmla="*/ 0 h 0"/>
              <a:gd name="connsiteX1" fmla="*/ 1152000 w 1152000"/>
              <a:gd name="connsiteY1" fmla="*/ 0 h 0"/>
            </a:gdLst>
            <a:ahLst/>
            <a:cxnLst>
              <a:cxn ang="0">
                <a:pos x="connsiteX0" y="connsiteY0"/>
              </a:cxn>
              <a:cxn ang="0">
                <a:pos x="connsiteX1" y="connsiteY1"/>
              </a:cxn>
            </a:cxnLst>
            <a:rect l="l" t="t" r="r" b="b"/>
            <a:pathLst>
              <a:path w="1152000">
                <a:moveTo>
                  <a:pt x="0" y="0"/>
                </a:moveTo>
                <a:lnTo>
                  <a:pt x="1152000" y="0"/>
                </a:lnTo>
              </a:path>
            </a:pathLst>
          </a:custGeom>
          <a:ln w="15875">
            <a:solidFill>
              <a:schemeClr val="accent4"/>
            </a:solidFill>
            <a:tailEnd type="arrow" w="med" len="sm"/>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67200" y="26280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1789714" y="2628000"/>
            <a:ext cx="457200" cy="457200"/>
          </a:xfrm>
        </p:spPr>
        <p:txBody>
          <a:bodyPr lIns="0" tIns="0" rIns="0" bIns="0"/>
          <a:lstStyle>
            <a:lvl1pPr algn="ctr">
              <a:defRPr sz="700" b="1"/>
            </a:lvl1pPr>
          </a:lstStyle>
          <a:p>
            <a:r>
              <a:rPr lang="en-US" noProof="0"/>
              <a:t>Please add icon</a:t>
            </a:r>
            <a:endParaRPr lang="en-US"/>
          </a:p>
        </p:txBody>
      </p:sp>
      <p:sp>
        <p:nvSpPr>
          <p:cNvPr id="1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3212228" y="2628000"/>
            <a:ext cx="457200" cy="457200"/>
          </a:xfrm>
        </p:spPr>
        <p:txBody>
          <a:bodyPr lIns="0" tIns="0" rIns="0" bIns="0"/>
          <a:lstStyle>
            <a:lvl1pPr algn="ctr">
              <a:defRPr sz="700" b="1"/>
            </a:lvl1pPr>
          </a:lstStyle>
          <a:p>
            <a:r>
              <a:rPr lang="en-US" noProof="0"/>
              <a:t>Please add icon</a:t>
            </a:r>
            <a:endParaRPr lang="en-US"/>
          </a:p>
        </p:txBody>
      </p:sp>
      <p:sp>
        <p:nvSpPr>
          <p:cNvPr id="16"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4634742" y="2628000"/>
            <a:ext cx="457200" cy="457200"/>
          </a:xfrm>
        </p:spPr>
        <p:txBody>
          <a:bodyPr lIns="0" tIns="0" rIns="0" bIns="0"/>
          <a:lstStyle>
            <a:lvl1pPr algn="ctr">
              <a:defRPr sz="700" b="1"/>
            </a:lvl1pPr>
          </a:lstStyle>
          <a:p>
            <a:r>
              <a:rPr lang="en-US" noProof="0"/>
              <a:t>Please add icon</a:t>
            </a:r>
            <a:endParaRPr lang="en-US"/>
          </a:p>
        </p:txBody>
      </p:sp>
      <p:sp>
        <p:nvSpPr>
          <p:cNvPr id="18"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6057256" y="2628000"/>
            <a:ext cx="457200" cy="457200"/>
          </a:xfrm>
        </p:spPr>
        <p:txBody>
          <a:bodyPr lIns="0" tIns="0" rIns="0" bIns="0"/>
          <a:lstStyle>
            <a:lvl1pPr algn="ctr">
              <a:defRPr sz="700" b="1"/>
            </a:lvl1pPr>
          </a:lstStyle>
          <a:p>
            <a:r>
              <a:rPr lang="en-US" noProof="0"/>
              <a:t>Please add icon</a:t>
            </a:r>
            <a:endParaRPr lang="en-US"/>
          </a:p>
        </p:txBody>
      </p:sp>
      <p:sp>
        <p:nvSpPr>
          <p:cNvPr id="28" name="Picture Placeholder 10">
            <a:extLst>
              <a:ext uri="{FF2B5EF4-FFF2-40B4-BE49-F238E27FC236}">
                <a16:creationId xmlns:a16="http://schemas.microsoft.com/office/drawing/2014/main" id="{BE766B07-3708-4890-9255-CC2A2A5CECBF}"/>
              </a:ext>
            </a:extLst>
          </p:cNvPr>
          <p:cNvSpPr>
            <a:spLocks noGrp="1"/>
          </p:cNvSpPr>
          <p:nvPr>
            <p:ph type="pic" sz="quarter" idx="26" hasCustomPrompt="1"/>
          </p:nvPr>
        </p:nvSpPr>
        <p:spPr>
          <a:xfrm>
            <a:off x="7479770" y="2628000"/>
            <a:ext cx="457200" cy="457200"/>
          </a:xfrm>
        </p:spPr>
        <p:txBody>
          <a:bodyPr lIns="0" tIns="0" rIns="0" bIns="0"/>
          <a:lstStyle>
            <a:lvl1pPr algn="ctr">
              <a:defRPr sz="700" b="1"/>
            </a:lvl1pPr>
          </a:lstStyle>
          <a:p>
            <a:r>
              <a:rPr lang="en-US" noProof="0"/>
              <a:t>Please add icon</a:t>
            </a:r>
            <a:endParaRPr lang="en-US"/>
          </a:p>
        </p:txBody>
      </p:sp>
      <p:sp>
        <p:nvSpPr>
          <p:cNvPr id="30" name="Picture Placeholder 10">
            <a:extLst>
              <a:ext uri="{FF2B5EF4-FFF2-40B4-BE49-F238E27FC236}">
                <a16:creationId xmlns:a16="http://schemas.microsoft.com/office/drawing/2014/main" id="{65E2D852-BE36-42A3-A2B8-94EA0CA4EE6D}"/>
              </a:ext>
            </a:extLst>
          </p:cNvPr>
          <p:cNvSpPr>
            <a:spLocks noGrp="1"/>
          </p:cNvSpPr>
          <p:nvPr>
            <p:ph type="pic" sz="quarter" idx="28" hasCustomPrompt="1"/>
          </p:nvPr>
        </p:nvSpPr>
        <p:spPr>
          <a:xfrm>
            <a:off x="8902284" y="2628000"/>
            <a:ext cx="457200" cy="457200"/>
          </a:xfrm>
        </p:spPr>
        <p:txBody>
          <a:bodyPr lIns="0" tIns="0" rIns="0" bIns="0"/>
          <a:lstStyle>
            <a:lvl1pPr algn="ctr">
              <a:defRPr sz="700" b="1"/>
            </a:lvl1pPr>
          </a:lstStyle>
          <a:p>
            <a:r>
              <a:rPr lang="en-US" noProof="0"/>
              <a:t>Please add icon</a:t>
            </a:r>
            <a:endParaRPr lang="en-US"/>
          </a:p>
        </p:txBody>
      </p:sp>
      <p:sp>
        <p:nvSpPr>
          <p:cNvPr id="32" name="Picture Placeholder 10">
            <a:extLst>
              <a:ext uri="{FF2B5EF4-FFF2-40B4-BE49-F238E27FC236}">
                <a16:creationId xmlns:a16="http://schemas.microsoft.com/office/drawing/2014/main" id="{47866753-9238-4EF3-9507-1A1A08058E9C}"/>
              </a:ext>
            </a:extLst>
          </p:cNvPr>
          <p:cNvSpPr>
            <a:spLocks noGrp="1"/>
          </p:cNvSpPr>
          <p:nvPr>
            <p:ph type="pic" sz="quarter" idx="30" hasCustomPrompt="1"/>
          </p:nvPr>
        </p:nvSpPr>
        <p:spPr>
          <a:xfrm>
            <a:off x="10324800" y="2628000"/>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C6B1807F-9211-4322-A9DE-43E7460326F6}"/>
              </a:ext>
            </a:extLst>
          </p:cNvPr>
          <p:cNvSpPr>
            <a:spLocks noGrp="1"/>
          </p:cNvSpPr>
          <p:nvPr>
            <p:ph type="body" sz="quarter" idx="33"/>
          </p:nvPr>
        </p:nvSpPr>
        <p:spPr>
          <a:xfrm>
            <a:off x="54360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6" name="Text Placeholder 11">
            <a:extLst>
              <a:ext uri="{FF2B5EF4-FFF2-40B4-BE49-F238E27FC236}">
                <a16:creationId xmlns:a16="http://schemas.microsoft.com/office/drawing/2014/main" id="{713703C9-52F7-41B2-8F89-4F2E87FC5B78}"/>
              </a:ext>
            </a:extLst>
          </p:cNvPr>
          <p:cNvSpPr>
            <a:spLocks noGrp="1"/>
          </p:cNvSpPr>
          <p:nvPr>
            <p:ph type="body" sz="quarter" idx="34"/>
          </p:nvPr>
        </p:nvSpPr>
        <p:spPr>
          <a:xfrm>
            <a:off x="1966114"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7" name="Text Placeholder 11">
            <a:extLst>
              <a:ext uri="{FF2B5EF4-FFF2-40B4-BE49-F238E27FC236}">
                <a16:creationId xmlns:a16="http://schemas.microsoft.com/office/drawing/2014/main" id="{CD7859A9-DEAC-44BA-90B2-C59341DD7AA5}"/>
              </a:ext>
            </a:extLst>
          </p:cNvPr>
          <p:cNvSpPr>
            <a:spLocks noGrp="1"/>
          </p:cNvSpPr>
          <p:nvPr>
            <p:ph type="body" sz="quarter" idx="35"/>
          </p:nvPr>
        </p:nvSpPr>
        <p:spPr>
          <a:xfrm>
            <a:off x="3388628"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8" name="Text Placeholder 11">
            <a:extLst>
              <a:ext uri="{FF2B5EF4-FFF2-40B4-BE49-F238E27FC236}">
                <a16:creationId xmlns:a16="http://schemas.microsoft.com/office/drawing/2014/main" id="{F2B89E32-E735-4545-BDE1-3CA3BEDF7DE6}"/>
              </a:ext>
            </a:extLst>
          </p:cNvPr>
          <p:cNvSpPr>
            <a:spLocks noGrp="1"/>
          </p:cNvSpPr>
          <p:nvPr>
            <p:ph type="body" sz="quarter" idx="36"/>
          </p:nvPr>
        </p:nvSpPr>
        <p:spPr>
          <a:xfrm>
            <a:off x="4811142"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9" name="Text Placeholder 11">
            <a:extLst>
              <a:ext uri="{FF2B5EF4-FFF2-40B4-BE49-F238E27FC236}">
                <a16:creationId xmlns:a16="http://schemas.microsoft.com/office/drawing/2014/main" id="{79DB9110-B5F8-423A-A697-8591E76C9EE4}"/>
              </a:ext>
            </a:extLst>
          </p:cNvPr>
          <p:cNvSpPr>
            <a:spLocks noGrp="1"/>
          </p:cNvSpPr>
          <p:nvPr>
            <p:ph type="body" sz="quarter" idx="37"/>
          </p:nvPr>
        </p:nvSpPr>
        <p:spPr>
          <a:xfrm>
            <a:off x="6233656"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0" name="Text Placeholder 11">
            <a:extLst>
              <a:ext uri="{FF2B5EF4-FFF2-40B4-BE49-F238E27FC236}">
                <a16:creationId xmlns:a16="http://schemas.microsoft.com/office/drawing/2014/main" id="{4A113945-5C37-4C98-9F22-2E8E222896F0}"/>
              </a:ext>
            </a:extLst>
          </p:cNvPr>
          <p:cNvSpPr>
            <a:spLocks noGrp="1"/>
          </p:cNvSpPr>
          <p:nvPr>
            <p:ph type="body" sz="quarter" idx="38"/>
          </p:nvPr>
        </p:nvSpPr>
        <p:spPr>
          <a:xfrm>
            <a:off x="765617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1" name="Text Placeholder 11">
            <a:extLst>
              <a:ext uri="{FF2B5EF4-FFF2-40B4-BE49-F238E27FC236}">
                <a16:creationId xmlns:a16="http://schemas.microsoft.com/office/drawing/2014/main" id="{6CFB8023-5E64-4185-A3F2-D0F8FCB194A8}"/>
              </a:ext>
            </a:extLst>
          </p:cNvPr>
          <p:cNvSpPr>
            <a:spLocks noGrp="1"/>
          </p:cNvSpPr>
          <p:nvPr>
            <p:ph type="body" sz="quarter" idx="39"/>
          </p:nvPr>
        </p:nvSpPr>
        <p:spPr>
          <a:xfrm>
            <a:off x="9078684"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2" name="Text Placeholder 11">
            <a:extLst>
              <a:ext uri="{FF2B5EF4-FFF2-40B4-BE49-F238E27FC236}">
                <a16:creationId xmlns:a16="http://schemas.microsoft.com/office/drawing/2014/main" id="{E41837A5-5A9E-4304-9788-7F565C602441}"/>
              </a:ext>
            </a:extLst>
          </p:cNvPr>
          <p:cNvSpPr>
            <a:spLocks noGrp="1"/>
          </p:cNvSpPr>
          <p:nvPr>
            <p:ph type="body" sz="quarter" idx="40"/>
          </p:nvPr>
        </p:nvSpPr>
        <p:spPr>
          <a:xfrm>
            <a:off x="1050120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54360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1" name="Text Placeholder 11">
            <a:extLst>
              <a:ext uri="{FF2B5EF4-FFF2-40B4-BE49-F238E27FC236}">
                <a16:creationId xmlns:a16="http://schemas.microsoft.com/office/drawing/2014/main" id="{4D6AB49F-5CDC-4EA4-8AD2-A427B0E0BBA5}"/>
              </a:ext>
            </a:extLst>
          </p:cNvPr>
          <p:cNvSpPr>
            <a:spLocks noGrp="1"/>
          </p:cNvSpPr>
          <p:nvPr>
            <p:ph type="body" sz="quarter" idx="41"/>
          </p:nvPr>
        </p:nvSpPr>
        <p:spPr>
          <a:xfrm>
            <a:off x="1966114"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2" name="Text Placeholder 11">
            <a:extLst>
              <a:ext uri="{FF2B5EF4-FFF2-40B4-BE49-F238E27FC236}">
                <a16:creationId xmlns:a16="http://schemas.microsoft.com/office/drawing/2014/main" id="{F463238E-B23C-4F7A-B1CE-7F163AD95E4B}"/>
              </a:ext>
            </a:extLst>
          </p:cNvPr>
          <p:cNvSpPr>
            <a:spLocks noGrp="1"/>
          </p:cNvSpPr>
          <p:nvPr>
            <p:ph type="body" sz="quarter" idx="42"/>
          </p:nvPr>
        </p:nvSpPr>
        <p:spPr>
          <a:xfrm>
            <a:off x="3388628"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3" name="Text Placeholder 11">
            <a:extLst>
              <a:ext uri="{FF2B5EF4-FFF2-40B4-BE49-F238E27FC236}">
                <a16:creationId xmlns:a16="http://schemas.microsoft.com/office/drawing/2014/main" id="{5DB448C2-2659-44FA-83F9-45594F8D9494}"/>
              </a:ext>
            </a:extLst>
          </p:cNvPr>
          <p:cNvSpPr>
            <a:spLocks noGrp="1"/>
          </p:cNvSpPr>
          <p:nvPr>
            <p:ph type="body" sz="quarter" idx="43"/>
          </p:nvPr>
        </p:nvSpPr>
        <p:spPr>
          <a:xfrm>
            <a:off x="4811142"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4" name="Text Placeholder 11">
            <a:extLst>
              <a:ext uri="{FF2B5EF4-FFF2-40B4-BE49-F238E27FC236}">
                <a16:creationId xmlns:a16="http://schemas.microsoft.com/office/drawing/2014/main" id="{0790F9F6-D5F4-45A2-A221-F081E5C91D0B}"/>
              </a:ext>
            </a:extLst>
          </p:cNvPr>
          <p:cNvSpPr>
            <a:spLocks noGrp="1"/>
          </p:cNvSpPr>
          <p:nvPr>
            <p:ph type="body" sz="quarter" idx="44"/>
          </p:nvPr>
        </p:nvSpPr>
        <p:spPr>
          <a:xfrm>
            <a:off x="6233656"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5" name="Text Placeholder 11">
            <a:extLst>
              <a:ext uri="{FF2B5EF4-FFF2-40B4-BE49-F238E27FC236}">
                <a16:creationId xmlns:a16="http://schemas.microsoft.com/office/drawing/2014/main" id="{D2ADD6FC-36B5-4CFB-851C-0D31F197AB4A}"/>
              </a:ext>
            </a:extLst>
          </p:cNvPr>
          <p:cNvSpPr>
            <a:spLocks noGrp="1"/>
          </p:cNvSpPr>
          <p:nvPr>
            <p:ph type="body" sz="quarter" idx="45"/>
          </p:nvPr>
        </p:nvSpPr>
        <p:spPr>
          <a:xfrm>
            <a:off x="765617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6" name="Text Placeholder 11">
            <a:extLst>
              <a:ext uri="{FF2B5EF4-FFF2-40B4-BE49-F238E27FC236}">
                <a16:creationId xmlns:a16="http://schemas.microsoft.com/office/drawing/2014/main" id="{021BC5A5-67A6-48CA-A81C-99793628929B}"/>
              </a:ext>
            </a:extLst>
          </p:cNvPr>
          <p:cNvSpPr>
            <a:spLocks noGrp="1"/>
          </p:cNvSpPr>
          <p:nvPr>
            <p:ph type="body" sz="quarter" idx="46"/>
          </p:nvPr>
        </p:nvSpPr>
        <p:spPr>
          <a:xfrm>
            <a:off x="9078684"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7" name="Text Placeholder 11">
            <a:extLst>
              <a:ext uri="{FF2B5EF4-FFF2-40B4-BE49-F238E27FC236}">
                <a16:creationId xmlns:a16="http://schemas.microsoft.com/office/drawing/2014/main" id="{FB6B97BC-758E-4B5D-BE93-360237912AC9}"/>
              </a:ext>
            </a:extLst>
          </p:cNvPr>
          <p:cNvSpPr>
            <a:spLocks noGrp="1"/>
          </p:cNvSpPr>
          <p:nvPr>
            <p:ph type="body" sz="quarter" idx="47"/>
          </p:nvPr>
        </p:nvSpPr>
        <p:spPr>
          <a:xfrm>
            <a:off x="1050120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7989" indent="-107989">
              <a:defRPr sz="1000" b="0">
                <a:latin typeface="+mn-lt"/>
                <a:ea typeface="ABBvoice Light" panose="020D0403020503020204" pitchFamily="34" charset="0"/>
                <a:cs typeface="ABBvoice Light" panose="020D0403020503020204" pitchFamily="34" charset="0"/>
              </a:defRPr>
            </a:lvl2pPr>
            <a:lvl3pPr marL="215978" indent="-107989">
              <a:defRPr sz="1000" b="0">
                <a:latin typeface="+mn-lt"/>
                <a:ea typeface="ABBvoice Light" panose="020D0403020503020204" pitchFamily="34" charset="0"/>
                <a:cs typeface="ABBvoice Light" panose="020D0403020503020204" pitchFamily="34" charset="0"/>
              </a:defRPr>
            </a:lvl3pPr>
            <a:lvl4pPr marL="215978" indent="-107989">
              <a:defRPr sz="1000" b="0">
                <a:latin typeface="+mn-lt"/>
                <a:ea typeface="ABBvoice Light" panose="020D0403020503020204" pitchFamily="34" charset="0"/>
                <a:cs typeface="ABBvoice Light" panose="020D0403020503020204" pitchFamily="34" charset="0"/>
              </a:defRPr>
            </a:lvl4pPr>
            <a:lvl5pPr marL="215978" indent="-107989">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0A194E1-1044-493D-918F-B69AC62FD76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53131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2110DCF-F42B-7A05-7B5B-A1257F56A80B}"/>
              </a:ext>
            </a:extLst>
          </p:cNvPr>
          <p:cNvGraphicFramePr>
            <a:graphicFrameLocks noChangeAspect="1"/>
          </p:cNvGraphicFramePr>
          <p:nvPr userDrawn="1">
            <p:custDataLst>
              <p:tags r:id="rId1"/>
            </p:custDataLst>
            <p:extLst>
              <p:ext uri="{D42A27DB-BD31-4B8C-83A1-F6EECF244321}">
                <p14:modId xmlns:p14="http://schemas.microsoft.com/office/powerpoint/2010/main" val="32008540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12110DCF-F42B-7A05-7B5B-A1257F56A80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1" y="691200"/>
            <a:ext cx="11530800" cy="367200"/>
          </a:xfrm>
        </p:spPr>
        <p:txBody>
          <a:bodyPr vert="horz"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90"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4A38730-8F41-4295-B8CF-123547F4AF8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963681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E411297-99B2-743A-779E-59A29147D910}"/>
              </a:ext>
            </a:extLst>
          </p:cNvPr>
          <p:cNvGraphicFramePr>
            <a:graphicFrameLocks noChangeAspect="1"/>
          </p:cNvGraphicFramePr>
          <p:nvPr userDrawn="1">
            <p:custDataLst>
              <p:tags r:id="rId1"/>
            </p:custDataLst>
            <p:extLst>
              <p:ext uri="{D42A27DB-BD31-4B8C-83A1-F6EECF244321}">
                <p14:modId xmlns:p14="http://schemas.microsoft.com/office/powerpoint/2010/main" val="1333955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2" name="think-cell data - do not delete" hidden="1">
                        <a:extLst>
                          <a:ext uri="{FF2B5EF4-FFF2-40B4-BE49-F238E27FC236}">
                            <a16:creationId xmlns:a16="http://schemas.microsoft.com/office/drawing/2014/main" id="{4E411297-99B2-743A-779E-59A29147D91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1449985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F7C4248-1266-0AC2-98B0-90614D70BFD2}"/>
              </a:ext>
            </a:extLst>
          </p:cNvPr>
          <p:cNvGraphicFramePr>
            <a:graphicFrameLocks noChangeAspect="1"/>
          </p:cNvGraphicFramePr>
          <p:nvPr userDrawn="1">
            <p:custDataLst>
              <p:tags r:id="rId1"/>
            </p:custDataLst>
            <p:extLst>
              <p:ext uri="{D42A27DB-BD31-4B8C-83A1-F6EECF244321}">
                <p14:modId xmlns:p14="http://schemas.microsoft.com/office/powerpoint/2010/main" val="3737775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think-cell data - do not delete" hidden="1">
                        <a:extLst>
                          <a:ext uri="{FF2B5EF4-FFF2-40B4-BE49-F238E27FC236}">
                            <a16:creationId xmlns:a16="http://schemas.microsoft.com/office/drawing/2014/main" id="{8F7C4248-1266-0AC2-98B0-90614D70BF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 name="Tag line">
            <a:extLst>
              <a:ext uri="{FF2B5EF4-FFF2-40B4-BE49-F238E27FC236}">
                <a16:creationId xmlns:a16="http://schemas.microsoft.com/office/drawing/2014/main" id="{6B3816BE-27EB-D6FA-366D-A467FA34B96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28313" y="2826825"/>
            <a:ext cx="5135380" cy="1165171"/>
          </a:xfrm>
          <a:prstGeom prst="rect">
            <a:avLst/>
          </a:prstGeom>
        </p:spPr>
      </p:pic>
      <p:sp>
        <p:nvSpPr>
          <p:cNvPr id="3" name="Rectangle 2">
            <a:extLst>
              <a:ext uri="{FF2B5EF4-FFF2-40B4-BE49-F238E27FC236}">
                <a16:creationId xmlns:a16="http://schemas.microsoft.com/office/drawing/2014/main" id="{B04CEB8C-9FB2-7FEF-DEA7-50BB992EC21A}"/>
              </a:ext>
            </a:extLst>
          </p:cNvPr>
          <p:cNvSpPr/>
          <p:nvPr userDrawn="1"/>
        </p:nvSpPr>
        <p:spPr bwMode="gray">
          <a:xfrm>
            <a:off x="1" y="0"/>
            <a:ext cx="12192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pic>
        <p:nvPicPr>
          <p:cNvPr id="4" name="Logo">
            <a:extLst>
              <a:ext uri="{FF2B5EF4-FFF2-40B4-BE49-F238E27FC236}">
                <a16:creationId xmlns:a16="http://schemas.microsoft.com/office/drawing/2014/main" id="{A9ADE4CC-155D-8DBE-55E3-24F0D81916F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526695" y="2826823"/>
            <a:ext cx="3138612" cy="1204354"/>
          </a:xfrm>
          <a:prstGeom prst="rect">
            <a:avLst/>
          </a:prstGeom>
        </p:spPr>
      </p:pic>
    </p:spTree>
    <p:extLst>
      <p:ext uri="{BB962C8B-B14F-4D97-AF65-F5344CB8AC3E}">
        <p14:creationId xmlns:p14="http://schemas.microsoft.com/office/powerpoint/2010/main" val="276280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nodeType="withEffect">
                                  <p:stCondLst>
                                    <p:cond delay="0"/>
                                  </p:stCondLst>
                                  <p:childTnLst>
                                    <p:animScale>
                                      <p:cBhvr>
                                        <p:cTn id="9" dur="10" fill="hold"/>
                                        <p:tgtEl>
                                          <p:spTgt spid="4"/>
                                        </p:tgtEl>
                                      </p:cBhvr>
                                      <p:by x="125000" y="125000"/>
                                    </p:animScale>
                                  </p:childTnLst>
                                </p:cTn>
                              </p:par>
                              <p:par>
                                <p:cTn id="10" presetID="6" presetClass="emph" presetSubtype="0" decel="100000" fill="hold" nodeType="withEffect">
                                  <p:stCondLst>
                                    <p:cond delay="0"/>
                                  </p:stCondLst>
                                  <p:childTnLst>
                                    <p:animScale>
                                      <p:cBhvr>
                                        <p:cTn id="11" dur="750" fill="hold"/>
                                        <p:tgtEl>
                                          <p:spTgt spid="4"/>
                                        </p:tgtEl>
                                      </p:cBhvr>
                                      <p:by x="80000" y="80000"/>
                                    </p:animScale>
                                  </p:childTnLst>
                                </p:cTn>
                              </p:par>
                              <p:par>
                                <p:cTn id="12" presetID="10" presetClass="exit" presetSubtype="0" fill="hold" nodeType="withEffect">
                                  <p:stCondLst>
                                    <p:cond delay="1000"/>
                                  </p:stCondLst>
                                  <p:childTnLst>
                                    <p:animEffect transition="out" filter="fade">
                                      <p:cBhvr>
                                        <p:cTn id="13" dur="500"/>
                                        <p:tgtEl>
                                          <p:spTgt spid="4"/>
                                        </p:tgtEl>
                                      </p:cBhvr>
                                    </p:animEffect>
                                    <p:set>
                                      <p:cBhvr>
                                        <p:cTn id="14" dur="1" fill="hold">
                                          <p:stCondLst>
                                            <p:cond delay="499"/>
                                          </p:stCondLst>
                                        </p:cTn>
                                        <p:tgtEl>
                                          <p:spTgt spid="4"/>
                                        </p:tgtEl>
                                        <p:attrNameLst>
                                          <p:attrName>style.visibility</p:attrName>
                                        </p:attrNameLst>
                                      </p:cBhvr>
                                      <p:to>
                                        <p:strVal val="hidden"/>
                                      </p:to>
                                    </p:set>
                                  </p:childTnLst>
                                </p:cTn>
                              </p:par>
                              <p:par>
                                <p:cTn id="15" presetID="10" presetClass="exit" presetSubtype="0" fill="hold" grpId="0" nodeType="withEffect">
                                  <p:stCondLst>
                                    <p:cond delay="1000"/>
                                  </p:stCondLst>
                                  <p:childTnLst>
                                    <p:animEffect transition="out" filter="fade">
                                      <p:cBhvr>
                                        <p:cTn id="16" dur="500"/>
                                        <p:tgtEl>
                                          <p:spTgt spid="3"/>
                                        </p:tgtEl>
                                      </p:cBhvr>
                                    </p:animEffect>
                                    <p:set>
                                      <p:cBhvr>
                                        <p:cTn id="17" dur="1" fill="hold">
                                          <p:stCondLst>
                                            <p:cond delay="499"/>
                                          </p:stCondLst>
                                        </p:cTn>
                                        <p:tgtEl>
                                          <p:spTgt spid="3"/>
                                        </p:tgtEl>
                                        <p:attrNameLst>
                                          <p:attrName>style.visibility</p:attrName>
                                        </p:attrNameLst>
                                      </p:cBhvr>
                                      <p:to>
                                        <p:strVal val="hidden"/>
                                      </p:to>
                                    </p:se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0DE5634-8A69-3490-3D2B-4B52290639C1}"/>
              </a:ext>
            </a:extLst>
          </p:cNvPr>
          <p:cNvGraphicFramePr>
            <a:graphicFrameLocks noChangeAspect="1"/>
          </p:cNvGraphicFramePr>
          <p:nvPr userDrawn="1">
            <p:custDataLst>
              <p:tags r:id="rId1"/>
            </p:custDataLst>
            <p:extLst>
              <p:ext uri="{D42A27DB-BD31-4B8C-83A1-F6EECF244321}">
                <p14:modId xmlns:p14="http://schemas.microsoft.com/office/powerpoint/2010/main" val="1344159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2" name="think-cell data - do not delete" hidden="1">
                        <a:extLst>
                          <a:ext uri="{FF2B5EF4-FFF2-40B4-BE49-F238E27FC236}">
                            <a16:creationId xmlns:a16="http://schemas.microsoft.com/office/drawing/2014/main" id="{20DE5634-8A69-3490-3D2B-4B52290639C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4256188" y="1336538"/>
            <a:ext cx="2772000" cy="490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09" rtl="0" eaLnBrk="1" fontAlgn="auto" latinLnBrk="0" hangingPunct="1">
              <a:lnSpc>
                <a:spcPct val="100000"/>
              </a:lnSpc>
              <a:spcBef>
                <a:spcPts val="1200"/>
              </a:spcBef>
              <a:spcAft>
                <a:spcPts val="600"/>
              </a:spcAft>
              <a:buClrTx/>
              <a:buSzTx/>
              <a:buFontTx/>
              <a:buNone/>
              <a:tabLst/>
              <a:defRPr/>
            </a:pPr>
            <a:r>
              <a:rPr lang="en-US" sz="1600">
                <a:latin typeface="+mn-lt"/>
                <a:cs typeface="Arial" panose="020B0604020202020204" pitchFamily="34" charset="0"/>
              </a:rPr>
              <a:t>PICTURES</a:t>
            </a:r>
            <a:br>
              <a:rPr lang="en-GB" sz="900">
                <a:latin typeface="+mn-lt"/>
                <a:cs typeface="Arial" panose="020B0604020202020204" pitchFamily="34" charset="0"/>
              </a:rPr>
            </a:br>
            <a:r>
              <a:rPr lang="en-US" sz="900" b="1" noProof="1">
                <a:solidFill>
                  <a:schemeClr val="tx1"/>
                </a:solidFill>
                <a:latin typeface="+mn-lt"/>
                <a:cs typeface="Arial" panose="020B0604020202020204" pitchFamily="34" charset="0"/>
              </a:rPr>
              <a:t>Insert corporate picture from Templafy</a:t>
            </a:r>
            <a:endParaRPr lang="en-US" altLang="da-DK" sz="900" b="0" noProof="1">
              <a:solidFill>
                <a:schemeClr val="tx1"/>
              </a:solidFill>
              <a:latin typeface="+mn-lt"/>
              <a:cs typeface="Arial" panose="020B0604020202020204" pitchFamily="34" charset="0"/>
            </a:endParaRPr>
          </a:p>
          <a:p>
            <a:pPr marL="0" marR="0" lvl="0" indent="0" algn="l" defTabSz="914309" rtl="0" eaLnBrk="1" fontAlgn="auto" latinLnBrk="0" hangingPunct="1">
              <a:lnSpc>
                <a:spcPct val="100000"/>
              </a:lnSpc>
              <a:spcBef>
                <a:spcPts val="0"/>
              </a:spcBef>
              <a:spcAft>
                <a:spcPts val="600"/>
              </a:spcAft>
              <a:buClrTx/>
              <a:buSzTx/>
              <a:buFontTx/>
              <a:buNone/>
              <a:tabLst/>
              <a:defRPr/>
            </a:pPr>
            <a:r>
              <a:rPr lang="en-US" altLang="da-DK" sz="900" b="1" noProof="1">
                <a:solidFill>
                  <a:schemeClr val="tx1"/>
                </a:solidFill>
                <a:latin typeface="+mn-lt"/>
                <a:cs typeface="Arial" panose="020B0604020202020204" pitchFamily="34" charset="0"/>
              </a:rPr>
              <a:t>1.</a:t>
            </a:r>
            <a:r>
              <a:rPr lang="en-US" altLang="da-DK" sz="900" b="0" noProof="1">
                <a:solidFill>
                  <a:schemeClr val="tx1"/>
                </a:solidFill>
                <a:latin typeface="+mn-lt"/>
                <a:cs typeface="Arial" panose="020B0604020202020204" pitchFamily="34" charset="0"/>
              </a:rPr>
              <a:t> Click the blue </a:t>
            </a:r>
            <a:r>
              <a:rPr lang="en-US" altLang="da-DK" sz="900" b="1" baseline="0" noProof="1">
                <a:solidFill>
                  <a:schemeClr val="tx1"/>
                </a:solidFill>
                <a:latin typeface="+mn-lt"/>
                <a:cs typeface="Arial" panose="020B0604020202020204" pitchFamily="34" charset="0"/>
              </a:rPr>
              <a:t>Templafy </a:t>
            </a:r>
            <a:r>
              <a:rPr lang="en-US" altLang="da-DK" sz="900" b="0" baseline="0" noProof="1">
                <a:solidFill>
                  <a:schemeClr val="tx1"/>
                </a:solidFill>
                <a:latin typeface="+mn-lt"/>
                <a:cs typeface="Arial" panose="020B0604020202020204" pitchFamily="34" charset="0"/>
              </a:rPr>
              <a:t>button to view T</a:t>
            </a:r>
            <a:br>
              <a:rPr lang="en-GB" altLang="da-DK" sz="900" b="0" baseline="0" noProof="1">
                <a:solidFill>
                  <a:schemeClr val="tx1"/>
                </a:solidFill>
                <a:latin typeface="+mn-lt"/>
                <a:cs typeface="Arial" panose="020B0604020202020204" pitchFamily="34" charset="0"/>
              </a:rPr>
            </a:br>
            <a:r>
              <a:rPr lang="en-US" altLang="da-DK" sz="900" b="0" baseline="0" noProof="1">
                <a:solidFill>
                  <a:schemeClr val="tx1"/>
                </a:solidFill>
                <a:latin typeface="+mn-lt"/>
                <a:cs typeface="Arial" panose="020B0604020202020204" pitchFamily="34" charset="0"/>
              </a:rPr>
              <a:t>emplafy pane on right side of the screen, if it </a:t>
            </a:r>
            <a:br>
              <a:rPr lang="en-GB" altLang="da-DK" sz="900" b="0" baseline="0" noProof="1">
                <a:solidFill>
                  <a:schemeClr val="tx1"/>
                </a:solidFill>
                <a:latin typeface="+mn-lt"/>
                <a:cs typeface="Arial" panose="020B0604020202020204" pitchFamily="34" charset="0"/>
              </a:rPr>
            </a:br>
            <a:r>
              <a:rPr lang="en-US" altLang="da-DK" sz="900" b="0" baseline="0" noProof="1">
                <a:solidFill>
                  <a:schemeClr val="tx1"/>
                </a:solidFill>
                <a:latin typeface="+mn-lt"/>
                <a:cs typeface="Arial" panose="020B0604020202020204" pitchFamily="34" charset="0"/>
              </a:rPr>
              <a:t>is not already there</a:t>
            </a:r>
            <a:endParaRPr lang="en-US" sz="1800"/>
          </a:p>
          <a:p>
            <a:pPr marL="0" marR="0" lvl="0" indent="0" algn="l" defTabSz="914309"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2. </a:t>
            </a:r>
            <a:r>
              <a:rPr lang="en-US" altLang="da-DK" sz="900" b="0" baseline="0" noProof="1">
                <a:solidFill>
                  <a:schemeClr val="tx1"/>
                </a:solidFill>
                <a:latin typeface="+mn-lt"/>
                <a:cs typeface="Arial" panose="020B0604020202020204" pitchFamily="34" charset="0"/>
              </a:rPr>
              <a:t>Select picture placeholder by clicking on the frame (at the edge)</a:t>
            </a:r>
            <a:endParaRPr lang="en-US" sz="1800"/>
          </a:p>
          <a:p>
            <a:pPr marL="0" marR="0" lvl="0" indent="0" algn="l" defTabSz="914309"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3. </a:t>
            </a:r>
            <a:r>
              <a:rPr lang="en-US" altLang="da-DK" sz="900" b="0" baseline="0" noProof="1">
                <a:solidFill>
                  <a:schemeClr val="tx1"/>
                </a:solidFill>
                <a:latin typeface="+mn-lt"/>
                <a:cs typeface="Arial" panose="020B0604020202020204" pitchFamily="34" charset="0"/>
              </a:rPr>
              <a:t>Click the </a:t>
            </a:r>
            <a:r>
              <a:rPr lang="en-US" altLang="da-DK" sz="900" b="1" baseline="0" noProof="1">
                <a:solidFill>
                  <a:schemeClr val="tx1"/>
                </a:solidFill>
                <a:latin typeface="+mn-lt"/>
                <a:cs typeface="Arial" panose="020B0604020202020204" pitchFamily="34" charset="0"/>
              </a:rPr>
              <a:t>Images </a:t>
            </a:r>
            <a:r>
              <a:rPr lang="en-US" altLang="da-DK" sz="900" b="0" i="0" baseline="0" noProof="1">
                <a:solidFill>
                  <a:schemeClr val="tx1"/>
                </a:solidFill>
                <a:latin typeface="+mn-lt"/>
                <a:cs typeface="Arial" panose="020B0604020202020204" pitchFamily="34" charset="0"/>
              </a:rPr>
              <a:t>button</a:t>
            </a:r>
            <a:r>
              <a:rPr lang="en-US" altLang="da-DK" sz="900" b="0" baseline="0" noProof="1">
                <a:solidFill>
                  <a:schemeClr val="tx1"/>
                </a:solidFill>
                <a:latin typeface="+mn-lt"/>
                <a:cs typeface="Arial" panose="020B0604020202020204" pitchFamily="34" charset="0"/>
              </a:rPr>
              <a:t> in the Templafy pane</a:t>
            </a:r>
            <a:br>
              <a:rPr lang="en-GB" altLang="da-DK" sz="900" b="0" baseline="0" noProof="1">
                <a:solidFill>
                  <a:schemeClr val="tx1"/>
                </a:solidFill>
                <a:latin typeface="+mn-lt"/>
                <a:cs typeface="Arial" panose="020B0604020202020204" pitchFamily="34" charset="0"/>
              </a:rPr>
            </a:br>
            <a:endParaRPr lang="en-US" altLang="da-DK" sz="900" b="0" baseline="0" noProof="1">
              <a:solidFill>
                <a:schemeClr val="tx1"/>
              </a:solidFill>
              <a:latin typeface="+mn-lt"/>
              <a:cs typeface="Arial" panose="020B0604020202020204" pitchFamily="34" charset="0"/>
            </a:endParaRPr>
          </a:p>
          <a:p>
            <a:pPr marL="0" marR="0" lvl="0" indent="0" algn="l" defTabSz="914309"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Insert picture</a:t>
            </a:r>
            <a:endParaRPr lang="en-US" sz="1800"/>
          </a:p>
          <a:p>
            <a:pPr eaLnBrk="1" hangingPunct="1">
              <a:spcAft>
                <a:spcPts val="600"/>
              </a:spcAft>
              <a:defRPr/>
            </a:pPr>
            <a:r>
              <a:rPr lang="en-US" altLang="da-DK" sz="900" b="0" noProof="1">
                <a:solidFill>
                  <a:schemeClr val="tx1"/>
                </a:solidFill>
                <a:latin typeface="+mn-lt"/>
                <a:cs typeface="Arial" panose="020B0604020202020204" pitchFamily="34" charset="0"/>
              </a:rPr>
              <a:t>On slides with pictureplaceholder, click on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the icon and choose </a:t>
            </a:r>
            <a:r>
              <a:rPr lang="en-US" altLang="da-DK" sz="900" b="1" noProof="1">
                <a:solidFill>
                  <a:schemeClr val="tx1"/>
                </a:solidFill>
                <a:latin typeface="+mn-lt"/>
                <a:cs typeface="Arial" panose="020B0604020202020204" pitchFamily="34" charset="0"/>
              </a:rPr>
              <a:t>Insert </a:t>
            </a:r>
            <a:r>
              <a:rPr lang="en-US" altLang="da-DK" sz="900" b="0" noProof="1">
                <a:solidFill>
                  <a:schemeClr val="tx1"/>
                </a:solidFill>
                <a:latin typeface="+mn-lt"/>
                <a:cs typeface="Arial" panose="020B0604020202020204" pitchFamily="34" charset="0"/>
              </a:rPr>
              <a:t>to browse for picture</a:t>
            </a:r>
            <a:endParaRPr lang="en-US" sz="1800"/>
          </a:p>
          <a:p>
            <a:pPr eaLnBrk="1" hangingPunct="1">
              <a:spcBef>
                <a:spcPts val="1200"/>
              </a:spcBef>
              <a:spcAft>
                <a:spcPts val="600"/>
              </a:spcAft>
              <a:defRPr/>
            </a:pPr>
            <a:r>
              <a:rPr lang="en-US" sz="900" b="1" noProof="1">
                <a:solidFill>
                  <a:schemeClr val="tx1"/>
                </a:solidFill>
                <a:latin typeface="+mn-lt"/>
                <a:cs typeface="Arial" panose="020B0604020202020204" pitchFamily="34" charset="0"/>
              </a:rPr>
              <a:t>Crop picture</a:t>
            </a:r>
            <a:endParaRPr lang="en-US" sz="1800"/>
          </a:p>
          <a:p>
            <a:pPr eaLnBrk="1" hangingPunct="1">
              <a:spcAft>
                <a:spcPts val="600"/>
              </a:spcAft>
              <a:defRPr/>
            </a:pPr>
            <a:r>
              <a:rPr lang="en-US" altLang="da-DK" sz="900" b="1" noProof="1">
                <a:solidFill>
                  <a:schemeClr val="tx1"/>
                </a:solidFill>
                <a:latin typeface="+mn-lt"/>
                <a:cs typeface="Arial" panose="020B0604020202020204" pitchFamily="34" charset="0"/>
              </a:rPr>
              <a:t>1. </a:t>
            </a:r>
            <a:r>
              <a:rPr lang="en-US" altLang="da-DK" sz="900" b="0" noProof="1">
                <a:solidFill>
                  <a:schemeClr val="tx1"/>
                </a:solidFill>
                <a:latin typeface="+mn-lt"/>
                <a:cs typeface="Arial" panose="020B0604020202020204" pitchFamily="34" charset="0"/>
              </a:rPr>
              <a:t>Click </a:t>
            </a:r>
            <a:r>
              <a:rPr lang="en-US" altLang="da-DK" sz="900" b="1" noProof="1">
                <a:solidFill>
                  <a:schemeClr val="tx1"/>
                </a:solidFill>
                <a:latin typeface="+mn-lt"/>
                <a:cs typeface="Arial" panose="020B0604020202020204" pitchFamily="34" charset="0"/>
              </a:rPr>
              <a:t>Crop</a:t>
            </a:r>
            <a:r>
              <a:rPr lang="en-US" altLang="da-DK" sz="900" b="0" noProof="1">
                <a:solidFill>
                  <a:schemeClr val="tx1"/>
                </a:solidFill>
                <a:latin typeface="+mn-lt"/>
                <a:cs typeface="Arial" panose="020B0604020202020204" pitchFamily="34" charset="0"/>
              </a:rPr>
              <a:t> to change size or focus of the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picture</a:t>
            </a:r>
            <a:endParaRPr lang="en-US" sz="1800"/>
          </a:p>
          <a:p>
            <a:pPr eaLnBrk="1" hangingPunct="1">
              <a:spcAft>
                <a:spcPts val="600"/>
              </a:spcAft>
              <a:defRPr/>
            </a:pPr>
            <a:r>
              <a:rPr lang="en-US" altLang="da-DK" sz="900" b="1" noProof="1">
                <a:solidFill>
                  <a:schemeClr val="tx1"/>
                </a:solidFill>
                <a:latin typeface="+mn-lt"/>
                <a:cs typeface="Arial" panose="020B0604020202020204" pitchFamily="34" charset="0"/>
              </a:rPr>
              <a:t>2. </a:t>
            </a:r>
            <a:r>
              <a:rPr lang="en-US" altLang="da-DK" sz="900" b="0" noProof="1">
                <a:solidFill>
                  <a:schemeClr val="tx1"/>
                </a:solidFill>
                <a:latin typeface="+mn-lt"/>
                <a:cs typeface="Arial" panose="020B0604020202020204" pitchFamily="34" charset="0"/>
              </a:rPr>
              <a:t>If you want to scale the picture, hold </a:t>
            </a:r>
            <a:r>
              <a:rPr lang="en-US" altLang="da-DK" sz="900" b="1" noProof="1">
                <a:solidFill>
                  <a:schemeClr val="tx1"/>
                </a:solidFill>
                <a:latin typeface="+mn-lt"/>
                <a:cs typeface="Arial" panose="020B0604020202020204" pitchFamily="34" charset="0"/>
              </a:rPr>
              <a:t>SHIFT</a:t>
            </a:r>
            <a:r>
              <a:rPr lang="en-US" altLang="da-DK" sz="900" b="0" noProof="1">
                <a:solidFill>
                  <a:schemeClr val="tx1"/>
                </a:solidFill>
                <a:latin typeface="+mn-lt"/>
                <a:cs typeface="Arial" panose="020B0604020202020204" pitchFamily="34" charset="0"/>
              </a:rPr>
              <a:t>-key down while dragging the corners of the picture</a:t>
            </a:r>
            <a:br>
              <a:rPr lang="en-GB" altLang="da-DK" sz="900" b="0" noProof="1">
                <a:solidFill>
                  <a:schemeClr val="tx1"/>
                </a:solidFill>
                <a:latin typeface="+mn-lt"/>
                <a:cs typeface="Arial" panose="020B0604020202020204" pitchFamily="34" charset="0"/>
              </a:rPr>
            </a:b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t>
            </a:r>
            <a:r>
              <a:rPr lang="en-US" altLang="da-DK" sz="900" b="0" noProof="1">
                <a:solidFill>
                  <a:schemeClr val="tx1"/>
                </a:solidFill>
                <a:latin typeface="+mn-lt"/>
                <a:cs typeface="Arial" panose="020B0604020202020204" pitchFamily="34" charset="0"/>
              </a:rPr>
              <a:t>If you delete the picture and insert a new one, the picture may lie in front of the text or graphic. If this happens, select the picture,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right-click and choose </a:t>
            </a:r>
            <a:r>
              <a:rPr lang="en-US" altLang="da-DK" sz="900" b="1" noProof="1">
                <a:solidFill>
                  <a:schemeClr val="tx1"/>
                </a:solidFill>
                <a:latin typeface="+mn-lt"/>
                <a:cs typeface="Arial" panose="020B0604020202020204" pitchFamily="34" charset="0"/>
              </a:rPr>
              <a:t>Send to Back</a:t>
            </a:r>
            <a:endParaRPr lang="en-US" sz="1800"/>
          </a:p>
          <a:p>
            <a:pPr marL="0" marR="0" lvl="0" indent="0" algn="l" defTabSz="914309" rtl="0" eaLnBrk="1" fontAlgn="auto" latinLnBrk="0" hangingPunct="1">
              <a:lnSpc>
                <a:spcPct val="100000"/>
              </a:lnSpc>
              <a:spcBef>
                <a:spcPts val="1200"/>
              </a:spcBef>
              <a:spcAft>
                <a:spcPts val="600"/>
              </a:spcAft>
              <a:buClrTx/>
              <a:buSzTx/>
              <a:buFontTx/>
              <a:buNone/>
              <a:tabLst/>
              <a:defRPr/>
            </a:pPr>
            <a:r>
              <a:rPr lang="en-US" sz="1600">
                <a:latin typeface="+mn-lt"/>
                <a:cs typeface="Arial" panose="020B0604020202020204" pitchFamily="34" charset="0"/>
              </a:rPr>
              <a:t>GUIDES</a:t>
            </a:r>
            <a:endParaRPr lang="en-US" sz="1600" b="1" noProof="1">
              <a:solidFill>
                <a:schemeClr val="tx1"/>
              </a:solidFill>
              <a:latin typeface="+mn-lt"/>
              <a:cs typeface="Arial" panose="020B0604020202020204" pitchFamily="34" charset="0"/>
            </a:endParaRPr>
          </a:p>
          <a:p>
            <a:pPr eaLnBrk="1" hangingPunct="1">
              <a:spcAft>
                <a:spcPts val="600"/>
              </a:spcAft>
              <a:defRPr/>
            </a:pPr>
            <a:r>
              <a:rPr lang="en-US" altLang="da-DK" sz="900" b="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View</a:t>
            </a:r>
            <a:r>
              <a:rPr lang="en-US" altLang="da-DK" sz="900" b="0" noProof="1">
                <a:solidFill>
                  <a:schemeClr val="tx1"/>
                </a:solidFill>
                <a:latin typeface="+mn-lt"/>
                <a:cs typeface="Arial" panose="020B0604020202020204" pitchFamily="34" charset="0"/>
              </a:rPr>
              <a:t> tab and set tick mark next to </a:t>
            </a:r>
            <a:r>
              <a:rPr lang="en-US" altLang="da-DK" sz="900" b="1" noProof="1">
                <a:solidFill>
                  <a:schemeClr val="tx1"/>
                </a:solidFill>
                <a:latin typeface="+mn-lt"/>
                <a:cs typeface="Arial" panose="020B0604020202020204" pitchFamily="34" charset="0"/>
              </a:rPr>
              <a:t>Guides</a:t>
            </a: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Alt + F9 </a:t>
            </a:r>
            <a:r>
              <a:rPr lang="en-US" altLang="da-DK" sz="900" b="0" noProof="1">
                <a:solidFill>
                  <a:schemeClr val="tx1"/>
                </a:solidFill>
                <a:latin typeface="+mn-lt"/>
                <a:cs typeface="Arial" panose="020B0604020202020204" pitchFamily="34" charset="0"/>
              </a:rPr>
              <a:t>for quick view of guides</a:t>
            </a:r>
            <a:br>
              <a:rPr lang="en-GB"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Mac: </a:t>
            </a:r>
            <a:r>
              <a:rPr lang="en-US" sz="900" b="0" i="0">
                <a:solidFill>
                  <a:srgbClr val="333333"/>
                </a:solidFill>
                <a:effectLst/>
                <a:latin typeface="Arial"/>
              </a:rPr>
              <a:t>⌘ </a:t>
            </a:r>
            <a:r>
              <a:rPr lang="en-US" altLang="da-DK" sz="900" b="0" noProof="1">
                <a:solidFill>
                  <a:schemeClr val="tx1"/>
                </a:solidFill>
                <a:latin typeface="+mn-lt"/>
                <a:cs typeface="Arial" panose="020B0604020202020204" pitchFamily="34" charset="0"/>
              </a:rPr>
              <a:t>+ option + ctrl + G</a:t>
            </a:r>
            <a:endParaRPr lang="en-US" sz="1800"/>
          </a:p>
        </p:txBody>
      </p:sp>
      <p:pic>
        <p:nvPicPr>
          <p:cNvPr id="27" name="Billede 26">
            <a:extLst>
              <a:ext uri="{FF2B5EF4-FFF2-40B4-BE49-F238E27FC236}">
                <a16:creationId xmlns:a16="http://schemas.microsoft.com/office/drawing/2014/main" id="{3A5D5234-21E3-4579-AE5E-A650C0CF9FB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7065739" y="1784705"/>
            <a:ext cx="305786" cy="36585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6"/>
          <a:stretch>
            <a:fillRect/>
          </a:stretch>
        </p:blipFill>
        <p:spPr>
          <a:xfrm>
            <a:off x="7065739" y="3869641"/>
            <a:ext cx="313788"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8172496" y="1336540"/>
            <a:ext cx="2772000" cy="519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3981"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09"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HEADER &amp; FOOTER</a:t>
            </a:r>
            <a:endParaRPr lang="en-US" sz="1800"/>
          </a:p>
          <a:p>
            <a:pPr eaLnBrk="1" hangingPunct="1">
              <a:spcAft>
                <a:spcPts val="600"/>
              </a:spcAft>
              <a:defRPr/>
            </a:pPr>
            <a:r>
              <a:rPr lang="en-US" altLang="da-DK" sz="900" b="0" noProof="1">
                <a:solidFill>
                  <a:schemeClr val="tx1"/>
                </a:solidFill>
                <a:latin typeface="+mn-lt"/>
                <a:cs typeface="Arial" panose="020B0604020202020204" pitchFamily="34" charset="0"/>
              </a:rPr>
              <a:t>Do this at the very end to apply the changes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on all slides</a:t>
            </a:r>
            <a:endParaRPr lang="en-US" sz="1800"/>
          </a:p>
          <a:p>
            <a:pPr eaLnBrk="1" hangingPunct="1">
              <a:spcAft>
                <a:spcPts val="600"/>
              </a:spcAft>
              <a:defRPr/>
            </a:pPr>
            <a:r>
              <a:rPr lang="en-US" altLang="da-DK" sz="900" b="0" noProof="1">
                <a:solidFill>
                  <a:schemeClr val="tx1"/>
                </a:solidFill>
                <a:latin typeface="+mn-lt"/>
                <a:cs typeface="Arial" panose="020B0604020202020204" pitchFamily="34" charset="0"/>
              </a:rPr>
              <a:t>Click on </a:t>
            </a:r>
            <a:r>
              <a:rPr lang="en-US" altLang="da-DK" sz="900" b="1" noProof="1">
                <a:solidFill>
                  <a:schemeClr val="tx1"/>
                </a:solidFill>
                <a:latin typeface="+mn-lt"/>
                <a:cs typeface="Arial" panose="020B0604020202020204" pitchFamily="34" charset="0"/>
              </a:rPr>
              <a:t>Header &amp; Footer </a:t>
            </a:r>
            <a:r>
              <a:rPr lang="en-US" altLang="da-DK" sz="900" b="0" noProof="1">
                <a:solidFill>
                  <a:schemeClr val="tx1"/>
                </a:solidFill>
                <a:latin typeface="+mn-lt"/>
                <a:cs typeface="Arial" panose="020B0604020202020204" pitchFamily="34" charset="0"/>
              </a:rPr>
              <a:t>in the </a:t>
            </a:r>
            <a:r>
              <a:rPr lang="en-US" altLang="da-DK" sz="900" b="1" noProof="1">
                <a:solidFill>
                  <a:schemeClr val="tx1"/>
                </a:solidFill>
                <a:latin typeface="+mn-lt"/>
                <a:cs typeface="Arial" panose="020B0604020202020204" pitchFamily="34" charset="0"/>
              </a:rPr>
              <a:t>Insert</a:t>
            </a:r>
            <a:r>
              <a:rPr lang="en-US" altLang="da-DK" sz="900" b="0" noProof="1">
                <a:solidFill>
                  <a:schemeClr val="tx1"/>
                </a:solidFill>
                <a:latin typeface="+mn-lt"/>
                <a:cs typeface="Arial" panose="020B0604020202020204" pitchFamily="34" charset="0"/>
              </a:rPr>
              <a:t> tab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(write the desired text, click date or Slide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number from or to)</a:t>
            </a:r>
            <a:endParaRPr lang="en-US" sz="1800"/>
          </a:p>
          <a:p>
            <a:pPr eaLnBrk="1" hangingPunct="1">
              <a:spcAft>
                <a:spcPts val="600"/>
              </a:spcAft>
              <a:defRPr/>
            </a:pPr>
            <a:r>
              <a:rPr lang="en-US" altLang="da-DK" sz="900" b="0" noProof="1">
                <a:solidFill>
                  <a:schemeClr val="tx1"/>
                </a:solidFill>
                <a:latin typeface="+mn-lt"/>
                <a:cs typeface="Arial" panose="020B0604020202020204" pitchFamily="34" charset="0"/>
              </a:rPr>
              <a:t>Click </a:t>
            </a:r>
            <a:r>
              <a:rPr lang="en-US" altLang="da-DK" sz="900" b="1" noProof="1">
                <a:solidFill>
                  <a:schemeClr val="tx1"/>
                </a:solidFill>
                <a:latin typeface="+mn-lt"/>
                <a:cs typeface="Arial" panose="020B0604020202020204" pitchFamily="34" charset="0"/>
              </a:rPr>
              <a:t>Apply to All </a:t>
            </a:r>
            <a:r>
              <a:rPr lang="en-US" altLang="da-DK" sz="900" b="0" noProof="1">
                <a:solidFill>
                  <a:schemeClr val="tx1"/>
                </a:solidFill>
                <a:latin typeface="+mn-lt"/>
                <a:cs typeface="Arial" panose="020B0604020202020204" pitchFamily="34" charset="0"/>
              </a:rPr>
              <a:t>or </a:t>
            </a:r>
            <a:r>
              <a:rPr lang="en-US" altLang="da-DK" sz="900" b="1" noProof="1">
                <a:solidFill>
                  <a:schemeClr val="tx1"/>
                </a:solidFill>
                <a:latin typeface="+mn-lt"/>
                <a:cs typeface="Arial" panose="020B0604020202020204" pitchFamily="34" charset="0"/>
              </a:rPr>
              <a:t>Apply</a:t>
            </a:r>
            <a:r>
              <a:rPr lang="en-US" altLang="da-DK" sz="900" b="0" noProof="1">
                <a:solidFill>
                  <a:schemeClr val="tx1"/>
                </a:solidFill>
                <a:latin typeface="+mn-lt"/>
                <a:cs typeface="Arial" panose="020B0604020202020204" pitchFamily="34" charset="0"/>
              </a:rPr>
              <a:t> if only used on one slide</a:t>
            </a:r>
            <a:endParaRPr lang="en-US" sz="1800"/>
          </a:p>
          <a:p>
            <a:pPr eaLnBrk="1" hangingPunct="1">
              <a:spcAft>
                <a:spcPts val="600"/>
              </a:spcAft>
              <a:defRPr/>
            </a:pP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1600" b="0" noProof="1">
                <a:solidFill>
                  <a:schemeClr val="tx1"/>
                </a:solidFill>
                <a:latin typeface="+mn-lt"/>
                <a:cs typeface="Arial" panose="020B0604020202020204" pitchFamily="34" charset="0"/>
              </a:rPr>
              <a:t>COPY/PASTE CONTENT</a:t>
            </a:r>
            <a:endParaRPr lang="en-US" sz="1800"/>
          </a:p>
          <a:p>
            <a:pPr eaLnBrk="1" hangingPunct="1">
              <a:spcAft>
                <a:spcPts val="600"/>
              </a:spcAft>
              <a:defRPr/>
            </a:pPr>
            <a:r>
              <a:rPr lang="en-US" altLang="da-DK" sz="900" b="0" noProof="1">
                <a:solidFill>
                  <a:schemeClr val="tx1"/>
                </a:solidFill>
                <a:latin typeface="+mn-lt"/>
                <a:cs typeface="Arial" panose="020B0604020202020204" pitchFamily="34" charset="0"/>
              </a:rPr>
              <a:t>When copying old content to your new presentation,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2 options are available:</a:t>
            </a:r>
            <a:endParaRPr lang="en-US" sz="1800"/>
          </a:p>
          <a:p>
            <a:pPr eaLnBrk="1" hangingPunct="1">
              <a:spcAft>
                <a:spcPts val="600"/>
              </a:spcAft>
              <a:defRPr/>
            </a:pPr>
            <a:r>
              <a:rPr lang="en-US" altLang="da-DK" sz="900" b="1" noProof="1">
                <a:solidFill>
                  <a:schemeClr val="tx1"/>
                </a:solidFill>
                <a:latin typeface="+mn-lt"/>
                <a:cs typeface="Arial" panose="020B0604020202020204" pitchFamily="34" charset="0"/>
              </a:rPr>
              <a:t>1. Best practice: </a:t>
            </a:r>
            <a:r>
              <a:rPr lang="en-US" altLang="da-DK" sz="900" b="0" noProof="1">
                <a:solidFill>
                  <a:schemeClr val="tx1"/>
                </a:solidFill>
                <a:latin typeface="+mn-lt"/>
                <a:cs typeface="Arial" panose="020B0604020202020204" pitchFamily="34" charset="0"/>
              </a:rPr>
              <a:t>Create a slide in your new presentation and copy </a:t>
            </a:r>
            <a:r>
              <a:rPr lang="en-US" altLang="da-DK" sz="900" b="0" i="0" u="sng" noProof="1">
                <a:solidFill>
                  <a:schemeClr val="tx1"/>
                </a:solidFill>
                <a:latin typeface="+mn-lt"/>
                <a:cs typeface="Arial" panose="020B0604020202020204" pitchFamily="34" charset="0"/>
              </a:rPr>
              <a:t>one</a:t>
            </a:r>
            <a:r>
              <a:rPr lang="en-US" altLang="da-DK" sz="900" b="0" i="0" u="none" noProof="1">
                <a:solidFill>
                  <a:schemeClr val="tx1"/>
                </a:solidFill>
                <a:latin typeface="+mn-lt"/>
                <a:cs typeface="Arial" panose="020B0604020202020204" pitchFamily="34" charset="0"/>
              </a:rPr>
              <a:t> piece of content at a time (e.g. copy all text from </a:t>
            </a:r>
            <a:r>
              <a:rPr lang="en-US" altLang="da-DK" sz="900" b="0" i="0" u="sng" noProof="1">
                <a:solidFill>
                  <a:schemeClr val="tx1"/>
                </a:solidFill>
                <a:latin typeface="+mn-lt"/>
                <a:cs typeface="Arial" panose="020B0604020202020204" pitchFamily="34" charset="0"/>
              </a:rPr>
              <a:t>one</a:t>
            </a:r>
            <a:r>
              <a:rPr lang="en-US" altLang="da-DK" sz="900" b="0" i="0" u="none" noProof="1">
                <a:solidFill>
                  <a:schemeClr val="tx1"/>
                </a:solidFill>
                <a:latin typeface="+mn-lt"/>
                <a:cs typeface="Arial" panose="020B0604020202020204" pitchFamily="34" charset="0"/>
              </a:rPr>
              <a:t> textbox)</a:t>
            </a:r>
            <a:endParaRPr lang="en-US" altLang="da-DK" sz="900" b="1" i="0" u="sng"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2. </a:t>
            </a:r>
            <a:r>
              <a:rPr lang="en-US" altLang="da-DK" sz="900" b="0" noProof="1">
                <a:solidFill>
                  <a:schemeClr val="tx1"/>
                </a:solidFill>
                <a:latin typeface="+mn-lt"/>
                <a:cs typeface="Arial" panose="020B0604020202020204" pitchFamily="34" charset="0"/>
              </a:rPr>
              <a:t>Or copy an entire slide into your new presentation and then choose a fitting layout. Remember to delete the old, wrong layouts (go to View &gt; Slidemaster and delete them)</a:t>
            </a:r>
            <a:endParaRPr lang="en-US" altLang="da-DK" sz="900" b="1" noProof="1">
              <a:solidFill>
                <a:schemeClr val="tx1"/>
              </a:solidFill>
              <a:latin typeface="+mn-lt"/>
              <a:cs typeface="Arial" panose="020B0604020202020204" pitchFamily="34" charset="0"/>
            </a:endParaRPr>
          </a:p>
          <a:p>
            <a:pPr eaLnBrk="1" hangingPunct="1">
              <a:spcAft>
                <a:spcPts val="600"/>
              </a:spcAft>
              <a:defRPr/>
            </a:pPr>
            <a:endParaRPr lang="en-US" altLang="da-DK" sz="900" b="0" noProof="1">
              <a:solidFill>
                <a:schemeClr val="tx1"/>
              </a:solidFill>
              <a:latin typeface="+mn-lt"/>
              <a:cs typeface="Arial" panose="020B0604020202020204" pitchFamily="34" charset="0"/>
            </a:endParaRPr>
          </a:p>
          <a:p>
            <a:pPr marL="0" marR="0" lvl="0" indent="0" algn="l" defTabSz="914309"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SLIDES &amp; SLIDE ELEMENTS</a:t>
            </a:r>
            <a:endParaRPr lang="en-US" sz="1800"/>
          </a:p>
          <a:p>
            <a:pPr marL="0" marR="0" lvl="0" indent="0" algn="l" defTabSz="914309"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Insert predefined slides and elements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using the Templafy pane. Choose </a:t>
            </a:r>
            <a:br>
              <a:rPr lang="en-GB"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Slides</a:t>
            </a:r>
            <a:r>
              <a:rPr lang="en-US" altLang="da-DK" sz="900" b="0" noProof="1">
                <a:solidFill>
                  <a:schemeClr val="tx1"/>
                </a:solidFill>
                <a:latin typeface="+mn-lt"/>
                <a:cs typeface="Arial" panose="020B0604020202020204" pitchFamily="34" charset="0"/>
              </a:rPr>
              <a:t> and </a:t>
            </a:r>
            <a:r>
              <a:rPr lang="en-US" altLang="da-DK" sz="900" b="1" noProof="1">
                <a:solidFill>
                  <a:schemeClr val="tx1"/>
                </a:solidFill>
                <a:latin typeface="+mn-lt"/>
                <a:cs typeface="Arial" panose="020B0604020202020204" pitchFamily="34" charset="0"/>
              </a:rPr>
              <a:t>Slide elements </a:t>
            </a:r>
            <a:r>
              <a:rPr lang="en-US" altLang="da-DK" sz="900" b="0" noProof="1">
                <a:solidFill>
                  <a:schemeClr val="tx1"/>
                </a:solidFill>
                <a:latin typeface="+mn-lt"/>
                <a:cs typeface="Arial" panose="020B0604020202020204" pitchFamily="34" charset="0"/>
              </a:rPr>
              <a:t>from the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buttons in the Templafy pane on the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right side of the screen</a:t>
            </a:r>
            <a:endParaRPr lang="en-US" altLang="da-DK" sz="900" b="1" noProof="1">
              <a:solidFill>
                <a:schemeClr val="tx1"/>
              </a:solidFill>
              <a:latin typeface="+mn-lt"/>
              <a:cs typeface="Arial" panose="020B0604020202020204" pitchFamily="34" charset="0"/>
            </a:endParaRPr>
          </a:p>
        </p:txBody>
      </p:sp>
      <p:sp>
        <p:nvSpPr>
          <p:cNvPr id="65" name="Fast overskrift">
            <a:extLst>
              <a:ext uri="{FF2B5EF4-FFF2-40B4-BE49-F238E27FC236}">
                <a16:creationId xmlns:a16="http://schemas.microsoft.com/office/drawing/2014/main" id="{09C05D50-8477-4113-8B72-9C373B0FF9F9}"/>
              </a:ext>
            </a:extLst>
          </p:cNvPr>
          <p:cNvSpPr txBox="1"/>
          <p:nvPr userDrawn="1"/>
        </p:nvSpPr>
        <p:spPr>
          <a:xfrm>
            <a:off x="331788" y="291403"/>
            <a:ext cx="11317285" cy="650171"/>
          </a:xfrm>
          <a:prstGeom prst="rect">
            <a:avLst/>
          </a:prstGeom>
          <a:noFill/>
        </p:spPr>
        <p:txBody>
          <a:bodyPr wrap="square" lIns="0" tIns="0" rIns="0" bIns="0" rtlCol="0" anchor="t" anchorCtr="0">
            <a:noAutofit/>
          </a:bodyPr>
          <a:lstStyle/>
          <a:p>
            <a:r>
              <a:rPr lang="en-US" sz="3200" b="0" noProof="1">
                <a:solidFill>
                  <a:schemeClr val="tx1"/>
                </a:solidFill>
                <a:latin typeface="+mj-lt"/>
                <a:cs typeface="Arial" panose="020B0604020202020204" pitchFamily="34" charset="0"/>
              </a:rPr>
              <a:t>TIPS &amp; TRICKS - YOUR USER GUIDE</a:t>
            </a:r>
            <a:endParaRPr lang="en-US" sz="1800"/>
          </a:p>
        </p:txBody>
      </p:sp>
      <p:pic>
        <p:nvPicPr>
          <p:cNvPr id="19" name="Picture 12">
            <a:extLst>
              <a:ext uri="{FF2B5EF4-FFF2-40B4-BE49-F238E27FC236}">
                <a16:creationId xmlns:a16="http://schemas.microsoft.com/office/drawing/2014/main" id="{D59A1415-DF88-48C2-BFBD-2900D34A9A2E}"/>
              </a:ext>
            </a:extLst>
          </p:cNvPr>
          <p:cNvPicPr>
            <a:picLocks noChangeAspect="1"/>
          </p:cNvPicPr>
          <p:nvPr userDrawn="1"/>
        </p:nvPicPr>
        <p:blipFill>
          <a:blip r:embed="rId7"/>
          <a:stretch>
            <a:fillRect/>
          </a:stretch>
        </p:blipFill>
        <p:spPr>
          <a:xfrm>
            <a:off x="10944497" y="1959171"/>
            <a:ext cx="378293" cy="543366"/>
          </a:xfrm>
          <a:prstGeom prst="rect">
            <a:avLst/>
          </a:prstGeom>
        </p:spPr>
      </p:pic>
      <p:sp>
        <p:nvSpPr>
          <p:cNvPr id="20" name="Date Placeholder 6">
            <a:extLst>
              <a:ext uri="{FF2B5EF4-FFF2-40B4-BE49-F238E27FC236}">
                <a16:creationId xmlns:a16="http://schemas.microsoft.com/office/drawing/2014/main" id="{56AA1691-6753-45B8-AB77-1105989467F7}"/>
              </a:ext>
            </a:extLst>
          </p:cNvPr>
          <p:cNvSpPr>
            <a:spLocks noGrp="1" noRot="1" noMove="1" noResize="1" noEditPoints="1" noAdjustHandles="1" noChangeArrowheads="1" noChangeShapeType="1"/>
          </p:cNvSpPr>
          <p:nvPr>
            <p:ph type="dt" sz="half" idx="15"/>
          </p:nvPr>
        </p:nvSpPr>
        <p:spPr>
          <a:xfrm>
            <a:off x="0" y="6858000"/>
            <a:ext cx="0" cy="0"/>
          </a:xfrm>
        </p:spPr>
        <p:txBody>
          <a:bodyPr/>
          <a:lstStyle>
            <a:lvl1pPr>
              <a:defRPr sz="100">
                <a:noFill/>
              </a:defRPr>
            </a:lvl1pPr>
          </a:lstStyle>
          <a:p>
            <a:fld id="{818B4985-F782-412B-98D5-683B123484E3}" type="datetime4">
              <a:rPr lang="en-US" smtClean="0"/>
              <a:t>January 21, 2026</a:t>
            </a:fld>
            <a:endParaRPr lang="en-US"/>
          </a:p>
        </p:txBody>
      </p:sp>
      <p:sp>
        <p:nvSpPr>
          <p:cNvPr id="21" name="Footer Placeholder 8" hidden="1">
            <a:extLst>
              <a:ext uri="{FF2B5EF4-FFF2-40B4-BE49-F238E27FC236}">
                <a16:creationId xmlns:a16="http://schemas.microsoft.com/office/drawing/2014/main" id="{2F8C9320-E8BF-471F-8DD3-1BC479021917}"/>
              </a:ext>
            </a:extLst>
          </p:cNvPr>
          <p:cNvSpPr>
            <a:spLocks noGrp="1" noRot="1" noMove="1" noResize="1" noEditPoints="1" noAdjustHandles="1" noChangeArrowheads="1" noChangeShapeType="1"/>
          </p:cNvSpPr>
          <p:nvPr>
            <p:ph type="ftr" sz="quarter" idx="16"/>
          </p:nvPr>
        </p:nvSpPr>
        <p:spPr>
          <a:xfrm>
            <a:off x="0" y="6858000"/>
            <a:ext cx="0" cy="0"/>
          </a:xfrm>
        </p:spPr>
        <p:txBody>
          <a:bodyPr/>
          <a:lstStyle>
            <a:lvl1pPr>
              <a:defRPr sz="100">
                <a:noFill/>
              </a:defRPr>
            </a:lvl1pPr>
          </a:lstStyle>
          <a:p>
            <a:endParaRPr lang="en-US"/>
          </a:p>
        </p:txBody>
      </p:sp>
      <p:sp>
        <p:nvSpPr>
          <p:cNvPr id="22" name="Slide Number Placeholder 10" hidden="1">
            <a:extLst>
              <a:ext uri="{FF2B5EF4-FFF2-40B4-BE49-F238E27FC236}">
                <a16:creationId xmlns:a16="http://schemas.microsoft.com/office/drawing/2014/main" id="{B01A309B-80AB-481C-AE3F-3C56C2C92EE2}"/>
              </a:ext>
            </a:extLst>
          </p:cNvPr>
          <p:cNvSpPr>
            <a:spLocks noGrp="1" noRot="1" noMove="1" noResize="1" noEditPoints="1" noAdjustHandles="1" noChangeArrowheads="1" noChangeShapeType="1"/>
          </p:cNvSpPr>
          <p:nvPr>
            <p:ph type="sldNum" sz="quarter" idx="17"/>
          </p:nvPr>
        </p:nvSpPr>
        <p:spPr>
          <a:xfrm>
            <a:off x="0" y="6858000"/>
            <a:ext cx="0" cy="0"/>
          </a:xfrm>
        </p:spPr>
        <p:txBody>
          <a:bodyPr/>
          <a:lstStyle>
            <a:lvl1pPr>
              <a:defRPr sz="100">
                <a:noFill/>
              </a:defRPr>
            </a:lvl1pPr>
          </a:lstStyle>
          <a:p>
            <a:fld id="{23AA811B-2EBD-4900-905E-5BE206449611}" type="slidenum">
              <a:rPr lang="en-US" smtClean="0"/>
              <a:pPr/>
              <a:t>‹#›</a:t>
            </a:fld>
            <a:endParaRPr lang="en-US"/>
          </a:p>
        </p:txBody>
      </p:sp>
      <p:pic>
        <p:nvPicPr>
          <p:cNvPr id="9" name="Picture 33">
            <a:extLst>
              <a:ext uri="{FF2B5EF4-FFF2-40B4-BE49-F238E27FC236}">
                <a16:creationId xmlns:a16="http://schemas.microsoft.com/office/drawing/2014/main" id="{B03E872F-21DD-423D-B6DE-4945F155FB87}"/>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7065739" y="3152532"/>
            <a:ext cx="341204" cy="321707"/>
          </a:xfrm>
          <a:prstGeom prst="rect">
            <a:avLst/>
          </a:prstGeom>
        </p:spPr>
      </p:pic>
      <p:sp>
        <p:nvSpPr>
          <p:cNvPr id="24" name="Text Box 2">
            <a:extLst>
              <a:ext uri="{FF2B5EF4-FFF2-40B4-BE49-F238E27FC236}">
                <a16:creationId xmlns:a16="http://schemas.microsoft.com/office/drawing/2014/main" id="{8B1B4749-2B7E-4474-A2D3-2B2892ADCA26}"/>
              </a:ext>
            </a:extLst>
          </p:cNvPr>
          <p:cNvSpPr txBox="1">
            <a:spLocks noChangeArrowheads="1"/>
          </p:cNvSpPr>
          <p:nvPr userDrawn="1"/>
        </p:nvSpPr>
        <p:spPr bwMode="auto">
          <a:xfrm>
            <a:off x="331789" y="1336539"/>
            <a:ext cx="2772000" cy="464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3981"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09"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TEXT STYLES</a:t>
            </a:r>
            <a:endParaRPr lang="en-US" altLang="da-DK" sz="1600" b="0" noProof="1">
              <a:solidFill>
                <a:schemeClr val="tx1"/>
              </a:solidFill>
              <a:latin typeface="+mn-lt"/>
              <a:cs typeface="Arial" panose="020B0604020202020204" pitchFamily="34" charset="0"/>
            </a:endParaRPr>
          </a:p>
          <a:p>
            <a:pPr eaLnBrk="1" hangingPunct="1">
              <a:spcAft>
                <a:spcPts val="600"/>
              </a:spcAft>
              <a:defRPr/>
            </a:pPr>
            <a:r>
              <a:rPr lang="en-US" altLang="da-DK" sz="900" b="0" noProof="1">
                <a:solidFill>
                  <a:schemeClr val="tx1"/>
                </a:solidFill>
                <a:latin typeface="+mn-lt"/>
                <a:cs typeface="Arial" panose="020B0604020202020204" pitchFamily="34" charset="0"/>
              </a:rPr>
              <a:t>Use the </a:t>
            </a:r>
            <a:r>
              <a:rPr lang="en-US" altLang="da-DK" sz="900" b="1" noProof="1">
                <a:solidFill>
                  <a:schemeClr val="tx1"/>
                </a:solidFill>
                <a:latin typeface="+mn-lt"/>
                <a:cs typeface="Arial" panose="020B0604020202020204" pitchFamily="34" charset="0"/>
              </a:rPr>
              <a:t>TAB</a:t>
            </a:r>
            <a:r>
              <a:rPr lang="en-US" altLang="da-DK" sz="900" b="0" noProof="1">
                <a:solidFill>
                  <a:schemeClr val="tx1"/>
                </a:solidFill>
                <a:latin typeface="+mn-lt"/>
                <a:cs typeface="Arial" panose="020B0604020202020204" pitchFamily="34" charset="0"/>
              </a:rPr>
              <a:t>-key</a:t>
            </a:r>
            <a:r>
              <a:rPr lang="en-US" altLang="da-DK" sz="900" b="0" baseline="0" noProof="1">
                <a:solidFill>
                  <a:schemeClr val="tx1"/>
                </a:solidFill>
                <a:latin typeface="+mn-lt"/>
                <a:cs typeface="Arial" panose="020B0604020202020204" pitchFamily="34" charset="0"/>
              </a:rPr>
              <a:t> to jump through levels. Click </a:t>
            </a:r>
            <a:r>
              <a:rPr lang="en-US" altLang="da-DK" sz="900" b="1" baseline="0" noProof="1">
                <a:solidFill>
                  <a:schemeClr val="tx1"/>
                </a:solidFill>
                <a:latin typeface="+mn-lt"/>
                <a:cs typeface="Arial" panose="020B0604020202020204" pitchFamily="34" charset="0"/>
              </a:rPr>
              <a:t>ENTER </a:t>
            </a:r>
            <a:r>
              <a:rPr lang="en-US" altLang="da-DK" sz="900" b="0" baseline="0" noProof="1">
                <a:solidFill>
                  <a:schemeClr val="tx1"/>
                </a:solidFill>
                <a:latin typeface="+mn-lt"/>
                <a:cs typeface="Arial" panose="020B0604020202020204" pitchFamily="34" charset="0"/>
              </a:rPr>
              <a:t>and</a:t>
            </a:r>
            <a:r>
              <a:rPr lang="en-US" altLang="da-DK" sz="900" b="1" baseline="0" noProof="1">
                <a:solidFill>
                  <a:schemeClr val="tx1"/>
                </a:solidFill>
                <a:latin typeface="+mn-lt"/>
                <a:cs typeface="Arial" panose="020B0604020202020204" pitchFamily="34" charset="0"/>
              </a:rPr>
              <a:t> TAB</a:t>
            </a:r>
            <a:r>
              <a:rPr lang="en-US" altLang="da-DK" sz="900" b="0" baseline="0" noProof="1">
                <a:solidFill>
                  <a:schemeClr val="tx1"/>
                </a:solidFill>
                <a:latin typeface="+mn-lt"/>
                <a:cs typeface="Arial" panose="020B0604020202020204" pitchFamily="34" charset="0"/>
              </a:rPr>
              <a:t> to switch from one level to the next level</a:t>
            </a:r>
            <a:endParaRPr lang="en-US" sz="1800"/>
          </a:p>
          <a:p>
            <a:pPr eaLnBrk="1" hangingPunct="1">
              <a:spcAft>
                <a:spcPts val="600"/>
              </a:spcAft>
              <a:defRPr/>
            </a:pPr>
            <a:r>
              <a:rPr lang="en-US" altLang="da-DK" sz="900" b="0" baseline="0" noProof="1">
                <a:solidFill>
                  <a:schemeClr val="tx1"/>
                </a:solidFill>
                <a:latin typeface="+mn-lt"/>
                <a:cs typeface="Arial" panose="020B0604020202020204" pitchFamily="34" charset="0"/>
              </a:rPr>
              <a:t>To go back in levels use </a:t>
            </a:r>
            <a:r>
              <a:rPr lang="en-US" altLang="da-DK" sz="900" b="1" baseline="0" noProof="1">
                <a:solidFill>
                  <a:schemeClr val="tx1"/>
                </a:solidFill>
                <a:latin typeface="+mn-lt"/>
                <a:cs typeface="Arial" panose="020B0604020202020204" pitchFamily="34" charset="0"/>
              </a:rPr>
              <a:t>SHIFT-TAB</a:t>
            </a:r>
            <a:endParaRPr lang="en-US" sz="900" b="1" noProof="1">
              <a:solidFill>
                <a:schemeClr val="tx1"/>
              </a:solidFill>
              <a:latin typeface="+mn-lt"/>
              <a:cs typeface="Arial" panose="020B0604020202020204" pitchFamily="34" charset="0"/>
            </a:endParaRPr>
          </a:p>
          <a:p>
            <a:pPr eaLnBrk="1" hangingPunct="1">
              <a:spcAft>
                <a:spcPts val="600"/>
              </a:spcAft>
              <a:defRPr/>
            </a:pPr>
            <a:r>
              <a:rPr lang="en-US" sz="900" noProof="1">
                <a:solidFill>
                  <a:schemeClr val="tx1"/>
                </a:solidFill>
                <a:latin typeface="+mn-lt"/>
                <a:cs typeface="Arial" panose="020B0604020202020204" pitchFamily="34" charset="0"/>
              </a:rPr>
              <a:t>Alternatively, </a:t>
            </a:r>
            <a:r>
              <a:rPr lang="en-US" sz="900" b="1" noProof="1">
                <a:solidFill>
                  <a:schemeClr val="tx1"/>
                </a:solidFill>
                <a:latin typeface="+mn-lt"/>
                <a:cs typeface="Arial" panose="020B0604020202020204" pitchFamily="34" charset="0"/>
              </a:rPr>
              <a:t>Increase</a:t>
            </a:r>
            <a:r>
              <a:rPr lang="en-US" sz="900" baseline="0" noProof="1">
                <a:solidFill>
                  <a:schemeClr val="tx1"/>
                </a:solidFill>
                <a:latin typeface="+mn-lt"/>
                <a:cs typeface="Arial" panose="020B0604020202020204" pitchFamily="34" charset="0"/>
              </a:rPr>
              <a:t> and </a:t>
            </a:r>
            <a:r>
              <a:rPr lang="en-US" sz="900" b="1" baseline="0" noProof="1">
                <a:solidFill>
                  <a:schemeClr val="tx1"/>
                </a:solidFill>
                <a:latin typeface="+mn-lt"/>
                <a:cs typeface="Arial" panose="020B0604020202020204" pitchFamily="34" charset="0"/>
              </a:rPr>
              <a:t>Decrease </a:t>
            </a:r>
            <a:r>
              <a:rPr lang="en-US" sz="900" baseline="0" noProof="1">
                <a:solidFill>
                  <a:schemeClr val="tx1"/>
                </a:solidFill>
                <a:latin typeface="+mn-lt"/>
                <a:cs typeface="Arial" panose="020B0604020202020204" pitchFamily="34" charset="0"/>
              </a:rPr>
              <a:t>list level can be used</a:t>
            </a:r>
            <a:br>
              <a:rPr lang="en-GB" sz="900" baseline="0" noProof="1">
                <a:solidFill>
                  <a:schemeClr val="tx1"/>
                </a:solidFill>
                <a:latin typeface="+mn-lt"/>
                <a:cs typeface="Arial" panose="020B0604020202020204" pitchFamily="34" charset="0"/>
              </a:rPr>
            </a:br>
            <a:endParaRPr lang="en-US" sz="900" baseline="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t>
            </a:r>
            <a:r>
              <a:rPr lang="en-US" sz="900" b="1" noProof="1">
                <a:solidFill>
                  <a:schemeClr val="tx1"/>
                </a:solidFill>
                <a:latin typeface="+mn-lt"/>
                <a:cs typeface="Arial" panose="020B0604020202020204" pitchFamily="34" charset="0"/>
              </a:rPr>
              <a:t>Use bullet button</a:t>
            </a:r>
            <a:endParaRPr lang="en-US" sz="1800"/>
          </a:p>
          <a:p>
            <a:pPr marL="0" marR="0" lvl="0" indent="0" algn="l" defTabSz="914309"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Delete bullet for regular text.</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Click on the bullet button to reaply the correct bullet again</a:t>
            </a:r>
            <a:endParaRPr lang="en-US" sz="1800"/>
          </a:p>
          <a:p>
            <a:pPr eaLnBrk="1" hangingPunct="1">
              <a:spcAft>
                <a:spcPts val="600"/>
              </a:spcAft>
              <a:defRPr/>
            </a:pPr>
            <a:br>
              <a:rPr lang="en-GB" altLang="da-DK" sz="900" b="0" noProof="1">
                <a:solidFill>
                  <a:schemeClr val="tx1"/>
                </a:solidFill>
                <a:latin typeface="+mn-lt"/>
                <a:cs typeface="Arial" panose="020B0604020202020204" pitchFamily="34" charset="0"/>
              </a:rPr>
            </a:br>
            <a:r>
              <a:rPr lang="en-US" sz="1600">
                <a:latin typeface="+mn-lt"/>
                <a:cs typeface="Arial" panose="020B0604020202020204" pitchFamily="34" charset="0"/>
              </a:rPr>
              <a:t>SLIDES &amp; LAYOUTS</a:t>
            </a:r>
            <a:endParaRPr lang="en-US" sz="1800"/>
          </a:p>
          <a:p>
            <a:pPr marL="0" marR="0" lvl="0" indent="0" algn="l" defTabSz="914309"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Click on the menu </a:t>
            </a:r>
            <a:r>
              <a:rPr lang="en-US" altLang="da-DK" sz="900" b="1" noProof="1">
                <a:solidFill>
                  <a:schemeClr val="tx1"/>
                </a:solidFill>
                <a:latin typeface="+mn-lt"/>
                <a:cs typeface="Arial" panose="020B0604020202020204" pitchFamily="34" charset="0"/>
              </a:rPr>
              <a:t>New Slide </a:t>
            </a:r>
            <a:r>
              <a:rPr lang="en-US" altLang="da-DK" sz="900" b="0" noProof="1">
                <a:solidFill>
                  <a:schemeClr val="tx1"/>
                </a:solidFill>
                <a:latin typeface="+mn-lt"/>
                <a:cs typeface="Arial" panose="020B0604020202020204" pitchFamily="34" charset="0"/>
              </a:rPr>
              <a:t>in the </a:t>
            </a:r>
            <a:r>
              <a:rPr lang="en-US" altLang="da-DK" sz="900" b="1" noProof="1">
                <a:solidFill>
                  <a:schemeClr val="tx1"/>
                </a:solidFill>
                <a:latin typeface="+mn-lt"/>
                <a:cs typeface="Arial" panose="020B0604020202020204" pitchFamily="34" charset="0"/>
              </a:rPr>
              <a:t>Home</a:t>
            </a:r>
            <a:r>
              <a:rPr lang="en-US" altLang="da-DK" sz="900" b="0" noProof="1">
                <a:solidFill>
                  <a:schemeClr val="tx1"/>
                </a:solidFill>
                <a:latin typeface="+mn-lt"/>
                <a:cs typeface="Arial" panose="020B0604020202020204" pitchFamily="34" charset="0"/>
              </a:rPr>
              <a:t> tab </a:t>
            </a:r>
            <a:br>
              <a:rPr lang="en-GB"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to insert a new slide</a:t>
            </a:r>
            <a:br>
              <a:rPr lang="en-GB" altLang="da-DK" sz="900" b="0" noProof="1">
                <a:solidFill>
                  <a:schemeClr val="tx1"/>
                </a:solidFill>
                <a:latin typeface="+mn-lt"/>
                <a:cs typeface="Arial" panose="020B0604020202020204" pitchFamily="34" charset="0"/>
              </a:rPr>
            </a:br>
            <a:br>
              <a:rPr lang="en-GB"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Change layout</a:t>
            </a:r>
            <a:endParaRPr lang="en-US" altLang="da-DK" sz="900" b="0" noProof="1">
              <a:solidFill>
                <a:schemeClr val="tx1"/>
              </a:solidFill>
              <a:latin typeface="+mn-lt"/>
              <a:cs typeface="Arial" panose="020B0604020202020204" pitchFamily="34" charset="0"/>
            </a:endParaRPr>
          </a:p>
          <a:p>
            <a:pPr marL="0" indent="0">
              <a:spcAft>
                <a:spcPts val="600"/>
              </a:spcAft>
              <a:buFont typeface="+mj-lt"/>
              <a:buNone/>
            </a:pPr>
            <a:r>
              <a:rPr lang="en-US" sz="900">
                <a:solidFill>
                  <a:srgbClr val="000000"/>
                </a:solidFill>
                <a:latin typeface="+mn-lt"/>
                <a:ea typeface="Arial" panose="020B0604020202020204" pitchFamily="34" charset="0"/>
              </a:rPr>
              <a:t>Click on the arrow next to </a:t>
            </a:r>
            <a:r>
              <a:rPr lang="en-US" sz="900" b="1">
                <a:solidFill>
                  <a:srgbClr val="000000"/>
                </a:solidFill>
                <a:latin typeface="+mn-lt"/>
                <a:ea typeface="Arial" panose="020B0604020202020204" pitchFamily="34" charset="0"/>
              </a:rPr>
              <a:t>Layout</a:t>
            </a:r>
            <a:br>
              <a:rPr lang="en-GB" sz="900" b="1">
                <a:solidFill>
                  <a:srgbClr val="000000"/>
                </a:solidFill>
                <a:latin typeface="+mn-lt"/>
                <a:ea typeface="Arial" panose="020B0604020202020204" pitchFamily="34" charset="0"/>
              </a:rPr>
            </a:br>
            <a:r>
              <a:rPr lang="en-US" sz="900">
                <a:solidFill>
                  <a:srgbClr val="000000"/>
                </a:solidFill>
                <a:latin typeface="+mn-lt"/>
                <a:ea typeface="Arial" panose="020B0604020202020204" pitchFamily="34" charset="0"/>
              </a:rPr>
              <a:t>to view a dropdown menu of possible slide layouts</a:t>
            </a:r>
            <a:br>
              <a:rPr lang="en-GB" sz="900">
                <a:solidFill>
                  <a:srgbClr val="000000"/>
                </a:solidFill>
                <a:latin typeface="+mn-lt"/>
                <a:ea typeface="Arial" panose="020B0604020202020204" pitchFamily="34" charset="0"/>
              </a:rPr>
            </a:br>
            <a:endParaRPr lang="en-US" sz="900">
              <a:solidFill>
                <a:srgbClr val="000000"/>
              </a:solidFill>
              <a:latin typeface="+mn-lt"/>
              <a:ea typeface="Arial" panose="020B0604020202020204" pitchFamily="34" charset="0"/>
            </a:endParaRPr>
          </a:p>
          <a:p>
            <a:pPr eaLnBrk="1" hangingPunct="1">
              <a:spcAft>
                <a:spcPts val="600"/>
              </a:spcAft>
              <a:defRPr/>
            </a:pPr>
            <a:r>
              <a:rPr lang="en-US" sz="900" b="1" noProof="1">
                <a:solidFill>
                  <a:schemeClr val="tx1"/>
                </a:solidFill>
                <a:latin typeface="+mn-lt"/>
                <a:cs typeface="Arial" panose="020B0604020202020204" pitchFamily="34" charset="0"/>
              </a:rPr>
              <a:t>Reset slide</a:t>
            </a:r>
            <a:endParaRPr lang="en-US" sz="1800"/>
          </a:p>
          <a:p>
            <a:pPr marL="0" marR="0" indent="0" algn="l" defTabSz="914309" rtl="0" eaLnBrk="1" fontAlgn="auto" latinLnBrk="0" hangingPunct="1">
              <a:lnSpc>
                <a:spcPct val="100000"/>
              </a:lnSpc>
              <a:spcBef>
                <a:spcPts val="0"/>
              </a:spcBef>
              <a:spcAft>
                <a:spcPts val="600"/>
              </a:spcAft>
              <a:buClrTx/>
              <a:buSzTx/>
              <a:buFont typeface="+mj-lt"/>
              <a:buNone/>
              <a:tabLst/>
              <a:defRPr/>
            </a:pPr>
            <a:r>
              <a:rPr lang="en-US" altLang="da-DK" sz="900" b="1" noProof="1">
                <a:solidFill>
                  <a:schemeClr val="tx1"/>
                </a:solidFill>
                <a:latin typeface="+mn-lt"/>
                <a:cs typeface="Arial" panose="020B0604020202020204" pitchFamily="34" charset="0"/>
              </a:rPr>
              <a:t>1. </a:t>
            </a:r>
            <a:r>
              <a:rPr lang="en-US" altLang="da-DK" sz="90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Home</a:t>
            </a:r>
            <a:r>
              <a:rPr lang="en-US" altLang="da-DK" sz="900" noProof="1">
                <a:solidFill>
                  <a:schemeClr val="tx1"/>
                </a:solidFill>
                <a:latin typeface="+mn-lt"/>
                <a:cs typeface="Arial" panose="020B0604020202020204" pitchFamily="34" charset="0"/>
              </a:rPr>
              <a:t> tab</a:t>
            </a:r>
            <a:endParaRPr lang="en-US" sz="1800"/>
          </a:p>
          <a:p>
            <a:pPr marL="0" marR="0" indent="0" algn="l" defTabSz="914309" rtl="0" eaLnBrk="1" fontAlgn="auto" latinLnBrk="0" hangingPunct="1">
              <a:lnSpc>
                <a:spcPct val="100000"/>
              </a:lnSpc>
              <a:spcBef>
                <a:spcPts val="0"/>
              </a:spcBef>
              <a:spcAft>
                <a:spcPts val="600"/>
              </a:spcAft>
              <a:buClrTx/>
              <a:buSzTx/>
              <a:buFont typeface="+mj-lt"/>
              <a:buNone/>
              <a:tabLst/>
              <a:defRPr/>
            </a:pPr>
            <a:r>
              <a:rPr lang="en-US" altLang="da-DK" sz="900" b="1" noProof="1">
                <a:solidFill>
                  <a:schemeClr val="tx1"/>
                </a:solidFill>
                <a:latin typeface="+mn-lt"/>
                <a:cs typeface="Arial" panose="020B0604020202020204" pitchFamily="34" charset="0"/>
              </a:rPr>
              <a:t>2. </a:t>
            </a:r>
            <a:r>
              <a:rPr lang="en-US" altLang="da-DK" sz="90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Reset</a:t>
            </a:r>
            <a:r>
              <a:rPr lang="en-US" altLang="da-DK" sz="900" noProof="1">
                <a:solidFill>
                  <a:schemeClr val="tx1"/>
                </a:solidFill>
                <a:latin typeface="+mn-lt"/>
                <a:cs typeface="Arial" panose="020B0604020202020204" pitchFamily="34" charset="0"/>
              </a:rPr>
              <a:t> menu to reset position, size and formatting of the slide placeholders to </a:t>
            </a:r>
            <a:br>
              <a:rPr lang="en-GB" altLang="da-DK" sz="900" noProof="1">
                <a:solidFill>
                  <a:schemeClr val="tx1"/>
                </a:solidFill>
                <a:latin typeface="+mn-lt"/>
                <a:cs typeface="Arial" panose="020B0604020202020204" pitchFamily="34" charset="0"/>
              </a:rPr>
            </a:br>
            <a:r>
              <a:rPr lang="en-US" altLang="da-DK" sz="900" noProof="1">
                <a:solidFill>
                  <a:schemeClr val="tx1"/>
                </a:solidFill>
                <a:latin typeface="+mn-lt"/>
                <a:cs typeface="Arial" panose="020B0604020202020204" pitchFamily="34" charset="0"/>
              </a:rPr>
              <a:t>their default settings</a:t>
            </a:r>
            <a:endParaRPr lang="en-US" sz="900">
              <a:latin typeface="+mn-lt"/>
              <a:ea typeface="Arial" panose="020B0604020202020204" pitchFamily="34" charset="0"/>
            </a:endParaRPr>
          </a:p>
        </p:txBody>
      </p:sp>
      <p:pic>
        <p:nvPicPr>
          <p:cNvPr id="28" name="Picture 27">
            <a:extLst>
              <a:ext uri="{FF2B5EF4-FFF2-40B4-BE49-F238E27FC236}">
                <a16:creationId xmlns:a16="http://schemas.microsoft.com/office/drawing/2014/main" id="{12B8CEB7-8718-40FB-BCC9-2AC96094B83E}"/>
              </a:ext>
            </a:extLst>
          </p:cNvPr>
          <p:cNvPicPr>
            <a:picLocks noChangeAspect="1"/>
          </p:cNvPicPr>
          <p:nvPr userDrawn="1"/>
        </p:nvPicPr>
        <p:blipFill>
          <a:blip r:embed="rId9"/>
          <a:stretch>
            <a:fillRect/>
          </a:stretch>
        </p:blipFill>
        <p:spPr>
          <a:xfrm>
            <a:off x="3055654" y="4701914"/>
            <a:ext cx="475428" cy="176762"/>
          </a:xfrm>
          <a:prstGeom prst="rect">
            <a:avLst/>
          </a:prstGeom>
        </p:spPr>
      </p:pic>
      <p:pic>
        <p:nvPicPr>
          <p:cNvPr id="29" name="Picture 16">
            <a:extLst>
              <a:ext uri="{FF2B5EF4-FFF2-40B4-BE49-F238E27FC236}">
                <a16:creationId xmlns:a16="http://schemas.microsoft.com/office/drawing/2014/main" id="{1543AAD2-58D2-4DCE-A080-AFA6A459F608}"/>
              </a:ext>
            </a:extLst>
          </p:cNvPr>
          <p:cNvPicPr>
            <a:picLocks noChangeAspect="1"/>
          </p:cNvPicPr>
          <p:nvPr userDrawn="1"/>
        </p:nvPicPr>
        <p:blipFill>
          <a:blip r:embed="rId10"/>
          <a:stretch>
            <a:fillRect/>
          </a:stretch>
        </p:blipFill>
        <p:spPr>
          <a:xfrm>
            <a:off x="3055655" y="3847596"/>
            <a:ext cx="328881" cy="505501"/>
          </a:xfrm>
          <a:prstGeom prst="rect">
            <a:avLst/>
          </a:prstGeom>
        </p:spPr>
      </p:pic>
      <p:pic>
        <p:nvPicPr>
          <p:cNvPr id="30" name="Picture 20">
            <a:extLst>
              <a:ext uri="{FF2B5EF4-FFF2-40B4-BE49-F238E27FC236}">
                <a16:creationId xmlns:a16="http://schemas.microsoft.com/office/drawing/2014/main" id="{F410AF64-93DE-4C35-8AC4-D2AFA638F572}"/>
              </a:ext>
            </a:extLst>
          </p:cNvPr>
          <p:cNvPicPr>
            <a:picLocks noChangeAspect="1"/>
          </p:cNvPicPr>
          <p:nvPr userDrawn="1"/>
        </p:nvPicPr>
        <p:blipFill>
          <a:blip r:embed="rId11"/>
          <a:stretch>
            <a:fillRect/>
          </a:stretch>
        </p:blipFill>
        <p:spPr>
          <a:xfrm>
            <a:off x="3058353" y="5601213"/>
            <a:ext cx="538465" cy="172841"/>
          </a:xfrm>
          <a:prstGeom prst="rect">
            <a:avLst/>
          </a:prstGeom>
        </p:spPr>
      </p:pic>
      <p:pic>
        <p:nvPicPr>
          <p:cNvPr id="31" name="Picture 30">
            <a:extLst>
              <a:ext uri="{FF2B5EF4-FFF2-40B4-BE49-F238E27FC236}">
                <a16:creationId xmlns:a16="http://schemas.microsoft.com/office/drawing/2014/main" id="{5AAFDC93-9DCC-4CE4-B8D7-6137FEEF048E}"/>
              </a:ext>
            </a:extLst>
          </p:cNvPr>
          <p:cNvPicPr>
            <a:picLocks noChangeAspect="1"/>
          </p:cNvPicPr>
          <p:nvPr userDrawn="1"/>
        </p:nvPicPr>
        <p:blipFill>
          <a:blip r:embed="rId12"/>
          <a:stretch>
            <a:fillRect/>
          </a:stretch>
        </p:blipFill>
        <p:spPr>
          <a:xfrm>
            <a:off x="3055655" y="2342339"/>
            <a:ext cx="457143" cy="257143"/>
          </a:xfrm>
          <a:prstGeom prst="rect">
            <a:avLst/>
          </a:prstGeom>
        </p:spPr>
      </p:pic>
      <p:pic>
        <p:nvPicPr>
          <p:cNvPr id="4" name="Picture 3">
            <a:extLst>
              <a:ext uri="{FF2B5EF4-FFF2-40B4-BE49-F238E27FC236}">
                <a16:creationId xmlns:a16="http://schemas.microsoft.com/office/drawing/2014/main" id="{292A5FDF-69DC-4DD2-BFF8-3478E75DBB76}"/>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a:stretch/>
        </p:blipFill>
        <p:spPr>
          <a:xfrm>
            <a:off x="7065739" y="2537287"/>
            <a:ext cx="437508" cy="365851"/>
          </a:xfrm>
          <a:prstGeom prst="rect">
            <a:avLst/>
          </a:prstGeom>
        </p:spPr>
      </p:pic>
      <p:grpSp>
        <p:nvGrpSpPr>
          <p:cNvPr id="10" name="Group 9">
            <a:extLst>
              <a:ext uri="{FF2B5EF4-FFF2-40B4-BE49-F238E27FC236}">
                <a16:creationId xmlns:a16="http://schemas.microsoft.com/office/drawing/2014/main" id="{D428E528-3C21-43A5-9A1F-5FC8A3BB1E92}"/>
              </a:ext>
            </a:extLst>
          </p:cNvPr>
          <p:cNvGrpSpPr/>
          <p:nvPr userDrawn="1"/>
        </p:nvGrpSpPr>
        <p:grpSpPr>
          <a:xfrm>
            <a:off x="10285258" y="5867321"/>
            <a:ext cx="991746" cy="384654"/>
            <a:chOff x="10992821" y="4404000"/>
            <a:chExt cx="1588357" cy="616052"/>
          </a:xfrm>
        </p:grpSpPr>
        <p:pic>
          <p:nvPicPr>
            <p:cNvPr id="8" name="Picture 7">
              <a:extLst>
                <a:ext uri="{FF2B5EF4-FFF2-40B4-BE49-F238E27FC236}">
                  <a16:creationId xmlns:a16="http://schemas.microsoft.com/office/drawing/2014/main" id="{A44E7E5B-C2F8-47A1-8626-A6E32640159D}"/>
                </a:ext>
              </a:extLst>
            </p:cNvPr>
            <p:cNvPicPr>
              <a:picLocks noChangeAspect="1"/>
            </p:cNvPicPr>
            <p:nvPr userDrawn="1"/>
          </p:nvPicPr>
          <p:blipFill rotWithShape="1">
            <a:blip r:embed="rId14" cstate="screen">
              <a:extLst>
                <a:ext uri="{28A0092B-C50C-407E-A947-70E740481C1C}">
                  <a14:useLocalDpi xmlns:a14="http://schemas.microsoft.com/office/drawing/2010/main"/>
                </a:ext>
              </a:extLst>
            </a:blip>
            <a:srcRect/>
            <a:stretch/>
          </p:blipFill>
          <p:spPr>
            <a:xfrm>
              <a:off x="10992821" y="4404000"/>
              <a:ext cx="1588357" cy="616052"/>
            </a:xfrm>
            <a:prstGeom prst="rect">
              <a:avLst/>
            </a:prstGeom>
          </p:spPr>
        </p:pic>
        <p:pic>
          <p:nvPicPr>
            <p:cNvPr id="33" name="Picture 32">
              <a:extLst>
                <a:ext uri="{FF2B5EF4-FFF2-40B4-BE49-F238E27FC236}">
                  <a16:creationId xmlns:a16="http://schemas.microsoft.com/office/drawing/2014/main" id="{5065702C-2099-41C8-904A-A3616CD11CA4}"/>
                </a:ext>
              </a:extLst>
            </p:cNvPr>
            <p:cNvPicPr>
              <a:picLocks noChangeAspect="1"/>
            </p:cNvPicPr>
            <p:nvPr userDrawn="1"/>
          </p:nvPicPr>
          <p:blipFill rotWithShape="1">
            <a:blip r:embed="rId15" cstate="print">
              <a:extLst>
                <a:ext uri="{28A0092B-C50C-407E-A947-70E740481C1C}">
                  <a14:useLocalDpi xmlns:a14="http://schemas.microsoft.com/office/drawing/2010/main"/>
                </a:ext>
              </a:extLst>
            </a:blip>
            <a:srcRect/>
            <a:stretch/>
          </p:blipFill>
          <p:spPr>
            <a:xfrm>
              <a:off x="12479578" y="4785230"/>
              <a:ext cx="101600" cy="221441"/>
            </a:xfrm>
            <a:prstGeom prst="rect">
              <a:avLst/>
            </a:prstGeom>
          </p:spPr>
        </p:pic>
      </p:grpSp>
      <p:pic>
        <p:nvPicPr>
          <p:cNvPr id="34" name="Picture 2">
            <a:extLst>
              <a:ext uri="{FF2B5EF4-FFF2-40B4-BE49-F238E27FC236}">
                <a16:creationId xmlns:a16="http://schemas.microsoft.com/office/drawing/2014/main" id="{23C2B142-78D9-4D1A-A62B-85445D78273E}"/>
              </a:ext>
            </a:extLst>
          </p:cNvPr>
          <p:cNvPicPr>
            <a:picLocks noChangeAspect="1"/>
          </p:cNvPicPr>
          <p:nvPr userDrawn="1"/>
        </p:nvPicPr>
        <p:blipFill>
          <a:blip r:embed="rId16"/>
          <a:stretch>
            <a:fillRect/>
          </a:stretch>
        </p:blipFill>
        <p:spPr>
          <a:xfrm>
            <a:off x="3055655" y="3052205"/>
            <a:ext cx="257143" cy="285714"/>
          </a:xfrm>
          <a:prstGeom prst="rect">
            <a:avLst/>
          </a:prstGeom>
        </p:spPr>
      </p:pic>
    </p:spTree>
    <p:extLst>
      <p:ext uri="{BB962C8B-B14F-4D97-AF65-F5344CB8AC3E}">
        <p14:creationId xmlns:p14="http://schemas.microsoft.com/office/powerpoint/2010/main" val="107897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3D08693-CA5F-F6AA-5365-11C1249DD6EF}"/>
              </a:ext>
            </a:extLst>
          </p:cNvPr>
          <p:cNvGraphicFramePr>
            <a:graphicFrameLocks noChangeAspect="1"/>
          </p:cNvGraphicFramePr>
          <p:nvPr userDrawn="1">
            <p:custDataLst>
              <p:tags r:id="rId1"/>
            </p:custDataLst>
            <p:extLst>
              <p:ext uri="{D42A27DB-BD31-4B8C-83A1-F6EECF244321}">
                <p14:modId xmlns:p14="http://schemas.microsoft.com/office/powerpoint/2010/main" val="17198525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 name="think-cell data - do not delete" hidden="1">
                        <a:extLst>
                          <a:ext uri="{FF2B5EF4-FFF2-40B4-BE49-F238E27FC236}">
                            <a16:creationId xmlns:a16="http://schemas.microsoft.com/office/drawing/2014/main" id="{43D08693-CA5F-F6AA-5365-11C1249DD6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0F124504-36FD-4753-851D-5B7D02D4A2D1}"/>
              </a:ext>
            </a:extLst>
          </p:cNvPr>
          <p:cNvSpPr/>
          <p:nvPr userDrawn="1"/>
        </p:nvSpPr>
        <p:spPr bwMode="ltGray">
          <a:xfrm>
            <a:off x="1"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1991" tIns="71991" rIns="71991" bIns="71991"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5" name="Do not use"/>
          <p:cNvSpPr txBox="1"/>
          <p:nvPr userDrawn="1"/>
        </p:nvSpPr>
        <p:spPr>
          <a:xfrm>
            <a:off x="430214"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4400" b="0" noProof="0">
                <a:solidFill>
                  <a:schemeClr val="bg1"/>
                </a:solidFill>
              </a:rPr>
              <a:t>If you see any </a:t>
            </a:r>
            <a:r>
              <a:rPr lang="en-US" sz="4400" b="1" i="0" noProof="0">
                <a:solidFill>
                  <a:schemeClr val="bg1"/>
                </a:solidFill>
              </a:rPr>
              <a:t>layouts after this </a:t>
            </a:r>
            <a:r>
              <a:rPr lang="en-US" sz="4400" b="0" i="0" noProof="0">
                <a:solidFill>
                  <a:schemeClr val="bg1"/>
                </a:solidFill>
              </a:rPr>
              <a:t>one</a:t>
            </a:r>
            <a:r>
              <a:rPr lang="en-US" sz="4400" b="1" i="1" noProof="0">
                <a:solidFill>
                  <a:schemeClr val="bg1"/>
                </a:solidFill>
              </a:rPr>
              <a:t>,</a:t>
            </a:r>
            <a:br>
              <a:rPr lang="en-GB" sz="4400" b="0" i="0" noProof="0">
                <a:solidFill>
                  <a:schemeClr val="bg1"/>
                </a:solidFill>
              </a:rPr>
            </a:br>
            <a:r>
              <a:rPr lang="en-US" sz="4400" b="0" noProof="0">
                <a:solidFill>
                  <a:schemeClr val="bg1"/>
                </a:solidFill>
              </a:rPr>
              <a:t>do not use them. These layouts </a:t>
            </a:r>
            <a:r>
              <a:rPr lang="en-US" sz="4400" b="1" i="0" u="none" noProof="0">
                <a:solidFill>
                  <a:schemeClr val="bg1"/>
                </a:solidFill>
              </a:rPr>
              <a:t>are not </a:t>
            </a:r>
            <a:r>
              <a:rPr lang="en-US" sz="4400" b="0" noProof="0">
                <a:solidFill>
                  <a:schemeClr val="bg1"/>
                </a:solidFill>
              </a:rPr>
              <a:t>part of our corporate template.</a:t>
            </a:r>
            <a:br>
              <a:rPr lang="en-GB" sz="2800" b="0" noProof="0">
                <a:solidFill>
                  <a:schemeClr val="bg1"/>
                </a:solidFill>
              </a:rPr>
            </a:br>
            <a:br>
              <a:rPr lang="en-GB" sz="2800" b="0" noProof="0">
                <a:solidFill>
                  <a:schemeClr val="bg1"/>
                </a:solidFill>
              </a:rPr>
            </a:br>
            <a:endParaRPr lang="en-US" sz="2800" b="0" noProof="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4875"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0" y="2578102"/>
            <a:ext cx="11218606" cy="2400657"/>
          </a:xfrm>
          <a:prstGeom prst="rect">
            <a:avLst/>
          </a:prstGeom>
        </p:spPr>
        <p:txBody>
          <a:bodyPr wrap="square">
            <a:spAutoFit/>
          </a:bodyPr>
          <a:lstStyle/>
          <a:p>
            <a:pPr algn="ctr"/>
            <a:r>
              <a:rPr lang="en-US" sz="14999" b="1" i="0" noProof="0">
                <a:solidFill>
                  <a:schemeClr val="bg1"/>
                </a:solidFill>
              </a:rPr>
              <a:t>Do not use </a:t>
            </a:r>
            <a:endParaRPr lang="en-US" sz="14999" b="1" i="0"/>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Due to PowerPoint’s standard Copy/Paste functionality extra undesirable layouts can appear.</a:t>
            </a:r>
            <a:endParaRPr lang="en-US" sz="1800"/>
          </a:p>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Also notice: Layouts after this might contain potential confidential information.</a:t>
            </a:r>
            <a:br>
              <a:rPr lang="en-GB" sz="1800" b="0" noProof="0">
                <a:solidFill>
                  <a:schemeClr val="bg1"/>
                </a:solidFill>
              </a:rPr>
            </a:br>
            <a:endParaRPr lang="en-US" sz="1800" b="0" noProof="0">
              <a:solidFill>
                <a:schemeClr val="bg1"/>
              </a:solidFill>
            </a:endParaRPr>
          </a:p>
        </p:txBody>
      </p:sp>
      <p:sp>
        <p:nvSpPr>
          <p:cNvPr id="13" name="Date Placeholder 6" hidden="1">
            <a:extLst>
              <a:ext uri="{FF2B5EF4-FFF2-40B4-BE49-F238E27FC236}">
                <a16:creationId xmlns:a16="http://schemas.microsoft.com/office/drawing/2014/main" id="{706505A8-87EA-4BA0-B698-35156BC765D0}"/>
              </a:ext>
            </a:extLst>
          </p:cNvPr>
          <p:cNvSpPr>
            <a:spLocks noGrp="1" noRot="1" noMove="1" noResize="1" noEditPoints="1" noAdjustHandles="1" noChangeArrowheads="1" noChangeShapeType="1"/>
          </p:cNvSpPr>
          <p:nvPr>
            <p:ph type="dt" sz="half" idx="15"/>
          </p:nvPr>
        </p:nvSpPr>
        <p:spPr>
          <a:xfrm>
            <a:off x="0" y="6858000"/>
            <a:ext cx="0" cy="0"/>
          </a:xfrm>
        </p:spPr>
        <p:txBody>
          <a:bodyPr/>
          <a:lstStyle>
            <a:lvl1pPr>
              <a:defRPr sz="100">
                <a:noFill/>
              </a:defRPr>
            </a:lvl1pPr>
          </a:lstStyle>
          <a:p>
            <a:fld id="{2DE3FB73-D64F-4CD2-B936-34C12883B35A}" type="datetime4">
              <a:rPr lang="en-US" smtClean="0"/>
              <a:t>January 21, 2026</a:t>
            </a:fld>
            <a:endParaRPr lang="en-US"/>
          </a:p>
        </p:txBody>
      </p:sp>
      <p:sp>
        <p:nvSpPr>
          <p:cNvPr id="14" name="Footer Placeholder 8" hidden="1">
            <a:extLst>
              <a:ext uri="{FF2B5EF4-FFF2-40B4-BE49-F238E27FC236}">
                <a16:creationId xmlns:a16="http://schemas.microsoft.com/office/drawing/2014/main" id="{AB150C2C-2030-498B-8262-6BD5BCCBB345}"/>
              </a:ext>
            </a:extLst>
          </p:cNvPr>
          <p:cNvSpPr>
            <a:spLocks noGrp="1" noRot="1" noMove="1" noResize="1" noEditPoints="1" noAdjustHandles="1" noChangeArrowheads="1" noChangeShapeType="1"/>
          </p:cNvSpPr>
          <p:nvPr>
            <p:ph type="ftr" sz="quarter" idx="16"/>
          </p:nvPr>
        </p:nvSpPr>
        <p:spPr>
          <a:xfrm>
            <a:off x="0" y="6858000"/>
            <a:ext cx="0" cy="0"/>
          </a:xfrm>
        </p:spPr>
        <p:txBody>
          <a:bodyPr/>
          <a:lstStyle>
            <a:lvl1pPr>
              <a:defRPr sz="100">
                <a:noFill/>
              </a:defRPr>
            </a:lvl1pPr>
          </a:lstStyle>
          <a:p>
            <a:endParaRPr lang="en-US"/>
          </a:p>
        </p:txBody>
      </p:sp>
      <p:sp>
        <p:nvSpPr>
          <p:cNvPr id="15" name="Slide Number Placeholder 10" hidden="1">
            <a:extLst>
              <a:ext uri="{FF2B5EF4-FFF2-40B4-BE49-F238E27FC236}">
                <a16:creationId xmlns:a16="http://schemas.microsoft.com/office/drawing/2014/main" id="{E81B246F-92C7-4EF8-ACD0-05F73C7095BE}"/>
              </a:ext>
            </a:extLst>
          </p:cNvPr>
          <p:cNvSpPr>
            <a:spLocks noGrp="1" noRot="1" noMove="1" noResize="1" noEditPoints="1" noAdjustHandles="1" noChangeArrowheads="1" noChangeShapeType="1"/>
          </p:cNvSpPr>
          <p:nvPr>
            <p:ph type="sldNum" sz="quarter" idx="17"/>
          </p:nvPr>
        </p:nvSpPr>
        <p:spPr>
          <a:xfrm>
            <a:off x="0" y="6858000"/>
            <a:ext cx="0" cy="0"/>
          </a:xfrm>
        </p:spPr>
        <p:txBody>
          <a:bodyPr/>
          <a:lstStyle>
            <a:lvl1pPr>
              <a:defRPr sz="100">
                <a:noFill/>
              </a:defRPr>
            </a:lvl1pPr>
          </a:lstStyle>
          <a:p>
            <a:fld id="{23AA811B-2EBD-4900-905E-5BE206449611}" type="slidenum">
              <a:rPr lang="en-US" smtClean="0"/>
              <a:pPr/>
              <a:t>‹#›</a:t>
            </a:fld>
            <a:endParaRPr lang="en-US"/>
          </a:p>
        </p:txBody>
      </p:sp>
    </p:spTree>
    <p:extLst>
      <p:ext uri="{BB962C8B-B14F-4D97-AF65-F5344CB8AC3E}">
        <p14:creationId xmlns:p14="http://schemas.microsoft.com/office/powerpoint/2010/main" val="1720954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Cover 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07E0015-1969-FC86-B992-154A712815A9}"/>
              </a:ext>
            </a:extLst>
          </p:cNvPr>
          <p:cNvSpPr/>
          <p:nvPr userDrawn="1"/>
        </p:nvSpPr>
        <p:spPr bwMode="gray">
          <a:xfrm>
            <a:off x="0" y="0"/>
            <a:ext cx="12192000" cy="6858000"/>
          </a:xfrm>
          <a:prstGeom prst="rect">
            <a:avLst/>
          </a:prstGeom>
          <a:solidFill>
            <a:srgbClr val="F9F9F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pic>
        <p:nvPicPr>
          <p:cNvPr id="14" name="Picture 13">
            <a:extLst>
              <a:ext uri="{FF2B5EF4-FFF2-40B4-BE49-F238E27FC236}">
                <a16:creationId xmlns:a16="http://schemas.microsoft.com/office/drawing/2014/main" id="{04C0BDC6-8D4D-A6EF-2F52-D86DCAA3D6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3904"/>
            <a:ext cx="12192000" cy="3054096"/>
          </a:xfrm>
          <a:prstGeom prst="rect">
            <a:avLst/>
          </a:prstGeom>
        </p:spPr>
      </p:pic>
      <p:sp>
        <p:nvSpPr>
          <p:cNvPr id="3" name="Date Placeholder 2" hidden="1">
            <a:extLst>
              <a:ext uri="{FF2B5EF4-FFF2-40B4-BE49-F238E27FC236}">
                <a16:creationId xmlns:a16="http://schemas.microsoft.com/office/drawing/2014/main" id="{D8540927-FEEA-4930-9813-BB60C0573908}"/>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6F4C580F-76F7-40E8-ADEA-2D8C9B25F850}" type="datetime4">
              <a:rPr lang="en-US" smtClean="0"/>
              <a:t>January 21, 2026</a:t>
            </a:fld>
            <a:endParaRPr lang="en-US"/>
          </a:p>
        </p:txBody>
      </p:sp>
      <p:sp>
        <p:nvSpPr>
          <p:cNvPr id="6" name="Footer Placeholder 5" hidden="1">
            <a:extLst>
              <a:ext uri="{FF2B5EF4-FFF2-40B4-BE49-F238E27FC236}">
                <a16:creationId xmlns:a16="http://schemas.microsoft.com/office/drawing/2014/main" id="{CEA8885D-4C24-47AF-B750-4596970023A4}"/>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7" name="Slide Number Placeholder 6" hidden="1">
            <a:extLst>
              <a:ext uri="{FF2B5EF4-FFF2-40B4-BE49-F238E27FC236}">
                <a16:creationId xmlns:a16="http://schemas.microsoft.com/office/drawing/2014/main" id="{2EAECFDD-505B-4910-A185-543B03579F2B}"/>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16" name="Textbox for metadata">
            <a:extLst>
              <a:ext uri="{FF2B5EF4-FFF2-40B4-BE49-F238E27FC236}">
                <a16:creationId xmlns:a16="http://schemas.microsoft.com/office/drawing/2014/main" id="{932E1283-5E1D-4454-90E0-0EB77DB007AD}"/>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8"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2AFD311-4076-40D0-970F-D430967AA3D8}"/>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bg1"/>
                </a:solidFill>
                <a:effectLst/>
                <a:uLnTx/>
                <a:uFillTx/>
                <a:latin typeface="+mn-lt"/>
                <a:ea typeface="+mn-ea"/>
                <a:cs typeface="+mn-cs"/>
              </a:rPr>
              <a:t>© 2026 ABB. All rights reserved.</a:t>
            </a:r>
          </a:p>
        </p:txBody>
      </p:sp>
      <p:sp>
        <p:nvSpPr>
          <p:cNvPr id="5"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B586EEA8-ACB1-F614-9787-9EA929C4B8DD}"/>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bg1"/>
              </a:solidFill>
            </a:endParaRPr>
          </a:p>
        </p:txBody>
      </p:sp>
      <p:sp>
        <p:nvSpPr>
          <p:cNvPr id="8"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1BF7EFE7-336D-7B45-9CEE-623BE4221500}"/>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bg1"/>
              </a:solidFill>
            </a:endParaRPr>
          </a:p>
        </p:txBody>
      </p:sp>
      <p:pic>
        <p:nvPicPr>
          <p:cNvPr id="31" name="Classification" descr="{&quot;templafy&quot;:{&quot;id&quot;:&quot;705e5c87-a4f4-48fd-8bbe-a65a3584aa99&quot;}}">
            <a:extLst>
              <a:ext uri="{FF2B5EF4-FFF2-40B4-BE49-F238E27FC236}">
                <a16:creationId xmlns:a16="http://schemas.microsoft.com/office/drawing/2014/main" id="{C97A38CD-A8C8-F03B-C08D-2E65FA8F98E6}"/>
              </a:ext>
            </a:extLst>
          </p:cNvPr>
          <p:cNvPicPr>
            <a:picLocks/>
          </p:cNvPicPr>
          <p:nvPr userDrawn="1"/>
        </p:nvPicPr>
        <p:blipFill>
          <a:blip r:embed="rId3"/>
          <a:stretch>
            <a:fillRect/>
          </a:stretch>
        </p:blipFill>
        <p:spPr>
          <a:xfrm>
            <a:off x="331208" y="367205"/>
            <a:ext cx="1530191" cy="252031"/>
          </a:xfrm>
          <a:prstGeom prst="rect">
            <a:avLst/>
          </a:prstGeom>
        </p:spPr>
      </p:pic>
      <p:pic>
        <p:nvPicPr>
          <p:cNvPr id="17" name="Logo">
            <a:extLst>
              <a:ext uri="{FF2B5EF4-FFF2-40B4-BE49-F238E27FC236}">
                <a16:creationId xmlns:a16="http://schemas.microsoft.com/office/drawing/2014/main" id="{5212E275-7406-B8D1-A3C9-6100BA58165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76737" y="395547"/>
            <a:ext cx="1766532" cy="677856"/>
          </a:xfrm>
          <a:prstGeom prst="rect">
            <a:avLst/>
          </a:prstGeom>
        </p:spPr>
      </p:pic>
      <p:pic>
        <p:nvPicPr>
          <p:cNvPr id="19" name="Tag line">
            <a:extLst>
              <a:ext uri="{FF2B5EF4-FFF2-40B4-BE49-F238E27FC236}">
                <a16:creationId xmlns:a16="http://schemas.microsoft.com/office/drawing/2014/main" id="{957191C3-087F-C04A-0DEB-B043188A2D1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976737" y="5866683"/>
            <a:ext cx="1766532" cy="400810"/>
          </a:xfrm>
          <a:prstGeom prst="rect">
            <a:avLst/>
          </a:prstGeom>
        </p:spPr>
      </p:pic>
      <p:sp>
        <p:nvSpPr>
          <p:cNvPr id="20" name="Title 1">
            <a:extLst>
              <a:ext uri="{FF2B5EF4-FFF2-40B4-BE49-F238E27FC236}">
                <a16:creationId xmlns:a16="http://schemas.microsoft.com/office/drawing/2014/main" id="{1D4B8532-33AB-815E-60F0-4048F395066B}"/>
              </a:ext>
            </a:extLst>
          </p:cNvPr>
          <p:cNvSpPr>
            <a:spLocks noGrp="1"/>
          </p:cNvSpPr>
          <p:nvPr>
            <p:ph type="title"/>
          </p:nvPr>
        </p:nvSpPr>
        <p:spPr>
          <a:xfrm>
            <a:off x="331200" y="2457525"/>
            <a:ext cx="8613648" cy="1349734"/>
          </a:xfrm>
        </p:spPr>
        <p:txBody>
          <a:bodyPr anchor="t"/>
          <a:lstStyle>
            <a:lvl1pPr>
              <a:defRPr sz="4400" b="0" cap="all" baseline="0">
                <a:latin typeface="ABBvoice Display SemiBold" panose="020D0704020603060204" pitchFamily="34" charset="0"/>
              </a:defRPr>
            </a:lvl1pPr>
          </a:lstStyle>
          <a:p>
            <a:r>
              <a:rPr lang="en-US" noProof="0"/>
              <a:t>Click to edit Master title style</a:t>
            </a:r>
            <a:endParaRPr lang="en-US"/>
          </a:p>
        </p:txBody>
      </p:sp>
      <p:sp>
        <p:nvSpPr>
          <p:cNvPr id="21" name="Text Placeholder 2">
            <a:extLst>
              <a:ext uri="{FF2B5EF4-FFF2-40B4-BE49-F238E27FC236}">
                <a16:creationId xmlns:a16="http://schemas.microsoft.com/office/drawing/2014/main" id="{4A9EAF23-A18E-5305-C224-E60978BAAC14}"/>
              </a:ext>
            </a:extLst>
          </p:cNvPr>
          <p:cNvSpPr>
            <a:spLocks noGrp="1"/>
          </p:cNvSpPr>
          <p:nvPr>
            <p:ph type="body" sz="quarter" idx="14" hasCustomPrompt="1"/>
          </p:nvPr>
        </p:nvSpPr>
        <p:spPr>
          <a:xfrm>
            <a:off x="331201" y="4576501"/>
            <a:ext cx="8613648" cy="486000"/>
          </a:xfrm>
        </p:spPr>
        <p:txBody>
          <a:bodyPr l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2" name="Text Placeholder 3">
            <a:extLst>
              <a:ext uri="{FF2B5EF4-FFF2-40B4-BE49-F238E27FC236}">
                <a16:creationId xmlns:a16="http://schemas.microsoft.com/office/drawing/2014/main" id="{FF1B3666-7D82-4C1B-225F-70F5B52B18C0}"/>
              </a:ext>
            </a:extLst>
          </p:cNvPr>
          <p:cNvSpPr>
            <a:spLocks noGrp="1"/>
          </p:cNvSpPr>
          <p:nvPr>
            <p:ph type="body" sz="quarter" idx="16" hasCustomPrompt="1"/>
          </p:nvPr>
        </p:nvSpPr>
        <p:spPr>
          <a:xfrm>
            <a:off x="331201" y="2295525"/>
            <a:ext cx="8613648" cy="162000"/>
          </a:xfrm>
        </p:spPr>
        <p:txBody>
          <a:bodyPr lIns="0" anchor="t"/>
          <a:lstStyle>
            <a:lvl1pPr>
              <a:spcBef>
                <a:spcPts val="0"/>
              </a:spcBef>
              <a:defRPr sz="1000" cap="all" spc="200" baseline="0"/>
            </a:lvl1pPr>
          </a:lstStyle>
          <a:p>
            <a:pPr lvl="0"/>
            <a:r>
              <a:rPr lang="en-US" noProof="0"/>
              <a:t>DATE OR OTHER INFORMATION – THIS LINE IS NOT OBLIGATORY</a:t>
            </a:r>
            <a:endParaRPr lang="en-US"/>
          </a:p>
        </p:txBody>
      </p:sp>
    </p:spTree>
    <p:extLst>
      <p:ext uri="{BB962C8B-B14F-4D97-AF65-F5344CB8AC3E}">
        <p14:creationId xmlns:p14="http://schemas.microsoft.com/office/powerpoint/2010/main" val="2607767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Cover B">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DB02492-2F27-BF8F-A734-CBB59E25C64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pic>
        <p:nvPicPr>
          <p:cNvPr id="7" name="Logo">
            <a:extLst>
              <a:ext uri="{FF2B5EF4-FFF2-40B4-BE49-F238E27FC236}">
                <a16:creationId xmlns:a16="http://schemas.microsoft.com/office/drawing/2014/main" id="{0027E721-31E7-996C-F978-886B4B709D6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76737" y="395547"/>
            <a:ext cx="1766532" cy="677856"/>
          </a:xfrm>
          <a:prstGeom prst="rect">
            <a:avLst/>
          </a:prstGeom>
        </p:spPr>
      </p:pic>
      <p:pic>
        <p:nvPicPr>
          <p:cNvPr id="8" name="Tag line">
            <a:extLst>
              <a:ext uri="{FF2B5EF4-FFF2-40B4-BE49-F238E27FC236}">
                <a16:creationId xmlns:a16="http://schemas.microsoft.com/office/drawing/2014/main" id="{21F201A0-96B6-099C-6016-FCAFD5EED39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976737" y="5866683"/>
            <a:ext cx="1766532" cy="400810"/>
          </a:xfrm>
          <a:prstGeom prst="rect">
            <a:avLst/>
          </a:prstGeom>
        </p:spPr>
      </p:pic>
      <p:sp>
        <p:nvSpPr>
          <p:cNvPr id="13" name="Date Placeholder 2">
            <a:extLst>
              <a:ext uri="{FF2B5EF4-FFF2-40B4-BE49-F238E27FC236}">
                <a16:creationId xmlns:a16="http://schemas.microsoft.com/office/drawing/2014/main" id="{7C62B3A4-847D-448E-B792-DE62FEB4E58C}"/>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C8D568F6-A414-4865-8B55-29384C831DDE}" type="datetime4">
              <a:rPr lang="en-US" smtClean="0"/>
              <a:t>January 21, 2026</a:t>
            </a:fld>
            <a:endParaRPr lang="en-US"/>
          </a:p>
        </p:txBody>
      </p:sp>
      <p:sp>
        <p:nvSpPr>
          <p:cNvPr id="14" name="Footer Placeholder 5" hidden="1">
            <a:extLst>
              <a:ext uri="{FF2B5EF4-FFF2-40B4-BE49-F238E27FC236}">
                <a16:creationId xmlns:a16="http://schemas.microsoft.com/office/drawing/2014/main" id="{B6935CD3-ECA4-4229-A00C-3BDDEB2BD50E}"/>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5" name="Slide Number Placeholder 6" hidden="1">
            <a:extLst>
              <a:ext uri="{FF2B5EF4-FFF2-40B4-BE49-F238E27FC236}">
                <a16:creationId xmlns:a16="http://schemas.microsoft.com/office/drawing/2014/main" id="{9AA86E30-296D-41CC-A9C9-C72660CB7756}"/>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29" name="Textbox for metadata">
            <a:extLst>
              <a:ext uri="{FF2B5EF4-FFF2-40B4-BE49-F238E27FC236}">
                <a16:creationId xmlns:a16="http://schemas.microsoft.com/office/drawing/2014/main" id="{D7DCD54B-3107-4990-98EF-B47683C6F3FD}"/>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9"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B0D0F57F-14FF-4552-BF2B-6E2C9856C84B}"/>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3"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53A252EE-186A-84DA-8EA2-955674DE994F}"/>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4"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FEA024D1-ACAB-258A-67C0-CC52CA86E68F}"/>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30" name="Classification" descr="{&quot;templafy&quot;:{&quot;id&quot;:&quot;60a148b5-c350-4a19-b8cc-0f614b950cd2&quot;}}">
            <a:extLst>
              <a:ext uri="{FF2B5EF4-FFF2-40B4-BE49-F238E27FC236}">
                <a16:creationId xmlns:a16="http://schemas.microsoft.com/office/drawing/2014/main" id="{F49699D0-03F2-17D8-C3E6-BA7A9D78D424}"/>
              </a:ext>
            </a:extLst>
          </p:cNvPr>
          <p:cNvPicPr>
            <a:picLocks/>
          </p:cNvPicPr>
          <p:nvPr userDrawn="1"/>
        </p:nvPicPr>
        <p:blipFill>
          <a:blip r:embed="rId7"/>
          <a:stretch>
            <a:fillRect/>
          </a:stretch>
        </p:blipFill>
        <p:spPr>
          <a:xfrm>
            <a:off x="331208" y="367205"/>
            <a:ext cx="1530191" cy="252031"/>
          </a:xfrm>
          <a:prstGeom prst="rect">
            <a:avLst/>
          </a:prstGeom>
        </p:spPr>
      </p:pic>
      <p:sp>
        <p:nvSpPr>
          <p:cNvPr id="12" name="Title 1">
            <a:extLst>
              <a:ext uri="{FF2B5EF4-FFF2-40B4-BE49-F238E27FC236}">
                <a16:creationId xmlns:a16="http://schemas.microsoft.com/office/drawing/2014/main" id="{BE9196FA-4AF2-902A-F9E6-9A8F8415A8A3}"/>
              </a:ext>
            </a:extLst>
          </p:cNvPr>
          <p:cNvSpPr>
            <a:spLocks noGrp="1"/>
          </p:cNvSpPr>
          <p:nvPr>
            <p:ph type="title"/>
          </p:nvPr>
        </p:nvSpPr>
        <p:spPr>
          <a:xfrm>
            <a:off x="331200" y="2457525"/>
            <a:ext cx="8613648" cy="1350000"/>
          </a:xfrm>
        </p:spPr>
        <p:txBody>
          <a:bodyPr anchor="t"/>
          <a:lstStyle>
            <a:lvl1pPr>
              <a:defRPr sz="4400" b="0" cap="all" baseline="0">
                <a:solidFill>
                  <a:schemeClr val="bg1"/>
                </a:solidFill>
                <a:latin typeface="ABBvoice Display SemiBold" panose="020D0704020603060204" pitchFamily="34" charset="0"/>
              </a:defRPr>
            </a:lvl1pPr>
          </a:lstStyle>
          <a:p>
            <a:r>
              <a:rPr lang="en-US" noProof="0"/>
              <a:t>Click to edit Master title style</a:t>
            </a:r>
            <a:endParaRPr lang="en-US"/>
          </a:p>
        </p:txBody>
      </p:sp>
      <p:sp>
        <p:nvSpPr>
          <p:cNvPr id="17" name="Text Placeholder 2">
            <a:extLst>
              <a:ext uri="{FF2B5EF4-FFF2-40B4-BE49-F238E27FC236}">
                <a16:creationId xmlns:a16="http://schemas.microsoft.com/office/drawing/2014/main" id="{0F231D8D-58FA-38D6-FE7A-AC0DB206A84A}"/>
              </a:ext>
            </a:extLst>
          </p:cNvPr>
          <p:cNvSpPr>
            <a:spLocks noGrp="1"/>
          </p:cNvSpPr>
          <p:nvPr>
            <p:ph type="body" sz="quarter" idx="14" hasCustomPrompt="1"/>
          </p:nvPr>
        </p:nvSpPr>
        <p:spPr>
          <a:xfrm>
            <a:off x="331201" y="4576501"/>
            <a:ext cx="8613648" cy="486000"/>
          </a:xfrm>
        </p:spPr>
        <p:txBody>
          <a:bodyPr lIns="0"/>
          <a:lstStyle>
            <a:lvl1pPr>
              <a:defRPr sz="24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8" name="Text Placeholder 3">
            <a:extLst>
              <a:ext uri="{FF2B5EF4-FFF2-40B4-BE49-F238E27FC236}">
                <a16:creationId xmlns:a16="http://schemas.microsoft.com/office/drawing/2014/main" id="{1C46D0ED-54C5-7C53-5626-D26488E61F1B}"/>
              </a:ext>
            </a:extLst>
          </p:cNvPr>
          <p:cNvSpPr>
            <a:spLocks noGrp="1"/>
          </p:cNvSpPr>
          <p:nvPr>
            <p:ph type="body" sz="quarter" idx="16" hasCustomPrompt="1"/>
          </p:nvPr>
        </p:nvSpPr>
        <p:spPr>
          <a:xfrm>
            <a:off x="331201" y="2295525"/>
            <a:ext cx="8613648" cy="162000"/>
          </a:xfrm>
        </p:spPr>
        <p:txBody>
          <a:bodyPr lIns="0" anchor="t"/>
          <a:lstStyle>
            <a:lvl1pPr>
              <a:spcBef>
                <a:spcPts val="0"/>
              </a:spcBef>
              <a:defRPr sz="1000" cap="all" spc="200" baseline="0">
                <a:solidFill>
                  <a:schemeClr val="bg1"/>
                </a:solidFill>
              </a:defRPr>
            </a:lvl1pPr>
          </a:lstStyle>
          <a:p>
            <a:pPr lvl="0"/>
            <a:r>
              <a:rPr lang="en-US" noProof="0"/>
              <a:t>DATE OR OTHER INFORMATION – THIS LINE IS NOT OBLIGATORY</a:t>
            </a:r>
            <a:endParaRPr lang="en-US"/>
          </a:p>
        </p:txBody>
      </p:sp>
    </p:spTree>
    <p:extLst>
      <p:ext uri="{BB962C8B-B14F-4D97-AF65-F5344CB8AC3E}">
        <p14:creationId xmlns:p14="http://schemas.microsoft.com/office/powerpoint/2010/main" val="1994026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Cover C (light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6858000"/>
          </a:xfrm>
        </p:spPr>
        <p:txBody>
          <a:bodyPr/>
          <a:lstStyle/>
          <a:p>
            <a:r>
              <a:rPr lang="en-US"/>
              <a:t>Click icon to add picture</a:t>
            </a:r>
          </a:p>
        </p:txBody>
      </p:sp>
      <p:sp>
        <p:nvSpPr>
          <p:cNvPr id="19" name="Date Placeholder 2" hidden="1">
            <a:extLst>
              <a:ext uri="{FF2B5EF4-FFF2-40B4-BE49-F238E27FC236}">
                <a16:creationId xmlns:a16="http://schemas.microsoft.com/office/drawing/2014/main" id="{E2DA0BE3-FFDA-4368-915E-D6B90666C139}"/>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17FB7B14-392A-40B8-926C-0B6BDE0E19FB}" type="datetime4">
              <a:rPr lang="en-US" smtClean="0"/>
              <a:t>January 21, 2026</a:t>
            </a:fld>
            <a:endParaRPr lang="en-US"/>
          </a:p>
        </p:txBody>
      </p:sp>
      <p:sp>
        <p:nvSpPr>
          <p:cNvPr id="25" name="Footer Placeholder 5" hidden="1">
            <a:extLst>
              <a:ext uri="{FF2B5EF4-FFF2-40B4-BE49-F238E27FC236}">
                <a16:creationId xmlns:a16="http://schemas.microsoft.com/office/drawing/2014/main" id="{6444F00E-4A33-4AB0-ADF2-E09C76137DCC}"/>
              </a:ext>
            </a:extLst>
          </p:cNvPr>
          <p:cNvSpPr>
            <a:spLocks noGrp="1"/>
          </p:cNvSpPr>
          <p:nvPr>
            <p:ph type="ftr" sz="quarter" idx="24"/>
          </p:nvPr>
        </p:nvSpPr>
        <p:spPr>
          <a:xfrm>
            <a:off x="0" y="6858000"/>
            <a:ext cx="0" cy="0"/>
          </a:xfrm>
        </p:spPr>
        <p:txBody>
          <a:bodyPr/>
          <a:lstStyle>
            <a:lvl1pPr>
              <a:defRPr>
                <a:noFill/>
              </a:defRPr>
            </a:lvl1pPr>
          </a:lstStyle>
          <a:p>
            <a:endParaRPr lang="en-US"/>
          </a:p>
        </p:txBody>
      </p:sp>
      <p:sp>
        <p:nvSpPr>
          <p:cNvPr id="26" name="Slide Number Placeholder 6" hidden="1">
            <a:extLst>
              <a:ext uri="{FF2B5EF4-FFF2-40B4-BE49-F238E27FC236}">
                <a16:creationId xmlns:a16="http://schemas.microsoft.com/office/drawing/2014/main" id="{5B12548E-CFBD-4687-86F5-26FBF1855004}"/>
              </a:ext>
            </a:extLst>
          </p:cNvPr>
          <p:cNvSpPr>
            <a:spLocks noGrp="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5" name="Textbox for metadata">
            <a:extLst>
              <a:ext uri="{FF2B5EF4-FFF2-40B4-BE49-F238E27FC236}">
                <a16:creationId xmlns:a16="http://schemas.microsoft.com/office/drawing/2014/main" id="{21AACC99-245C-4AB3-B925-3040F2FE3845}"/>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867EF0E0-86BF-44FA-AC2D-C951CA90505C}"/>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863A5345-9942-7CA3-3C89-5E8D0F5E3614}"/>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52CC6C05-E06C-D058-732C-FCE1D5DE3D67}"/>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28" name="Classification" descr="{&quot;templafy&quot;:{&quot;id&quot;:&quot;09f4806a-141c-4548-b107-452e00f4cb79&quot;}}">
            <a:extLst>
              <a:ext uri="{FF2B5EF4-FFF2-40B4-BE49-F238E27FC236}">
                <a16:creationId xmlns:a16="http://schemas.microsoft.com/office/drawing/2014/main" id="{1110A272-659D-1C12-FBA0-4333DBDB6BCA}"/>
              </a:ext>
            </a:extLst>
          </p:cNvPr>
          <p:cNvPicPr>
            <a:picLocks/>
          </p:cNvPicPr>
          <p:nvPr userDrawn="1"/>
        </p:nvPicPr>
        <p:blipFill>
          <a:blip r:embed="rId2"/>
          <a:stretch>
            <a:fillRect/>
          </a:stretch>
        </p:blipFill>
        <p:spPr>
          <a:xfrm>
            <a:off x="331208" y="367205"/>
            <a:ext cx="1530191" cy="252031"/>
          </a:xfrm>
          <a:prstGeom prst="rect">
            <a:avLst/>
          </a:prstGeom>
        </p:spPr>
      </p:pic>
      <p:sp>
        <p:nvSpPr>
          <p:cNvPr id="6" name="Title 1">
            <a:extLst>
              <a:ext uri="{FF2B5EF4-FFF2-40B4-BE49-F238E27FC236}">
                <a16:creationId xmlns:a16="http://schemas.microsoft.com/office/drawing/2014/main" id="{2700EA22-4967-EB8B-8572-337707EA64F1}"/>
              </a:ext>
            </a:extLst>
          </p:cNvPr>
          <p:cNvSpPr>
            <a:spLocks noGrp="1"/>
          </p:cNvSpPr>
          <p:nvPr>
            <p:ph type="title"/>
          </p:nvPr>
        </p:nvSpPr>
        <p:spPr>
          <a:xfrm>
            <a:off x="331201" y="4415978"/>
            <a:ext cx="8613648" cy="1167237"/>
          </a:xfrm>
        </p:spPr>
        <p:txBody>
          <a:bodyPr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7" name="Text Placeholder 2">
            <a:extLst>
              <a:ext uri="{FF2B5EF4-FFF2-40B4-BE49-F238E27FC236}">
                <a16:creationId xmlns:a16="http://schemas.microsoft.com/office/drawing/2014/main" id="{A5BE7224-9D04-78A1-1ECC-F8903196BA52}"/>
              </a:ext>
            </a:extLst>
          </p:cNvPr>
          <p:cNvSpPr>
            <a:spLocks noGrp="1"/>
          </p:cNvSpPr>
          <p:nvPr>
            <p:ph type="body" sz="quarter" idx="14" hasCustomPrompt="1"/>
          </p:nvPr>
        </p:nvSpPr>
        <p:spPr>
          <a:xfrm>
            <a:off x="331201"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8" name="Text Placeholder 3">
            <a:extLst>
              <a:ext uri="{FF2B5EF4-FFF2-40B4-BE49-F238E27FC236}">
                <a16:creationId xmlns:a16="http://schemas.microsoft.com/office/drawing/2014/main" id="{8BE6EDD7-71DD-0432-9AA7-5420CF75EE18}"/>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pic>
        <p:nvPicPr>
          <p:cNvPr id="9" name="Logo">
            <a:extLst>
              <a:ext uri="{FF2B5EF4-FFF2-40B4-BE49-F238E27FC236}">
                <a16:creationId xmlns:a16="http://schemas.microsoft.com/office/drawing/2014/main" id="{05EB70D6-8B07-4B1A-E89C-ACBEBFB3376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637222" y="0"/>
            <a:ext cx="2554778" cy="6858000"/>
          </a:xfrm>
          <a:prstGeom prst="rect">
            <a:avLst/>
          </a:prstGeom>
        </p:spPr>
      </p:pic>
    </p:spTree>
    <p:extLst>
      <p:ext uri="{BB962C8B-B14F-4D97-AF65-F5344CB8AC3E}">
        <p14:creationId xmlns:p14="http://schemas.microsoft.com/office/powerpoint/2010/main" val="3475071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Cover D (dark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6858000"/>
          </a:xfrm>
        </p:spPr>
        <p:txBody>
          <a:bodyPr/>
          <a:lstStyle/>
          <a:p>
            <a:r>
              <a:rPr lang="en-US"/>
              <a:t>Click icon to add picture</a:t>
            </a:r>
          </a:p>
        </p:txBody>
      </p:sp>
      <p:sp>
        <p:nvSpPr>
          <p:cNvPr id="17" name="Date Placeholder 2" hidden="1">
            <a:extLst>
              <a:ext uri="{FF2B5EF4-FFF2-40B4-BE49-F238E27FC236}">
                <a16:creationId xmlns:a16="http://schemas.microsoft.com/office/drawing/2014/main" id="{DEC93181-DC67-496C-BF38-9B85050BC846}"/>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22FE1CDC-7110-44AA-8C0E-6728506872AD}" type="datetime4">
              <a:rPr lang="en-US" smtClean="0"/>
              <a:t>January 21, 2026</a:t>
            </a:fld>
            <a:endParaRPr lang="en-US"/>
          </a:p>
        </p:txBody>
      </p:sp>
      <p:sp>
        <p:nvSpPr>
          <p:cNvPr id="23" name="Footer Placeholder 5" hidden="1">
            <a:extLst>
              <a:ext uri="{FF2B5EF4-FFF2-40B4-BE49-F238E27FC236}">
                <a16:creationId xmlns:a16="http://schemas.microsoft.com/office/drawing/2014/main" id="{F875FF11-4129-4354-85FE-EB3DCEEC1DB3}"/>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24" name="Slide Number Placeholder 6" hidden="1">
            <a:extLst>
              <a:ext uri="{FF2B5EF4-FFF2-40B4-BE49-F238E27FC236}">
                <a16:creationId xmlns:a16="http://schemas.microsoft.com/office/drawing/2014/main" id="{B3D53CF0-1704-4F73-A324-D97E6ADADF91}"/>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3" name="Textbox for metadata">
            <a:extLst>
              <a:ext uri="{FF2B5EF4-FFF2-40B4-BE49-F238E27FC236}">
                <a16:creationId xmlns:a16="http://schemas.microsoft.com/office/drawing/2014/main" id="{1E386679-4E1E-4E5A-A6F1-BA141E6691DE}"/>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9"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44496121-D0E1-4C2C-869C-41036E3F6F78}"/>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rgbClr val="FFFFFF"/>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C4C54101-727D-1B3B-6116-7B2F8F010DEE}"/>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rgbClr val="FFFFFF"/>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3D53989B-4D56-6014-24FC-8B1B0E551F66}"/>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rgbClr val="FFFFFF"/>
              </a:solidFill>
            </a:endParaRPr>
          </a:p>
        </p:txBody>
      </p:sp>
      <p:pic>
        <p:nvPicPr>
          <p:cNvPr id="28" name="Classification" descr="{&quot;templafy&quot;:{&quot;id&quot;:&quot;9961e93d-9f66-40e8-97fe-04d637e82e10&quot;}}">
            <a:extLst>
              <a:ext uri="{FF2B5EF4-FFF2-40B4-BE49-F238E27FC236}">
                <a16:creationId xmlns:a16="http://schemas.microsoft.com/office/drawing/2014/main" id="{0DBDBF0D-7DC3-CEE4-C830-0904082605E7}"/>
              </a:ext>
            </a:extLst>
          </p:cNvPr>
          <p:cNvPicPr>
            <a:picLocks/>
          </p:cNvPicPr>
          <p:nvPr userDrawn="1"/>
        </p:nvPicPr>
        <p:blipFill>
          <a:blip r:embed="rId2"/>
          <a:stretch>
            <a:fillRect/>
          </a:stretch>
        </p:blipFill>
        <p:spPr>
          <a:xfrm>
            <a:off x="331208" y="367205"/>
            <a:ext cx="1530191" cy="252031"/>
          </a:xfrm>
          <a:prstGeom prst="rect">
            <a:avLst/>
          </a:prstGeom>
        </p:spPr>
      </p:pic>
      <p:sp>
        <p:nvSpPr>
          <p:cNvPr id="6" name="Title 1">
            <a:extLst>
              <a:ext uri="{FF2B5EF4-FFF2-40B4-BE49-F238E27FC236}">
                <a16:creationId xmlns:a16="http://schemas.microsoft.com/office/drawing/2014/main" id="{F2BFD6D9-7CC9-04DE-B96D-15D2BDDBCAE3}"/>
              </a:ext>
            </a:extLst>
          </p:cNvPr>
          <p:cNvSpPr>
            <a:spLocks noGrp="1"/>
          </p:cNvSpPr>
          <p:nvPr>
            <p:ph type="title"/>
          </p:nvPr>
        </p:nvSpPr>
        <p:spPr>
          <a:xfrm>
            <a:off x="331201" y="4415978"/>
            <a:ext cx="8613648" cy="1167237"/>
          </a:xfrm>
        </p:spPr>
        <p:txBody>
          <a:bodyPr anchor="t"/>
          <a:lstStyle>
            <a:lvl1pPr>
              <a:defRPr sz="4000" b="0" cap="all" baseline="0">
                <a:solidFill>
                  <a:schemeClr val="bg1"/>
                </a:solidFill>
                <a:latin typeface="ABBvoice Display SemiBold" panose="020D0704020603060204" pitchFamily="34" charset="0"/>
              </a:defRPr>
            </a:lvl1pPr>
          </a:lstStyle>
          <a:p>
            <a:r>
              <a:rPr lang="en-US" noProof="0"/>
              <a:t>Click to edit Master title style</a:t>
            </a:r>
            <a:endParaRPr lang="en-US"/>
          </a:p>
        </p:txBody>
      </p:sp>
      <p:sp>
        <p:nvSpPr>
          <p:cNvPr id="7" name="Text Placeholder 2">
            <a:extLst>
              <a:ext uri="{FF2B5EF4-FFF2-40B4-BE49-F238E27FC236}">
                <a16:creationId xmlns:a16="http://schemas.microsoft.com/office/drawing/2014/main" id="{70146E08-A8C9-A8CF-28EC-AA03887F0FC8}"/>
              </a:ext>
            </a:extLst>
          </p:cNvPr>
          <p:cNvSpPr>
            <a:spLocks noGrp="1"/>
          </p:cNvSpPr>
          <p:nvPr>
            <p:ph type="body" sz="quarter" idx="14" hasCustomPrompt="1"/>
          </p:nvPr>
        </p:nvSpPr>
        <p:spPr>
          <a:xfrm>
            <a:off x="331201" y="5808186"/>
            <a:ext cx="8613648" cy="486000"/>
          </a:xfrm>
        </p:spPr>
        <p:txBody>
          <a:bodyPr lIns="0"/>
          <a:lstStyle>
            <a:lvl1pPr>
              <a:defRPr sz="2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8" name="Text Placeholder 3">
            <a:extLst>
              <a:ext uri="{FF2B5EF4-FFF2-40B4-BE49-F238E27FC236}">
                <a16:creationId xmlns:a16="http://schemas.microsoft.com/office/drawing/2014/main" id="{15B166A2-5329-1315-4496-5FE31CD1E698}"/>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solidFill>
                  <a:schemeClr val="bg1"/>
                </a:solidFill>
              </a:defRPr>
            </a:lvl1pPr>
          </a:lstStyle>
          <a:p>
            <a:pPr lvl="0"/>
            <a:r>
              <a:rPr lang="en-US" noProof="0"/>
              <a:t>DATE OR OTHER INFORMATION – THIS LINE IS NOT OBLIGATORY</a:t>
            </a:r>
            <a:endParaRPr lang="en-US"/>
          </a:p>
        </p:txBody>
      </p:sp>
      <p:pic>
        <p:nvPicPr>
          <p:cNvPr id="9" name="Logo">
            <a:extLst>
              <a:ext uri="{FF2B5EF4-FFF2-40B4-BE49-F238E27FC236}">
                <a16:creationId xmlns:a16="http://schemas.microsoft.com/office/drawing/2014/main" id="{EBD510BD-93B4-BDDF-0E84-0627027FE18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06989" y="0"/>
            <a:ext cx="2685011" cy="6858000"/>
          </a:xfrm>
          <a:prstGeom prst="rect">
            <a:avLst/>
          </a:prstGeom>
        </p:spPr>
      </p:pic>
    </p:spTree>
    <p:extLst>
      <p:ext uri="{BB962C8B-B14F-4D97-AF65-F5344CB8AC3E}">
        <p14:creationId xmlns:p14="http://schemas.microsoft.com/office/powerpoint/2010/main" val="2979463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Cover 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7B29AAA6-A1F6-490A-1EFC-6B447EB1762C}"/>
              </a:ext>
            </a:extLst>
          </p:cNvPr>
          <p:cNvSpPr>
            <a:spLocks noGrp="1"/>
          </p:cNvSpPr>
          <p:nvPr>
            <p:ph type="pic" sz="quarter" idx="16"/>
          </p:nvPr>
        </p:nvSpPr>
        <p:spPr>
          <a:xfrm>
            <a:off x="0" y="-1"/>
            <a:ext cx="8924925" cy="3922341"/>
          </a:xfrm>
        </p:spPr>
        <p:txBody>
          <a:bodyPr/>
          <a:lstStyle/>
          <a:p>
            <a:r>
              <a:rPr lang="en-US" noProof="0"/>
              <a:t>Click icon to add picture</a:t>
            </a:r>
            <a:endParaRPr lang="en-US"/>
          </a:p>
        </p:txBody>
      </p:sp>
      <p:sp>
        <p:nvSpPr>
          <p:cNvPr id="7" name="Title 1">
            <a:extLst>
              <a:ext uri="{FF2B5EF4-FFF2-40B4-BE49-F238E27FC236}">
                <a16:creationId xmlns:a16="http://schemas.microsoft.com/office/drawing/2014/main" id="{732CCBB1-04BD-FE31-F06D-102B92D55FEF}"/>
              </a:ext>
            </a:extLst>
          </p:cNvPr>
          <p:cNvSpPr>
            <a:spLocks noGrp="1"/>
          </p:cNvSpPr>
          <p:nvPr>
            <p:ph type="title"/>
          </p:nvPr>
        </p:nvSpPr>
        <p:spPr>
          <a:xfrm>
            <a:off x="331201" y="4415978"/>
            <a:ext cx="8613648" cy="1167237"/>
          </a:xfrm>
        </p:spPr>
        <p:txBody>
          <a:bodyPr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8" name="Text Placeholder 2">
            <a:extLst>
              <a:ext uri="{FF2B5EF4-FFF2-40B4-BE49-F238E27FC236}">
                <a16:creationId xmlns:a16="http://schemas.microsoft.com/office/drawing/2014/main" id="{386D38F8-004F-7DCE-C310-B4E7FCA060EE}"/>
              </a:ext>
            </a:extLst>
          </p:cNvPr>
          <p:cNvSpPr>
            <a:spLocks noGrp="1"/>
          </p:cNvSpPr>
          <p:nvPr>
            <p:ph type="body" sz="quarter" idx="14" hasCustomPrompt="1"/>
          </p:nvPr>
        </p:nvSpPr>
        <p:spPr>
          <a:xfrm>
            <a:off x="331201"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Text Placeholder 3">
            <a:extLst>
              <a:ext uri="{FF2B5EF4-FFF2-40B4-BE49-F238E27FC236}">
                <a16:creationId xmlns:a16="http://schemas.microsoft.com/office/drawing/2014/main" id="{4AE2F316-0016-9697-4E87-5EDF2C8F03B1}"/>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pic>
        <p:nvPicPr>
          <p:cNvPr id="11" name="Logo">
            <a:extLst>
              <a:ext uri="{FF2B5EF4-FFF2-40B4-BE49-F238E27FC236}">
                <a16:creationId xmlns:a16="http://schemas.microsoft.com/office/drawing/2014/main" id="{4BA63496-C2A8-94B3-DF70-7124A3FF500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76737" y="395547"/>
            <a:ext cx="1766532" cy="677856"/>
          </a:xfrm>
          <a:prstGeom prst="rect">
            <a:avLst/>
          </a:prstGeom>
        </p:spPr>
      </p:pic>
      <p:pic>
        <p:nvPicPr>
          <p:cNvPr id="12" name="Tag line">
            <a:extLst>
              <a:ext uri="{FF2B5EF4-FFF2-40B4-BE49-F238E27FC236}">
                <a16:creationId xmlns:a16="http://schemas.microsoft.com/office/drawing/2014/main" id="{F7F21CC0-8031-7C43-8705-86240000D02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76737" y="5866683"/>
            <a:ext cx="1766532" cy="400810"/>
          </a:xfrm>
          <a:prstGeom prst="rect">
            <a:avLst/>
          </a:prstGeom>
        </p:spPr>
      </p:pic>
      <p:sp>
        <p:nvSpPr>
          <p:cNvPr id="14" name="Date Placeholder 2" hidden="1">
            <a:extLst>
              <a:ext uri="{FF2B5EF4-FFF2-40B4-BE49-F238E27FC236}">
                <a16:creationId xmlns:a16="http://schemas.microsoft.com/office/drawing/2014/main" id="{0A33B1B3-23BD-4E69-9630-079CFBD253DD}"/>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C6A9BD41-B408-4DC1-BC41-874D8AA7AEFB}" type="datetime4">
              <a:rPr lang="en-US" smtClean="0"/>
              <a:t>January 21, 2026</a:t>
            </a:fld>
            <a:endParaRPr lang="en-US"/>
          </a:p>
        </p:txBody>
      </p:sp>
      <p:sp>
        <p:nvSpPr>
          <p:cNvPr id="18" name="Footer Placeholder 5" hidden="1">
            <a:extLst>
              <a:ext uri="{FF2B5EF4-FFF2-40B4-BE49-F238E27FC236}">
                <a16:creationId xmlns:a16="http://schemas.microsoft.com/office/drawing/2014/main" id="{FF96FD6D-EB5B-42F4-A782-864EE8984920}"/>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9" name="Slide Number Placeholder 6" hidden="1">
            <a:extLst>
              <a:ext uri="{FF2B5EF4-FFF2-40B4-BE49-F238E27FC236}">
                <a16:creationId xmlns:a16="http://schemas.microsoft.com/office/drawing/2014/main" id="{A5917654-E2E7-4F3B-9A54-AAD255683063}"/>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3" name="Textbox for metadata">
            <a:extLst>
              <a:ext uri="{FF2B5EF4-FFF2-40B4-BE49-F238E27FC236}">
                <a16:creationId xmlns:a16="http://schemas.microsoft.com/office/drawing/2014/main" id="{99A66A49-8F92-4F89-AFD0-110E26BF2680}"/>
              </a:ext>
            </a:extLst>
          </p:cNvPr>
          <p:cNvSpPr txBox="1">
            <a:spLocks/>
          </p:cNvSpPr>
          <p:nvPr userDrawn="1"/>
        </p:nvSpPr>
        <p:spPr>
          <a:xfrm>
            <a:off x="331196" y="6506816"/>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3"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47C61707-0D77-48A5-9714-CB909585A68D}"/>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6595B980-413F-5C6F-BB48-10EAFC8D7E57}"/>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84E264FF-7C16-2557-3035-564CD53922DE}"/>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29" name="Classification" descr="{&quot;templafy&quot;:{&quot;id&quot;:&quot;18a47717-d18a-4d34-a5c7-21a3f893cc7d&quot;}}">
            <a:extLst>
              <a:ext uri="{FF2B5EF4-FFF2-40B4-BE49-F238E27FC236}">
                <a16:creationId xmlns:a16="http://schemas.microsoft.com/office/drawing/2014/main" id="{DCE7FC42-8DF6-A3B2-CD2F-F46290B87D15}"/>
              </a:ext>
            </a:extLst>
          </p:cNvPr>
          <p:cNvPicPr>
            <a:picLocks/>
          </p:cNvPicPr>
          <p:nvPr userDrawn="1"/>
        </p:nvPicPr>
        <p:blipFill>
          <a:blip r:embed="rId6"/>
          <a:stretch>
            <a:fillRect/>
          </a:stretch>
        </p:blipFill>
        <p:spPr>
          <a:xfrm>
            <a:off x="331208" y="367205"/>
            <a:ext cx="1530191" cy="252031"/>
          </a:xfrm>
          <a:prstGeom prst="rect">
            <a:avLst/>
          </a:prstGeom>
        </p:spPr>
      </p:pic>
    </p:spTree>
    <p:extLst>
      <p:ext uri="{BB962C8B-B14F-4D97-AF65-F5344CB8AC3E}">
        <p14:creationId xmlns:p14="http://schemas.microsoft.com/office/powerpoint/2010/main" val="4286091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Cover F">
    <p:spTree>
      <p:nvGrpSpPr>
        <p:cNvPr id="1" name=""/>
        <p:cNvGrpSpPr/>
        <p:nvPr/>
      </p:nvGrpSpPr>
      <p:grpSpPr>
        <a:xfrm>
          <a:off x="0" y="0"/>
          <a:ext cx="0" cy="0"/>
          <a:chOff x="0" y="0"/>
          <a:chExt cx="0" cy="0"/>
        </a:xfrm>
      </p:grpSpPr>
      <p:sp>
        <p:nvSpPr>
          <p:cNvPr id="13" name="Date Placeholder 2" hidden="1">
            <a:extLst>
              <a:ext uri="{FF2B5EF4-FFF2-40B4-BE49-F238E27FC236}">
                <a16:creationId xmlns:a16="http://schemas.microsoft.com/office/drawing/2014/main" id="{86899F48-C911-4CD2-8537-1874E4E7FFEA}"/>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1D6F7FAA-DD9E-4605-ADA9-64A74D15ED2D}" type="datetime4">
              <a:rPr lang="en-US" smtClean="0"/>
              <a:t>January 21, 2026</a:t>
            </a:fld>
            <a:endParaRPr lang="en-US"/>
          </a:p>
        </p:txBody>
      </p:sp>
      <p:sp>
        <p:nvSpPr>
          <p:cNvPr id="16" name="Footer Placeholder 5" hidden="1">
            <a:extLst>
              <a:ext uri="{FF2B5EF4-FFF2-40B4-BE49-F238E27FC236}">
                <a16:creationId xmlns:a16="http://schemas.microsoft.com/office/drawing/2014/main" id="{7DCDF680-C48C-4D0A-9069-B2F60D63B78A}"/>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7" name="Slide Number Placeholder 6" hidden="1">
            <a:extLst>
              <a:ext uri="{FF2B5EF4-FFF2-40B4-BE49-F238E27FC236}">
                <a16:creationId xmlns:a16="http://schemas.microsoft.com/office/drawing/2014/main" id="{0266C1C2-4C9C-4B41-96AD-AEADB16E34D4}"/>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1" name="Textbox for metadata">
            <a:extLst>
              <a:ext uri="{FF2B5EF4-FFF2-40B4-BE49-F238E27FC236}">
                <a16:creationId xmlns:a16="http://schemas.microsoft.com/office/drawing/2014/main" id="{E3F50A39-4A37-4A8F-8A6D-C4F1265DDE55}"/>
              </a:ext>
            </a:extLst>
          </p:cNvPr>
          <p:cNvSpPr txBox="1">
            <a:spLocks/>
          </p:cNvSpPr>
          <p:nvPr userDrawn="1"/>
        </p:nvSpPr>
        <p:spPr>
          <a:xfrm>
            <a:off x="331196" y="6506816"/>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2C259B8-2007-488D-8494-693ADFA23A83}"/>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E14ED6E7-A503-94E7-7189-8682343C0CC9}"/>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199FB105-4978-F0FF-EAB3-A9357DD6E547}"/>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29" name="Classification" descr="{&quot;templafy&quot;:{&quot;id&quot;:&quot;af289885-6097-4716-a7fa-b8f666d95efc&quot;}}">
            <a:extLst>
              <a:ext uri="{FF2B5EF4-FFF2-40B4-BE49-F238E27FC236}">
                <a16:creationId xmlns:a16="http://schemas.microsoft.com/office/drawing/2014/main" id="{FE98A09A-9AF2-4678-6029-1DFC567C6249}"/>
              </a:ext>
            </a:extLst>
          </p:cNvPr>
          <p:cNvPicPr>
            <a:picLocks/>
          </p:cNvPicPr>
          <p:nvPr userDrawn="1"/>
        </p:nvPicPr>
        <p:blipFill>
          <a:blip r:embed="rId2"/>
          <a:stretch>
            <a:fillRect/>
          </a:stretch>
        </p:blipFill>
        <p:spPr>
          <a:xfrm>
            <a:off x="331208" y="367205"/>
            <a:ext cx="1530191" cy="252031"/>
          </a:xfrm>
          <a:prstGeom prst="rect">
            <a:avLst/>
          </a:prstGeom>
        </p:spPr>
      </p:pic>
      <p:sp>
        <p:nvSpPr>
          <p:cNvPr id="6" name="Picture Placeholder 3">
            <a:extLst>
              <a:ext uri="{FF2B5EF4-FFF2-40B4-BE49-F238E27FC236}">
                <a16:creationId xmlns:a16="http://schemas.microsoft.com/office/drawing/2014/main" id="{E830A1BB-93D2-83E6-5E0F-A2EB11913C1A}"/>
              </a:ext>
            </a:extLst>
          </p:cNvPr>
          <p:cNvSpPr>
            <a:spLocks noGrp="1"/>
          </p:cNvSpPr>
          <p:nvPr>
            <p:ph type="pic" sz="quarter" idx="16"/>
          </p:nvPr>
        </p:nvSpPr>
        <p:spPr>
          <a:xfrm>
            <a:off x="0" y="0"/>
            <a:ext cx="12192000" cy="3922776"/>
          </a:xfrm>
        </p:spPr>
        <p:txBody>
          <a:bodyPr/>
          <a:lstStyle/>
          <a:p>
            <a:r>
              <a:rPr lang="en-US" noProof="0"/>
              <a:t>Click icon to add picture</a:t>
            </a:r>
            <a:endParaRPr lang="en-US"/>
          </a:p>
        </p:txBody>
      </p:sp>
      <p:sp>
        <p:nvSpPr>
          <p:cNvPr id="7" name="Title 1">
            <a:extLst>
              <a:ext uri="{FF2B5EF4-FFF2-40B4-BE49-F238E27FC236}">
                <a16:creationId xmlns:a16="http://schemas.microsoft.com/office/drawing/2014/main" id="{4510514A-B508-6FBD-95BC-27F50F5F7CB6}"/>
              </a:ext>
            </a:extLst>
          </p:cNvPr>
          <p:cNvSpPr>
            <a:spLocks noGrp="1"/>
          </p:cNvSpPr>
          <p:nvPr>
            <p:ph type="title"/>
          </p:nvPr>
        </p:nvSpPr>
        <p:spPr>
          <a:xfrm>
            <a:off x="331201" y="4415978"/>
            <a:ext cx="8613648" cy="1167237"/>
          </a:xfrm>
        </p:spPr>
        <p:txBody>
          <a:bodyPr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8" name="Text Placeholder 2">
            <a:extLst>
              <a:ext uri="{FF2B5EF4-FFF2-40B4-BE49-F238E27FC236}">
                <a16:creationId xmlns:a16="http://schemas.microsoft.com/office/drawing/2014/main" id="{18287956-228E-9217-B1A8-22A42BB96292}"/>
              </a:ext>
            </a:extLst>
          </p:cNvPr>
          <p:cNvSpPr>
            <a:spLocks noGrp="1"/>
          </p:cNvSpPr>
          <p:nvPr>
            <p:ph type="body" sz="quarter" idx="14" hasCustomPrompt="1"/>
          </p:nvPr>
        </p:nvSpPr>
        <p:spPr>
          <a:xfrm>
            <a:off x="331201"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0" name="Text Placeholder 3">
            <a:extLst>
              <a:ext uri="{FF2B5EF4-FFF2-40B4-BE49-F238E27FC236}">
                <a16:creationId xmlns:a16="http://schemas.microsoft.com/office/drawing/2014/main" id="{13D1C327-FC2E-1D32-7B54-A5257759E045}"/>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pic>
        <p:nvPicPr>
          <p:cNvPr id="11" name="Logo">
            <a:extLst>
              <a:ext uri="{FF2B5EF4-FFF2-40B4-BE49-F238E27FC236}">
                <a16:creationId xmlns:a16="http://schemas.microsoft.com/office/drawing/2014/main" id="{BBEB06A3-B60B-5E8B-65ED-9B854D97745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76737" y="395547"/>
            <a:ext cx="1766532" cy="677856"/>
          </a:xfrm>
          <a:prstGeom prst="rect">
            <a:avLst/>
          </a:prstGeom>
        </p:spPr>
      </p:pic>
      <p:pic>
        <p:nvPicPr>
          <p:cNvPr id="15" name="Tag line">
            <a:extLst>
              <a:ext uri="{FF2B5EF4-FFF2-40B4-BE49-F238E27FC236}">
                <a16:creationId xmlns:a16="http://schemas.microsoft.com/office/drawing/2014/main" id="{AA4179DF-8B56-C9BC-1094-3EFFC44DA82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976737" y="5866683"/>
            <a:ext cx="1766532" cy="400810"/>
          </a:xfrm>
          <a:prstGeom prst="rect">
            <a:avLst/>
          </a:prstGeom>
        </p:spPr>
      </p:pic>
    </p:spTree>
    <p:extLst>
      <p:ext uri="{BB962C8B-B14F-4D97-AF65-F5344CB8AC3E}">
        <p14:creationId xmlns:p14="http://schemas.microsoft.com/office/powerpoint/2010/main" val="263591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Divider 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9445338F-25DA-4D0B-AE09-634C86CB35CB}" type="datetime4">
              <a:rPr lang="en-US" smtClean="0"/>
              <a:t>January 21, 2026</a:t>
            </a:fld>
            <a:endParaRPr lang="en-US"/>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a:p>
        </p:txBody>
      </p:sp>
      <p:pic>
        <p:nvPicPr>
          <p:cNvPr id="4" name="Picture 3">
            <a:extLst>
              <a:ext uri="{FF2B5EF4-FFF2-40B4-BE49-F238E27FC236}">
                <a16:creationId xmlns:a16="http://schemas.microsoft.com/office/drawing/2014/main" id="{5938AA0A-CAE0-4C28-9FAB-CC81B85B48C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8" name="Title 1">
            <a:extLst>
              <a:ext uri="{FF2B5EF4-FFF2-40B4-BE49-F238E27FC236}">
                <a16:creationId xmlns:a16="http://schemas.microsoft.com/office/drawing/2014/main" id="{C78DE0D1-FC76-CA62-6E66-A111968AA378}"/>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tx1"/>
                </a:solidFill>
                <a:latin typeface="ABBvoice Display SemiBold" panose="020D0704020603060204" pitchFamily="34" charset="0"/>
              </a:defRPr>
            </a:lvl1pPr>
          </a:lstStyle>
          <a:p>
            <a:r>
              <a:rPr lang="en-US" noProof="0"/>
              <a:t>Chapter slide</a:t>
            </a:r>
            <a:endParaRPr lang="en-US"/>
          </a:p>
        </p:txBody>
      </p:sp>
      <p:sp>
        <p:nvSpPr>
          <p:cNvPr id="9" name="Text Placeholder 10">
            <a:extLst>
              <a:ext uri="{FF2B5EF4-FFF2-40B4-BE49-F238E27FC236}">
                <a16:creationId xmlns:a16="http://schemas.microsoft.com/office/drawing/2014/main" id="{EE832AA2-03A2-E191-75A1-F8C19050D47B}"/>
              </a:ext>
            </a:extLst>
          </p:cNvPr>
          <p:cNvSpPr>
            <a:spLocks noGrp="1"/>
          </p:cNvSpPr>
          <p:nvPr>
            <p:ph type="body" sz="quarter" idx="25" hasCustomPrompt="1"/>
          </p:nvPr>
        </p:nvSpPr>
        <p:spPr>
          <a:xfrm>
            <a:off x="1095375" y="5349654"/>
            <a:ext cx="6851650" cy="507000"/>
          </a:xfrm>
        </p:spPr>
        <p:txBody>
          <a:bodyPr/>
          <a:lstStyle>
            <a:lvl1pPr>
              <a:defRPr sz="3000">
                <a:solidFill>
                  <a:schemeClr val="tx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10" name="Text Placeholder 13">
            <a:extLst>
              <a:ext uri="{FF2B5EF4-FFF2-40B4-BE49-F238E27FC236}">
                <a16:creationId xmlns:a16="http://schemas.microsoft.com/office/drawing/2014/main" id="{3E5CE7EF-73C3-CAE2-B471-EE2DA64E7F43}"/>
              </a:ext>
            </a:extLst>
          </p:cNvPr>
          <p:cNvSpPr>
            <a:spLocks noGrp="1"/>
          </p:cNvSpPr>
          <p:nvPr>
            <p:ph type="body" sz="quarter" idx="26" hasCustomPrompt="1"/>
          </p:nvPr>
        </p:nvSpPr>
        <p:spPr>
          <a:xfrm>
            <a:off x="7943851" y="683261"/>
            <a:ext cx="3226080" cy="1942982"/>
          </a:xfrm>
        </p:spPr>
        <p:txBody>
          <a:bodyPr/>
          <a:lstStyle>
            <a:lvl1pPr algn="r">
              <a:defRPr sz="13800">
                <a:solidFill>
                  <a:schemeClr val="tx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3713011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Divider A (r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515748-13E4-20FD-3345-5405C2E22ED3}"/>
              </a:ext>
            </a:extLst>
          </p:cNvPr>
          <p:cNvSpPr/>
          <p:nvPr userDrawn="1"/>
        </p:nvSpPr>
        <p:spPr bwMode="gray">
          <a:xfrm>
            <a:off x="0" y="0"/>
            <a:ext cx="12192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2" name="Title 1">
            <a:extLst>
              <a:ext uri="{FF2B5EF4-FFF2-40B4-BE49-F238E27FC236}">
                <a16:creationId xmlns:a16="http://schemas.microsoft.com/office/drawing/2014/main" id="{89ADAAE6-C7C8-41CD-B37C-3EE1E8987106}"/>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7" name="Text Placeholder 10">
            <a:extLst>
              <a:ext uri="{FF2B5EF4-FFF2-40B4-BE49-F238E27FC236}">
                <a16:creationId xmlns:a16="http://schemas.microsoft.com/office/drawing/2014/main" id="{8CFFDC79-EB9C-37F8-07B1-E20F8A2E8ED1}"/>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9" name="Text Placeholder 13">
            <a:extLst>
              <a:ext uri="{FF2B5EF4-FFF2-40B4-BE49-F238E27FC236}">
                <a16:creationId xmlns:a16="http://schemas.microsoft.com/office/drawing/2014/main" id="{9C416C70-6006-1056-F3D9-948F7438B730}"/>
              </a:ext>
            </a:extLst>
          </p:cNvPr>
          <p:cNvSpPr>
            <a:spLocks noGrp="1"/>
          </p:cNvSpPr>
          <p:nvPr>
            <p:ph type="body" sz="quarter" idx="26" hasCustomPrompt="1"/>
          </p:nvPr>
        </p:nvSpPr>
        <p:spPr>
          <a:xfrm>
            <a:off x="7943851" y="683261"/>
            <a:ext cx="3226080" cy="1942982"/>
          </a:xfrm>
        </p:spPr>
        <p:txBody>
          <a:bodyPr/>
          <a:lstStyle>
            <a:lvl1pPr algn="r">
              <a:defRPr sz="13800">
                <a:solidFill>
                  <a:schemeClr val="bg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1899427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Divider A (da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515748-13E4-20FD-3345-5405C2E22ED3}"/>
              </a:ext>
            </a:extLst>
          </p:cNvPr>
          <p:cNvSpPr/>
          <p:nvPr userDrawn="1"/>
        </p:nvSpPr>
        <p:spPr bwMode="gray">
          <a:xfrm>
            <a:off x="0" y="0"/>
            <a:ext cx="12192000" cy="685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2" name="Title 1">
            <a:extLst>
              <a:ext uri="{FF2B5EF4-FFF2-40B4-BE49-F238E27FC236}">
                <a16:creationId xmlns:a16="http://schemas.microsoft.com/office/drawing/2014/main" id="{89ADAAE6-C7C8-41CD-B37C-3EE1E8987106}"/>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7" name="Text Placeholder 10">
            <a:extLst>
              <a:ext uri="{FF2B5EF4-FFF2-40B4-BE49-F238E27FC236}">
                <a16:creationId xmlns:a16="http://schemas.microsoft.com/office/drawing/2014/main" id="{8CFFDC79-EB9C-37F8-07B1-E20F8A2E8ED1}"/>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9" name="Text Placeholder 13">
            <a:extLst>
              <a:ext uri="{FF2B5EF4-FFF2-40B4-BE49-F238E27FC236}">
                <a16:creationId xmlns:a16="http://schemas.microsoft.com/office/drawing/2014/main" id="{9C416C70-6006-1056-F3D9-948F7438B730}"/>
              </a:ext>
            </a:extLst>
          </p:cNvPr>
          <p:cNvSpPr>
            <a:spLocks noGrp="1"/>
          </p:cNvSpPr>
          <p:nvPr>
            <p:ph type="body" sz="quarter" idx="26" hasCustomPrompt="1"/>
          </p:nvPr>
        </p:nvSpPr>
        <p:spPr>
          <a:xfrm>
            <a:off x="7943851" y="683261"/>
            <a:ext cx="3226080" cy="1942982"/>
          </a:xfrm>
        </p:spPr>
        <p:txBody>
          <a:bodyPr/>
          <a:lstStyle>
            <a:lvl1pPr algn="r">
              <a:defRPr sz="13800">
                <a:solidFill>
                  <a:schemeClr val="bg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1486184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Divider B">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F8A234E-BC03-3C02-2345-F19B466E92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4" name="Title 1">
            <a:extLst>
              <a:ext uri="{FF2B5EF4-FFF2-40B4-BE49-F238E27FC236}">
                <a16:creationId xmlns:a16="http://schemas.microsoft.com/office/drawing/2014/main" id="{9F1C8B5C-2BF4-6B72-623D-D14711843D75}"/>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10" name="Text Placeholder 10">
            <a:extLst>
              <a:ext uri="{FF2B5EF4-FFF2-40B4-BE49-F238E27FC236}">
                <a16:creationId xmlns:a16="http://schemas.microsoft.com/office/drawing/2014/main" id="{D5F78710-5E2C-BCFC-D2F1-6DF70214B6D6}"/>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Tree>
    <p:extLst>
      <p:ext uri="{BB962C8B-B14F-4D97-AF65-F5344CB8AC3E}">
        <p14:creationId xmlns:p14="http://schemas.microsoft.com/office/powerpoint/2010/main" val="2563159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Divider B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F29550-C51D-B4F5-4F50-2FB8F3D11D46}"/>
              </a:ext>
            </a:extLst>
          </p:cNvPr>
          <p:cNvSpPr/>
          <p:nvPr userDrawn="1"/>
        </p:nvSpPr>
        <p:spPr bwMode="gray">
          <a:xfrm>
            <a:off x="0" y="0"/>
            <a:ext cx="12192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8" name="Title 1">
            <a:extLst>
              <a:ext uri="{FF2B5EF4-FFF2-40B4-BE49-F238E27FC236}">
                <a16:creationId xmlns:a16="http://schemas.microsoft.com/office/drawing/2014/main" id="{BF9B62AB-E854-71C6-C5A9-A27533FD8D15}"/>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10" name="Text Placeholder 10">
            <a:extLst>
              <a:ext uri="{FF2B5EF4-FFF2-40B4-BE49-F238E27FC236}">
                <a16:creationId xmlns:a16="http://schemas.microsoft.com/office/drawing/2014/main" id="{BF06A84B-7C22-8EF6-F38C-3C8D01CE323F}"/>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Tree>
    <p:extLst>
      <p:ext uri="{BB962C8B-B14F-4D97-AF65-F5344CB8AC3E}">
        <p14:creationId xmlns:p14="http://schemas.microsoft.com/office/powerpoint/2010/main" val="230782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Divider B (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F29550-C51D-B4F5-4F50-2FB8F3D11D46}"/>
              </a:ext>
            </a:extLst>
          </p:cNvPr>
          <p:cNvSpPr/>
          <p:nvPr userDrawn="1"/>
        </p:nvSpPr>
        <p:spPr bwMode="gray">
          <a:xfrm>
            <a:off x="0" y="0"/>
            <a:ext cx="12192000" cy="685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8" name="Title 1">
            <a:extLst>
              <a:ext uri="{FF2B5EF4-FFF2-40B4-BE49-F238E27FC236}">
                <a16:creationId xmlns:a16="http://schemas.microsoft.com/office/drawing/2014/main" id="{FB3A0906-D146-BDC5-89B6-88508FC8D3AD}"/>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10" name="Text Placeholder 10">
            <a:extLst>
              <a:ext uri="{FF2B5EF4-FFF2-40B4-BE49-F238E27FC236}">
                <a16:creationId xmlns:a16="http://schemas.microsoft.com/office/drawing/2014/main" id="{74E86F98-FCAD-1DE9-7F95-EC4306D0593E}"/>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Tree>
    <p:extLst>
      <p:ext uri="{BB962C8B-B14F-4D97-AF65-F5344CB8AC3E}">
        <p14:creationId xmlns:p14="http://schemas.microsoft.com/office/powerpoint/2010/main" val="2615619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25B3-798C-47FD-B05F-B2F3AB033020}"/>
              </a:ext>
            </a:extLst>
          </p:cNvPr>
          <p:cNvSpPr>
            <a:spLocks noGrp="1"/>
          </p:cNvSpPr>
          <p:nvPr>
            <p:ph type="title"/>
          </p:nvPr>
        </p:nvSpPr>
        <p:spPr>
          <a:xfrm>
            <a:off x="331200" y="691199"/>
            <a:ext cx="11530600" cy="367200"/>
          </a:xfrm>
        </p:spPr>
        <p:txBody>
          <a:bodyPr lIns="0" tIns="0" rIns="0" bIns="0"/>
          <a:lstStyle>
            <a:lvl1pPr>
              <a:defRPr b="1"/>
            </a:lvl1pPr>
          </a:lstStyle>
          <a:p>
            <a:r>
              <a:rPr lang="en-US"/>
              <a:t>Click to edit Master title style</a:t>
            </a:r>
          </a:p>
        </p:txBody>
      </p:sp>
      <p:sp>
        <p:nvSpPr>
          <p:cNvPr id="8" name="Text Placeholder 9">
            <a:extLst>
              <a:ext uri="{FF2B5EF4-FFF2-40B4-BE49-F238E27FC236}">
                <a16:creationId xmlns:a16="http://schemas.microsoft.com/office/drawing/2014/main" id="{CFEBAA7B-0B2E-41DA-8401-829266F20A8E}"/>
              </a:ext>
            </a:extLst>
          </p:cNvPr>
          <p:cNvSpPr>
            <a:spLocks noGrp="1"/>
          </p:cNvSpPr>
          <p:nvPr>
            <p:ph type="body" sz="quarter" idx="14" hasCustomPrompt="1"/>
          </p:nvPr>
        </p:nvSpPr>
        <p:spPr>
          <a:xfrm>
            <a:off x="331200" y="1057498"/>
            <a:ext cx="115306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Text Placeholder 11">
            <a:extLst>
              <a:ext uri="{FF2B5EF4-FFF2-40B4-BE49-F238E27FC236}">
                <a16:creationId xmlns:a16="http://schemas.microsoft.com/office/drawing/2014/main" id="{5289BAEE-D351-4460-976F-80EE4A24A991}"/>
              </a:ext>
            </a:extLst>
          </p:cNvPr>
          <p:cNvSpPr>
            <a:spLocks noGrp="1"/>
          </p:cNvSpPr>
          <p:nvPr>
            <p:ph type="body" sz="quarter" idx="15"/>
          </p:nvPr>
        </p:nvSpPr>
        <p:spPr>
          <a:xfrm>
            <a:off x="331200" y="1929600"/>
            <a:ext cx="11530600" cy="4244400"/>
          </a:xfrm>
        </p:spPr>
        <p:txBody>
          <a:bodyPr lIns="0" tIns="0" rIns="0" bIns="0"/>
          <a:lstStyle>
            <a:lvl1pPr marL="2844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1pPr>
            <a:lvl2pPr marL="5688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2pPr>
            <a:lvl3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3pPr>
            <a:lvl4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4pPr>
            <a:lvl5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5F7E1B39-5C80-4225-BFC0-8B0FA7ABAB97}"/>
              </a:ext>
            </a:extLst>
          </p:cNvPr>
          <p:cNvSpPr>
            <a:spLocks noGrp="1"/>
          </p:cNvSpPr>
          <p:nvPr>
            <p:ph type="ftr" sz="quarter" idx="10"/>
          </p:nvPr>
        </p:nvSpPr>
        <p:spPr/>
        <p:txBody>
          <a:bodyPr lIns="0" tIns="0" rIns="0" bIns="0"/>
          <a:lstStyle/>
          <a:p>
            <a:endParaRPr lang="en-US"/>
          </a:p>
        </p:txBody>
      </p:sp>
      <p:sp>
        <p:nvSpPr>
          <p:cNvPr id="4" name="Date Placeholder 3">
            <a:extLst>
              <a:ext uri="{FF2B5EF4-FFF2-40B4-BE49-F238E27FC236}">
                <a16:creationId xmlns:a16="http://schemas.microsoft.com/office/drawing/2014/main" id="{32B732F8-4FA8-4FDC-A795-6371BBB4E79F}"/>
              </a:ext>
            </a:extLst>
          </p:cNvPr>
          <p:cNvSpPr>
            <a:spLocks noGrp="1"/>
          </p:cNvSpPr>
          <p:nvPr>
            <p:ph type="dt" sz="half" idx="11"/>
          </p:nvPr>
        </p:nvSpPr>
        <p:spPr/>
        <p:txBody>
          <a:bodyPr lIns="0" tIns="0" rIns="0" bIns="0"/>
          <a:lstStyle/>
          <a:p>
            <a:fld id="{1DFE85B4-5EFD-4406-9D3D-357E557D4E6C}" type="datetime4">
              <a:rPr lang="en-US" smtClean="0"/>
              <a:t>January 21, 2026</a:t>
            </a:fld>
            <a:endParaRPr lang="en-US"/>
          </a:p>
        </p:txBody>
      </p:sp>
      <p:sp>
        <p:nvSpPr>
          <p:cNvPr id="5" name="Slide Number Placeholder 4">
            <a:extLst>
              <a:ext uri="{FF2B5EF4-FFF2-40B4-BE49-F238E27FC236}">
                <a16:creationId xmlns:a16="http://schemas.microsoft.com/office/drawing/2014/main" id="{FEB7AAD1-CD9E-4BAD-B4F6-882B69FA4489}"/>
              </a:ext>
            </a:extLst>
          </p:cNvPr>
          <p:cNvSpPr>
            <a:spLocks noGrp="1"/>
          </p:cNvSpPr>
          <p:nvPr>
            <p:ph type="sldNum" sz="quarter" idx="12"/>
          </p:nvPr>
        </p:nvSpPr>
        <p:spPr/>
        <p:txBody>
          <a:bodyPr lIns="0" tIns="0" rIns="0" bIns="0"/>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2603266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One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a:t>Click to edit Master title style</a:t>
            </a:r>
          </a:p>
        </p:txBody>
      </p:sp>
      <p:sp>
        <p:nvSpPr>
          <p:cNvPr id="9" name="Content Placeholder 8">
            <a:extLst>
              <a:ext uri="{FF2B5EF4-FFF2-40B4-BE49-F238E27FC236}">
                <a16:creationId xmlns:a16="http://schemas.microsoft.com/office/drawing/2014/main" id="{E7A0A1F6-D28F-445F-86A8-4985AF8BE52D}"/>
              </a:ext>
            </a:extLst>
          </p:cNvPr>
          <p:cNvSpPr>
            <a:spLocks noGrp="1"/>
          </p:cNvSpPr>
          <p:nvPr>
            <p:ph sz="quarter" idx="16"/>
          </p:nvPr>
        </p:nvSpPr>
        <p:spPr>
          <a:xfrm>
            <a:off x="331199" y="1929600"/>
            <a:ext cx="11530011" cy="424815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2EE78E3-0FB5-4EDC-9795-648A78EAEBD6}" type="datetime4">
              <a:rPr lang="en-US" smtClean="0"/>
              <a:t>January 21, 2026</a:t>
            </a:fld>
            <a:endParaRPr lang="en-US"/>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570011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One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B8D13B44-2ED7-4317-A623-6B66EEF72462}"/>
              </a:ext>
            </a:extLst>
          </p:cNvPr>
          <p:cNvSpPr>
            <a:spLocks noGrp="1"/>
          </p:cNvSpPr>
          <p:nvPr>
            <p:ph sz="quarter" idx="17"/>
          </p:nvPr>
        </p:nvSpPr>
        <p:spPr>
          <a:xfrm>
            <a:off x="331199" y="1929600"/>
            <a:ext cx="11530011"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0191ABF5-A638-4274-A939-005952C0BF1C}"/>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A5F2AF2E-30CA-4272-8C3D-5F02EA9E768E}"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810247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One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B8D13B44-2ED7-4317-A623-6B66EEF72462}"/>
              </a:ext>
            </a:extLst>
          </p:cNvPr>
          <p:cNvSpPr>
            <a:spLocks noGrp="1"/>
          </p:cNvSpPr>
          <p:nvPr>
            <p:ph sz="quarter" idx="17"/>
          </p:nvPr>
        </p:nvSpPr>
        <p:spPr>
          <a:xfrm>
            <a:off x="331199" y="2317637"/>
            <a:ext cx="11530011" cy="3193962"/>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7EB647C7-C6C0-458F-916D-92A3818855C7}"/>
              </a:ext>
            </a:extLst>
          </p:cNvPr>
          <p:cNvSpPr>
            <a:spLocks noGrp="1"/>
          </p:cNvSpPr>
          <p:nvPr>
            <p:ph sz="quarter" idx="19"/>
          </p:nvPr>
        </p:nvSpPr>
        <p:spPr>
          <a:xfrm>
            <a:off x="331199" y="1929600"/>
            <a:ext cx="11530011" cy="253592"/>
          </a:xfrm>
        </p:spPr>
        <p:txBody>
          <a:bodyPr lIns="0" tIns="0" rIns="0" bIns="0"/>
          <a:lstStyle>
            <a:lvl1pPr>
              <a:defRPr sz="1600" b="1">
                <a:solidFill>
                  <a:schemeClr val="bg2"/>
                </a:solidFill>
              </a:defRPr>
            </a:lvl1pPr>
          </a:lstStyle>
          <a:p>
            <a:pPr lvl="0"/>
            <a:r>
              <a:rPr lang="en-US"/>
              <a:t>Click to edit Master text styles</a:t>
            </a:r>
          </a:p>
        </p:txBody>
      </p:sp>
      <p:sp>
        <p:nvSpPr>
          <p:cNvPr id="11" name="Text Placeholder 9">
            <a:extLst>
              <a:ext uri="{FF2B5EF4-FFF2-40B4-BE49-F238E27FC236}">
                <a16:creationId xmlns:a16="http://schemas.microsoft.com/office/drawing/2014/main" id="{653D6A4D-9936-42D0-AC4D-FBDE81F97CB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23EA9FC6-4DF3-47E8-8260-6FE5AE4F285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881965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One content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B4A4D-1354-8C4B-6BBC-1A0D0A604257}"/>
              </a:ext>
            </a:extLst>
          </p:cNvPr>
          <p:cNvSpPr>
            <a:spLocks noGrp="1"/>
          </p:cNvSpPr>
          <p:nvPr>
            <p:ph type="title"/>
          </p:nvPr>
        </p:nvSpPr>
        <p:spPr>
          <a:xfrm>
            <a:off x="331200" y="691200"/>
            <a:ext cx="7836996"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AE37DDAB-FDB1-0870-8E88-BD41926CE694}"/>
              </a:ext>
            </a:extLst>
          </p:cNvPr>
          <p:cNvSpPr>
            <a:spLocks noGrp="1"/>
          </p:cNvSpPr>
          <p:nvPr>
            <p:ph type="ftr" sz="quarter" idx="10"/>
          </p:nvPr>
        </p:nvSpPr>
        <p:spPr>
          <a:xfrm>
            <a:off x="331200" y="6343200"/>
            <a:ext cx="7836407" cy="158400"/>
          </a:xfrm>
        </p:spPr>
        <p:txBody>
          <a:bodyPr/>
          <a:lstStyle/>
          <a:p>
            <a:endParaRPr lang="en-US"/>
          </a:p>
        </p:txBody>
      </p:sp>
      <p:sp>
        <p:nvSpPr>
          <p:cNvPr id="4" name="Date Placeholder 3">
            <a:extLst>
              <a:ext uri="{FF2B5EF4-FFF2-40B4-BE49-F238E27FC236}">
                <a16:creationId xmlns:a16="http://schemas.microsoft.com/office/drawing/2014/main" id="{5A993670-14A9-0A35-D2EB-D8230A73A150}"/>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3DD993D9-3FD1-276A-24E9-827A98823971}"/>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2B506773-0860-DE49-4BCC-8C4BB0647217}"/>
              </a:ext>
            </a:extLst>
          </p:cNvPr>
          <p:cNvSpPr>
            <a:spLocks noGrp="1"/>
          </p:cNvSpPr>
          <p:nvPr>
            <p:ph type="body" sz="quarter" idx="14" hasCustomPrompt="1"/>
          </p:nvPr>
        </p:nvSpPr>
        <p:spPr>
          <a:xfrm>
            <a:off x="331788" y="1057498"/>
            <a:ext cx="7836408"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9AA1B98B-00B9-1C2F-0ACD-646A350F8681}"/>
              </a:ext>
            </a:extLst>
          </p:cNvPr>
          <p:cNvSpPr>
            <a:spLocks noGrp="1"/>
          </p:cNvSpPr>
          <p:nvPr>
            <p:ph sz="quarter" idx="17"/>
          </p:nvPr>
        </p:nvSpPr>
        <p:spPr>
          <a:xfrm>
            <a:off x="331199" y="2317637"/>
            <a:ext cx="7836408" cy="3193962"/>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5E5A046C-2F74-6EED-D763-FB4F9E3C1E6C}"/>
              </a:ext>
            </a:extLst>
          </p:cNvPr>
          <p:cNvSpPr>
            <a:spLocks noGrp="1"/>
          </p:cNvSpPr>
          <p:nvPr>
            <p:ph sz="quarter" idx="19"/>
          </p:nvPr>
        </p:nvSpPr>
        <p:spPr>
          <a:xfrm>
            <a:off x="331199" y="1929600"/>
            <a:ext cx="7836408"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9" name="Text Placeholder 9">
            <a:extLst>
              <a:ext uri="{FF2B5EF4-FFF2-40B4-BE49-F238E27FC236}">
                <a16:creationId xmlns:a16="http://schemas.microsoft.com/office/drawing/2014/main" id="{9029E88C-D487-6109-BE97-8E404D9E4740}"/>
              </a:ext>
            </a:extLst>
          </p:cNvPr>
          <p:cNvSpPr>
            <a:spLocks noGrp="1"/>
          </p:cNvSpPr>
          <p:nvPr>
            <p:ph type="body" sz="quarter" idx="16"/>
          </p:nvPr>
        </p:nvSpPr>
        <p:spPr>
          <a:xfrm>
            <a:off x="331200" y="5634000"/>
            <a:ext cx="7836408"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0" name="Text Placeholder 9">
            <a:extLst>
              <a:ext uri="{FF2B5EF4-FFF2-40B4-BE49-F238E27FC236}">
                <a16:creationId xmlns:a16="http://schemas.microsoft.com/office/drawing/2014/main" id="{5543002A-12FE-3269-8E83-DD69A9972C8E}"/>
              </a:ext>
            </a:extLst>
          </p:cNvPr>
          <p:cNvSpPr>
            <a:spLocks noGrp="1"/>
          </p:cNvSpPr>
          <p:nvPr>
            <p:ph type="body" sz="quarter" idx="20" hasCustomPrompt="1"/>
          </p:nvPr>
        </p:nvSpPr>
        <p:spPr>
          <a:xfrm>
            <a:off x="8924925" y="0"/>
            <a:ext cx="3267075"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2952994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wo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17B5336C-3364-49A8-B303-FFEDF4FEBDF6}"/>
              </a:ext>
            </a:extLst>
          </p:cNvPr>
          <p:cNvSpPr>
            <a:spLocks noGrp="1"/>
          </p:cNvSpPr>
          <p:nvPr>
            <p:ph sz="quarter" idx="17"/>
          </p:nvPr>
        </p:nvSpPr>
        <p:spPr>
          <a:xfrm>
            <a:off x="331200"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2A16399-43BB-47C9-B960-482AB4AC5988}"/>
              </a:ext>
            </a:extLst>
          </p:cNvPr>
          <p:cNvSpPr>
            <a:spLocks noGrp="1"/>
          </p:cNvSpPr>
          <p:nvPr>
            <p:ph sz="quarter" idx="18"/>
          </p:nvPr>
        </p:nvSpPr>
        <p:spPr>
          <a:xfrm>
            <a:off x="6203361" y="1929600"/>
            <a:ext cx="5658438" cy="3582000"/>
          </a:xfrm>
          <a:noFill/>
          <a:ln>
            <a:noFill/>
          </a:ln>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BD248592-FF76-4D0C-820C-440D43E13690}"/>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81ED819F-97D5-448E-930E-1025F3EC08C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34463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wo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17B5336C-3364-49A8-B303-FFEDF4FEBDF6}"/>
              </a:ext>
            </a:extLst>
          </p:cNvPr>
          <p:cNvSpPr>
            <a:spLocks noGrp="1"/>
          </p:cNvSpPr>
          <p:nvPr>
            <p:ph sz="quarter" idx="17"/>
          </p:nvPr>
        </p:nvSpPr>
        <p:spPr>
          <a:xfrm>
            <a:off x="331200" y="2317637"/>
            <a:ext cx="5658438" cy="3193962"/>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2A16399-43BB-47C9-B960-482AB4AC5988}"/>
              </a:ext>
            </a:extLst>
          </p:cNvPr>
          <p:cNvSpPr>
            <a:spLocks noGrp="1"/>
          </p:cNvSpPr>
          <p:nvPr>
            <p:ph sz="quarter" idx="18"/>
          </p:nvPr>
        </p:nvSpPr>
        <p:spPr>
          <a:xfrm>
            <a:off x="6203361" y="2317637"/>
            <a:ext cx="5658438" cy="3193962"/>
          </a:xfrm>
          <a:noFill/>
          <a:ln>
            <a:noFill/>
          </a:ln>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16E8EA06-F8FC-49A9-A139-19792C8D084B}"/>
              </a:ext>
            </a:extLst>
          </p:cNvPr>
          <p:cNvSpPr>
            <a:spLocks noGrp="1"/>
          </p:cNvSpPr>
          <p:nvPr>
            <p:ph sz="quarter" idx="19"/>
          </p:nvPr>
        </p:nvSpPr>
        <p:spPr>
          <a:xfrm>
            <a:off x="331199" y="1929600"/>
            <a:ext cx="5658439"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8D40EE9E-5785-4471-8A7D-6EDB4494F687}"/>
              </a:ext>
            </a:extLst>
          </p:cNvPr>
          <p:cNvSpPr>
            <a:spLocks noGrp="1"/>
          </p:cNvSpPr>
          <p:nvPr>
            <p:ph sz="quarter" idx="20"/>
          </p:nvPr>
        </p:nvSpPr>
        <p:spPr>
          <a:xfrm>
            <a:off x="6203361" y="1929600"/>
            <a:ext cx="5658439" cy="253592"/>
          </a:xfrm>
        </p:spPr>
        <p:txBody>
          <a:bodyPr lIns="0" tIns="0" rIns="0" bIns="0"/>
          <a:lstStyle>
            <a:lvl1pPr>
              <a:defRPr sz="1600" b="1">
                <a:solidFill>
                  <a:schemeClr val="bg2"/>
                </a:solidFill>
              </a:defRPr>
            </a:lvl1pPr>
          </a:lstStyle>
          <a:p>
            <a:pPr lvl="0"/>
            <a:r>
              <a:rPr lang="en-US"/>
              <a:t>Click to edit Master text styles</a:t>
            </a:r>
          </a:p>
        </p:txBody>
      </p:sp>
      <p:sp>
        <p:nvSpPr>
          <p:cNvPr id="12" name="Text Placeholder 9">
            <a:extLst>
              <a:ext uri="{FF2B5EF4-FFF2-40B4-BE49-F238E27FC236}">
                <a16:creationId xmlns:a16="http://schemas.microsoft.com/office/drawing/2014/main" id="{D807EBA1-9E93-40B5-AB47-FE6B3497E95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F801677-5381-4CB3-9705-EB46AA325244}"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11118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wo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54120-D971-3AE6-6184-628DB4A4CC5C}"/>
              </a:ext>
            </a:extLst>
          </p:cNvPr>
          <p:cNvSpPr>
            <a:spLocks noGrp="1"/>
          </p:cNvSpPr>
          <p:nvPr>
            <p:ph type="title"/>
          </p:nvPr>
        </p:nvSpPr>
        <p:spPr>
          <a:xfrm>
            <a:off x="331200" y="691200"/>
            <a:ext cx="7617540"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9A0BA6DF-295B-14B9-E598-D783D2FDD924}"/>
              </a:ext>
            </a:extLst>
          </p:cNvPr>
          <p:cNvSpPr>
            <a:spLocks noGrp="1"/>
          </p:cNvSpPr>
          <p:nvPr>
            <p:ph type="ftr" sz="quarter" idx="10"/>
          </p:nvPr>
        </p:nvSpPr>
        <p:spPr>
          <a:xfrm>
            <a:off x="331200" y="6343200"/>
            <a:ext cx="7617600" cy="158400"/>
          </a:xfrm>
        </p:spPr>
        <p:txBody>
          <a:bodyPr/>
          <a:lstStyle/>
          <a:p>
            <a:endParaRPr lang="en-US"/>
          </a:p>
        </p:txBody>
      </p:sp>
      <p:sp>
        <p:nvSpPr>
          <p:cNvPr id="4" name="Date Placeholder 3">
            <a:extLst>
              <a:ext uri="{FF2B5EF4-FFF2-40B4-BE49-F238E27FC236}">
                <a16:creationId xmlns:a16="http://schemas.microsoft.com/office/drawing/2014/main" id="{68EB5EAF-AC8A-3E99-A635-DD95C6E7503C}"/>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0CDCAB48-A3C0-27C0-2979-71DFA66ED32D}"/>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DAAEA1C8-F527-5F56-6EA0-FE61BD816149}"/>
              </a:ext>
            </a:extLst>
          </p:cNvPr>
          <p:cNvSpPr>
            <a:spLocks noGrp="1"/>
          </p:cNvSpPr>
          <p:nvPr>
            <p:ph type="body" sz="quarter" idx="14" hasCustomPrompt="1"/>
          </p:nvPr>
        </p:nvSpPr>
        <p:spPr>
          <a:xfrm>
            <a:off x="331788" y="1057498"/>
            <a:ext cx="7616952"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50750D05-724E-4685-1127-ED2D71D3660C}"/>
              </a:ext>
            </a:extLst>
          </p:cNvPr>
          <p:cNvSpPr>
            <a:spLocks noGrp="1"/>
          </p:cNvSpPr>
          <p:nvPr>
            <p:ph sz="quarter" idx="17"/>
          </p:nvPr>
        </p:nvSpPr>
        <p:spPr>
          <a:xfrm>
            <a:off x="331200" y="1929600"/>
            <a:ext cx="3703320" cy="3581999"/>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6777FA2A-A376-8418-9C6E-5B73CDF04687}"/>
              </a:ext>
            </a:extLst>
          </p:cNvPr>
          <p:cNvSpPr>
            <a:spLocks noGrp="1"/>
          </p:cNvSpPr>
          <p:nvPr>
            <p:ph sz="quarter" idx="18"/>
          </p:nvPr>
        </p:nvSpPr>
        <p:spPr>
          <a:xfrm>
            <a:off x="4244832" y="1929600"/>
            <a:ext cx="3703320" cy="3581999"/>
          </a:xfrm>
          <a:noFill/>
          <a:ln>
            <a:noFill/>
          </a:ln>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9">
            <a:extLst>
              <a:ext uri="{FF2B5EF4-FFF2-40B4-BE49-F238E27FC236}">
                <a16:creationId xmlns:a16="http://schemas.microsoft.com/office/drawing/2014/main" id="{D90514E6-1C08-3FA0-001E-15C4C5E61C91}"/>
              </a:ext>
            </a:extLst>
          </p:cNvPr>
          <p:cNvSpPr>
            <a:spLocks noGrp="1"/>
          </p:cNvSpPr>
          <p:nvPr>
            <p:ph type="body" sz="quarter" idx="16"/>
          </p:nvPr>
        </p:nvSpPr>
        <p:spPr>
          <a:xfrm>
            <a:off x="331200" y="5634000"/>
            <a:ext cx="7616952"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0" name="Text Placeholder 9">
            <a:extLst>
              <a:ext uri="{FF2B5EF4-FFF2-40B4-BE49-F238E27FC236}">
                <a16:creationId xmlns:a16="http://schemas.microsoft.com/office/drawing/2014/main" id="{CA62750D-C328-22C2-EE8C-68F88FCF83A4}"/>
              </a:ext>
            </a:extLst>
          </p:cNvPr>
          <p:cNvSpPr>
            <a:spLocks noGrp="1"/>
          </p:cNvSpPr>
          <p:nvPr>
            <p:ph type="body" sz="quarter" idx="21" hasCustomPrompt="1"/>
          </p:nvPr>
        </p:nvSpPr>
        <p:spPr>
          <a:xfrm>
            <a:off x="8924925" y="0"/>
            <a:ext cx="3267075"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531845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hree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65E783B-432D-48FF-919E-E9841F6E7CDB}"/>
              </a:ext>
            </a:extLst>
          </p:cNvPr>
          <p:cNvSpPr>
            <a:spLocks noGrp="1"/>
          </p:cNvSpPr>
          <p:nvPr>
            <p:ph sz="quarter" idx="17"/>
          </p:nvPr>
        </p:nvSpPr>
        <p:spPr>
          <a:xfrm>
            <a:off x="331200"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E0F0C72-0A6F-47EB-B787-31465205AA09}"/>
              </a:ext>
            </a:extLst>
          </p:cNvPr>
          <p:cNvSpPr>
            <a:spLocks noGrp="1"/>
          </p:cNvSpPr>
          <p:nvPr>
            <p:ph sz="quarter" idx="18"/>
          </p:nvPr>
        </p:nvSpPr>
        <p:spPr>
          <a:xfrm>
            <a:off x="4245975"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2FDDA8A-CD8B-4264-BB35-5DED5E32A8B1}"/>
              </a:ext>
            </a:extLst>
          </p:cNvPr>
          <p:cNvSpPr>
            <a:spLocks noGrp="1"/>
          </p:cNvSpPr>
          <p:nvPr>
            <p:ph sz="quarter" idx="19"/>
          </p:nvPr>
        </p:nvSpPr>
        <p:spPr>
          <a:xfrm>
            <a:off x="8160749"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4F12F13-0517-4E0E-8E16-1636B7C145A4}"/>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C98B010-9E51-4508-988C-7150B2C9E60D}"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6623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hree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65E783B-432D-48FF-919E-E9841F6E7CDB}"/>
              </a:ext>
            </a:extLst>
          </p:cNvPr>
          <p:cNvSpPr>
            <a:spLocks noGrp="1"/>
          </p:cNvSpPr>
          <p:nvPr>
            <p:ph sz="quarter" idx="17"/>
          </p:nvPr>
        </p:nvSpPr>
        <p:spPr>
          <a:xfrm>
            <a:off x="331200"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E0F0C72-0A6F-47EB-B787-31465205AA09}"/>
              </a:ext>
            </a:extLst>
          </p:cNvPr>
          <p:cNvSpPr>
            <a:spLocks noGrp="1"/>
          </p:cNvSpPr>
          <p:nvPr>
            <p:ph sz="quarter" idx="18"/>
          </p:nvPr>
        </p:nvSpPr>
        <p:spPr>
          <a:xfrm>
            <a:off x="4245975"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2FDDA8A-CD8B-4264-BB35-5DED5E32A8B1}"/>
              </a:ext>
            </a:extLst>
          </p:cNvPr>
          <p:cNvSpPr>
            <a:spLocks noGrp="1"/>
          </p:cNvSpPr>
          <p:nvPr>
            <p:ph sz="quarter" idx="19"/>
          </p:nvPr>
        </p:nvSpPr>
        <p:spPr>
          <a:xfrm>
            <a:off x="8160749"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706B61B5-5ECE-42A3-B17B-C8474A1712E3}"/>
              </a:ext>
            </a:extLst>
          </p:cNvPr>
          <p:cNvSpPr>
            <a:spLocks noGrp="1"/>
          </p:cNvSpPr>
          <p:nvPr>
            <p:ph sz="quarter" idx="20"/>
          </p:nvPr>
        </p:nvSpPr>
        <p:spPr>
          <a:xfrm>
            <a:off x="331199"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2773C736-6DC9-4D25-9135-9FEE1C01F06F}"/>
              </a:ext>
            </a:extLst>
          </p:cNvPr>
          <p:cNvSpPr>
            <a:spLocks noGrp="1"/>
          </p:cNvSpPr>
          <p:nvPr>
            <p:ph sz="quarter" idx="21"/>
          </p:nvPr>
        </p:nvSpPr>
        <p:spPr>
          <a:xfrm>
            <a:off x="4245975"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378A027D-384E-4893-8ACE-7EB49A9DD383}"/>
              </a:ext>
            </a:extLst>
          </p:cNvPr>
          <p:cNvSpPr>
            <a:spLocks noGrp="1"/>
          </p:cNvSpPr>
          <p:nvPr>
            <p:ph sz="quarter" idx="22"/>
          </p:nvPr>
        </p:nvSpPr>
        <p:spPr>
          <a:xfrm>
            <a:off x="8160749"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8" name="Text Placeholder 9">
            <a:extLst>
              <a:ext uri="{FF2B5EF4-FFF2-40B4-BE49-F238E27FC236}">
                <a16:creationId xmlns:a16="http://schemas.microsoft.com/office/drawing/2014/main" id="{449C90DB-E14A-489D-A9C1-BC279A96B97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4A9EFD76-11B9-42D3-8F67-053DFC685B12}"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472714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hree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E737-3D4F-5001-BE47-2E5EE1893AA0}"/>
              </a:ext>
            </a:extLst>
          </p:cNvPr>
          <p:cNvSpPr>
            <a:spLocks noGrp="1"/>
          </p:cNvSpPr>
          <p:nvPr>
            <p:ph type="title"/>
          </p:nvPr>
        </p:nvSpPr>
        <p:spPr>
          <a:xfrm>
            <a:off x="331200" y="691200"/>
            <a:ext cx="8595948"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C2FBBFBE-6C8C-3F82-2098-7B9EB184A629}"/>
              </a:ext>
            </a:extLst>
          </p:cNvPr>
          <p:cNvSpPr>
            <a:spLocks noGrp="1"/>
          </p:cNvSpPr>
          <p:nvPr>
            <p:ph type="ftr" sz="quarter" idx="10"/>
          </p:nvPr>
        </p:nvSpPr>
        <p:spPr>
          <a:xfrm>
            <a:off x="331200" y="6343200"/>
            <a:ext cx="8596800" cy="158400"/>
          </a:xfrm>
        </p:spPr>
        <p:txBody>
          <a:bodyPr/>
          <a:lstStyle/>
          <a:p>
            <a:endParaRPr lang="en-US"/>
          </a:p>
        </p:txBody>
      </p:sp>
      <p:sp>
        <p:nvSpPr>
          <p:cNvPr id="4" name="Date Placeholder 3">
            <a:extLst>
              <a:ext uri="{FF2B5EF4-FFF2-40B4-BE49-F238E27FC236}">
                <a16:creationId xmlns:a16="http://schemas.microsoft.com/office/drawing/2014/main" id="{AEAE9F0A-BE3C-4FC1-7380-C833A79368EC}"/>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A3058BC2-8858-4D7B-4055-E3D5179F329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B49C02E9-0CB5-9793-D210-245428FE3CD5}"/>
              </a:ext>
            </a:extLst>
          </p:cNvPr>
          <p:cNvSpPr>
            <a:spLocks noGrp="1"/>
          </p:cNvSpPr>
          <p:nvPr>
            <p:ph type="body" sz="quarter" idx="14" hasCustomPrompt="1"/>
          </p:nvPr>
        </p:nvSpPr>
        <p:spPr>
          <a:xfrm>
            <a:off x="331788" y="1057498"/>
            <a:ext cx="859536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BA71D45E-2E45-D97E-27A8-AB1B39830DA8}"/>
              </a:ext>
            </a:extLst>
          </p:cNvPr>
          <p:cNvSpPr>
            <a:spLocks noGrp="1"/>
          </p:cNvSpPr>
          <p:nvPr>
            <p:ph sz="quarter" idx="17"/>
          </p:nvPr>
        </p:nvSpPr>
        <p:spPr>
          <a:xfrm>
            <a:off x="331200"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BB70E94D-1F79-0E6A-FB1A-B1CEBC50C943}"/>
              </a:ext>
            </a:extLst>
          </p:cNvPr>
          <p:cNvSpPr>
            <a:spLocks noGrp="1"/>
          </p:cNvSpPr>
          <p:nvPr>
            <p:ph sz="quarter" idx="18"/>
          </p:nvPr>
        </p:nvSpPr>
        <p:spPr>
          <a:xfrm>
            <a:off x="3267545"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Content Placeholder 8">
            <a:extLst>
              <a:ext uri="{FF2B5EF4-FFF2-40B4-BE49-F238E27FC236}">
                <a16:creationId xmlns:a16="http://schemas.microsoft.com/office/drawing/2014/main" id="{44EDC01B-D6CD-CDE1-0DFF-5223EED95786}"/>
              </a:ext>
            </a:extLst>
          </p:cNvPr>
          <p:cNvSpPr>
            <a:spLocks noGrp="1"/>
          </p:cNvSpPr>
          <p:nvPr>
            <p:ph sz="quarter" idx="19"/>
          </p:nvPr>
        </p:nvSpPr>
        <p:spPr>
          <a:xfrm>
            <a:off x="6203890"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9">
            <a:extLst>
              <a:ext uri="{FF2B5EF4-FFF2-40B4-BE49-F238E27FC236}">
                <a16:creationId xmlns:a16="http://schemas.microsoft.com/office/drawing/2014/main" id="{79A36F85-2F69-5B91-5518-1F0F9885380A}"/>
              </a:ext>
            </a:extLst>
          </p:cNvPr>
          <p:cNvSpPr>
            <a:spLocks noGrp="1"/>
          </p:cNvSpPr>
          <p:nvPr>
            <p:ph type="body" sz="quarter" idx="16"/>
          </p:nvPr>
        </p:nvSpPr>
        <p:spPr>
          <a:xfrm>
            <a:off x="331200" y="5634000"/>
            <a:ext cx="859536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1" name="Text Placeholder 9">
            <a:extLst>
              <a:ext uri="{FF2B5EF4-FFF2-40B4-BE49-F238E27FC236}">
                <a16:creationId xmlns:a16="http://schemas.microsoft.com/office/drawing/2014/main" id="{06BE9534-FB13-A9AE-FE58-9C4A964A65F2}"/>
              </a:ext>
            </a:extLst>
          </p:cNvPr>
          <p:cNvSpPr>
            <a:spLocks noGrp="1"/>
          </p:cNvSpPr>
          <p:nvPr>
            <p:ph type="body" sz="quarter" idx="24" hasCustomPrompt="1"/>
          </p:nvPr>
        </p:nvSpPr>
        <p:spPr>
          <a:xfrm>
            <a:off x="9139239" y="0"/>
            <a:ext cx="3052761"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375027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Four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690AB117-4C73-4A20-9957-79D439C51B4D}"/>
              </a:ext>
            </a:extLst>
          </p:cNvPr>
          <p:cNvSpPr>
            <a:spLocks noGrp="1"/>
          </p:cNvSpPr>
          <p:nvPr>
            <p:ph sz="quarter" idx="17"/>
          </p:nvPr>
        </p:nvSpPr>
        <p:spPr>
          <a:xfrm>
            <a:off x="331200"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308727B-EED5-46EC-841D-047A6193C6F7}"/>
              </a:ext>
            </a:extLst>
          </p:cNvPr>
          <p:cNvSpPr>
            <a:spLocks noGrp="1"/>
          </p:cNvSpPr>
          <p:nvPr>
            <p:ph sz="quarter" idx="18"/>
          </p:nvPr>
        </p:nvSpPr>
        <p:spPr>
          <a:xfrm>
            <a:off x="3267545"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649CA4A0-E652-4ED8-94BE-90A9E06898C1}"/>
              </a:ext>
            </a:extLst>
          </p:cNvPr>
          <p:cNvSpPr>
            <a:spLocks noGrp="1"/>
          </p:cNvSpPr>
          <p:nvPr>
            <p:ph sz="quarter" idx="19"/>
          </p:nvPr>
        </p:nvSpPr>
        <p:spPr>
          <a:xfrm>
            <a:off x="6203890"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8153C1-25B9-4517-970E-E26DC9F17786}"/>
              </a:ext>
            </a:extLst>
          </p:cNvPr>
          <p:cNvSpPr>
            <a:spLocks noGrp="1"/>
          </p:cNvSpPr>
          <p:nvPr>
            <p:ph sz="quarter" idx="20"/>
          </p:nvPr>
        </p:nvSpPr>
        <p:spPr>
          <a:xfrm>
            <a:off x="9140236"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960817C6-275D-460F-9252-B93D047D6985}"/>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4B70CD1-C41C-414B-A51B-8D51D9EDBDBC}"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106272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Four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690AB117-4C73-4A20-9957-79D439C51B4D}"/>
              </a:ext>
            </a:extLst>
          </p:cNvPr>
          <p:cNvSpPr>
            <a:spLocks noGrp="1"/>
          </p:cNvSpPr>
          <p:nvPr>
            <p:ph sz="quarter" idx="17"/>
          </p:nvPr>
        </p:nvSpPr>
        <p:spPr>
          <a:xfrm>
            <a:off x="331200"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308727B-EED5-46EC-841D-047A6193C6F7}"/>
              </a:ext>
            </a:extLst>
          </p:cNvPr>
          <p:cNvSpPr>
            <a:spLocks noGrp="1"/>
          </p:cNvSpPr>
          <p:nvPr>
            <p:ph sz="quarter" idx="18"/>
          </p:nvPr>
        </p:nvSpPr>
        <p:spPr>
          <a:xfrm>
            <a:off x="3267545"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649CA4A0-E652-4ED8-94BE-90A9E06898C1}"/>
              </a:ext>
            </a:extLst>
          </p:cNvPr>
          <p:cNvSpPr>
            <a:spLocks noGrp="1"/>
          </p:cNvSpPr>
          <p:nvPr>
            <p:ph sz="quarter" idx="19"/>
          </p:nvPr>
        </p:nvSpPr>
        <p:spPr>
          <a:xfrm>
            <a:off x="6203890"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8153C1-25B9-4517-970E-E26DC9F17786}"/>
              </a:ext>
            </a:extLst>
          </p:cNvPr>
          <p:cNvSpPr>
            <a:spLocks noGrp="1"/>
          </p:cNvSpPr>
          <p:nvPr>
            <p:ph sz="quarter" idx="20"/>
          </p:nvPr>
        </p:nvSpPr>
        <p:spPr>
          <a:xfrm>
            <a:off x="9140236"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268A3033-04CA-4439-8559-F7AE384EA32B}"/>
              </a:ext>
            </a:extLst>
          </p:cNvPr>
          <p:cNvSpPr>
            <a:spLocks noGrp="1"/>
          </p:cNvSpPr>
          <p:nvPr>
            <p:ph sz="quarter" idx="21"/>
          </p:nvPr>
        </p:nvSpPr>
        <p:spPr>
          <a:xfrm>
            <a:off x="331200"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4D699DA1-1B8F-4C83-8F6C-063B993E67CF}"/>
              </a:ext>
            </a:extLst>
          </p:cNvPr>
          <p:cNvSpPr>
            <a:spLocks noGrp="1"/>
          </p:cNvSpPr>
          <p:nvPr>
            <p:ph sz="quarter" idx="22"/>
          </p:nvPr>
        </p:nvSpPr>
        <p:spPr>
          <a:xfrm>
            <a:off x="3267545"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91F962DF-57F1-4D07-A843-D38835817327}"/>
              </a:ext>
            </a:extLst>
          </p:cNvPr>
          <p:cNvSpPr>
            <a:spLocks noGrp="1"/>
          </p:cNvSpPr>
          <p:nvPr>
            <p:ph sz="quarter" idx="23"/>
          </p:nvPr>
        </p:nvSpPr>
        <p:spPr>
          <a:xfrm>
            <a:off x="6203890"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9" name="Content Placeholder 8">
            <a:extLst>
              <a:ext uri="{FF2B5EF4-FFF2-40B4-BE49-F238E27FC236}">
                <a16:creationId xmlns:a16="http://schemas.microsoft.com/office/drawing/2014/main" id="{4DC621D3-00B6-4873-80E9-80B2E963CB27}"/>
              </a:ext>
            </a:extLst>
          </p:cNvPr>
          <p:cNvSpPr>
            <a:spLocks noGrp="1"/>
          </p:cNvSpPr>
          <p:nvPr>
            <p:ph sz="quarter" idx="24"/>
          </p:nvPr>
        </p:nvSpPr>
        <p:spPr>
          <a:xfrm>
            <a:off x="9140236"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20" name="Text Placeholder 9">
            <a:extLst>
              <a:ext uri="{FF2B5EF4-FFF2-40B4-BE49-F238E27FC236}">
                <a16:creationId xmlns:a16="http://schemas.microsoft.com/office/drawing/2014/main" id="{20E266E3-5FFB-41B2-9494-480B63C0ED07}"/>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0EB4319-3BA4-418A-A5E9-F60173BA8E4D}"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62150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Four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111B9042-212B-46A5-9683-B0E80DA38729}"/>
              </a:ext>
            </a:extLst>
          </p:cNvPr>
          <p:cNvSpPr>
            <a:spLocks noGrp="1"/>
          </p:cNvSpPr>
          <p:nvPr>
            <p:ph sz="quarter" idx="17"/>
          </p:nvPr>
        </p:nvSpPr>
        <p:spPr>
          <a:xfrm>
            <a:off x="331200" y="1929600"/>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C8272B2-E586-4FA2-8B90-41D4FAB96F2A}"/>
              </a:ext>
            </a:extLst>
          </p:cNvPr>
          <p:cNvSpPr>
            <a:spLocks noGrp="1"/>
          </p:cNvSpPr>
          <p:nvPr>
            <p:ph sz="quarter" idx="18"/>
          </p:nvPr>
        </p:nvSpPr>
        <p:spPr>
          <a:xfrm>
            <a:off x="331200" y="3827714"/>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B4EE1E65-7497-40C2-9994-C31475F1F07E}"/>
              </a:ext>
            </a:extLst>
          </p:cNvPr>
          <p:cNvSpPr>
            <a:spLocks noGrp="1"/>
          </p:cNvSpPr>
          <p:nvPr>
            <p:ph sz="quarter" idx="19"/>
          </p:nvPr>
        </p:nvSpPr>
        <p:spPr>
          <a:xfrm>
            <a:off x="6204151" y="1929600"/>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80A57BBC-5882-4E81-BCA2-FF31B00865E5}"/>
              </a:ext>
            </a:extLst>
          </p:cNvPr>
          <p:cNvSpPr>
            <a:spLocks noGrp="1"/>
          </p:cNvSpPr>
          <p:nvPr>
            <p:ph sz="quarter" idx="20"/>
          </p:nvPr>
        </p:nvSpPr>
        <p:spPr>
          <a:xfrm>
            <a:off x="6204151" y="3827714"/>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D40A4B2B-8988-4AFD-A14B-AAA7F09DD511}"/>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2D5142AE-B3D0-4774-B832-9DD3EC701A42}"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616743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Four content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8A928EB5-CEDF-4A8E-81B5-DCF53570E957}"/>
              </a:ext>
            </a:extLst>
          </p:cNvPr>
          <p:cNvSpPr>
            <a:spLocks noGrp="1"/>
          </p:cNvSpPr>
          <p:nvPr>
            <p:ph sz="quarter" idx="17"/>
          </p:nvPr>
        </p:nvSpPr>
        <p:spPr>
          <a:xfrm>
            <a:off x="331200" y="1929600"/>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43B0B81C-97D4-4F96-B86E-78446A115C98}"/>
              </a:ext>
            </a:extLst>
          </p:cNvPr>
          <p:cNvSpPr>
            <a:spLocks noGrp="1"/>
          </p:cNvSpPr>
          <p:nvPr>
            <p:ph sz="quarter" idx="18"/>
          </p:nvPr>
        </p:nvSpPr>
        <p:spPr>
          <a:xfrm>
            <a:off x="331200" y="3827714"/>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01D9841E-35A4-4050-896A-91A2DAC646E6}"/>
              </a:ext>
            </a:extLst>
          </p:cNvPr>
          <p:cNvSpPr>
            <a:spLocks noGrp="1"/>
          </p:cNvSpPr>
          <p:nvPr>
            <p:ph sz="quarter" idx="19"/>
          </p:nvPr>
        </p:nvSpPr>
        <p:spPr>
          <a:xfrm>
            <a:off x="6204151" y="1929600"/>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25AE70BE-1AE8-4A0C-AE03-7895C4186A58}"/>
              </a:ext>
            </a:extLst>
          </p:cNvPr>
          <p:cNvSpPr>
            <a:spLocks noGrp="1"/>
          </p:cNvSpPr>
          <p:nvPr>
            <p:ph sz="quarter" idx="20"/>
          </p:nvPr>
        </p:nvSpPr>
        <p:spPr>
          <a:xfrm>
            <a:off x="6204151" y="3827714"/>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2E790894-8E0F-44FE-8E80-5B61F5EE8C7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059C796D-1B49-4E34-B30C-BB7A6D17ED22}"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95593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Four content 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C398B-D021-7FA7-9C63-8A20EEFB2B52}"/>
              </a:ext>
            </a:extLst>
          </p:cNvPr>
          <p:cNvSpPr>
            <a:spLocks noGrp="1"/>
          </p:cNvSpPr>
          <p:nvPr>
            <p:ph type="title"/>
          </p:nvPr>
        </p:nvSpPr>
        <p:spPr>
          <a:xfrm>
            <a:off x="331200" y="691200"/>
            <a:ext cx="9181165"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D88D6622-0569-1373-8513-A84EE6BD9AE3}"/>
              </a:ext>
            </a:extLst>
          </p:cNvPr>
          <p:cNvSpPr>
            <a:spLocks noGrp="1"/>
          </p:cNvSpPr>
          <p:nvPr>
            <p:ph type="ftr" sz="quarter" idx="10"/>
          </p:nvPr>
        </p:nvSpPr>
        <p:spPr>
          <a:xfrm>
            <a:off x="331200" y="6343200"/>
            <a:ext cx="9180000" cy="158400"/>
          </a:xfrm>
        </p:spPr>
        <p:txBody>
          <a:bodyPr/>
          <a:lstStyle/>
          <a:p>
            <a:endParaRPr lang="en-US"/>
          </a:p>
        </p:txBody>
      </p:sp>
      <p:sp>
        <p:nvSpPr>
          <p:cNvPr id="4" name="Date Placeholder 3">
            <a:extLst>
              <a:ext uri="{FF2B5EF4-FFF2-40B4-BE49-F238E27FC236}">
                <a16:creationId xmlns:a16="http://schemas.microsoft.com/office/drawing/2014/main" id="{D4D890ED-22EA-F340-5D69-C4482F8F5A7D}"/>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CA39646E-C2FB-1D0B-85AB-E420ACDD55D6}"/>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FA2FAFDC-E066-B77E-12C1-F5C9CB386058}"/>
              </a:ext>
            </a:extLst>
          </p:cNvPr>
          <p:cNvSpPr>
            <a:spLocks noGrp="1"/>
          </p:cNvSpPr>
          <p:nvPr>
            <p:ph type="body" sz="quarter" idx="14" hasCustomPrompt="1"/>
          </p:nvPr>
        </p:nvSpPr>
        <p:spPr>
          <a:xfrm>
            <a:off x="331789" y="1057498"/>
            <a:ext cx="9180576"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DD8565C4-8F2E-0139-9897-109BEE274160}"/>
              </a:ext>
            </a:extLst>
          </p:cNvPr>
          <p:cNvSpPr>
            <a:spLocks noGrp="1"/>
          </p:cNvSpPr>
          <p:nvPr>
            <p:ph sz="quarter" idx="17"/>
          </p:nvPr>
        </p:nvSpPr>
        <p:spPr>
          <a:xfrm>
            <a:off x="331200"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705BDDFA-0DC1-F1AB-FDCC-0D5F35062979}"/>
              </a:ext>
            </a:extLst>
          </p:cNvPr>
          <p:cNvSpPr>
            <a:spLocks noGrp="1"/>
          </p:cNvSpPr>
          <p:nvPr>
            <p:ph sz="quarter" idx="18"/>
          </p:nvPr>
        </p:nvSpPr>
        <p:spPr>
          <a:xfrm>
            <a:off x="2680508"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Content Placeholder 8">
            <a:extLst>
              <a:ext uri="{FF2B5EF4-FFF2-40B4-BE49-F238E27FC236}">
                <a16:creationId xmlns:a16="http://schemas.microsoft.com/office/drawing/2014/main" id="{1F491B36-CB8B-04C1-6BE0-F0784E027C8F}"/>
              </a:ext>
            </a:extLst>
          </p:cNvPr>
          <p:cNvSpPr>
            <a:spLocks noGrp="1"/>
          </p:cNvSpPr>
          <p:nvPr>
            <p:ph sz="quarter" idx="19"/>
          </p:nvPr>
        </p:nvSpPr>
        <p:spPr>
          <a:xfrm>
            <a:off x="5029816"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Content Placeholder 8">
            <a:extLst>
              <a:ext uri="{FF2B5EF4-FFF2-40B4-BE49-F238E27FC236}">
                <a16:creationId xmlns:a16="http://schemas.microsoft.com/office/drawing/2014/main" id="{8EC902F4-236E-9EB9-D886-80FFA5184005}"/>
              </a:ext>
            </a:extLst>
          </p:cNvPr>
          <p:cNvSpPr>
            <a:spLocks noGrp="1"/>
          </p:cNvSpPr>
          <p:nvPr>
            <p:ph sz="quarter" idx="20"/>
          </p:nvPr>
        </p:nvSpPr>
        <p:spPr>
          <a:xfrm>
            <a:off x="7379124"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Text Placeholder 9">
            <a:extLst>
              <a:ext uri="{FF2B5EF4-FFF2-40B4-BE49-F238E27FC236}">
                <a16:creationId xmlns:a16="http://schemas.microsoft.com/office/drawing/2014/main" id="{9533D15F-82ED-36DB-9A8B-4919A07A7BFD}"/>
              </a:ext>
            </a:extLst>
          </p:cNvPr>
          <p:cNvSpPr>
            <a:spLocks noGrp="1"/>
          </p:cNvSpPr>
          <p:nvPr>
            <p:ph type="body" sz="quarter" idx="16"/>
          </p:nvPr>
        </p:nvSpPr>
        <p:spPr>
          <a:xfrm>
            <a:off x="331200" y="5634000"/>
            <a:ext cx="9180576"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2" name="Text Placeholder 9">
            <a:extLst>
              <a:ext uri="{FF2B5EF4-FFF2-40B4-BE49-F238E27FC236}">
                <a16:creationId xmlns:a16="http://schemas.microsoft.com/office/drawing/2014/main" id="{0B6C5DBD-3D8A-1946-1744-DC8042EC8619}"/>
              </a:ext>
            </a:extLst>
          </p:cNvPr>
          <p:cNvSpPr>
            <a:spLocks noGrp="1"/>
          </p:cNvSpPr>
          <p:nvPr>
            <p:ph type="body" sz="quarter" idx="21" hasCustomPrompt="1"/>
          </p:nvPr>
        </p:nvSpPr>
        <p:spPr>
          <a:xfrm>
            <a:off x="9728432" y="0"/>
            <a:ext cx="2463568"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177661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29CD7502-5938-4389-B579-94E4A626E742}"/>
              </a:ext>
            </a:extLst>
          </p:cNvPr>
          <p:cNvSpPr>
            <a:spLocks noGrp="1"/>
          </p:cNvSpPr>
          <p:nvPr>
            <p:ph sz="quarter" idx="17"/>
          </p:nvPr>
        </p:nvSpPr>
        <p:spPr>
          <a:xfrm>
            <a:off x="331200"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A0C8084-3849-47AB-874C-D79A49627A99}"/>
              </a:ext>
            </a:extLst>
          </p:cNvPr>
          <p:cNvSpPr>
            <a:spLocks noGrp="1"/>
          </p:cNvSpPr>
          <p:nvPr>
            <p:ph sz="quarter" idx="18"/>
          </p:nvPr>
        </p:nvSpPr>
        <p:spPr>
          <a:xfrm>
            <a:off x="2680508"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705789A-64BC-481F-BB51-3113BE639E7E}"/>
              </a:ext>
            </a:extLst>
          </p:cNvPr>
          <p:cNvSpPr>
            <a:spLocks noGrp="1"/>
          </p:cNvSpPr>
          <p:nvPr>
            <p:ph sz="quarter" idx="19"/>
          </p:nvPr>
        </p:nvSpPr>
        <p:spPr>
          <a:xfrm>
            <a:off x="5029816"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E37C0D0A-A50A-45C1-8190-526E16A1EF98}"/>
              </a:ext>
            </a:extLst>
          </p:cNvPr>
          <p:cNvSpPr>
            <a:spLocks noGrp="1"/>
          </p:cNvSpPr>
          <p:nvPr>
            <p:ph sz="quarter" idx="20"/>
          </p:nvPr>
        </p:nvSpPr>
        <p:spPr>
          <a:xfrm>
            <a:off x="7379124"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369E9214-F99C-45F1-92F0-86CA4C2DF62C}"/>
              </a:ext>
            </a:extLst>
          </p:cNvPr>
          <p:cNvSpPr>
            <a:spLocks noGrp="1"/>
          </p:cNvSpPr>
          <p:nvPr>
            <p:ph sz="quarter" idx="21"/>
          </p:nvPr>
        </p:nvSpPr>
        <p:spPr>
          <a:xfrm>
            <a:off x="9728430"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a:extLst>
              <a:ext uri="{FF2B5EF4-FFF2-40B4-BE49-F238E27FC236}">
                <a16:creationId xmlns:a16="http://schemas.microsoft.com/office/drawing/2014/main" id="{8CA02EF2-4CA1-4BAA-BEF7-557FE01D706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D136C97-55C9-4256-8BCC-A29BA1359F8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52174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Six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DC069AE-4595-4F69-A33D-192621021062}"/>
              </a:ext>
            </a:extLst>
          </p:cNvPr>
          <p:cNvSpPr>
            <a:spLocks noGrp="1"/>
          </p:cNvSpPr>
          <p:nvPr>
            <p:ph sz="quarter" idx="17"/>
          </p:nvPr>
        </p:nvSpPr>
        <p:spPr>
          <a:xfrm>
            <a:off x="33120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9819553D-0FB3-43C0-986B-7FC595AE43C4}"/>
              </a:ext>
            </a:extLst>
          </p:cNvPr>
          <p:cNvSpPr>
            <a:spLocks noGrp="1"/>
          </p:cNvSpPr>
          <p:nvPr>
            <p:ph sz="quarter" idx="18"/>
          </p:nvPr>
        </p:nvSpPr>
        <p:spPr>
          <a:xfrm>
            <a:off x="2288745"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BFE61DB2-D5AC-443E-944E-263599532F8B}"/>
              </a:ext>
            </a:extLst>
          </p:cNvPr>
          <p:cNvSpPr>
            <a:spLocks noGrp="1"/>
          </p:cNvSpPr>
          <p:nvPr>
            <p:ph sz="quarter" idx="19"/>
          </p:nvPr>
        </p:nvSpPr>
        <p:spPr>
          <a:xfrm>
            <a:off x="424629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28E24C1F-EA44-4316-85CB-A3FD52704376}"/>
              </a:ext>
            </a:extLst>
          </p:cNvPr>
          <p:cNvSpPr>
            <a:spLocks noGrp="1"/>
          </p:cNvSpPr>
          <p:nvPr>
            <p:ph sz="quarter" idx="20"/>
          </p:nvPr>
        </p:nvSpPr>
        <p:spPr>
          <a:xfrm>
            <a:off x="6203835"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0FB7471F-CC87-42BF-8FF7-FCFD02E09754}"/>
              </a:ext>
            </a:extLst>
          </p:cNvPr>
          <p:cNvSpPr>
            <a:spLocks noGrp="1"/>
          </p:cNvSpPr>
          <p:nvPr>
            <p:ph sz="quarter" idx="21"/>
          </p:nvPr>
        </p:nvSpPr>
        <p:spPr>
          <a:xfrm>
            <a:off x="816138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9FEC9E4E-C67E-4E57-9B58-24B9E177B04F}"/>
              </a:ext>
            </a:extLst>
          </p:cNvPr>
          <p:cNvSpPr>
            <a:spLocks noGrp="1"/>
          </p:cNvSpPr>
          <p:nvPr>
            <p:ph sz="quarter" idx="22"/>
          </p:nvPr>
        </p:nvSpPr>
        <p:spPr>
          <a:xfrm>
            <a:off x="10118926"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A2881809-A7B5-4526-BBA2-7A02D8A6955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74364FE6-7931-48FF-884B-9C70800E003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690222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Six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AC4CEC49-D3F2-4087-B090-CC600446878F}"/>
              </a:ext>
            </a:extLst>
          </p:cNvPr>
          <p:cNvSpPr>
            <a:spLocks noGrp="1"/>
          </p:cNvSpPr>
          <p:nvPr>
            <p:ph sz="quarter" idx="17"/>
          </p:nvPr>
        </p:nvSpPr>
        <p:spPr>
          <a:xfrm>
            <a:off x="331200"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E0F39AC-3C30-4653-B2FB-5DEED0522028}"/>
              </a:ext>
            </a:extLst>
          </p:cNvPr>
          <p:cNvSpPr>
            <a:spLocks noGrp="1"/>
          </p:cNvSpPr>
          <p:nvPr>
            <p:ph sz="quarter" idx="18"/>
          </p:nvPr>
        </p:nvSpPr>
        <p:spPr>
          <a:xfrm>
            <a:off x="4245975"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ECDF745A-5CCE-4066-B327-433778B0EADD}"/>
              </a:ext>
            </a:extLst>
          </p:cNvPr>
          <p:cNvSpPr>
            <a:spLocks noGrp="1"/>
          </p:cNvSpPr>
          <p:nvPr>
            <p:ph sz="quarter" idx="19"/>
          </p:nvPr>
        </p:nvSpPr>
        <p:spPr>
          <a:xfrm>
            <a:off x="8160749"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CDA5DF35-04D6-4B3E-8C90-1E98EBB7C18A}"/>
              </a:ext>
            </a:extLst>
          </p:cNvPr>
          <p:cNvSpPr>
            <a:spLocks noGrp="1"/>
          </p:cNvSpPr>
          <p:nvPr>
            <p:ph sz="quarter" idx="20"/>
          </p:nvPr>
        </p:nvSpPr>
        <p:spPr>
          <a:xfrm>
            <a:off x="331200"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22076C0C-4A2D-44FD-B598-286736F29BCA}"/>
              </a:ext>
            </a:extLst>
          </p:cNvPr>
          <p:cNvSpPr>
            <a:spLocks noGrp="1"/>
          </p:cNvSpPr>
          <p:nvPr>
            <p:ph sz="quarter" idx="21"/>
          </p:nvPr>
        </p:nvSpPr>
        <p:spPr>
          <a:xfrm>
            <a:off x="4245975"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E41F7DA0-0F6C-441C-B565-0C058C2E1500}"/>
              </a:ext>
            </a:extLst>
          </p:cNvPr>
          <p:cNvSpPr>
            <a:spLocks noGrp="1"/>
          </p:cNvSpPr>
          <p:nvPr>
            <p:ph sz="quarter" idx="22"/>
          </p:nvPr>
        </p:nvSpPr>
        <p:spPr>
          <a:xfrm>
            <a:off x="8160749"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41ECC15F-7C10-4935-8982-A8422A134E9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1D97BD6A-00E0-42B5-8DA6-5D1132394BF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910032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3D2E957E-1838-4CD0-B6A0-51FEFF23F39D}"/>
              </a:ext>
            </a:extLst>
          </p:cNvPr>
          <p:cNvSpPr>
            <a:spLocks noGrp="1"/>
          </p:cNvSpPr>
          <p:nvPr>
            <p:ph sz="quarter" idx="17"/>
          </p:nvPr>
        </p:nvSpPr>
        <p:spPr>
          <a:xfrm>
            <a:off x="331200"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15157C6-6D4A-4DDE-9987-9DB9A432B242}"/>
              </a:ext>
            </a:extLst>
          </p:cNvPr>
          <p:cNvSpPr>
            <a:spLocks noGrp="1"/>
          </p:cNvSpPr>
          <p:nvPr>
            <p:ph sz="quarter" idx="18"/>
          </p:nvPr>
        </p:nvSpPr>
        <p:spPr>
          <a:xfrm>
            <a:off x="3267545"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54051EE1-49F6-492B-B13B-31EA841D39F6}"/>
              </a:ext>
            </a:extLst>
          </p:cNvPr>
          <p:cNvSpPr>
            <a:spLocks noGrp="1"/>
          </p:cNvSpPr>
          <p:nvPr>
            <p:ph sz="quarter" idx="19"/>
          </p:nvPr>
        </p:nvSpPr>
        <p:spPr>
          <a:xfrm>
            <a:off x="6203890"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543771-ECCC-4B61-B10B-B29AC251EB7C}"/>
              </a:ext>
            </a:extLst>
          </p:cNvPr>
          <p:cNvSpPr>
            <a:spLocks noGrp="1"/>
          </p:cNvSpPr>
          <p:nvPr>
            <p:ph sz="quarter" idx="20"/>
          </p:nvPr>
        </p:nvSpPr>
        <p:spPr>
          <a:xfrm>
            <a:off x="9140236"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20E6F15F-BCD7-43EA-B6A7-A9D7E7E08A37}"/>
              </a:ext>
            </a:extLst>
          </p:cNvPr>
          <p:cNvSpPr>
            <a:spLocks noGrp="1"/>
          </p:cNvSpPr>
          <p:nvPr>
            <p:ph sz="quarter" idx="21"/>
          </p:nvPr>
        </p:nvSpPr>
        <p:spPr>
          <a:xfrm>
            <a:off x="331200"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75A95EF1-3692-4526-8F7E-86DF4458BD9C}"/>
              </a:ext>
            </a:extLst>
          </p:cNvPr>
          <p:cNvSpPr>
            <a:spLocks noGrp="1"/>
          </p:cNvSpPr>
          <p:nvPr>
            <p:ph sz="quarter" idx="22"/>
          </p:nvPr>
        </p:nvSpPr>
        <p:spPr>
          <a:xfrm>
            <a:off x="3267545"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8">
            <a:extLst>
              <a:ext uri="{FF2B5EF4-FFF2-40B4-BE49-F238E27FC236}">
                <a16:creationId xmlns:a16="http://schemas.microsoft.com/office/drawing/2014/main" id="{25D091E8-36DA-49BB-805A-67B1175FE099}"/>
              </a:ext>
            </a:extLst>
          </p:cNvPr>
          <p:cNvSpPr>
            <a:spLocks noGrp="1"/>
          </p:cNvSpPr>
          <p:nvPr>
            <p:ph sz="quarter" idx="23"/>
          </p:nvPr>
        </p:nvSpPr>
        <p:spPr>
          <a:xfrm>
            <a:off x="6203890"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8">
            <a:extLst>
              <a:ext uri="{FF2B5EF4-FFF2-40B4-BE49-F238E27FC236}">
                <a16:creationId xmlns:a16="http://schemas.microsoft.com/office/drawing/2014/main" id="{30B3BAED-A68C-44C5-936A-FECF662C4458}"/>
              </a:ext>
            </a:extLst>
          </p:cNvPr>
          <p:cNvSpPr>
            <a:spLocks noGrp="1"/>
          </p:cNvSpPr>
          <p:nvPr>
            <p:ph sz="quarter" idx="24"/>
          </p:nvPr>
        </p:nvSpPr>
        <p:spPr>
          <a:xfrm>
            <a:off x="9140236"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D9B8FFAD-A63F-423B-8B3A-78FF6FBA9C0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7" name="Text Placeholder 9">
            <a:extLst>
              <a:ext uri="{FF2B5EF4-FFF2-40B4-BE49-F238E27FC236}">
                <a16:creationId xmlns:a16="http://schemas.microsoft.com/office/drawing/2014/main" id="{2C0C9163-1A50-4D9E-8C77-630EB66F52A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605082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hree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59AF416F-3BC8-4A49-A9DA-4F4E14BD9EE6}"/>
              </a:ext>
            </a:extLst>
          </p:cNvPr>
          <p:cNvSpPr>
            <a:spLocks noGrp="1"/>
          </p:cNvSpPr>
          <p:nvPr>
            <p:ph sz="quarter" idx="22"/>
          </p:nvPr>
        </p:nvSpPr>
        <p:spPr>
          <a:xfrm>
            <a:off x="2289175" y="19296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CD77F5C-7E22-4988-898D-D00F5D9CD09E}"/>
              </a:ext>
            </a:extLst>
          </p:cNvPr>
          <p:cNvSpPr>
            <a:spLocks noGrp="1"/>
          </p:cNvSpPr>
          <p:nvPr>
            <p:ph sz="quarter" idx="23"/>
          </p:nvPr>
        </p:nvSpPr>
        <p:spPr>
          <a:xfrm>
            <a:off x="2289175" y="31788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83810668-C703-445D-9664-9098F49777F5}"/>
              </a:ext>
            </a:extLst>
          </p:cNvPr>
          <p:cNvSpPr>
            <a:spLocks noGrp="1"/>
          </p:cNvSpPr>
          <p:nvPr>
            <p:ph sz="quarter" idx="24"/>
          </p:nvPr>
        </p:nvSpPr>
        <p:spPr>
          <a:xfrm>
            <a:off x="2289175" y="44280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FB1884A1-CF89-46FD-90B2-856A47701333}"/>
              </a:ext>
            </a:extLst>
          </p:cNvPr>
          <p:cNvSpPr>
            <a:spLocks noGrp="1"/>
          </p:cNvSpPr>
          <p:nvPr>
            <p:ph sz="quarter" idx="21"/>
          </p:nvPr>
        </p:nvSpPr>
        <p:spPr>
          <a:xfrm>
            <a:off x="331201" y="19296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BFD86A11-87FF-4DCC-B9D2-B666660C6E7B}"/>
              </a:ext>
            </a:extLst>
          </p:cNvPr>
          <p:cNvSpPr>
            <a:spLocks noGrp="1"/>
          </p:cNvSpPr>
          <p:nvPr>
            <p:ph sz="quarter" idx="25"/>
          </p:nvPr>
        </p:nvSpPr>
        <p:spPr>
          <a:xfrm>
            <a:off x="331201" y="31788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6F97BA98-5A30-4E5F-B616-3DD2FB543519}"/>
              </a:ext>
            </a:extLst>
          </p:cNvPr>
          <p:cNvSpPr>
            <a:spLocks noGrp="1"/>
          </p:cNvSpPr>
          <p:nvPr>
            <p:ph sz="quarter" idx="26"/>
          </p:nvPr>
        </p:nvSpPr>
        <p:spPr>
          <a:xfrm>
            <a:off x="331201" y="44280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5DD4D7C-2CE8-4ABF-BFD5-63515BA5DBBC}"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F332D07F-212A-4F1F-A913-9C992990BDE5}"/>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057972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Four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516E3F5E-86F1-4189-95E6-3E3FCAA7E57B}"/>
              </a:ext>
            </a:extLst>
          </p:cNvPr>
          <p:cNvSpPr>
            <a:spLocks noGrp="1"/>
          </p:cNvSpPr>
          <p:nvPr>
            <p:ph sz="quarter" idx="25"/>
          </p:nvPr>
        </p:nvSpPr>
        <p:spPr>
          <a:xfrm>
            <a:off x="2289175" y="19296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9473803-25B0-48E7-A720-3DC0D09F9EA0}"/>
              </a:ext>
            </a:extLst>
          </p:cNvPr>
          <p:cNvSpPr>
            <a:spLocks noGrp="1"/>
          </p:cNvSpPr>
          <p:nvPr>
            <p:ph sz="quarter" idx="26"/>
          </p:nvPr>
        </p:nvSpPr>
        <p:spPr>
          <a:xfrm>
            <a:off x="2289175" y="28584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70FEA12C-85FF-468F-97EE-32C99D8CFE06}"/>
              </a:ext>
            </a:extLst>
          </p:cNvPr>
          <p:cNvSpPr>
            <a:spLocks noGrp="1"/>
          </p:cNvSpPr>
          <p:nvPr>
            <p:ph sz="quarter" idx="27"/>
          </p:nvPr>
        </p:nvSpPr>
        <p:spPr>
          <a:xfrm>
            <a:off x="2289175" y="37872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8238CB58-E5B8-4AB2-95E4-2BACE430AD48}"/>
              </a:ext>
            </a:extLst>
          </p:cNvPr>
          <p:cNvSpPr>
            <a:spLocks noGrp="1"/>
          </p:cNvSpPr>
          <p:nvPr>
            <p:ph sz="quarter" idx="28"/>
          </p:nvPr>
        </p:nvSpPr>
        <p:spPr>
          <a:xfrm>
            <a:off x="2289175" y="47160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D4BF1D29-3435-4164-B890-745B9AB2B2BA}"/>
              </a:ext>
            </a:extLst>
          </p:cNvPr>
          <p:cNvSpPr>
            <a:spLocks noGrp="1"/>
          </p:cNvSpPr>
          <p:nvPr>
            <p:ph sz="quarter" idx="24"/>
          </p:nvPr>
        </p:nvSpPr>
        <p:spPr>
          <a:xfrm>
            <a:off x="331201" y="19296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6F29A2FA-2B0C-4A45-92DB-06D5B9DEBF74}"/>
              </a:ext>
            </a:extLst>
          </p:cNvPr>
          <p:cNvSpPr>
            <a:spLocks noGrp="1"/>
          </p:cNvSpPr>
          <p:nvPr>
            <p:ph sz="quarter" idx="29"/>
          </p:nvPr>
        </p:nvSpPr>
        <p:spPr>
          <a:xfrm>
            <a:off x="331201" y="28584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97709378-E74F-4797-905F-17F4A0599703}"/>
              </a:ext>
            </a:extLst>
          </p:cNvPr>
          <p:cNvSpPr>
            <a:spLocks noGrp="1"/>
          </p:cNvSpPr>
          <p:nvPr>
            <p:ph sz="quarter" idx="30"/>
          </p:nvPr>
        </p:nvSpPr>
        <p:spPr>
          <a:xfrm>
            <a:off x="331201" y="37872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9" name="Content Placeholder 8">
            <a:extLst>
              <a:ext uri="{FF2B5EF4-FFF2-40B4-BE49-F238E27FC236}">
                <a16:creationId xmlns:a16="http://schemas.microsoft.com/office/drawing/2014/main" id="{F1E9E9DA-7BA5-4FCB-9176-B988B0CD8A78}"/>
              </a:ext>
            </a:extLst>
          </p:cNvPr>
          <p:cNvSpPr>
            <a:spLocks noGrp="1"/>
          </p:cNvSpPr>
          <p:nvPr>
            <p:ph sz="quarter" idx="31"/>
          </p:nvPr>
        </p:nvSpPr>
        <p:spPr>
          <a:xfrm>
            <a:off x="331201" y="47160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20" name="Text Placeholder 9">
            <a:extLst>
              <a:ext uri="{FF2B5EF4-FFF2-40B4-BE49-F238E27FC236}">
                <a16:creationId xmlns:a16="http://schemas.microsoft.com/office/drawing/2014/main" id="{C1B99B3E-00B2-4B94-8810-1F4D3724101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DA05FF4-61BB-449E-9F97-8071C0A59403}"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868395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ontent &amp; pictur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1929600"/>
            <a:ext cx="5657850"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AB71CB31-8784-427F-9939-4AB0493804E2}"/>
              </a:ext>
            </a:extLst>
          </p:cNvPr>
          <p:cNvSpPr>
            <a:spLocks noGrp="1"/>
          </p:cNvSpPr>
          <p:nvPr>
            <p:ph sz="quarter" idx="18"/>
          </p:nvPr>
        </p:nvSpPr>
        <p:spPr>
          <a:xfrm>
            <a:off x="331200"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C8F4DB0-74AF-4ED8-B106-40697AB95BA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321879CC-FD5F-4989-BE5B-B088F2C720C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127877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Content &amp; picture B">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0"/>
            <a:ext cx="5986462" cy="6858000"/>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4896438"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F4AF48D9-D62A-43F2-B1B1-80F00328C2E1}"/>
              </a:ext>
            </a:extLst>
          </p:cNvPr>
          <p:cNvSpPr>
            <a:spLocks noGrp="1"/>
          </p:cNvSpPr>
          <p:nvPr>
            <p:ph sz="quarter" idx="18"/>
          </p:nvPr>
        </p:nvSpPr>
        <p:spPr>
          <a:xfrm>
            <a:off x="331200" y="1929600"/>
            <a:ext cx="4896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C8E9236-4674-48BE-8000-E1CDB179538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pic>
        <p:nvPicPr>
          <p:cNvPr id="10" name="Logo">
            <a:extLst>
              <a:ext uri="{FF2B5EF4-FFF2-40B4-BE49-F238E27FC236}">
                <a16:creationId xmlns:a16="http://schemas.microsoft.com/office/drawing/2014/main" id="{083B2B64-DEC0-437B-8CF1-FF080677286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54200" y="6456066"/>
            <a:ext cx="507600" cy="192272"/>
          </a:xfrm>
          <a:prstGeom prst="rect">
            <a:avLst/>
          </a:prstGeom>
        </p:spPr>
      </p:pic>
    </p:spTree>
    <p:extLst>
      <p:ext uri="{BB962C8B-B14F-4D97-AF65-F5344CB8AC3E}">
        <p14:creationId xmlns:p14="http://schemas.microsoft.com/office/powerpoint/2010/main" val="4230968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Content &amp; picture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4246563" y="1929600"/>
            <a:ext cx="7616825"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D15BD5A4-C0CB-4E6D-82DC-F95E085D10AD}"/>
              </a:ext>
            </a:extLst>
          </p:cNvPr>
          <p:cNvSpPr>
            <a:spLocks noGrp="1"/>
          </p:cNvSpPr>
          <p:nvPr>
            <p:ph sz="quarter" idx="18"/>
          </p:nvPr>
        </p:nvSpPr>
        <p:spPr>
          <a:xfrm>
            <a:off x="331200"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3A2734F-6DC1-4BFA-88C9-7E34A3EF29E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AD224E81-3B71-4BD4-8650-96F92DAA0DC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967806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Picture &amp; conten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5658438" cy="3582000"/>
          </a:xfrm>
        </p:spPr>
        <p:txBody>
          <a:body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01C5F00-64AD-4E5C-9A89-0FB66FF3455E}"/>
              </a:ext>
            </a:extLst>
          </p:cNvPr>
          <p:cNvSpPr>
            <a:spLocks noGrp="1"/>
          </p:cNvSpPr>
          <p:nvPr>
            <p:ph sz="quarter" idx="18"/>
          </p:nvPr>
        </p:nvSpPr>
        <p:spPr>
          <a:xfrm>
            <a:off x="6204151"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2D94533-C025-401D-A3B6-4EEF76D0029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DC53B099-959A-4FA4-8B87-C7BCAA0E2ADC}"/>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648161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Two content &amp;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267075" y="1929600"/>
            <a:ext cx="5657850"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37772B2F-A922-4FD0-B70C-DF06D70EDEFE}"/>
              </a:ext>
            </a:extLst>
          </p:cNvPr>
          <p:cNvSpPr>
            <a:spLocks noGrp="1"/>
          </p:cNvSpPr>
          <p:nvPr>
            <p:ph sz="quarter" idx="19"/>
          </p:nvPr>
        </p:nvSpPr>
        <p:spPr>
          <a:xfrm>
            <a:off x="331200"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D2821E5-D990-439A-A494-886D9CF08292}"/>
              </a:ext>
            </a:extLst>
          </p:cNvPr>
          <p:cNvSpPr>
            <a:spLocks noGrp="1"/>
          </p:cNvSpPr>
          <p:nvPr>
            <p:ph sz="quarter" idx="20"/>
          </p:nvPr>
        </p:nvSpPr>
        <p:spPr>
          <a:xfrm>
            <a:off x="9141026"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775EAE7-683E-45F5-9A95-E6DD1094D88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6F139C90-52BB-4794-B21A-FE69E4C0F947}"/>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823532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Four content &amp; four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1743663"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Picture Placeholder 10">
            <a:extLst>
              <a:ext uri="{FF2B5EF4-FFF2-40B4-BE49-F238E27FC236}">
                <a16:creationId xmlns:a16="http://schemas.microsoft.com/office/drawing/2014/main" id="{E57CBEA0-D649-41AB-96A9-0A1BAA2BBC69}"/>
              </a:ext>
            </a:extLst>
          </p:cNvPr>
          <p:cNvSpPr>
            <a:spLocks noGrp="1"/>
          </p:cNvSpPr>
          <p:nvPr>
            <p:ph type="pic" sz="quarter" idx="18"/>
          </p:nvPr>
        </p:nvSpPr>
        <p:spPr>
          <a:xfrm>
            <a:off x="6205538" y="1929600"/>
            <a:ext cx="1741487" cy="168389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4FC3BCC6-F11F-4786-B6A2-A61B71BFCA5B}"/>
              </a:ext>
            </a:extLst>
          </p:cNvPr>
          <p:cNvSpPr>
            <a:spLocks noGrp="1"/>
          </p:cNvSpPr>
          <p:nvPr>
            <p:ph type="pic" sz="quarter" idx="20"/>
          </p:nvPr>
        </p:nvSpPr>
        <p:spPr>
          <a:xfrm>
            <a:off x="331199" y="3827463"/>
            <a:ext cx="1743663" cy="1684137"/>
          </a:xfrm>
        </p:spPr>
        <p:txBody>
          <a:bodyPr lIns="0" tIns="0" rIns="0" bIns="0"/>
          <a:lstStyle/>
          <a:p>
            <a:r>
              <a:rPr lang="en-US" noProof="0"/>
              <a:t>Click icon to add picture</a:t>
            </a:r>
          </a:p>
        </p:txBody>
      </p:sp>
      <p:sp>
        <p:nvSpPr>
          <p:cNvPr id="25" name="Picture Placeholder 10">
            <a:extLst>
              <a:ext uri="{FF2B5EF4-FFF2-40B4-BE49-F238E27FC236}">
                <a16:creationId xmlns:a16="http://schemas.microsoft.com/office/drawing/2014/main" id="{76B3C7E3-593C-48D3-9C43-78D8CBB54BCB}"/>
              </a:ext>
            </a:extLst>
          </p:cNvPr>
          <p:cNvSpPr>
            <a:spLocks noGrp="1"/>
          </p:cNvSpPr>
          <p:nvPr>
            <p:ph type="pic" sz="quarter" idx="22"/>
          </p:nvPr>
        </p:nvSpPr>
        <p:spPr>
          <a:xfrm>
            <a:off x="6205538" y="3827463"/>
            <a:ext cx="1741487" cy="1684137"/>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24B60418-CD27-4B6A-B47B-4BDFA7CA6905}"/>
              </a:ext>
            </a:extLst>
          </p:cNvPr>
          <p:cNvSpPr>
            <a:spLocks noGrp="1"/>
          </p:cNvSpPr>
          <p:nvPr>
            <p:ph sz="quarter" idx="24"/>
          </p:nvPr>
        </p:nvSpPr>
        <p:spPr>
          <a:xfrm>
            <a:off x="2289175" y="1929600"/>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0C9024FC-07E0-4B27-8F60-C634F0536A8E}"/>
              </a:ext>
            </a:extLst>
          </p:cNvPr>
          <p:cNvSpPr>
            <a:spLocks noGrp="1"/>
          </p:cNvSpPr>
          <p:nvPr>
            <p:ph sz="quarter" idx="25"/>
          </p:nvPr>
        </p:nvSpPr>
        <p:spPr>
          <a:xfrm>
            <a:off x="2289175" y="3827702"/>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DD5ECF00-2F66-45D3-A4DD-E29E84C05CEF}"/>
              </a:ext>
            </a:extLst>
          </p:cNvPr>
          <p:cNvSpPr>
            <a:spLocks noGrp="1"/>
          </p:cNvSpPr>
          <p:nvPr>
            <p:ph sz="quarter" idx="26"/>
          </p:nvPr>
        </p:nvSpPr>
        <p:spPr>
          <a:xfrm>
            <a:off x="8162126" y="1929600"/>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C7C9823B-43AB-4F63-9D6D-5A962847C33C}"/>
              </a:ext>
            </a:extLst>
          </p:cNvPr>
          <p:cNvSpPr>
            <a:spLocks noGrp="1"/>
          </p:cNvSpPr>
          <p:nvPr>
            <p:ph sz="quarter" idx="27"/>
          </p:nvPr>
        </p:nvSpPr>
        <p:spPr>
          <a:xfrm>
            <a:off x="8162126" y="3827702"/>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F9683E2-8A1B-4901-92D6-41888719CCB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7" name="Text Placeholder 9">
            <a:extLst>
              <a:ext uri="{FF2B5EF4-FFF2-40B4-BE49-F238E27FC236}">
                <a16:creationId xmlns:a16="http://schemas.microsoft.com/office/drawing/2014/main" id="{86F6A932-1446-4FE1-8B9F-00388D8CFC3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787896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ix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3701050"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193F035-179C-488A-981A-C45C4ED70E79}"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A070848A-0A2B-4E42-BA39-7225BE9CE2BF}"/>
              </a:ext>
            </a:extLst>
          </p:cNvPr>
          <p:cNvSpPr>
            <a:spLocks noGrp="1"/>
          </p:cNvSpPr>
          <p:nvPr>
            <p:ph type="pic" sz="quarter" idx="18"/>
          </p:nvPr>
        </p:nvSpPr>
        <p:spPr>
          <a:xfrm>
            <a:off x="4246369" y="1929600"/>
            <a:ext cx="3701050" cy="168513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0AE3C9E3-E2A8-46ED-ABF1-7303E76CEF2D}"/>
              </a:ext>
            </a:extLst>
          </p:cNvPr>
          <p:cNvSpPr>
            <a:spLocks noGrp="1"/>
          </p:cNvSpPr>
          <p:nvPr>
            <p:ph type="pic" sz="quarter" idx="19"/>
          </p:nvPr>
        </p:nvSpPr>
        <p:spPr>
          <a:xfrm>
            <a:off x="8161539" y="1929600"/>
            <a:ext cx="3701050" cy="1685138"/>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9832A96F-2BC5-43BC-99A2-C5EA0E0B92E8}"/>
              </a:ext>
            </a:extLst>
          </p:cNvPr>
          <p:cNvSpPr>
            <a:spLocks noGrp="1"/>
          </p:cNvSpPr>
          <p:nvPr>
            <p:ph type="pic" sz="quarter" idx="20"/>
          </p:nvPr>
        </p:nvSpPr>
        <p:spPr>
          <a:xfrm>
            <a:off x="331200" y="3828250"/>
            <a:ext cx="3701050" cy="1685138"/>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9C12755E-FD35-421D-92FC-301A3E6C795C}"/>
              </a:ext>
            </a:extLst>
          </p:cNvPr>
          <p:cNvSpPr>
            <a:spLocks noGrp="1"/>
          </p:cNvSpPr>
          <p:nvPr>
            <p:ph type="pic" sz="quarter" idx="21"/>
          </p:nvPr>
        </p:nvSpPr>
        <p:spPr>
          <a:xfrm>
            <a:off x="4246370" y="3828250"/>
            <a:ext cx="3701050" cy="1685138"/>
          </a:xfrm>
        </p:spPr>
        <p:txBody>
          <a:bodyPr lIns="0" tIns="0" rIns="0" bIns="0"/>
          <a:lstStyle/>
          <a:p>
            <a:r>
              <a:rPr lang="en-US" noProof="0"/>
              <a:t>Click icon to add picture</a:t>
            </a:r>
            <a:endParaRPr lang="en-US"/>
          </a:p>
        </p:txBody>
      </p:sp>
      <p:sp>
        <p:nvSpPr>
          <p:cNvPr id="27" name="Picture Placeholder 10">
            <a:extLst>
              <a:ext uri="{FF2B5EF4-FFF2-40B4-BE49-F238E27FC236}">
                <a16:creationId xmlns:a16="http://schemas.microsoft.com/office/drawing/2014/main" id="{36658FB1-3615-4333-B392-A31BA2C7E1DD}"/>
              </a:ext>
            </a:extLst>
          </p:cNvPr>
          <p:cNvSpPr>
            <a:spLocks noGrp="1"/>
          </p:cNvSpPr>
          <p:nvPr>
            <p:ph type="pic" sz="quarter" idx="22"/>
          </p:nvPr>
        </p:nvSpPr>
        <p:spPr>
          <a:xfrm>
            <a:off x="8161539" y="3828250"/>
            <a:ext cx="3701050" cy="1685138"/>
          </a:xfrm>
        </p:spPr>
        <p:txBody>
          <a:bodyPr lIns="0" tIns="0" rIns="0" bIns="0"/>
          <a:lstStyle/>
          <a:p>
            <a:r>
              <a:rPr lang="en-US" noProof="0"/>
              <a:t>Click icon to add picture</a:t>
            </a:r>
            <a:endParaRPr lang="en-US"/>
          </a:p>
        </p:txBody>
      </p:sp>
      <p:sp>
        <p:nvSpPr>
          <p:cNvPr id="14" name="Text Placeholder 9">
            <a:extLst>
              <a:ext uri="{FF2B5EF4-FFF2-40B4-BE49-F238E27FC236}">
                <a16:creationId xmlns:a16="http://schemas.microsoft.com/office/drawing/2014/main" id="{7F3D969B-F1B8-417E-A3D4-EA1488C5BC9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439090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Eight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3262" y="1929600"/>
            <a:ext cx="2721600"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430468A-A583-475C-91B3-9EEC22E344FB}" type="datetime4">
              <a:rPr lang="en-US" noProof="0" smtClean="0"/>
              <a:t>January 21, 2026</a:t>
            </a:fld>
            <a:endParaRPr lang="en-US" noProof="0"/>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1E005323-AD61-4D2C-AED7-77715F765150}"/>
              </a:ext>
            </a:extLst>
          </p:cNvPr>
          <p:cNvSpPr>
            <a:spLocks noGrp="1"/>
          </p:cNvSpPr>
          <p:nvPr>
            <p:ph type="pic" sz="quarter" idx="18"/>
          </p:nvPr>
        </p:nvSpPr>
        <p:spPr>
          <a:xfrm>
            <a:off x="3269171" y="1929600"/>
            <a:ext cx="2721600" cy="168513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E265B3D8-2A9B-4D13-BF6C-564CE2C2C168}"/>
              </a:ext>
            </a:extLst>
          </p:cNvPr>
          <p:cNvSpPr>
            <a:spLocks noGrp="1"/>
          </p:cNvSpPr>
          <p:nvPr>
            <p:ph type="pic" sz="quarter" idx="19"/>
          </p:nvPr>
        </p:nvSpPr>
        <p:spPr>
          <a:xfrm>
            <a:off x="6205080" y="1929600"/>
            <a:ext cx="2721600" cy="1685138"/>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42FC6897-A625-48C9-B09E-E8160A89BB9F}"/>
              </a:ext>
            </a:extLst>
          </p:cNvPr>
          <p:cNvSpPr>
            <a:spLocks noGrp="1"/>
          </p:cNvSpPr>
          <p:nvPr>
            <p:ph type="pic" sz="quarter" idx="20"/>
          </p:nvPr>
        </p:nvSpPr>
        <p:spPr>
          <a:xfrm>
            <a:off x="9140989" y="1929600"/>
            <a:ext cx="2721600" cy="1685138"/>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ED948E42-FDE5-4236-912E-FAD45E412CE6}"/>
              </a:ext>
            </a:extLst>
          </p:cNvPr>
          <p:cNvSpPr>
            <a:spLocks noGrp="1"/>
          </p:cNvSpPr>
          <p:nvPr>
            <p:ph type="pic" sz="quarter" idx="21"/>
          </p:nvPr>
        </p:nvSpPr>
        <p:spPr>
          <a:xfrm>
            <a:off x="333262" y="3828250"/>
            <a:ext cx="2721600" cy="1685138"/>
          </a:xfrm>
        </p:spPr>
        <p:txBody>
          <a:bodyPr lIns="0" tIns="0" rIns="0" bIns="0"/>
          <a:lstStyle/>
          <a:p>
            <a:r>
              <a:rPr lang="en-US" noProof="0"/>
              <a:t>Click icon to add picture</a:t>
            </a:r>
            <a:endParaRPr lang="en-US"/>
          </a:p>
        </p:txBody>
      </p:sp>
      <p:sp>
        <p:nvSpPr>
          <p:cNvPr id="27" name="Picture Placeholder 10">
            <a:extLst>
              <a:ext uri="{FF2B5EF4-FFF2-40B4-BE49-F238E27FC236}">
                <a16:creationId xmlns:a16="http://schemas.microsoft.com/office/drawing/2014/main" id="{05F2CC5F-8E4F-4642-B2B0-2BE00A820765}"/>
              </a:ext>
            </a:extLst>
          </p:cNvPr>
          <p:cNvSpPr>
            <a:spLocks noGrp="1"/>
          </p:cNvSpPr>
          <p:nvPr>
            <p:ph type="pic" sz="quarter" idx="22"/>
          </p:nvPr>
        </p:nvSpPr>
        <p:spPr>
          <a:xfrm>
            <a:off x="3269171" y="3828250"/>
            <a:ext cx="2721600" cy="1685138"/>
          </a:xfrm>
        </p:spPr>
        <p:txBody>
          <a:bodyPr lIns="0" tIns="0" rIns="0" bIns="0"/>
          <a:lstStyle/>
          <a:p>
            <a:r>
              <a:rPr lang="en-US" noProof="0"/>
              <a:t>Click icon to add picture</a:t>
            </a:r>
            <a:endParaRPr lang="en-US"/>
          </a:p>
        </p:txBody>
      </p:sp>
      <p:sp>
        <p:nvSpPr>
          <p:cNvPr id="28" name="Picture Placeholder 10">
            <a:extLst>
              <a:ext uri="{FF2B5EF4-FFF2-40B4-BE49-F238E27FC236}">
                <a16:creationId xmlns:a16="http://schemas.microsoft.com/office/drawing/2014/main" id="{1D8BDEDA-0F19-4637-BBCF-46A127B54FFD}"/>
              </a:ext>
            </a:extLst>
          </p:cNvPr>
          <p:cNvSpPr>
            <a:spLocks noGrp="1"/>
          </p:cNvSpPr>
          <p:nvPr>
            <p:ph type="pic" sz="quarter" idx="23"/>
          </p:nvPr>
        </p:nvSpPr>
        <p:spPr>
          <a:xfrm>
            <a:off x="6205080" y="3828250"/>
            <a:ext cx="2721600" cy="1685138"/>
          </a:xfrm>
        </p:spPr>
        <p:txBody>
          <a:bodyPr lIns="0" tIns="0" rIns="0" bIns="0"/>
          <a:lstStyle/>
          <a:p>
            <a:r>
              <a:rPr lang="en-US" noProof="0"/>
              <a:t>Click icon to add picture</a:t>
            </a:r>
            <a:endParaRPr lang="en-US"/>
          </a:p>
        </p:txBody>
      </p:sp>
      <p:sp>
        <p:nvSpPr>
          <p:cNvPr id="29" name="Picture Placeholder 10">
            <a:extLst>
              <a:ext uri="{FF2B5EF4-FFF2-40B4-BE49-F238E27FC236}">
                <a16:creationId xmlns:a16="http://schemas.microsoft.com/office/drawing/2014/main" id="{432A8BA0-84B2-4316-8A93-63EFB05A0FF9}"/>
              </a:ext>
            </a:extLst>
          </p:cNvPr>
          <p:cNvSpPr>
            <a:spLocks noGrp="1"/>
          </p:cNvSpPr>
          <p:nvPr>
            <p:ph type="pic" sz="quarter" idx="24"/>
          </p:nvPr>
        </p:nvSpPr>
        <p:spPr>
          <a:xfrm>
            <a:off x="9140989" y="3828250"/>
            <a:ext cx="2721600" cy="1685138"/>
          </a:xfrm>
        </p:spPr>
        <p:txBody>
          <a:bodyPr lIns="0" tIns="0" rIns="0" bIns="0"/>
          <a:lstStyle/>
          <a:p>
            <a:r>
              <a:rPr lang="en-US" noProof="0"/>
              <a:t>Click icon to add picture</a:t>
            </a:r>
            <a:endParaRPr lang="en-US"/>
          </a:p>
        </p:txBody>
      </p:sp>
      <p:sp>
        <p:nvSpPr>
          <p:cNvPr id="16" name="Text Placeholder 9">
            <a:extLst>
              <a:ext uri="{FF2B5EF4-FFF2-40B4-BE49-F238E27FC236}">
                <a16:creationId xmlns:a16="http://schemas.microsoft.com/office/drawing/2014/main" id="{BB1ADEE7-69F7-4612-BA69-1E14BB9BCCD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878220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Two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9" y="4719600"/>
            <a:ext cx="5658437" cy="788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5658438" cy="26676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6205538" y="4719600"/>
            <a:ext cx="5657850" cy="788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D66B2ABB-D636-4A64-BA44-A7267F23329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6205538" y="1929600"/>
            <a:ext cx="5657850" cy="2667600"/>
          </a:xfrm>
        </p:spPr>
        <p:txBody>
          <a:bodyPr lIns="0" tIns="0" rIns="0" bIns="0"/>
          <a:lstStyle/>
          <a:p>
            <a:r>
              <a:rPr lang="en-US" noProof="0"/>
              <a:t>Click icon to add picture</a:t>
            </a:r>
            <a:endParaRPr lang="en-US"/>
          </a:p>
        </p:txBody>
      </p:sp>
      <p:sp>
        <p:nvSpPr>
          <p:cNvPr id="13" name="Text Placeholder 9">
            <a:extLst>
              <a:ext uri="{FF2B5EF4-FFF2-40B4-BE49-F238E27FC236}">
                <a16:creationId xmlns:a16="http://schemas.microsoft.com/office/drawing/2014/main" id="{A00D889A-2322-4DDB-A5EF-532FA124D0A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950508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Two pictures &amp; text boxes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FAC61-1279-7B60-CECC-86A719FA5D8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612ECBC9-7903-0325-4714-B64BC595A9B4}"/>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E448B956-DC0E-0B78-5410-11E0E2F220F6}"/>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1B618CCB-2103-080F-B675-E4C472681C14}"/>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7F52BB6-D70A-2B2C-B861-43846E0384C2}"/>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622007A1-F280-15BD-766A-2A8B68C6C1AD}"/>
              </a:ext>
            </a:extLst>
          </p:cNvPr>
          <p:cNvSpPr>
            <a:spLocks noGrp="1"/>
          </p:cNvSpPr>
          <p:nvPr>
            <p:ph type="body" sz="quarter" idx="15"/>
          </p:nvPr>
        </p:nvSpPr>
        <p:spPr>
          <a:xfrm>
            <a:off x="331199"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CB15DC7C-95AF-DF77-404F-4AAA9568B803}"/>
              </a:ext>
            </a:extLst>
          </p:cNvPr>
          <p:cNvSpPr>
            <a:spLocks noGrp="1"/>
          </p:cNvSpPr>
          <p:nvPr>
            <p:ph type="pic" sz="quarter" idx="17"/>
          </p:nvPr>
        </p:nvSpPr>
        <p:spPr>
          <a:xfrm>
            <a:off x="0" y="3429000"/>
            <a:ext cx="4160520" cy="3429000"/>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D4679F60-C64F-3014-8490-313B90245B14}"/>
              </a:ext>
            </a:extLst>
          </p:cNvPr>
          <p:cNvSpPr>
            <a:spLocks noGrp="1"/>
          </p:cNvSpPr>
          <p:nvPr>
            <p:ph type="body" sz="quarter" idx="18"/>
          </p:nvPr>
        </p:nvSpPr>
        <p:spPr>
          <a:xfrm>
            <a:off x="4246563"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00E1C5C4-2E56-4FDF-430C-4D4CD25E1AC1}"/>
              </a:ext>
            </a:extLst>
          </p:cNvPr>
          <p:cNvSpPr>
            <a:spLocks noGrp="1"/>
          </p:cNvSpPr>
          <p:nvPr>
            <p:ph type="pic" sz="quarter" idx="19"/>
          </p:nvPr>
        </p:nvSpPr>
        <p:spPr>
          <a:xfrm>
            <a:off x="4161982" y="3429000"/>
            <a:ext cx="3867912"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494989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Two pictures &amp; text boxes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93467-31B0-B26B-0A69-CEE1BBF92D7C}"/>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BC68DB0D-B0C8-A70B-9EA0-CF87F7D006CD}"/>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ADF54DE3-2E20-4DE8-B5E1-349CFC50CC70}"/>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B6C146C5-EFC9-3F84-BAA9-A0D23F6E67BE}"/>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992CDA1E-EA55-E4C2-CB79-AD61C1E3602B}"/>
              </a:ext>
            </a:extLst>
          </p:cNvPr>
          <p:cNvSpPr>
            <a:spLocks noGrp="1"/>
          </p:cNvSpPr>
          <p:nvPr>
            <p:ph type="body" sz="quarter" idx="14" hasCustomPrompt="1"/>
          </p:nvPr>
        </p:nvSpPr>
        <p:spPr>
          <a:xfrm>
            <a:off x="331789"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F169E811-1A99-80DE-40CA-0E49ABE0349B}"/>
              </a:ext>
            </a:extLst>
          </p:cNvPr>
          <p:cNvSpPr>
            <a:spLocks noGrp="1"/>
          </p:cNvSpPr>
          <p:nvPr>
            <p:ph type="body" sz="quarter" idx="15"/>
          </p:nvPr>
        </p:nvSpPr>
        <p:spPr>
          <a:xfrm>
            <a:off x="3157728" y="52002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216F5BAA-6C08-E976-9914-2635E3C044BF}"/>
              </a:ext>
            </a:extLst>
          </p:cNvPr>
          <p:cNvSpPr>
            <a:spLocks noGrp="1"/>
          </p:cNvSpPr>
          <p:nvPr>
            <p:ph type="pic" sz="quarter" idx="17"/>
          </p:nvPr>
        </p:nvSpPr>
        <p:spPr>
          <a:xfrm>
            <a:off x="3157728" y="1927224"/>
            <a:ext cx="4517136" cy="3136392"/>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DAA22A5E-5748-150B-DB95-169F64379EB5}"/>
              </a:ext>
            </a:extLst>
          </p:cNvPr>
          <p:cNvSpPr>
            <a:spLocks noGrp="1"/>
          </p:cNvSpPr>
          <p:nvPr>
            <p:ph type="body" sz="quarter" idx="18"/>
          </p:nvPr>
        </p:nvSpPr>
        <p:spPr>
          <a:xfrm>
            <a:off x="7674864" y="52002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35323466-C553-6238-DD1B-476EDA1F5D78}"/>
              </a:ext>
            </a:extLst>
          </p:cNvPr>
          <p:cNvSpPr>
            <a:spLocks noGrp="1"/>
          </p:cNvSpPr>
          <p:nvPr>
            <p:ph type="pic" sz="quarter" idx="19"/>
          </p:nvPr>
        </p:nvSpPr>
        <p:spPr>
          <a:xfrm>
            <a:off x="7674864" y="1927224"/>
            <a:ext cx="4517136"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356700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Two pictures &amp;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AC835-87D6-25C6-1C0C-B16378EA1CA8}"/>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3E0FB9F6-057D-DEAE-3326-D871FC4C73B1}"/>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4B13111F-1867-8F94-C54C-C14750D90225}"/>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EF82FC2B-518F-F076-7481-C19EFDFB1205}"/>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77C1678-5BCA-4DC1-8A51-3AEFECC5B08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67A71E51-260F-C225-0141-1C78748CA3EE}"/>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5B4FFFA6-62DB-C634-46E8-2BBE78F1FE91}"/>
              </a:ext>
            </a:extLst>
          </p:cNvPr>
          <p:cNvSpPr>
            <a:spLocks noGrp="1"/>
          </p:cNvSpPr>
          <p:nvPr>
            <p:ph type="pic" sz="quarter" idx="17"/>
          </p:nvPr>
        </p:nvSpPr>
        <p:spPr>
          <a:xfrm>
            <a:off x="0" y="1929600"/>
            <a:ext cx="4462272"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9B2024F1-6D5D-1D1C-1DDB-77BCBA748A23}"/>
              </a:ext>
            </a:extLst>
          </p:cNvPr>
          <p:cNvSpPr>
            <a:spLocks noGrp="1"/>
          </p:cNvSpPr>
          <p:nvPr>
            <p:ph type="pic" sz="quarter" idx="19"/>
          </p:nvPr>
        </p:nvSpPr>
        <p:spPr>
          <a:xfrm>
            <a:off x="4462653" y="1929600"/>
            <a:ext cx="4462272"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818190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Three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4420800"/>
            <a:ext cx="3701050"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3699460" cy="23652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4246563" y="4420800"/>
            <a:ext cx="3700462"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4246561" y="1929600"/>
            <a:ext cx="3700463" cy="23652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8162925" y="4420800"/>
            <a:ext cx="3700463"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60DA76D-A31E-4D1F-AF67-0C4DBC02A76D}"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8162925" y="1929600"/>
            <a:ext cx="3700463" cy="2365200"/>
          </a:xfrm>
        </p:spPr>
        <p:txBody>
          <a:bodyPr lIns="0" tIns="0" rIns="0" bIns="0"/>
          <a:lstStyle/>
          <a:p>
            <a:r>
              <a:rPr lang="en-US" noProof="0"/>
              <a:t>Click icon to add picture</a:t>
            </a:r>
            <a:endParaRPr lang="en-US"/>
          </a:p>
        </p:txBody>
      </p:sp>
      <p:sp>
        <p:nvSpPr>
          <p:cNvPr id="14" name="Text Placeholder 9">
            <a:extLst>
              <a:ext uri="{FF2B5EF4-FFF2-40B4-BE49-F238E27FC236}">
                <a16:creationId xmlns:a16="http://schemas.microsoft.com/office/drawing/2014/main" id="{3F6BC82E-5E7C-45F5-91CD-D280E38D1F4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83270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Three pictures &amp; text boxes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39901-3878-567C-6F7B-62F568F5EA81}"/>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52465E89-325E-25CE-C35D-AD7B0E2BA753}"/>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EE7C8C55-BF0B-AB3A-01C9-D37FA0AC0D8D}"/>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72C8C4A6-E706-08CD-E591-31C776881C2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C3656E4-F3AA-6EE7-E3C0-CE78B0D5C663}"/>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9E0BF222-DE36-6B8E-3ADD-DE5450E802BC}"/>
              </a:ext>
            </a:extLst>
          </p:cNvPr>
          <p:cNvSpPr>
            <a:spLocks noGrp="1"/>
          </p:cNvSpPr>
          <p:nvPr>
            <p:ph type="body" sz="quarter" idx="15"/>
          </p:nvPr>
        </p:nvSpPr>
        <p:spPr>
          <a:xfrm>
            <a:off x="331199"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6090B701-78C3-C044-E7EC-1B49E3C301E8}"/>
              </a:ext>
            </a:extLst>
          </p:cNvPr>
          <p:cNvSpPr>
            <a:spLocks noGrp="1"/>
          </p:cNvSpPr>
          <p:nvPr>
            <p:ph type="pic" sz="quarter" idx="17"/>
          </p:nvPr>
        </p:nvSpPr>
        <p:spPr>
          <a:xfrm>
            <a:off x="0" y="3429000"/>
            <a:ext cx="4160520" cy="3429000"/>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69BCFFDA-C3AF-2E7B-90ED-9900D4167C39}"/>
              </a:ext>
            </a:extLst>
          </p:cNvPr>
          <p:cNvSpPr>
            <a:spLocks noGrp="1"/>
          </p:cNvSpPr>
          <p:nvPr>
            <p:ph type="body" sz="quarter" idx="18"/>
          </p:nvPr>
        </p:nvSpPr>
        <p:spPr>
          <a:xfrm>
            <a:off x="4246563"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53B80110-9520-18FD-D36C-C9B976C745B5}"/>
              </a:ext>
            </a:extLst>
          </p:cNvPr>
          <p:cNvSpPr>
            <a:spLocks noGrp="1"/>
          </p:cNvSpPr>
          <p:nvPr>
            <p:ph type="pic" sz="quarter" idx="19"/>
          </p:nvPr>
        </p:nvSpPr>
        <p:spPr>
          <a:xfrm>
            <a:off x="4161982" y="3429000"/>
            <a:ext cx="3867912" cy="3429000"/>
          </a:xfrm>
        </p:spPr>
        <p:txBody>
          <a:bodyPr lIns="0" tIns="0" rIns="0" bIns="0"/>
          <a:lstStyle/>
          <a:p>
            <a:r>
              <a:rPr lang="en-US" noProof="0"/>
              <a:t>Click icon to add picture</a:t>
            </a:r>
            <a:endParaRPr lang="en-US"/>
          </a:p>
        </p:txBody>
      </p:sp>
      <p:sp>
        <p:nvSpPr>
          <p:cNvPr id="11" name="Text Placeholder 11">
            <a:extLst>
              <a:ext uri="{FF2B5EF4-FFF2-40B4-BE49-F238E27FC236}">
                <a16:creationId xmlns:a16="http://schemas.microsoft.com/office/drawing/2014/main" id="{8840A287-AA7C-1164-424E-57005EFA7C0F}"/>
              </a:ext>
            </a:extLst>
          </p:cNvPr>
          <p:cNvSpPr>
            <a:spLocks noGrp="1"/>
          </p:cNvSpPr>
          <p:nvPr>
            <p:ph type="body" sz="quarter" idx="20"/>
          </p:nvPr>
        </p:nvSpPr>
        <p:spPr>
          <a:xfrm>
            <a:off x="8161927"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535AC138-46EC-3DA3-0F28-7B8889071F03}"/>
              </a:ext>
            </a:extLst>
          </p:cNvPr>
          <p:cNvSpPr>
            <a:spLocks noGrp="1"/>
          </p:cNvSpPr>
          <p:nvPr>
            <p:ph type="pic" sz="quarter" idx="21"/>
          </p:nvPr>
        </p:nvSpPr>
        <p:spPr>
          <a:xfrm>
            <a:off x="8031480" y="3429000"/>
            <a:ext cx="4160520"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2392806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Three pictures &amp; text boxes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7E946-8B12-F6C2-90DD-0AEB05863D4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9F3F8FD4-F79F-BBCE-CDA8-C0C6B8FBE1CB}"/>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D806FA28-409D-CEEB-7D91-FE5023B00EAE}"/>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FABD96B3-34E7-65FF-456D-F32ACD9B16B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B851678F-D8EB-2069-FF1C-22C7776FEEAE}"/>
              </a:ext>
            </a:extLst>
          </p:cNvPr>
          <p:cNvSpPr>
            <a:spLocks noGrp="1"/>
          </p:cNvSpPr>
          <p:nvPr>
            <p:ph type="body" sz="quarter" idx="14" hasCustomPrompt="1"/>
          </p:nvPr>
        </p:nvSpPr>
        <p:spPr>
          <a:xfrm>
            <a:off x="331789"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318DF5F0-616C-E1B2-F94F-A3892597809E}"/>
              </a:ext>
            </a:extLst>
          </p:cNvPr>
          <p:cNvSpPr>
            <a:spLocks noGrp="1"/>
          </p:cNvSpPr>
          <p:nvPr>
            <p:ph type="body" sz="quarter" idx="15"/>
          </p:nvPr>
        </p:nvSpPr>
        <p:spPr>
          <a:xfrm>
            <a:off x="3157728"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3E7CDFFF-4EB0-0A69-7997-7829DEA74BA3}"/>
              </a:ext>
            </a:extLst>
          </p:cNvPr>
          <p:cNvSpPr>
            <a:spLocks noGrp="1"/>
          </p:cNvSpPr>
          <p:nvPr>
            <p:ph type="pic" sz="quarter" idx="17"/>
          </p:nvPr>
        </p:nvSpPr>
        <p:spPr>
          <a:xfrm>
            <a:off x="3157728" y="1927224"/>
            <a:ext cx="2953512" cy="3136392"/>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7D38B606-5A94-1DF8-F564-D4E7BF675A24}"/>
              </a:ext>
            </a:extLst>
          </p:cNvPr>
          <p:cNvSpPr>
            <a:spLocks noGrp="1"/>
          </p:cNvSpPr>
          <p:nvPr>
            <p:ph type="body" sz="quarter" idx="18"/>
          </p:nvPr>
        </p:nvSpPr>
        <p:spPr>
          <a:xfrm>
            <a:off x="6111240"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92CFE117-420C-7B9E-ED0C-7CB8F248293D}"/>
              </a:ext>
            </a:extLst>
          </p:cNvPr>
          <p:cNvSpPr>
            <a:spLocks noGrp="1"/>
          </p:cNvSpPr>
          <p:nvPr>
            <p:ph type="pic" sz="quarter" idx="19"/>
          </p:nvPr>
        </p:nvSpPr>
        <p:spPr>
          <a:xfrm>
            <a:off x="6111240" y="1927224"/>
            <a:ext cx="2953512" cy="3136392"/>
          </a:xfrm>
        </p:spPr>
        <p:txBody>
          <a:bodyPr lIns="0" tIns="0" rIns="0" bIns="0"/>
          <a:lstStyle/>
          <a:p>
            <a:r>
              <a:rPr lang="en-US" noProof="0"/>
              <a:t>Click icon to add picture</a:t>
            </a:r>
            <a:endParaRPr lang="en-US"/>
          </a:p>
        </p:txBody>
      </p:sp>
      <p:sp>
        <p:nvSpPr>
          <p:cNvPr id="11" name="Text Placeholder 11">
            <a:extLst>
              <a:ext uri="{FF2B5EF4-FFF2-40B4-BE49-F238E27FC236}">
                <a16:creationId xmlns:a16="http://schemas.microsoft.com/office/drawing/2014/main" id="{C2C40EB7-4527-3CFA-2B47-3BD797257D9A}"/>
              </a:ext>
            </a:extLst>
          </p:cNvPr>
          <p:cNvSpPr>
            <a:spLocks noGrp="1"/>
          </p:cNvSpPr>
          <p:nvPr>
            <p:ph type="body" sz="quarter" idx="20"/>
          </p:nvPr>
        </p:nvSpPr>
        <p:spPr>
          <a:xfrm>
            <a:off x="9065324"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31BA7AFC-A49F-988B-82B3-3E768ED02F60}"/>
              </a:ext>
            </a:extLst>
          </p:cNvPr>
          <p:cNvSpPr>
            <a:spLocks noGrp="1"/>
          </p:cNvSpPr>
          <p:nvPr>
            <p:ph type="pic" sz="quarter" idx="21"/>
          </p:nvPr>
        </p:nvSpPr>
        <p:spPr>
          <a:xfrm>
            <a:off x="9065324" y="1927224"/>
            <a:ext cx="3127248"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1095363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Three pictures &amp;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291C9-4F13-1C53-0D29-8B4F95EDF8D7}"/>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D30F5A4D-86A4-3B8B-569A-BCFEABBBD580}"/>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C234DC91-C253-039A-84E0-3DF91790262B}"/>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0E4ECE1D-AD44-4D18-1B8E-9B3643EE0AE8}"/>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61CBEA37-4E6C-886E-5284-5170A3A140AB}"/>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81BE5845-D81D-D5A2-A0EC-9224C116F9CD}"/>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3C6E0DDC-217A-6FF3-673A-BC0CBA8574FD}"/>
              </a:ext>
            </a:extLst>
          </p:cNvPr>
          <p:cNvSpPr>
            <a:spLocks noGrp="1"/>
          </p:cNvSpPr>
          <p:nvPr>
            <p:ph type="pic" sz="quarter" idx="17"/>
          </p:nvPr>
        </p:nvSpPr>
        <p:spPr>
          <a:xfrm>
            <a:off x="0" y="1929600"/>
            <a:ext cx="2971800"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0E6E7E98-2D75-359B-6735-0541241142AD}"/>
              </a:ext>
            </a:extLst>
          </p:cNvPr>
          <p:cNvSpPr>
            <a:spLocks noGrp="1"/>
          </p:cNvSpPr>
          <p:nvPr>
            <p:ph type="pic" sz="quarter" idx="19"/>
          </p:nvPr>
        </p:nvSpPr>
        <p:spPr>
          <a:xfrm>
            <a:off x="2974974" y="1929600"/>
            <a:ext cx="2971800" cy="4928400"/>
          </a:xfrm>
        </p:spPr>
        <p:txBody>
          <a:bodyPr lIns="0" tIns="0" rIns="0" bIns="0"/>
          <a:lstStyle/>
          <a:p>
            <a:r>
              <a:rPr lang="en-US" noProof="0"/>
              <a:t>Click icon to add picture</a:t>
            </a:r>
            <a:endParaRPr lang="en-US"/>
          </a:p>
        </p:txBody>
      </p:sp>
      <p:sp>
        <p:nvSpPr>
          <p:cNvPr id="10" name="Picture Placeholder 10">
            <a:extLst>
              <a:ext uri="{FF2B5EF4-FFF2-40B4-BE49-F238E27FC236}">
                <a16:creationId xmlns:a16="http://schemas.microsoft.com/office/drawing/2014/main" id="{685FBAA7-7315-D4AF-B4A4-84A3EA1B568A}"/>
              </a:ext>
            </a:extLst>
          </p:cNvPr>
          <p:cNvSpPr>
            <a:spLocks noGrp="1"/>
          </p:cNvSpPr>
          <p:nvPr>
            <p:ph type="pic" sz="quarter" idx="20"/>
          </p:nvPr>
        </p:nvSpPr>
        <p:spPr>
          <a:xfrm>
            <a:off x="5946773" y="1929600"/>
            <a:ext cx="2974975"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1699849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Four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9" y="4068000"/>
            <a:ext cx="2721563"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2721563" cy="20160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3267450" y="4068000"/>
            <a:ext cx="2722563"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3267783" y="1929600"/>
            <a:ext cx="2721563" cy="20160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6204701" y="4068000"/>
            <a:ext cx="2721600"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6204367" y="1929600"/>
            <a:ext cx="2721600" cy="20160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9140989" y="4068000"/>
            <a:ext cx="2721600"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859AA10-B672-4B0C-BC45-3E91ECF3EE17}"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9140989" y="1929600"/>
            <a:ext cx="2721600" cy="2016000"/>
          </a:xfrm>
        </p:spPr>
        <p:txBody>
          <a:bodyPr lIns="0" tIns="0" rIns="0" bIns="0"/>
          <a:lstStyle/>
          <a:p>
            <a:r>
              <a:rPr lang="en-US" noProof="0"/>
              <a:t>Click icon to add picture</a:t>
            </a:r>
            <a:endParaRPr lang="en-US"/>
          </a:p>
        </p:txBody>
      </p:sp>
      <p:sp>
        <p:nvSpPr>
          <p:cNvPr id="16" name="Text Placeholder 9">
            <a:extLst>
              <a:ext uri="{FF2B5EF4-FFF2-40B4-BE49-F238E27FC236}">
                <a16:creationId xmlns:a16="http://schemas.microsoft.com/office/drawing/2014/main" id="{CDAC575A-6618-4D58-8557-3418AC6A26F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620487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Four pictures &amp; text boxes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6CA75-11C8-11F4-38F3-2C08D8F37BBC}"/>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DBCDB1A9-1F11-3834-3CC5-115B9C807FE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C8FD58C4-DCD9-0E66-56A1-CE6ED3EA64C6}"/>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4DA99120-C446-1A6A-CBBD-494AB010395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5108448B-C67F-F2DF-30B4-B614122A48C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71C9BBEE-C553-7B7B-8BCE-CE52618EAF08}"/>
              </a:ext>
            </a:extLst>
          </p:cNvPr>
          <p:cNvSpPr>
            <a:spLocks noGrp="1"/>
          </p:cNvSpPr>
          <p:nvPr>
            <p:ph type="body" sz="quarter" idx="15"/>
          </p:nvPr>
        </p:nvSpPr>
        <p:spPr>
          <a:xfrm>
            <a:off x="33119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A2C65CF7-B7D3-2FC8-2500-FC061D51272C}"/>
              </a:ext>
            </a:extLst>
          </p:cNvPr>
          <p:cNvSpPr>
            <a:spLocks noGrp="1"/>
          </p:cNvSpPr>
          <p:nvPr>
            <p:ph type="body" sz="quarter" idx="18"/>
          </p:nvPr>
        </p:nvSpPr>
        <p:spPr>
          <a:xfrm>
            <a:off x="327563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11">
            <a:extLst>
              <a:ext uri="{FF2B5EF4-FFF2-40B4-BE49-F238E27FC236}">
                <a16:creationId xmlns:a16="http://schemas.microsoft.com/office/drawing/2014/main" id="{32003C22-01A2-AB04-5FD8-C5EC97EE3572}"/>
              </a:ext>
            </a:extLst>
          </p:cNvPr>
          <p:cNvSpPr>
            <a:spLocks noGrp="1"/>
          </p:cNvSpPr>
          <p:nvPr>
            <p:ph type="body" sz="quarter" idx="20"/>
          </p:nvPr>
        </p:nvSpPr>
        <p:spPr>
          <a:xfrm>
            <a:off x="622007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11">
            <a:extLst>
              <a:ext uri="{FF2B5EF4-FFF2-40B4-BE49-F238E27FC236}">
                <a16:creationId xmlns:a16="http://schemas.microsoft.com/office/drawing/2014/main" id="{A5359350-17C7-BFC0-8597-500F5190AEE3}"/>
              </a:ext>
            </a:extLst>
          </p:cNvPr>
          <p:cNvSpPr>
            <a:spLocks noGrp="1"/>
          </p:cNvSpPr>
          <p:nvPr>
            <p:ph type="body" sz="quarter" idx="23"/>
          </p:nvPr>
        </p:nvSpPr>
        <p:spPr>
          <a:xfrm>
            <a:off x="9164520"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D5994943-1F91-799B-85DE-A327AF72E39E}"/>
              </a:ext>
            </a:extLst>
          </p:cNvPr>
          <p:cNvSpPr>
            <a:spLocks noGrp="1"/>
          </p:cNvSpPr>
          <p:nvPr>
            <p:ph type="pic" sz="quarter" idx="17"/>
          </p:nvPr>
        </p:nvSpPr>
        <p:spPr>
          <a:xfrm>
            <a:off x="0" y="3429000"/>
            <a:ext cx="3044952" cy="3429000"/>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68FD9CCE-E850-F96A-DF0A-E3B3E6489BC8}"/>
              </a:ext>
            </a:extLst>
          </p:cNvPr>
          <p:cNvSpPr>
            <a:spLocks noGrp="1"/>
          </p:cNvSpPr>
          <p:nvPr>
            <p:ph type="pic" sz="quarter" idx="19"/>
          </p:nvPr>
        </p:nvSpPr>
        <p:spPr>
          <a:xfrm>
            <a:off x="3044952" y="3429000"/>
            <a:ext cx="3049016" cy="3429000"/>
          </a:xfrm>
        </p:spPr>
        <p:txBody>
          <a:bodyPr lIns="0" tIns="0" rIns="0" bIns="0"/>
          <a:lstStyle/>
          <a:p>
            <a:r>
              <a:rPr lang="en-US" noProof="0"/>
              <a:t>Click icon to add picture</a:t>
            </a:r>
            <a:endParaRPr lang="en-US"/>
          </a:p>
        </p:txBody>
      </p:sp>
      <p:sp>
        <p:nvSpPr>
          <p:cNvPr id="13" name="Picture Placeholder 10">
            <a:extLst>
              <a:ext uri="{FF2B5EF4-FFF2-40B4-BE49-F238E27FC236}">
                <a16:creationId xmlns:a16="http://schemas.microsoft.com/office/drawing/2014/main" id="{C433D109-B376-AD18-00A5-771EE1A4FE29}"/>
              </a:ext>
            </a:extLst>
          </p:cNvPr>
          <p:cNvSpPr>
            <a:spLocks noGrp="1"/>
          </p:cNvSpPr>
          <p:nvPr>
            <p:ph type="pic" sz="quarter" idx="21"/>
          </p:nvPr>
        </p:nvSpPr>
        <p:spPr>
          <a:xfrm>
            <a:off x="6089904" y="3429000"/>
            <a:ext cx="3053080" cy="3429000"/>
          </a:xfrm>
        </p:spPr>
        <p:txBody>
          <a:bodyPr lIns="0" tIns="0" rIns="0" bIns="0"/>
          <a:lstStyle/>
          <a:p>
            <a:r>
              <a:rPr lang="en-US" noProof="0"/>
              <a:t>Click icon to add picture</a:t>
            </a:r>
            <a:endParaRPr lang="en-US"/>
          </a:p>
        </p:txBody>
      </p:sp>
      <p:sp>
        <p:nvSpPr>
          <p:cNvPr id="14" name="Picture Placeholder 10">
            <a:extLst>
              <a:ext uri="{FF2B5EF4-FFF2-40B4-BE49-F238E27FC236}">
                <a16:creationId xmlns:a16="http://schemas.microsoft.com/office/drawing/2014/main" id="{DFAE2697-9921-CE23-3B66-375A974D4E68}"/>
              </a:ext>
            </a:extLst>
          </p:cNvPr>
          <p:cNvSpPr>
            <a:spLocks noGrp="1"/>
          </p:cNvSpPr>
          <p:nvPr>
            <p:ph type="pic" sz="quarter" idx="22"/>
          </p:nvPr>
        </p:nvSpPr>
        <p:spPr>
          <a:xfrm>
            <a:off x="9138920" y="3429000"/>
            <a:ext cx="3053080"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70204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Four pictures &amp; text boxes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6B2EA-4B3F-F123-A5EA-87BE556C142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C6094FE1-D6F0-664C-1D81-7E6AE61562A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1A4F52C3-F04E-0FA2-F081-B85C7B5FD6A5}"/>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6287B60B-6009-E3A0-F457-0952015A79DA}"/>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795F8BFE-B93A-7D96-5C59-32383350099F}"/>
              </a:ext>
            </a:extLst>
          </p:cNvPr>
          <p:cNvSpPr>
            <a:spLocks noGrp="1"/>
          </p:cNvSpPr>
          <p:nvPr>
            <p:ph type="body" sz="quarter" idx="14" hasCustomPrompt="1"/>
          </p:nvPr>
        </p:nvSpPr>
        <p:spPr>
          <a:xfrm>
            <a:off x="331789"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5AC289A9-61FF-919C-A713-D96BEEF20F9B}"/>
              </a:ext>
            </a:extLst>
          </p:cNvPr>
          <p:cNvSpPr>
            <a:spLocks noGrp="1"/>
          </p:cNvSpPr>
          <p:nvPr>
            <p:ph type="body" sz="quarter" idx="15"/>
          </p:nvPr>
        </p:nvSpPr>
        <p:spPr>
          <a:xfrm>
            <a:off x="3157728"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8703759B-37D5-9836-B8D4-7FAF1C471801}"/>
              </a:ext>
            </a:extLst>
          </p:cNvPr>
          <p:cNvSpPr>
            <a:spLocks noGrp="1"/>
          </p:cNvSpPr>
          <p:nvPr>
            <p:ph type="body" sz="quarter" idx="18"/>
          </p:nvPr>
        </p:nvSpPr>
        <p:spPr>
          <a:xfrm>
            <a:off x="5416296"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11">
            <a:extLst>
              <a:ext uri="{FF2B5EF4-FFF2-40B4-BE49-F238E27FC236}">
                <a16:creationId xmlns:a16="http://schemas.microsoft.com/office/drawing/2014/main" id="{419DF3DA-499C-CD92-64F9-D0F143511B85}"/>
              </a:ext>
            </a:extLst>
          </p:cNvPr>
          <p:cNvSpPr>
            <a:spLocks noGrp="1"/>
          </p:cNvSpPr>
          <p:nvPr>
            <p:ph type="body" sz="quarter" idx="20"/>
          </p:nvPr>
        </p:nvSpPr>
        <p:spPr>
          <a:xfrm>
            <a:off x="7674864"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11">
            <a:extLst>
              <a:ext uri="{FF2B5EF4-FFF2-40B4-BE49-F238E27FC236}">
                <a16:creationId xmlns:a16="http://schemas.microsoft.com/office/drawing/2014/main" id="{3DA574A4-7D8E-8CD5-863A-D1DD360E2A25}"/>
              </a:ext>
            </a:extLst>
          </p:cNvPr>
          <p:cNvSpPr>
            <a:spLocks noGrp="1"/>
          </p:cNvSpPr>
          <p:nvPr>
            <p:ph type="body" sz="quarter" idx="23"/>
          </p:nvPr>
        </p:nvSpPr>
        <p:spPr>
          <a:xfrm>
            <a:off x="9933432"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D6D82625-D560-1802-3C1E-8DAFEA0ACC62}"/>
              </a:ext>
            </a:extLst>
          </p:cNvPr>
          <p:cNvSpPr>
            <a:spLocks noGrp="1"/>
          </p:cNvSpPr>
          <p:nvPr>
            <p:ph type="pic" sz="quarter" idx="17"/>
          </p:nvPr>
        </p:nvSpPr>
        <p:spPr>
          <a:xfrm>
            <a:off x="3157728" y="1927224"/>
            <a:ext cx="2258568" cy="3136392"/>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364D5035-9BCE-CFCE-AD2E-00B8AA8ACAAF}"/>
              </a:ext>
            </a:extLst>
          </p:cNvPr>
          <p:cNvSpPr>
            <a:spLocks noGrp="1"/>
          </p:cNvSpPr>
          <p:nvPr>
            <p:ph type="pic" sz="quarter" idx="19"/>
          </p:nvPr>
        </p:nvSpPr>
        <p:spPr>
          <a:xfrm>
            <a:off x="5416296" y="1927224"/>
            <a:ext cx="2258568" cy="3136392"/>
          </a:xfrm>
        </p:spPr>
        <p:txBody>
          <a:bodyPr lIns="0" tIns="0" rIns="0" bIns="0"/>
          <a:lstStyle/>
          <a:p>
            <a:r>
              <a:rPr lang="en-US" noProof="0"/>
              <a:t>Click icon to add picture</a:t>
            </a:r>
            <a:endParaRPr lang="en-US"/>
          </a:p>
        </p:txBody>
      </p:sp>
      <p:sp>
        <p:nvSpPr>
          <p:cNvPr id="13" name="Picture Placeholder 10">
            <a:extLst>
              <a:ext uri="{FF2B5EF4-FFF2-40B4-BE49-F238E27FC236}">
                <a16:creationId xmlns:a16="http://schemas.microsoft.com/office/drawing/2014/main" id="{21761756-C013-C4EE-F768-37ECCBD621F4}"/>
              </a:ext>
            </a:extLst>
          </p:cNvPr>
          <p:cNvSpPr>
            <a:spLocks noGrp="1"/>
          </p:cNvSpPr>
          <p:nvPr>
            <p:ph type="pic" sz="quarter" idx="21"/>
          </p:nvPr>
        </p:nvSpPr>
        <p:spPr>
          <a:xfrm>
            <a:off x="7674864" y="1927224"/>
            <a:ext cx="2258568" cy="3136392"/>
          </a:xfrm>
        </p:spPr>
        <p:txBody>
          <a:bodyPr lIns="0" tIns="0" rIns="0" bIns="0"/>
          <a:lstStyle/>
          <a:p>
            <a:r>
              <a:rPr lang="en-US" noProof="0"/>
              <a:t>Click icon to add picture</a:t>
            </a:r>
            <a:endParaRPr lang="en-US"/>
          </a:p>
        </p:txBody>
      </p:sp>
      <p:sp>
        <p:nvSpPr>
          <p:cNvPr id="14" name="Picture Placeholder 10">
            <a:extLst>
              <a:ext uri="{FF2B5EF4-FFF2-40B4-BE49-F238E27FC236}">
                <a16:creationId xmlns:a16="http://schemas.microsoft.com/office/drawing/2014/main" id="{5BFCC3D5-8804-66D5-4DB5-132AD07EBE7E}"/>
              </a:ext>
            </a:extLst>
          </p:cNvPr>
          <p:cNvSpPr>
            <a:spLocks noGrp="1"/>
          </p:cNvSpPr>
          <p:nvPr>
            <p:ph type="pic" sz="quarter" idx="22"/>
          </p:nvPr>
        </p:nvSpPr>
        <p:spPr>
          <a:xfrm>
            <a:off x="9933432" y="1927224"/>
            <a:ext cx="2258568"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2776354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Four pictures &amp;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158D2-BF02-6D8B-2657-4F55E807A0B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16BEC0D6-C6CD-BB72-C1C4-E1ADE6242C51}"/>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397CBE13-14D5-CB74-CC1E-C80A25B02F9C}"/>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7F74D404-DD89-52F0-D4F0-7F32CBF141A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C8615787-F3A0-0D1E-1BE7-5F204902FB28}"/>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3E5107EE-359F-C30C-11D7-75EB465A9948}"/>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F7498406-CA9D-4715-8256-91CC499394C4}"/>
              </a:ext>
            </a:extLst>
          </p:cNvPr>
          <p:cNvSpPr>
            <a:spLocks noGrp="1"/>
          </p:cNvSpPr>
          <p:nvPr>
            <p:ph type="pic" sz="quarter" idx="17"/>
          </p:nvPr>
        </p:nvSpPr>
        <p:spPr>
          <a:xfrm>
            <a:off x="0" y="1929600"/>
            <a:ext cx="2231136"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457DC084-6F55-89FB-825F-1C007616A43D}"/>
              </a:ext>
            </a:extLst>
          </p:cNvPr>
          <p:cNvSpPr>
            <a:spLocks noGrp="1"/>
          </p:cNvSpPr>
          <p:nvPr>
            <p:ph type="pic" sz="quarter" idx="19"/>
          </p:nvPr>
        </p:nvSpPr>
        <p:spPr>
          <a:xfrm>
            <a:off x="2224802" y="1929600"/>
            <a:ext cx="2231136" cy="4928400"/>
          </a:xfrm>
        </p:spPr>
        <p:txBody>
          <a:bodyPr lIns="0" tIns="0" rIns="0" bIns="0"/>
          <a:lstStyle/>
          <a:p>
            <a:r>
              <a:rPr lang="en-US" noProof="0"/>
              <a:t>Click icon to add picture</a:t>
            </a:r>
            <a:endParaRPr lang="en-US"/>
          </a:p>
        </p:txBody>
      </p:sp>
      <p:sp>
        <p:nvSpPr>
          <p:cNvPr id="10" name="Picture Placeholder 10">
            <a:extLst>
              <a:ext uri="{FF2B5EF4-FFF2-40B4-BE49-F238E27FC236}">
                <a16:creationId xmlns:a16="http://schemas.microsoft.com/office/drawing/2014/main" id="{A655AB4A-A301-3405-82C2-A760925DD14D}"/>
              </a:ext>
            </a:extLst>
          </p:cNvPr>
          <p:cNvSpPr>
            <a:spLocks noGrp="1"/>
          </p:cNvSpPr>
          <p:nvPr>
            <p:ph type="pic" sz="quarter" idx="20"/>
          </p:nvPr>
        </p:nvSpPr>
        <p:spPr>
          <a:xfrm>
            <a:off x="4449604" y="1929600"/>
            <a:ext cx="2231136" cy="4928400"/>
          </a:xfrm>
        </p:spPr>
        <p:txBody>
          <a:bodyPr lIns="0" tIns="0" rIns="0" bIns="0"/>
          <a:lstStyle/>
          <a:p>
            <a:r>
              <a:rPr lang="en-US" noProof="0"/>
              <a:t>Click icon to add picture</a:t>
            </a:r>
            <a:endParaRPr lang="en-US"/>
          </a:p>
        </p:txBody>
      </p:sp>
      <p:sp>
        <p:nvSpPr>
          <p:cNvPr id="11" name="Picture Placeholder 10">
            <a:extLst>
              <a:ext uri="{FF2B5EF4-FFF2-40B4-BE49-F238E27FC236}">
                <a16:creationId xmlns:a16="http://schemas.microsoft.com/office/drawing/2014/main" id="{50C040CA-2BE0-9525-9398-7E45552B40D5}"/>
              </a:ext>
            </a:extLst>
          </p:cNvPr>
          <p:cNvSpPr>
            <a:spLocks noGrp="1"/>
          </p:cNvSpPr>
          <p:nvPr>
            <p:ph type="pic" sz="quarter" idx="21"/>
          </p:nvPr>
        </p:nvSpPr>
        <p:spPr>
          <a:xfrm>
            <a:off x="6674406" y="1929600"/>
            <a:ext cx="2231136"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943263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Five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2134799" cy="15588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2680347"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2680346" y="1929600"/>
            <a:ext cx="2134800" cy="15588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5029494"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5029494" y="1929600"/>
            <a:ext cx="2134800" cy="15588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7378641"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7378642" y="1929600"/>
            <a:ext cx="2134800" cy="1558800"/>
          </a:xfrm>
        </p:spPr>
        <p:txBody>
          <a:bodyPr lIns="0" tIns="0" rIns="0" bIns="0"/>
          <a:lstStyle/>
          <a:p>
            <a:r>
              <a:rPr lang="en-US" noProof="0"/>
              <a:t>Click icon to add picture</a:t>
            </a:r>
            <a:endParaRPr lang="en-US"/>
          </a:p>
        </p:txBody>
      </p:sp>
      <p:sp>
        <p:nvSpPr>
          <p:cNvPr id="34" name="Text Placeholder 11">
            <a:extLst>
              <a:ext uri="{FF2B5EF4-FFF2-40B4-BE49-F238E27FC236}">
                <a16:creationId xmlns:a16="http://schemas.microsoft.com/office/drawing/2014/main" id="{AF557D37-8C58-45BB-BCD2-B899758EECF1}"/>
              </a:ext>
            </a:extLst>
          </p:cNvPr>
          <p:cNvSpPr>
            <a:spLocks noGrp="1"/>
          </p:cNvSpPr>
          <p:nvPr>
            <p:ph type="body" sz="quarter" idx="24"/>
          </p:nvPr>
        </p:nvSpPr>
        <p:spPr>
          <a:xfrm>
            <a:off x="9727789"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F8CD4778-A113-4B3E-BE85-4C38827792B4}"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6" name="Picture Placeholder 10">
            <a:extLst>
              <a:ext uri="{FF2B5EF4-FFF2-40B4-BE49-F238E27FC236}">
                <a16:creationId xmlns:a16="http://schemas.microsoft.com/office/drawing/2014/main" id="{EF28028A-6874-45E0-BC8D-8A1F2FBBA251}"/>
              </a:ext>
            </a:extLst>
          </p:cNvPr>
          <p:cNvSpPr>
            <a:spLocks noGrp="1"/>
          </p:cNvSpPr>
          <p:nvPr>
            <p:ph type="pic" sz="quarter" idx="25"/>
          </p:nvPr>
        </p:nvSpPr>
        <p:spPr>
          <a:xfrm>
            <a:off x="9727789" y="1929600"/>
            <a:ext cx="2134800" cy="1558800"/>
          </a:xfrm>
        </p:spPr>
        <p:txBody>
          <a:bodyPr/>
          <a:lstStyle/>
          <a:p>
            <a:r>
              <a:rPr lang="en-US" noProof="0"/>
              <a:t>Click icon to add picture</a:t>
            </a:r>
            <a:endParaRPr lang="en-US"/>
          </a:p>
        </p:txBody>
      </p:sp>
      <p:sp>
        <p:nvSpPr>
          <p:cNvPr id="18" name="Text Placeholder 9">
            <a:extLst>
              <a:ext uri="{FF2B5EF4-FFF2-40B4-BE49-F238E27FC236}">
                <a16:creationId xmlns:a16="http://schemas.microsoft.com/office/drawing/2014/main" id="{731086D8-E45A-41ED-AC3B-AE44C824906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05546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Six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1742400" cy="12240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2288998"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2288998" y="1929600"/>
            <a:ext cx="1742400" cy="1224000"/>
          </a:xfrm>
        </p:spPr>
        <p:txBody>
          <a:bodyPr/>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4246796"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4246796" y="1929600"/>
            <a:ext cx="1742400" cy="12240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6204594"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6204594" y="1929600"/>
            <a:ext cx="1742400" cy="1224000"/>
          </a:xfrm>
        </p:spPr>
        <p:txBody>
          <a:bodyPr/>
          <a:lstStyle/>
          <a:p>
            <a:r>
              <a:rPr lang="en-US" noProof="0"/>
              <a:t>Click icon to add picture</a:t>
            </a:r>
            <a:endParaRPr lang="en-US"/>
          </a:p>
        </p:txBody>
      </p:sp>
      <p:sp>
        <p:nvSpPr>
          <p:cNvPr id="34" name="Text Placeholder 11">
            <a:extLst>
              <a:ext uri="{FF2B5EF4-FFF2-40B4-BE49-F238E27FC236}">
                <a16:creationId xmlns:a16="http://schemas.microsoft.com/office/drawing/2014/main" id="{AF557D37-8C58-45BB-BCD2-B899758EECF1}"/>
              </a:ext>
            </a:extLst>
          </p:cNvPr>
          <p:cNvSpPr>
            <a:spLocks noGrp="1"/>
          </p:cNvSpPr>
          <p:nvPr>
            <p:ph type="body" sz="quarter" idx="24"/>
          </p:nvPr>
        </p:nvSpPr>
        <p:spPr>
          <a:xfrm>
            <a:off x="8162392"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EF28028A-6874-45E0-BC8D-8A1F2FBBA251}"/>
              </a:ext>
            </a:extLst>
          </p:cNvPr>
          <p:cNvSpPr>
            <a:spLocks noGrp="1"/>
          </p:cNvSpPr>
          <p:nvPr>
            <p:ph type="pic" sz="quarter" idx="25"/>
          </p:nvPr>
        </p:nvSpPr>
        <p:spPr>
          <a:xfrm>
            <a:off x="8162392" y="1929600"/>
            <a:ext cx="1742400" cy="1224000"/>
          </a:xfrm>
        </p:spPr>
        <p:txBody>
          <a:bodyPr lIns="0" tIns="0" rIns="0" bIns="0"/>
          <a:lstStyle/>
          <a:p>
            <a:r>
              <a:rPr lang="en-US" noProof="0"/>
              <a:t>Click icon to add picture</a:t>
            </a:r>
            <a:endParaRPr lang="en-US"/>
          </a:p>
        </p:txBody>
      </p:sp>
      <p:sp>
        <p:nvSpPr>
          <p:cNvPr id="35" name="Text Placeholder 11">
            <a:extLst>
              <a:ext uri="{FF2B5EF4-FFF2-40B4-BE49-F238E27FC236}">
                <a16:creationId xmlns:a16="http://schemas.microsoft.com/office/drawing/2014/main" id="{620D32C3-A646-46A3-A89B-D8B54CCB2006}"/>
              </a:ext>
            </a:extLst>
          </p:cNvPr>
          <p:cNvSpPr>
            <a:spLocks noGrp="1"/>
          </p:cNvSpPr>
          <p:nvPr>
            <p:ph type="body" sz="quarter" idx="26"/>
          </p:nvPr>
        </p:nvSpPr>
        <p:spPr>
          <a:xfrm>
            <a:off x="10120189"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4E2AFF6-F61C-424F-AD48-E5E504B17376}"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7" name="Picture Placeholder 10">
            <a:extLst>
              <a:ext uri="{FF2B5EF4-FFF2-40B4-BE49-F238E27FC236}">
                <a16:creationId xmlns:a16="http://schemas.microsoft.com/office/drawing/2014/main" id="{AF50D2F7-148B-415F-9691-B8FFA28455D4}"/>
              </a:ext>
            </a:extLst>
          </p:cNvPr>
          <p:cNvSpPr>
            <a:spLocks noGrp="1"/>
          </p:cNvSpPr>
          <p:nvPr>
            <p:ph type="pic" sz="quarter" idx="27"/>
          </p:nvPr>
        </p:nvSpPr>
        <p:spPr>
          <a:xfrm>
            <a:off x="10120189" y="1929600"/>
            <a:ext cx="1742400" cy="1224000"/>
          </a:xfrm>
        </p:spPr>
        <p:txBody>
          <a:bodyPr lIns="0" tIns="0" rIns="0" bIns="0"/>
          <a:lstStyle/>
          <a:p>
            <a:r>
              <a:rPr lang="en-US" noProof="0"/>
              <a:t>Click icon to add picture</a:t>
            </a:r>
            <a:endParaRPr lang="en-US"/>
          </a:p>
        </p:txBody>
      </p:sp>
      <p:sp>
        <p:nvSpPr>
          <p:cNvPr id="20" name="Text Placeholder 9">
            <a:extLst>
              <a:ext uri="{FF2B5EF4-FFF2-40B4-BE49-F238E27FC236}">
                <a16:creationId xmlns:a16="http://schemas.microsoft.com/office/drawing/2014/main" id="{D760D6FD-6CAE-4F90-B86F-38E9400A0AC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396956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Content &amp; nine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4896438"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279205"/>
            <a:ext cx="1834650" cy="1686395"/>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59548B43-B5A0-4273-B56B-10B599F0056D}"/>
              </a:ext>
            </a:extLst>
          </p:cNvPr>
          <p:cNvSpPr>
            <a:spLocks noGrp="1"/>
          </p:cNvSpPr>
          <p:nvPr>
            <p:ph type="pic" sz="quarter" idx="18"/>
          </p:nvPr>
        </p:nvSpPr>
        <p:spPr>
          <a:xfrm>
            <a:off x="8117138" y="279205"/>
            <a:ext cx="1834650" cy="1686395"/>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35CD4B9C-945C-40FF-BD47-450E004E75F8}"/>
              </a:ext>
            </a:extLst>
          </p:cNvPr>
          <p:cNvSpPr>
            <a:spLocks noGrp="1"/>
          </p:cNvSpPr>
          <p:nvPr>
            <p:ph type="pic" sz="quarter" idx="19"/>
          </p:nvPr>
        </p:nvSpPr>
        <p:spPr>
          <a:xfrm>
            <a:off x="10028738" y="279205"/>
            <a:ext cx="1834650" cy="1686395"/>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C37EE18F-5138-46F6-8F64-45A9C1B34E2B}"/>
              </a:ext>
            </a:extLst>
          </p:cNvPr>
          <p:cNvSpPr>
            <a:spLocks noGrp="1"/>
          </p:cNvSpPr>
          <p:nvPr>
            <p:ph type="pic" sz="quarter" idx="20"/>
          </p:nvPr>
        </p:nvSpPr>
        <p:spPr>
          <a:xfrm>
            <a:off x="6205538" y="2052205"/>
            <a:ext cx="1834650" cy="1686395"/>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31F1B58F-EB8F-46BE-AEA0-7CD46F5312C3}"/>
              </a:ext>
            </a:extLst>
          </p:cNvPr>
          <p:cNvSpPr>
            <a:spLocks noGrp="1"/>
          </p:cNvSpPr>
          <p:nvPr>
            <p:ph type="pic" sz="quarter" idx="21"/>
          </p:nvPr>
        </p:nvSpPr>
        <p:spPr>
          <a:xfrm>
            <a:off x="8117138" y="2052205"/>
            <a:ext cx="1834650" cy="1686395"/>
          </a:xfrm>
        </p:spPr>
        <p:txBody>
          <a:bodyPr/>
          <a:lstStyle/>
          <a:p>
            <a:r>
              <a:rPr lang="en-US" noProof="0"/>
              <a:t>Click icon to add picture</a:t>
            </a:r>
            <a:endParaRPr lang="en-US"/>
          </a:p>
        </p:txBody>
      </p:sp>
      <p:sp>
        <p:nvSpPr>
          <p:cNvPr id="27" name="Picture Placeholder 10">
            <a:extLst>
              <a:ext uri="{FF2B5EF4-FFF2-40B4-BE49-F238E27FC236}">
                <a16:creationId xmlns:a16="http://schemas.microsoft.com/office/drawing/2014/main" id="{A0E14069-0987-4022-836B-AAB206CC5CA6}"/>
              </a:ext>
            </a:extLst>
          </p:cNvPr>
          <p:cNvSpPr>
            <a:spLocks noGrp="1"/>
          </p:cNvSpPr>
          <p:nvPr>
            <p:ph type="pic" sz="quarter" idx="22"/>
          </p:nvPr>
        </p:nvSpPr>
        <p:spPr>
          <a:xfrm>
            <a:off x="10028738" y="2052205"/>
            <a:ext cx="1834650" cy="1686395"/>
          </a:xfrm>
        </p:spPr>
        <p:txBody>
          <a:bodyPr lIns="0" tIns="0" rIns="0" bIns="0"/>
          <a:lstStyle/>
          <a:p>
            <a:r>
              <a:rPr lang="en-US" noProof="0"/>
              <a:t>Click icon to add picture</a:t>
            </a:r>
            <a:endParaRPr lang="en-US"/>
          </a:p>
        </p:txBody>
      </p:sp>
      <p:sp>
        <p:nvSpPr>
          <p:cNvPr id="28" name="Picture Placeholder 10">
            <a:extLst>
              <a:ext uri="{FF2B5EF4-FFF2-40B4-BE49-F238E27FC236}">
                <a16:creationId xmlns:a16="http://schemas.microsoft.com/office/drawing/2014/main" id="{742A9089-F92B-49A4-BABA-71AA8366E460}"/>
              </a:ext>
            </a:extLst>
          </p:cNvPr>
          <p:cNvSpPr>
            <a:spLocks noGrp="1"/>
          </p:cNvSpPr>
          <p:nvPr>
            <p:ph type="pic" sz="quarter" idx="23"/>
          </p:nvPr>
        </p:nvSpPr>
        <p:spPr>
          <a:xfrm>
            <a:off x="6205538" y="3825205"/>
            <a:ext cx="1834650" cy="1686395"/>
          </a:xfrm>
        </p:spPr>
        <p:txBody>
          <a:bodyPr lIns="0" tIns="0" rIns="0" bIns="0"/>
          <a:lstStyle/>
          <a:p>
            <a:r>
              <a:rPr lang="en-US" noProof="0"/>
              <a:t>Click icon to add picture</a:t>
            </a:r>
            <a:endParaRPr lang="en-US"/>
          </a:p>
        </p:txBody>
      </p:sp>
      <p:sp>
        <p:nvSpPr>
          <p:cNvPr id="29" name="Picture Placeholder 10">
            <a:extLst>
              <a:ext uri="{FF2B5EF4-FFF2-40B4-BE49-F238E27FC236}">
                <a16:creationId xmlns:a16="http://schemas.microsoft.com/office/drawing/2014/main" id="{C0EF4526-4C12-4244-8872-7B4E2C535F2F}"/>
              </a:ext>
            </a:extLst>
          </p:cNvPr>
          <p:cNvSpPr>
            <a:spLocks noGrp="1"/>
          </p:cNvSpPr>
          <p:nvPr>
            <p:ph type="pic" sz="quarter" idx="24"/>
          </p:nvPr>
        </p:nvSpPr>
        <p:spPr>
          <a:xfrm>
            <a:off x="8117138" y="3825205"/>
            <a:ext cx="1834650" cy="1686395"/>
          </a:xfrm>
        </p:spPr>
        <p:txBody>
          <a:bodyPr lIns="0" tIns="0" rIns="0" bIns="0"/>
          <a:lstStyle/>
          <a:p>
            <a:r>
              <a:rPr lang="en-US" noProof="0"/>
              <a:t>Click icon to add picture</a:t>
            </a:r>
            <a:endParaRPr lang="en-US"/>
          </a:p>
        </p:txBody>
      </p:sp>
      <p:sp>
        <p:nvSpPr>
          <p:cNvPr id="36" name="Picture Placeholder 10">
            <a:extLst>
              <a:ext uri="{FF2B5EF4-FFF2-40B4-BE49-F238E27FC236}">
                <a16:creationId xmlns:a16="http://schemas.microsoft.com/office/drawing/2014/main" id="{2437BD9E-8D26-498F-82EA-45C3AF5A77AD}"/>
              </a:ext>
            </a:extLst>
          </p:cNvPr>
          <p:cNvSpPr>
            <a:spLocks noGrp="1"/>
          </p:cNvSpPr>
          <p:nvPr>
            <p:ph type="pic" sz="quarter" idx="25"/>
          </p:nvPr>
        </p:nvSpPr>
        <p:spPr>
          <a:xfrm>
            <a:off x="10028738" y="3825205"/>
            <a:ext cx="1834650" cy="1686395"/>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AE84A20A-6C50-422B-A13D-BA125DC2739D}"/>
              </a:ext>
            </a:extLst>
          </p:cNvPr>
          <p:cNvSpPr>
            <a:spLocks noGrp="1"/>
          </p:cNvSpPr>
          <p:nvPr>
            <p:ph sz="quarter" idx="26"/>
          </p:nvPr>
        </p:nvSpPr>
        <p:spPr>
          <a:xfrm>
            <a:off x="331200" y="1929600"/>
            <a:ext cx="4896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A19BC4A7-5571-459D-9C43-D8AB65C6A600}"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AC4A9BBF-197B-4C9D-B440-391CB9BAAF0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770864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userDrawn="1">
  <p:cSld name="Picture full screen">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42F1E3-1CF0-4318-B2CA-0E8CE1BBC509}"/>
              </a:ext>
            </a:extLst>
          </p:cNvPr>
          <p:cNvSpPr>
            <a:spLocks noGrp="1"/>
          </p:cNvSpPr>
          <p:nvPr>
            <p:ph type="pic" sz="quarter" idx="15"/>
          </p:nvPr>
        </p:nvSpPr>
        <p:spPr>
          <a:xfrm>
            <a:off x="0" y="0"/>
            <a:ext cx="12192000" cy="6858000"/>
          </a:xfrm>
        </p:spPr>
        <p:txBody>
          <a:bodyPr lIns="0" tIns="0" rIns="0" bIns="0"/>
          <a:lstStyle/>
          <a:p>
            <a:r>
              <a:rPr lang="en-US" noProof="0"/>
              <a:t>Click icon to add picture</a:t>
            </a:r>
            <a:endParaRPr lang="en-US"/>
          </a:p>
        </p:txBody>
      </p:sp>
      <p:sp>
        <p:nvSpPr>
          <p:cNvPr id="80" name="Title 1">
            <a:extLst>
              <a:ext uri="{FF2B5EF4-FFF2-40B4-BE49-F238E27FC236}">
                <a16:creationId xmlns:a16="http://schemas.microsoft.com/office/drawing/2014/main" id="{30A68600-7881-4B67-B186-6217D1ABAC79}"/>
              </a:ext>
            </a:extLst>
          </p:cNvPr>
          <p:cNvSpPr>
            <a:spLocks noGrp="1"/>
          </p:cNvSpPr>
          <p:nvPr>
            <p:ph type="title"/>
          </p:nvPr>
        </p:nvSpPr>
        <p:spPr>
          <a:xfrm>
            <a:off x="331200" y="691200"/>
            <a:ext cx="11530600" cy="367200"/>
          </a:xfrm>
        </p:spPr>
        <p:txBody>
          <a:bodyPr/>
          <a:lstStyle/>
          <a:p>
            <a:r>
              <a:rPr lang="en-US" noProof="0"/>
              <a:t>Click to edit Master title style</a:t>
            </a:r>
          </a:p>
        </p:txBody>
      </p:sp>
      <p:sp>
        <p:nvSpPr>
          <p:cNvPr id="7" name="Text Placeholder 9">
            <a:extLst>
              <a:ext uri="{FF2B5EF4-FFF2-40B4-BE49-F238E27FC236}">
                <a16:creationId xmlns:a16="http://schemas.microsoft.com/office/drawing/2014/main" id="{233B759A-8EC4-474C-9D8F-27FFD7EFC0CB}"/>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84F6A480-9627-4834-A7C2-9C9C23E027E2}"/>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28357F29-FBD8-4C17-AA78-F7962A8410D8}"/>
              </a:ext>
            </a:extLst>
          </p:cNvPr>
          <p:cNvSpPr>
            <a:spLocks noGrp="1"/>
          </p:cNvSpPr>
          <p:nvPr>
            <p:ph type="dt" sz="half" idx="11"/>
          </p:nvPr>
        </p:nvSpPr>
        <p:spPr/>
        <p:txBody>
          <a:bodyPr lIns="0" tIns="0" rIns="0" bIns="0"/>
          <a:lstStyle/>
          <a:p>
            <a:fld id="{E2FD292C-8ACD-4DDF-85DC-F78023C9F06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4A6EB2A1-5955-4872-8062-32929D0BDAB8}"/>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37" name="Text Placeholder 9">
            <a:extLst>
              <a:ext uri="{FF2B5EF4-FFF2-40B4-BE49-F238E27FC236}">
                <a16:creationId xmlns:a16="http://schemas.microsoft.com/office/drawing/2014/main" id="{E9BF6FE6-5893-4416-9A56-5FE878A6910E}"/>
              </a:ext>
            </a:extLst>
          </p:cNvPr>
          <p:cNvSpPr>
            <a:spLocks noGrp="1"/>
          </p:cNvSpPr>
          <p:nvPr>
            <p:ph type="body" sz="quarter" idx="16"/>
          </p:nvPr>
        </p:nvSpPr>
        <p:spPr>
          <a:xfrm>
            <a:off x="334800" y="514800"/>
            <a:ext cx="306000" cy="32400"/>
          </a:xfrm>
          <a:solidFill>
            <a:schemeClr val="bg2"/>
          </a:solidFill>
          <a:ln w="6350">
            <a:solidFill>
              <a:schemeClr val="bg2"/>
            </a:solidFill>
            <a:miter lim="800000"/>
          </a:ln>
        </p:spPr>
        <p:txBody>
          <a:bodyPr lIns="0" tIns="0" rIns="0" bIns="0"/>
          <a:lstStyle>
            <a:lvl1pPr>
              <a:defRPr>
                <a:noFill/>
              </a:defRPr>
            </a:lvl1pPr>
          </a:lstStyle>
          <a:p>
            <a:pPr lvl="0"/>
            <a:r>
              <a:rPr lang="en-US" noProof="0"/>
              <a:t>Click to edit Master text styles</a:t>
            </a:r>
            <a:endParaRPr lang="en-US"/>
          </a:p>
        </p:txBody>
      </p:sp>
      <p:pic>
        <p:nvPicPr>
          <p:cNvPr id="2" name="LogoFooter">
            <a:extLst>
              <a:ext uri="{FF2B5EF4-FFF2-40B4-BE49-F238E27FC236}">
                <a16:creationId xmlns:a16="http://schemas.microsoft.com/office/drawing/2014/main" id="{B5B2B43B-F910-7839-8063-5DB9432AABA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54200" y="6456066"/>
            <a:ext cx="507600" cy="192272"/>
          </a:xfrm>
          <a:prstGeom prst="rect">
            <a:avLst/>
          </a:prstGeom>
        </p:spPr>
      </p:pic>
      <p:sp>
        <p:nvSpPr>
          <p:cNvPr id="6"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185D9D8-D11B-3B47-230F-74A7A19935AB}"/>
              </a:ext>
            </a:extLst>
          </p:cNvPr>
          <p:cNvSpPr txBox="1"/>
          <p:nvPr userDrawn="1"/>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12" name="Slide number">
            <a:extLst>
              <a:ext uri="{FF2B5EF4-FFF2-40B4-BE49-F238E27FC236}">
                <a16:creationId xmlns:a16="http://schemas.microsoft.com/office/drawing/2014/main" id="{41A3BA16-6B6A-D206-D9D9-E6B17F9FD035}"/>
              </a:ext>
            </a:extLst>
          </p:cNvPr>
          <p:cNvSpPr/>
          <p:nvPr userDrawn="1"/>
        </p:nvSpPr>
        <p:spPr bwMode="gray">
          <a:xfrm>
            <a:off x="2181600"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Slide </a:t>
            </a:r>
            <a:fld id="{6ACD6C49-4324-4266-B7DB-7E26C75ACED4}" type="slidenum">
              <a:rPr lang="en-US" sz="800" smtClean="0">
                <a:solidFill>
                  <a:schemeClr val="tx1"/>
                </a:solidFill>
              </a:rPr>
              <a:t>‹#›</a:t>
            </a:fld>
            <a:endParaRPr lang="en-US" sz="800">
              <a:solidFill>
                <a:schemeClr val="tx1"/>
              </a:solidFill>
            </a:endParaRPr>
          </a:p>
        </p:txBody>
      </p:sp>
      <p:sp>
        <p:nvSpPr>
          <p:cNvPr id="10" name="Date dynamic" hidden="1">
            <a:extLst>
              <a:ext uri="{FF2B5EF4-FFF2-40B4-BE49-F238E27FC236}">
                <a16:creationId xmlns:a16="http://schemas.microsoft.com/office/drawing/2014/main" id="{0B08ACCB-C2A9-AB0F-53B9-508FB5BB603A}"/>
              </a:ext>
            </a:extLst>
          </p:cNvPr>
          <p:cNvSpPr/>
          <p:nvPr userDrawn="1"/>
        </p:nvSpPr>
        <p:spPr bwMode="gray">
          <a:xfrm>
            <a:off x="2934000" y="6548400"/>
            <a:ext cx="1296000"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May 8, 2023</a:t>
            </a:r>
          </a:p>
        </p:txBody>
      </p:sp>
    </p:spTree>
    <p:extLst>
      <p:ext uri="{BB962C8B-B14F-4D97-AF65-F5344CB8AC3E}">
        <p14:creationId xmlns:p14="http://schemas.microsoft.com/office/powerpoint/2010/main" val="2931762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userDrawn="1">
  <p:cSld name="Picture full screen (big caption)">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EAA09D2E-D7D5-FBB9-4B87-CC6CD2E49D6D}"/>
              </a:ext>
            </a:extLst>
          </p:cNvPr>
          <p:cNvSpPr>
            <a:spLocks noGrp="1"/>
          </p:cNvSpPr>
          <p:nvPr>
            <p:ph type="pic" sz="quarter" idx="15"/>
          </p:nvPr>
        </p:nvSpPr>
        <p:spPr>
          <a:xfrm>
            <a:off x="0" y="0"/>
            <a:ext cx="12192000" cy="6858000"/>
          </a:xfrm>
        </p:spPr>
        <p:txBody>
          <a:bodyPr lIns="0" tIns="0" rIns="0" bIns="0"/>
          <a:lstStyle/>
          <a:p>
            <a:r>
              <a:rPr lang="en-US" noProof="0"/>
              <a:t>Click icon to add picture</a:t>
            </a:r>
            <a:endParaRPr lang="en-US"/>
          </a:p>
        </p:txBody>
      </p:sp>
      <p:sp>
        <p:nvSpPr>
          <p:cNvPr id="7" name="Text Placeholder 9">
            <a:extLst>
              <a:ext uri="{FF2B5EF4-FFF2-40B4-BE49-F238E27FC236}">
                <a16:creationId xmlns:a16="http://schemas.microsoft.com/office/drawing/2014/main" id="{60E2C2D2-B7EB-2053-0B06-8BC75B8E4122}"/>
              </a:ext>
            </a:extLst>
          </p:cNvPr>
          <p:cNvSpPr>
            <a:spLocks noGrp="1"/>
          </p:cNvSpPr>
          <p:nvPr>
            <p:ph type="body" sz="quarter" idx="14" hasCustomPrompt="1"/>
          </p:nvPr>
        </p:nvSpPr>
        <p:spPr>
          <a:xfrm>
            <a:off x="331789" y="5293466"/>
            <a:ext cx="8594771" cy="486000"/>
          </a:xfrm>
        </p:spPr>
        <p:txBody>
          <a:bodyPr lIns="0" tIns="0" rIns="0" b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 name="Title 1">
            <a:extLst>
              <a:ext uri="{FF2B5EF4-FFF2-40B4-BE49-F238E27FC236}">
                <a16:creationId xmlns:a16="http://schemas.microsoft.com/office/drawing/2014/main" id="{305F8B3F-EE2C-9020-E1E7-B0365650AB78}"/>
              </a:ext>
            </a:extLst>
          </p:cNvPr>
          <p:cNvSpPr>
            <a:spLocks noGrp="1"/>
          </p:cNvSpPr>
          <p:nvPr>
            <p:ph type="title" hasCustomPrompt="1"/>
          </p:nvPr>
        </p:nvSpPr>
        <p:spPr>
          <a:xfrm>
            <a:off x="331200" y="2946400"/>
            <a:ext cx="8594771" cy="2246999"/>
          </a:xfrm>
        </p:spPr>
        <p:txBody>
          <a:bodyPr anchor="b"/>
          <a:lstStyle>
            <a:lvl1pPr>
              <a:defRPr sz="6000" b="0" cap="all" baseline="0">
                <a:latin typeface="ABBvoice Display SemiBold" panose="020D0704020603060204" pitchFamily="34" charset="0"/>
                <a:cs typeface="ABBvoice Display Beta SemiBold" panose="020D0704020603060204" pitchFamily="34" charset="0"/>
              </a:defRPr>
            </a:lvl1pPr>
          </a:lstStyle>
          <a:p>
            <a:r>
              <a:rPr lang="en-US"/>
              <a:t>Big caption</a:t>
            </a:r>
          </a:p>
        </p:txBody>
      </p:sp>
      <p:sp>
        <p:nvSpPr>
          <p:cNvPr id="3" name="Footer Placeholder 2">
            <a:extLst>
              <a:ext uri="{FF2B5EF4-FFF2-40B4-BE49-F238E27FC236}">
                <a16:creationId xmlns:a16="http://schemas.microsoft.com/office/drawing/2014/main" id="{F4273CE9-8AEE-AD06-CBD8-70F010A7D6B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88BC6633-994B-77A9-AC8E-3EB4747035EF}"/>
              </a:ext>
            </a:extLst>
          </p:cNvPr>
          <p:cNvSpPr>
            <a:spLocks noGrp="1"/>
          </p:cNvSpPr>
          <p:nvPr>
            <p:ph type="dt" sz="half" idx="11"/>
          </p:nvPr>
        </p:nvSpPr>
        <p:spPr/>
        <p:txBody>
          <a:bodyPr/>
          <a:lstStyle/>
          <a:p>
            <a:fld id="{4A806A40-8146-4C46-A669-604AE817EB45}" type="datetime4">
              <a:rPr lang="en-US" smtClean="0"/>
              <a:t>January 21, 2026</a:t>
            </a:fld>
            <a:endParaRPr lang="en-US"/>
          </a:p>
        </p:txBody>
      </p:sp>
      <p:sp>
        <p:nvSpPr>
          <p:cNvPr id="5" name="Slide Number Placeholder 4">
            <a:extLst>
              <a:ext uri="{FF2B5EF4-FFF2-40B4-BE49-F238E27FC236}">
                <a16:creationId xmlns:a16="http://schemas.microsoft.com/office/drawing/2014/main" id="{9F2888C2-6D99-9F06-53FC-4B7B33F4CFC7}"/>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2280819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Rounded picture &amp; text boxes">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B44EC52-177B-4EE6-B503-BC62C90040B3}"/>
              </a:ext>
            </a:extLst>
          </p:cNvPr>
          <p:cNvSpPr>
            <a:spLocks noGrp="1"/>
          </p:cNvSpPr>
          <p:nvPr>
            <p:ph type="pic" sz="quarter" idx="17"/>
          </p:nvPr>
        </p:nvSpPr>
        <p:spPr bwMode="gray">
          <a:xfrm>
            <a:off x="331789" y="2304000"/>
            <a:ext cx="2935286" cy="2935286"/>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4032250" y="2304000"/>
            <a:ext cx="7818950" cy="2343600"/>
          </a:xfrm>
        </p:spPr>
        <p:txBody>
          <a:bodyPr lIns="0" tIns="0" rIns="0" bIns="0" anchor="b"/>
          <a:lstStyle>
            <a:lvl1pPr>
              <a:defRPr sz="3600" b="0" cap="all" baseline="0">
                <a:latin typeface="ABBvoice Display SemiBold" panose="020D0704020603060204" pitchFamily="34" charset="0"/>
                <a:ea typeface="ABBvoice Light" panose="020D0403020503020204" pitchFamily="34" charset="0"/>
                <a:cs typeface="ABBvoice Display Beta SemiBold" panose="020D0704020603060204" pitchFamily="34" charset="0"/>
              </a:defRPr>
            </a:lvl1pPr>
            <a:lvl2pPr indent="-284400">
              <a:defRPr sz="2400" b="0">
                <a:latin typeface="ABBvoice Light" panose="020D0403020503020204" pitchFamily="34" charset="0"/>
                <a:ea typeface="ABBvoice Light" panose="020D0403020503020204" pitchFamily="34" charset="0"/>
                <a:cs typeface="ABBvoice Light" panose="020D0403020503020204" pitchFamily="34" charset="0"/>
              </a:defRPr>
            </a:lvl2pPr>
            <a:lvl3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3pPr>
            <a:lvl4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4pPr>
            <a:lvl5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1" name="Text Placeholder 11">
            <a:extLst>
              <a:ext uri="{FF2B5EF4-FFF2-40B4-BE49-F238E27FC236}">
                <a16:creationId xmlns:a16="http://schemas.microsoft.com/office/drawing/2014/main" id="{45EE9DB0-5B20-4895-89CC-4D1979114BE5}"/>
              </a:ext>
            </a:extLst>
          </p:cNvPr>
          <p:cNvSpPr>
            <a:spLocks noGrp="1"/>
          </p:cNvSpPr>
          <p:nvPr>
            <p:ph type="body" sz="quarter" idx="18"/>
          </p:nvPr>
        </p:nvSpPr>
        <p:spPr>
          <a:xfrm>
            <a:off x="4032250" y="4737600"/>
            <a:ext cx="7818950" cy="684000"/>
          </a:xfrm>
        </p:spPr>
        <p:txBody>
          <a:bodyPr lIns="0" tIns="0" rIns="0" bIns="0"/>
          <a:lstStyle>
            <a:lvl1pPr>
              <a:defRPr sz="1800" b="1">
                <a:solidFill>
                  <a:schemeClr val="tx2"/>
                </a:solidFill>
                <a:latin typeface="+mn-lt"/>
                <a:ea typeface="ABBvoice Light" panose="020D0403020503020204" pitchFamily="34" charset="0"/>
                <a:cs typeface="ABBvoice Light" panose="020D0403020503020204" pitchFamily="34" charset="0"/>
              </a:defRPr>
            </a:lvl1pPr>
            <a:lvl2pPr>
              <a:defRPr sz="1400" b="1">
                <a:latin typeface="+mn-lt"/>
                <a:ea typeface="ABBvoice Light" panose="020D0403020503020204" pitchFamily="34" charset="0"/>
                <a:cs typeface="ABBvoice Light" panose="020D0403020503020204" pitchFamily="34" charset="0"/>
              </a:defRPr>
            </a:lvl2pPr>
            <a:lvl3pPr>
              <a:defRPr sz="1400" b="1">
                <a:latin typeface="+mn-lt"/>
                <a:ea typeface="ABBvoice Light" panose="020D0403020503020204" pitchFamily="34" charset="0"/>
                <a:cs typeface="ABBvoice Light" panose="020D0403020503020204" pitchFamily="34" charset="0"/>
              </a:defRPr>
            </a:lvl3pPr>
            <a:lvl4pPr>
              <a:defRPr sz="1400" b="1">
                <a:latin typeface="+mn-lt"/>
                <a:ea typeface="ABBvoice Light" panose="020D0403020503020204" pitchFamily="34" charset="0"/>
                <a:cs typeface="ABBvoice Light" panose="020D0403020503020204" pitchFamily="34" charset="0"/>
              </a:defRPr>
            </a:lvl4pPr>
            <a:lvl5pPr>
              <a:defRPr sz="1400" b="1">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F576353-D5DB-4F2A-A22E-FA267E06FBC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062253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Four rounded picture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2B44EC52-177B-4EE6-B503-BC62C90040B3}"/>
              </a:ext>
            </a:extLst>
          </p:cNvPr>
          <p:cNvSpPr>
            <a:spLocks noGrp="1"/>
          </p:cNvSpPr>
          <p:nvPr>
            <p:ph type="pic" sz="quarter" idx="17"/>
          </p:nvPr>
        </p:nvSpPr>
        <p:spPr bwMode="gray">
          <a:xfrm>
            <a:off x="338400"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8"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2767594A-9B1B-4FC9-A3EF-98EEA86AC62C}"/>
              </a:ext>
            </a:extLst>
          </p:cNvPr>
          <p:cNvSpPr>
            <a:spLocks noGrp="1"/>
          </p:cNvSpPr>
          <p:nvPr>
            <p:ph type="pic" sz="quarter" idx="18"/>
          </p:nvPr>
        </p:nvSpPr>
        <p:spPr bwMode="gray">
          <a:xfrm>
            <a:off x="3272596"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1" name="Text Placeholder 11">
            <a:extLst>
              <a:ext uri="{FF2B5EF4-FFF2-40B4-BE49-F238E27FC236}">
                <a16:creationId xmlns:a16="http://schemas.microsoft.com/office/drawing/2014/main" id="{5E9B6A50-8E7E-44DE-87B0-BBA84E8C9C4D}"/>
              </a:ext>
            </a:extLst>
          </p:cNvPr>
          <p:cNvSpPr>
            <a:spLocks noGrp="1"/>
          </p:cNvSpPr>
          <p:nvPr>
            <p:ph type="body" sz="quarter" idx="19"/>
          </p:nvPr>
        </p:nvSpPr>
        <p:spPr>
          <a:xfrm>
            <a:off x="3267795"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403055A0-7433-437E-92E6-21BA8C2F2EC9}"/>
              </a:ext>
            </a:extLst>
          </p:cNvPr>
          <p:cNvSpPr>
            <a:spLocks noGrp="1"/>
          </p:cNvSpPr>
          <p:nvPr>
            <p:ph type="pic" sz="quarter" idx="20"/>
          </p:nvPr>
        </p:nvSpPr>
        <p:spPr bwMode="gray">
          <a:xfrm>
            <a:off x="6206792"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2" name="Text Placeholder 11">
            <a:extLst>
              <a:ext uri="{FF2B5EF4-FFF2-40B4-BE49-F238E27FC236}">
                <a16:creationId xmlns:a16="http://schemas.microsoft.com/office/drawing/2014/main" id="{F4B5EE1A-3316-46F5-BB7B-CCCA30464A87}"/>
              </a:ext>
            </a:extLst>
          </p:cNvPr>
          <p:cNvSpPr>
            <a:spLocks noGrp="1"/>
          </p:cNvSpPr>
          <p:nvPr>
            <p:ph type="body" sz="quarter" idx="21"/>
          </p:nvPr>
        </p:nvSpPr>
        <p:spPr>
          <a:xfrm>
            <a:off x="6204392"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00FD68CA-5637-4712-BABD-05E96DCD3BCF}"/>
              </a:ext>
            </a:extLst>
          </p:cNvPr>
          <p:cNvSpPr>
            <a:spLocks noGrp="1"/>
          </p:cNvSpPr>
          <p:nvPr>
            <p:ph type="pic" sz="quarter" idx="22"/>
          </p:nvPr>
        </p:nvSpPr>
        <p:spPr bwMode="gray">
          <a:xfrm>
            <a:off x="9140989"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3" name="Text Placeholder 11">
            <a:extLst>
              <a:ext uri="{FF2B5EF4-FFF2-40B4-BE49-F238E27FC236}">
                <a16:creationId xmlns:a16="http://schemas.microsoft.com/office/drawing/2014/main" id="{B81787D8-AACD-4182-9B1C-706B7FA5B2FE}"/>
              </a:ext>
            </a:extLst>
          </p:cNvPr>
          <p:cNvSpPr>
            <a:spLocks noGrp="1"/>
          </p:cNvSpPr>
          <p:nvPr>
            <p:ph type="body" sz="quarter" idx="23"/>
          </p:nvPr>
        </p:nvSpPr>
        <p:spPr>
          <a:xfrm>
            <a:off x="9140989"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02337EE-EDB6-43FF-843D-172081B7296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678039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Four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1200" y="2552400"/>
            <a:ext cx="914400" cy="914400"/>
          </a:xfrm>
        </p:spPr>
        <p:txBody>
          <a:bodyPr lIns="0" tIns="0" rIns="0" bIns="0"/>
          <a:lstStyle>
            <a:lvl1pPr algn="ctr">
              <a:defRPr sz="8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3267796" y="2552400"/>
            <a:ext cx="914400" cy="914400"/>
          </a:xfrm>
        </p:spPr>
        <p:txBody>
          <a:bodyPr lIns="0" tIns="0" rIns="0" bIns="0"/>
          <a:lstStyle>
            <a:lvl1pPr algn="ctr">
              <a:defRPr sz="8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3267796"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6204392" y="2552400"/>
            <a:ext cx="914400" cy="914400"/>
          </a:xfrm>
        </p:spPr>
        <p:txBody>
          <a:bodyPr lIns="0" tIns="0" rIns="0" bIns="0"/>
          <a:lstStyle>
            <a:lvl1pPr algn="ctr">
              <a:defRPr sz="8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6204392"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9140989" y="2552400"/>
            <a:ext cx="914400" cy="914400"/>
          </a:xfrm>
        </p:spPr>
        <p:txBody>
          <a:bodyPr lIns="0" tIns="0" rIns="0" bIns="0"/>
          <a:lstStyle>
            <a:lvl1pPr algn="ctr">
              <a:defRPr sz="8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140989"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3A501F0-1B55-4808-B191-E00ECFEF3979}"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6" name="Text Placeholder 9">
            <a:extLst>
              <a:ext uri="{FF2B5EF4-FFF2-40B4-BE49-F238E27FC236}">
                <a16:creationId xmlns:a16="http://schemas.microsoft.com/office/drawing/2014/main" id="{C9A43077-8463-4968-88C4-11AE5FC21D2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22827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Fiv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1200" y="2552400"/>
            <a:ext cx="914400" cy="914400"/>
          </a:xfrm>
        </p:spPr>
        <p:txBody>
          <a:bodyPr lIns="0" tIns="0" rIns="0" bIns="0"/>
          <a:lstStyle>
            <a:lvl1pPr algn="ctr">
              <a:defRPr sz="8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2774847" y="2552400"/>
            <a:ext cx="914400" cy="914400"/>
          </a:xfrm>
        </p:spPr>
        <p:txBody>
          <a:bodyPr lIns="0" tIns="0" rIns="0" bIns="0"/>
          <a:lstStyle>
            <a:lvl1pPr algn="ctr">
              <a:defRPr sz="8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2774847"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5218494" y="2552400"/>
            <a:ext cx="914400" cy="914400"/>
          </a:xfrm>
        </p:spPr>
        <p:txBody>
          <a:bodyPr lIns="0" tIns="0" rIns="0" bIns="0"/>
          <a:lstStyle>
            <a:lvl1pPr algn="ctr">
              <a:defRPr sz="8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5218494"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7662141" y="2552400"/>
            <a:ext cx="914400" cy="914400"/>
          </a:xfrm>
        </p:spPr>
        <p:txBody>
          <a:bodyPr lIns="0" tIns="0" rIns="0" bIns="0"/>
          <a:lstStyle>
            <a:lvl1pPr algn="ctr">
              <a:defRPr sz="8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7662141"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10105789" y="2552400"/>
            <a:ext cx="914400" cy="914400"/>
          </a:xfrm>
        </p:spPr>
        <p:txBody>
          <a:bodyPr lIns="0" tIns="0" rIns="0" bIns="0"/>
          <a:lstStyle>
            <a:lvl1pPr algn="ctr">
              <a:defRPr sz="8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10105789"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F6B12C3D-BC2E-4B7A-B360-CE0523781F6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E3342590-42A3-4E78-9950-B9D9986172B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253388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Six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4800" y="19296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932400"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4396763" y="1929600"/>
            <a:ext cx="457200" cy="457200"/>
          </a:xfrm>
        </p:spPr>
        <p:txBody>
          <a:bodyPr lIns="0" tIns="0" rIns="0" bIns="0"/>
          <a:lstStyle>
            <a:lvl1pPr algn="ctr">
              <a:defRPr sz="7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4994363"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8458725" y="1929600"/>
            <a:ext cx="457200" cy="457200"/>
          </a:xfrm>
        </p:spPr>
        <p:txBody>
          <a:bodyPr lIns="0" tIns="0" rIns="0" bIns="0"/>
          <a:lstStyle>
            <a:lvl1pPr algn="ctr">
              <a:defRPr sz="7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9056325"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334800" y="3829844"/>
            <a:ext cx="457200" cy="457200"/>
          </a:xfrm>
        </p:spPr>
        <p:txBody>
          <a:bodyPr lIns="0" tIns="0" rIns="0" bIns="0"/>
          <a:lstStyle>
            <a:lvl1pPr algn="ctr">
              <a:defRPr sz="7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32400"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4396763" y="3829844"/>
            <a:ext cx="457200" cy="457200"/>
          </a:xfrm>
        </p:spPr>
        <p:txBody>
          <a:bodyPr lIns="0" tIns="0" rIns="0" bIns="0"/>
          <a:lstStyle>
            <a:lvl1pPr algn="ctr">
              <a:defRPr sz="7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4994363"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Picture Placeholder 10">
            <a:extLst>
              <a:ext uri="{FF2B5EF4-FFF2-40B4-BE49-F238E27FC236}">
                <a16:creationId xmlns:a16="http://schemas.microsoft.com/office/drawing/2014/main" id="{D5F0F628-8A10-418E-9B30-5C02EB627E1C}"/>
              </a:ext>
            </a:extLst>
          </p:cNvPr>
          <p:cNvSpPr>
            <a:spLocks noGrp="1"/>
          </p:cNvSpPr>
          <p:nvPr>
            <p:ph type="pic" sz="quarter" idx="26" hasCustomPrompt="1"/>
          </p:nvPr>
        </p:nvSpPr>
        <p:spPr>
          <a:xfrm>
            <a:off x="8458725" y="3829844"/>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677AB433-7578-4A04-94CE-256E9DF81444}"/>
              </a:ext>
            </a:extLst>
          </p:cNvPr>
          <p:cNvSpPr>
            <a:spLocks noGrp="1"/>
          </p:cNvSpPr>
          <p:nvPr>
            <p:ph type="body" sz="quarter" idx="27"/>
          </p:nvPr>
        </p:nvSpPr>
        <p:spPr>
          <a:xfrm>
            <a:off x="9056325"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E7C1509-102B-44DC-8AA2-A8A1DB0A6DCC}"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0" name="Text Placeholder 9">
            <a:extLst>
              <a:ext uri="{FF2B5EF4-FFF2-40B4-BE49-F238E27FC236}">
                <a16:creationId xmlns:a16="http://schemas.microsoft.com/office/drawing/2014/main" id="{664C5B26-A749-427A-8626-9ECBE088C9D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925062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Nin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4800" y="19296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932400"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4396294" y="1929600"/>
            <a:ext cx="457200" cy="457200"/>
          </a:xfrm>
        </p:spPr>
        <p:txBody>
          <a:bodyPr lIns="0" tIns="0" rIns="0" bIns="0"/>
          <a:lstStyle>
            <a:lvl1pPr algn="ctr">
              <a:defRPr sz="7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4993894"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8457788" y="1929600"/>
            <a:ext cx="457200" cy="457200"/>
          </a:xfrm>
        </p:spPr>
        <p:txBody>
          <a:bodyPr lIns="0" tIns="0" rIns="0" bIns="0"/>
          <a:lstStyle>
            <a:lvl1pPr algn="ctr">
              <a:defRPr sz="7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9055388"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334800" y="3272400"/>
            <a:ext cx="457200" cy="457200"/>
          </a:xfrm>
        </p:spPr>
        <p:txBody>
          <a:bodyPr lIns="0" tIns="0" rIns="0" bIns="0"/>
          <a:lstStyle>
            <a:lvl1pPr algn="ctr">
              <a:defRPr sz="7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32400"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4396294" y="3272400"/>
            <a:ext cx="457200" cy="457200"/>
          </a:xfrm>
        </p:spPr>
        <p:txBody>
          <a:bodyPr lIns="0" tIns="0" rIns="0" bIns="0"/>
          <a:lstStyle>
            <a:lvl1pPr algn="ctr">
              <a:defRPr sz="7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4993894"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Picture Placeholder 10">
            <a:extLst>
              <a:ext uri="{FF2B5EF4-FFF2-40B4-BE49-F238E27FC236}">
                <a16:creationId xmlns:a16="http://schemas.microsoft.com/office/drawing/2014/main" id="{D5F0F628-8A10-418E-9B30-5C02EB627E1C}"/>
              </a:ext>
            </a:extLst>
          </p:cNvPr>
          <p:cNvSpPr>
            <a:spLocks noGrp="1"/>
          </p:cNvSpPr>
          <p:nvPr>
            <p:ph type="pic" sz="quarter" idx="26" hasCustomPrompt="1"/>
          </p:nvPr>
        </p:nvSpPr>
        <p:spPr>
          <a:xfrm>
            <a:off x="8457788" y="3272400"/>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677AB433-7578-4A04-94CE-256E9DF81444}"/>
              </a:ext>
            </a:extLst>
          </p:cNvPr>
          <p:cNvSpPr>
            <a:spLocks noGrp="1"/>
          </p:cNvSpPr>
          <p:nvPr>
            <p:ph type="body" sz="quarter" idx="27"/>
          </p:nvPr>
        </p:nvSpPr>
        <p:spPr>
          <a:xfrm>
            <a:off x="9055388"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8" name="Picture Placeholder 10">
            <a:extLst>
              <a:ext uri="{FF2B5EF4-FFF2-40B4-BE49-F238E27FC236}">
                <a16:creationId xmlns:a16="http://schemas.microsoft.com/office/drawing/2014/main" id="{4C864FEE-0A1C-4897-8B82-F45359452B14}"/>
              </a:ext>
            </a:extLst>
          </p:cNvPr>
          <p:cNvSpPr>
            <a:spLocks noGrp="1"/>
          </p:cNvSpPr>
          <p:nvPr>
            <p:ph type="pic" sz="quarter" idx="28" hasCustomPrompt="1"/>
          </p:nvPr>
        </p:nvSpPr>
        <p:spPr>
          <a:xfrm>
            <a:off x="334800" y="4615200"/>
            <a:ext cx="457200" cy="457200"/>
          </a:xfrm>
        </p:spPr>
        <p:txBody>
          <a:bodyPr lIns="0" tIns="0" rIns="0" bIns="0"/>
          <a:lstStyle>
            <a:lvl1pPr algn="ctr">
              <a:defRPr sz="700" b="1"/>
            </a:lvl1pPr>
          </a:lstStyle>
          <a:p>
            <a:r>
              <a:rPr lang="en-US" noProof="0"/>
              <a:t>Please add icon</a:t>
            </a:r>
            <a:endParaRPr lang="en-US"/>
          </a:p>
        </p:txBody>
      </p:sp>
      <p:sp>
        <p:nvSpPr>
          <p:cNvPr id="38" name="Text Placeholder 11">
            <a:extLst>
              <a:ext uri="{FF2B5EF4-FFF2-40B4-BE49-F238E27FC236}">
                <a16:creationId xmlns:a16="http://schemas.microsoft.com/office/drawing/2014/main" id="{FBC895BB-D162-4E65-9A05-7277A36BC032}"/>
              </a:ext>
            </a:extLst>
          </p:cNvPr>
          <p:cNvSpPr>
            <a:spLocks noGrp="1"/>
          </p:cNvSpPr>
          <p:nvPr>
            <p:ph type="body" sz="quarter" idx="29"/>
          </p:nvPr>
        </p:nvSpPr>
        <p:spPr>
          <a:xfrm>
            <a:off x="932400"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9" name="Picture Placeholder 10">
            <a:extLst>
              <a:ext uri="{FF2B5EF4-FFF2-40B4-BE49-F238E27FC236}">
                <a16:creationId xmlns:a16="http://schemas.microsoft.com/office/drawing/2014/main" id="{1F21B681-AA7C-40DE-8FD3-7B067F1B9F82}"/>
              </a:ext>
            </a:extLst>
          </p:cNvPr>
          <p:cNvSpPr>
            <a:spLocks noGrp="1"/>
          </p:cNvSpPr>
          <p:nvPr>
            <p:ph type="pic" sz="quarter" idx="30" hasCustomPrompt="1"/>
          </p:nvPr>
        </p:nvSpPr>
        <p:spPr>
          <a:xfrm>
            <a:off x="4396294" y="4615200"/>
            <a:ext cx="457200" cy="457200"/>
          </a:xfrm>
        </p:spPr>
        <p:txBody>
          <a:bodyPr lIns="0" tIns="0" rIns="0" bIns="0"/>
          <a:lstStyle>
            <a:lvl1pPr algn="ctr">
              <a:defRPr sz="700" b="1"/>
            </a:lvl1pPr>
          </a:lstStyle>
          <a:p>
            <a:r>
              <a:rPr lang="en-US" noProof="0"/>
              <a:t>Please add icon</a:t>
            </a:r>
            <a:endParaRPr lang="en-US"/>
          </a:p>
        </p:txBody>
      </p:sp>
      <p:sp>
        <p:nvSpPr>
          <p:cNvPr id="39" name="Text Placeholder 11">
            <a:extLst>
              <a:ext uri="{FF2B5EF4-FFF2-40B4-BE49-F238E27FC236}">
                <a16:creationId xmlns:a16="http://schemas.microsoft.com/office/drawing/2014/main" id="{D6CD389E-53C9-4827-B43F-AE5D96E283DD}"/>
              </a:ext>
            </a:extLst>
          </p:cNvPr>
          <p:cNvSpPr>
            <a:spLocks noGrp="1"/>
          </p:cNvSpPr>
          <p:nvPr>
            <p:ph type="body" sz="quarter" idx="31"/>
          </p:nvPr>
        </p:nvSpPr>
        <p:spPr>
          <a:xfrm>
            <a:off x="4993894"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6" name="Picture Placeholder 10">
            <a:extLst>
              <a:ext uri="{FF2B5EF4-FFF2-40B4-BE49-F238E27FC236}">
                <a16:creationId xmlns:a16="http://schemas.microsoft.com/office/drawing/2014/main" id="{1E8F4191-056B-4619-9288-972A95E4D9D1}"/>
              </a:ext>
            </a:extLst>
          </p:cNvPr>
          <p:cNvSpPr>
            <a:spLocks noGrp="1"/>
          </p:cNvSpPr>
          <p:nvPr>
            <p:ph type="pic" sz="quarter" idx="32" hasCustomPrompt="1"/>
          </p:nvPr>
        </p:nvSpPr>
        <p:spPr>
          <a:xfrm>
            <a:off x="8457788" y="4615200"/>
            <a:ext cx="457200" cy="457200"/>
          </a:xfrm>
        </p:spPr>
        <p:txBody>
          <a:bodyPr lIns="0" tIns="0" rIns="0" bIns="0"/>
          <a:lstStyle>
            <a:lvl1pPr algn="ctr">
              <a:defRPr sz="700" b="1"/>
            </a:lvl1pPr>
          </a:lstStyle>
          <a:p>
            <a:r>
              <a:rPr lang="en-US" noProof="0"/>
              <a:t>Please add icon</a:t>
            </a:r>
            <a:endParaRPr lang="en-US"/>
          </a:p>
        </p:txBody>
      </p:sp>
      <p:sp>
        <p:nvSpPr>
          <p:cNvPr id="40" name="Text Placeholder 11">
            <a:extLst>
              <a:ext uri="{FF2B5EF4-FFF2-40B4-BE49-F238E27FC236}">
                <a16:creationId xmlns:a16="http://schemas.microsoft.com/office/drawing/2014/main" id="{C6A43FA3-4FF5-4557-967D-6FB6ECC33571}"/>
              </a:ext>
            </a:extLst>
          </p:cNvPr>
          <p:cNvSpPr>
            <a:spLocks noGrp="1"/>
          </p:cNvSpPr>
          <p:nvPr>
            <p:ph type="body" sz="quarter" idx="33"/>
          </p:nvPr>
        </p:nvSpPr>
        <p:spPr>
          <a:xfrm>
            <a:off x="9055388"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A8D5F6D-18D1-4E80-97E0-F8A3F4836D54}"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37" name="Text Placeholder 9">
            <a:extLst>
              <a:ext uri="{FF2B5EF4-FFF2-40B4-BE49-F238E27FC236}">
                <a16:creationId xmlns:a16="http://schemas.microsoft.com/office/drawing/2014/main" id="{EAB8C8AA-5479-4E03-B260-4B35C2BB4F3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407511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Process: 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3" name="Content Placeholder 8">
            <a:extLst>
              <a:ext uri="{FF2B5EF4-FFF2-40B4-BE49-F238E27FC236}">
                <a16:creationId xmlns:a16="http://schemas.microsoft.com/office/drawing/2014/main" id="{17F53BD8-37C5-48ED-B4A6-D7482E31399E}"/>
              </a:ext>
            </a:extLst>
          </p:cNvPr>
          <p:cNvSpPr>
            <a:spLocks noGrp="1"/>
          </p:cNvSpPr>
          <p:nvPr>
            <p:ph sz="quarter" idx="23"/>
          </p:nvPr>
        </p:nvSpPr>
        <p:spPr>
          <a:xfrm>
            <a:off x="331199" y="1929600"/>
            <a:ext cx="3701051" cy="360000"/>
          </a:xfrm>
          <a:prstGeom prst="homePlate">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41D5ECEA-2E5E-4D71-841F-95A2A0D97798}"/>
              </a:ext>
            </a:extLst>
          </p:cNvPr>
          <p:cNvSpPr>
            <a:spLocks noGrp="1"/>
          </p:cNvSpPr>
          <p:nvPr>
            <p:ph sz="quarter" idx="24"/>
          </p:nvPr>
        </p:nvSpPr>
        <p:spPr>
          <a:xfrm>
            <a:off x="4245975" y="1929600"/>
            <a:ext cx="3701051" cy="360000"/>
          </a:xfrm>
          <a:prstGeom prst="chevron">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041C7270-2AD5-4174-9BB6-40887670ECE3}"/>
              </a:ext>
            </a:extLst>
          </p:cNvPr>
          <p:cNvSpPr>
            <a:spLocks noGrp="1"/>
          </p:cNvSpPr>
          <p:nvPr>
            <p:ph sz="quarter" idx="25"/>
          </p:nvPr>
        </p:nvSpPr>
        <p:spPr>
          <a:xfrm>
            <a:off x="8160749" y="1929600"/>
            <a:ext cx="3701051" cy="360000"/>
          </a:xfrm>
          <a:prstGeom prst="chevron">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22" name="Content Placeholder 8">
            <a:extLst>
              <a:ext uri="{FF2B5EF4-FFF2-40B4-BE49-F238E27FC236}">
                <a16:creationId xmlns:a16="http://schemas.microsoft.com/office/drawing/2014/main" id="{E6F51FA5-7813-4436-9E2D-0AA10EED3502}"/>
              </a:ext>
            </a:extLst>
          </p:cNvPr>
          <p:cNvSpPr>
            <a:spLocks noGrp="1"/>
          </p:cNvSpPr>
          <p:nvPr>
            <p:ph sz="quarter" idx="17"/>
          </p:nvPr>
        </p:nvSpPr>
        <p:spPr>
          <a:xfrm>
            <a:off x="331200"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8">
            <a:extLst>
              <a:ext uri="{FF2B5EF4-FFF2-40B4-BE49-F238E27FC236}">
                <a16:creationId xmlns:a16="http://schemas.microsoft.com/office/drawing/2014/main" id="{E6214208-AE04-4F1F-B879-DC21F5861A5B}"/>
              </a:ext>
            </a:extLst>
          </p:cNvPr>
          <p:cNvSpPr>
            <a:spLocks noGrp="1"/>
          </p:cNvSpPr>
          <p:nvPr>
            <p:ph sz="quarter" idx="18"/>
          </p:nvPr>
        </p:nvSpPr>
        <p:spPr>
          <a:xfrm>
            <a:off x="4245975"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8">
            <a:extLst>
              <a:ext uri="{FF2B5EF4-FFF2-40B4-BE49-F238E27FC236}">
                <a16:creationId xmlns:a16="http://schemas.microsoft.com/office/drawing/2014/main" id="{C5BC1243-5335-403B-A737-9CF168164EF1}"/>
              </a:ext>
            </a:extLst>
          </p:cNvPr>
          <p:cNvSpPr>
            <a:spLocks noGrp="1"/>
          </p:cNvSpPr>
          <p:nvPr>
            <p:ph sz="quarter" idx="19"/>
          </p:nvPr>
        </p:nvSpPr>
        <p:spPr>
          <a:xfrm>
            <a:off x="8160749"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119626B5-1F46-41F6-BEF7-1D8C4DEA0344}"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C01AE2CA-8A5F-4992-AB7D-3C309899A56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968368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Timeline: five text boxes &amp;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20" name="Text Placeholder 11">
            <a:extLst>
              <a:ext uri="{FF2B5EF4-FFF2-40B4-BE49-F238E27FC236}">
                <a16:creationId xmlns:a16="http://schemas.microsoft.com/office/drawing/2014/main" id="{907891A7-3AF7-4352-8C25-93B984B9D5F8}"/>
              </a:ext>
            </a:extLst>
          </p:cNvPr>
          <p:cNvSpPr>
            <a:spLocks noGrp="1"/>
          </p:cNvSpPr>
          <p:nvPr>
            <p:ph type="body" sz="quarter" idx="26"/>
          </p:nvPr>
        </p:nvSpPr>
        <p:spPr bwMode="gray">
          <a:xfrm>
            <a:off x="338400" y="5227200"/>
            <a:ext cx="11520000" cy="0"/>
          </a:xfrm>
          <a:custGeom>
            <a:avLst/>
            <a:gdLst>
              <a:gd name="connsiteX0" fmla="*/ 0 w 2066400"/>
              <a:gd name="connsiteY0" fmla="*/ 0 h 118800"/>
              <a:gd name="connsiteX1" fmla="*/ 2066400 w 2066400"/>
              <a:gd name="connsiteY1" fmla="*/ 0 h 118800"/>
              <a:gd name="connsiteX2" fmla="*/ 2066400 w 2066400"/>
              <a:gd name="connsiteY2" fmla="*/ 118800 h 118800"/>
              <a:gd name="connsiteX3" fmla="*/ 0 w 2066400"/>
              <a:gd name="connsiteY3" fmla="*/ 118800 h 118800"/>
              <a:gd name="connsiteX4" fmla="*/ 0 w 2066400"/>
              <a:gd name="connsiteY4" fmla="*/ 0 h 118800"/>
              <a:gd name="connsiteX0" fmla="*/ 2066400 w 2157840"/>
              <a:gd name="connsiteY0" fmla="*/ 118800 h 210240"/>
              <a:gd name="connsiteX1" fmla="*/ 0 w 2157840"/>
              <a:gd name="connsiteY1" fmla="*/ 118800 h 210240"/>
              <a:gd name="connsiteX2" fmla="*/ 0 w 2157840"/>
              <a:gd name="connsiteY2" fmla="*/ 0 h 210240"/>
              <a:gd name="connsiteX3" fmla="*/ 2066400 w 2157840"/>
              <a:gd name="connsiteY3" fmla="*/ 0 h 210240"/>
              <a:gd name="connsiteX4" fmla="*/ 2157840 w 2157840"/>
              <a:gd name="connsiteY4" fmla="*/ 210240 h 210240"/>
              <a:gd name="connsiteX0" fmla="*/ 2066400 w 2066400"/>
              <a:gd name="connsiteY0" fmla="*/ 118800 h 118800"/>
              <a:gd name="connsiteX1" fmla="*/ 0 w 2066400"/>
              <a:gd name="connsiteY1" fmla="*/ 118800 h 118800"/>
              <a:gd name="connsiteX2" fmla="*/ 0 w 2066400"/>
              <a:gd name="connsiteY2" fmla="*/ 0 h 118800"/>
              <a:gd name="connsiteX3" fmla="*/ 2066400 w 2066400"/>
              <a:gd name="connsiteY3" fmla="*/ 0 h 118800"/>
              <a:gd name="connsiteX0" fmla="*/ 0 w 2066400"/>
              <a:gd name="connsiteY0" fmla="*/ 118800 h 118800"/>
              <a:gd name="connsiteX1" fmla="*/ 0 w 2066400"/>
              <a:gd name="connsiteY1" fmla="*/ 0 h 118800"/>
              <a:gd name="connsiteX2" fmla="*/ 2066400 w 2066400"/>
              <a:gd name="connsiteY2" fmla="*/ 0 h 118800"/>
              <a:gd name="connsiteX0" fmla="*/ 0 w 2066400"/>
              <a:gd name="connsiteY0" fmla="*/ 0 h 0"/>
              <a:gd name="connsiteX1" fmla="*/ 2066400 w 2066400"/>
              <a:gd name="connsiteY1" fmla="*/ 0 h 0"/>
            </a:gdLst>
            <a:ahLst/>
            <a:cxnLst>
              <a:cxn ang="0">
                <a:pos x="connsiteX0" y="connsiteY0"/>
              </a:cxn>
              <a:cxn ang="0">
                <a:pos x="connsiteX1" y="connsiteY1"/>
              </a:cxn>
            </a:cxnLst>
            <a:rect l="l" t="t" r="r" b="b"/>
            <a:pathLst>
              <a:path w="2066400">
                <a:moveTo>
                  <a:pt x="0" y="0"/>
                </a:moveTo>
                <a:lnTo>
                  <a:pt x="2066400" y="0"/>
                </a:lnTo>
              </a:path>
            </a:pathLst>
          </a:custGeom>
          <a:ln w="15875">
            <a:solidFill>
              <a:schemeClr val="accent4"/>
            </a:solidFill>
            <a:tailEnd type="arrow" w="med" len="sm"/>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1" name="Text Placeholder 11">
            <a:extLst>
              <a:ext uri="{FF2B5EF4-FFF2-40B4-BE49-F238E27FC236}">
                <a16:creationId xmlns:a16="http://schemas.microsoft.com/office/drawing/2014/main" id="{116A6796-F195-444B-8CAF-9408872890E2}"/>
              </a:ext>
            </a:extLst>
          </p:cNvPr>
          <p:cNvSpPr>
            <a:spLocks noGrp="1"/>
          </p:cNvSpPr>
          <p:nvPr>
            <p:ph type="body" sz="quarter" idx="27" hasCustomPrompt="1"/>
          </p:nvPr>
        </p:nvSpPr>
        <p:spPr>
          <a:xfrm>
            <a:off x="331200"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2" name="Text Placeholder 11">
            <a:extLst>
              <a:ext uri="{FF2B5EF4-FFF2-40B4-BE49-F238E27FC236}">
                <a16:creationId xmlns:a16="http://schemas.microsoft.com/office/drawing/2014/main" id="{6A84518F-EB08-4F36-8400-95AB01D38109}"/>
              </a:ext>
            </a:extLst>
          </p:cNvPr>
          <p:cNvSpPr>
            <a:spLocks noGrp="1"/>
          </p:cNvSpPr>
          <p:nvPr>
            <p:ph type="body" sz="quarter" idx="28" hasCustomPrompt="1"/>
          </p:nvPr>
        </p:nvSpPr>
        <p:spPr>
          <a:xfrm>
            <a:off x="2724447"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3" name="Text Placeholder 11">
            <a:extLst>
              <a:ext uri="{FF2B5EF4-FFF2-40B4-BE49-F238E27FC236}">
                <a16:creationId xmlns:a16="http://schemas.microsoft.com/office/drawing/2014/main" id="{C503EA10-D1F3-4AA4-8CED-AEE30E121F6D}"/>
              </a:ext>
            </a:extLst>
          </p:cNvPr>
          <p:cNvSpPr>
            <a:spLocks noGrp="1"/>
          </p:cNvSpPr>
          <p:nvPr>
            <p:ph type="body" sz="quarter" idx="29" hasCustomPrompt="1"/>
          </p:nvPr>
        </p:nvSpPr>
        <p:spPr>
          <a:xfrm>
            <a:off x="5117694"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4" name="Text Placeholder 11">
            <a:extLst>
              <a:ext uri="{FF2B5EF4-FFF2-40B4-BE49-F238E27FC236}">
                <a16:creationId xmlns:a16="http://schemas.microsoft.com/office/drawing/2014/main" id="{DF438A3D-D3E1-4D5D-BA34-887EAEB9949A}"/>
              </a:ext>
            </a:extLst>
          </p:cNvPr>
          <p:cNvSpPr>
            <a:spLocks noGrp="1"/>
          </p:cNvSpPr>
          <p:nvPr>
            <p:ph type="body" sz="quarter" idx="30" hasCustomPrompt="1"/>
          </p:nvPr>
        </p:nvSpPr>
        <p:spPr>
          <a:xfrm>
            <a:off x="7510941"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5" name="Text Placeholder 11">
            <a:extLst>
              <a:ext uri="{FF2B5EF4-FFF2-40B4-BE49-F238E27FC236}">
                <a16:creationId xmlns:a16="http://schemas.microsoft.com/office/drawing/2014/main" id="{3EDD5930-9373-4D21-B203-C97F69292A19}"/>
              </a:ext>
            </a:extLst>
          </p:cNvPr>
          <p:cNvSpPr>
            <a:spLocks noGrp="1"/>
          </p:cNvSpPr>
          <p:nvPr>
            <p:ph type="body" sz="quarter" idx="31" hasCustomPrompt="1"/>
          </p:nvPr>
        </p:nvSpPr>
        <p:spPr>
          <a:xfrm>
            <a:off x="9904189"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1929600"/>
            <a:ext cx="1957975"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Text Placeholder 11">
            <a:extLst>
              <a:ext uri="{FF2B5EF4-FFF2-40B4-BE49-F238E27FC236}">
                <a16:creationId xmlns:a16="http://schemas.microsoft.com/office/drawing/2014/main" id="{5AE7A1D2-DAC3-46BE-AA9A-E1EB0825207A}"/>
              </a:ext>
            </a:extLst>
          </p:cNvPr>
          <p:cNvSpPr>
            <a:spLocks noGrp="1"/>
          </p:cNvSpPr>
          <p:nvPr>
            <p:ph type="body" sz="quarter" idx="17"/>
          </p:nvPr>
        </p:nvSpPr>
        <p:spPr>
          <a:xfrm>
            <a:off x="2724129"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Text Placeholder 11">
            <a:extLst>
              <a:ext uri="{FF2B5EF4-FFF2-40B4-BE49-F238E27FC236}">
                <a16:creationId xmlns:a16="http://schemas.microsoft.com/office/drawing/2014/main" id="{3CF0CC0E-6E4F-4BBB-AC3B-74E8C1262776}"/>
              </a:ext>
            </a:extLst>
          </p:cNvPr>
          <p:cNvSpPr>
            <a:spLocks noGrp="1"/>
          </p:cNvSpPr>
          <p:nvPr>
            <p:ph type="body" sz="quarter" idx="18"/>
          </p:nvPr>
        </p:nvSpPr>
        <p:spPr>
          <a:xfrm>
            <a:off x="5117483"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Text Placeholder 11">
            <a:extLst>
              <a:ext uri="{FF2B5EF4-FFF2-40B4-BE49-F238E27FC236}">
                <a16:creationId xmlns:a16="http://schemas.microsoft.com/office/drawing/2014/main" id="{F46DB502-496B-4374-80BE-F2A5D51992FE}"/>
              </a:ext>
            </a:extLst>
          </p:cNvPr>
          <p:cNvSpPr>
            <a:spLocks noGrp="1"/>
          </p:cNvSpPr>
          <p:nvPr>
            <p:ph type="body" sz="quarter" idx="19"/>
          </p:nvPr>
        </p:nvSpPr>
        <p:spPr>
          <a:xfrm>
            <a:off x="7510837"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Text Placeholder 11">
            <a:extLst>
              <a:ext uri="{FF2B5EF4-FFF2-40B4-BE49-F238E27FC236}">
                <a16:creationId xmlns:a16="http://schemas.microsoft.com/office/drawing/2014/main" id="{4B72E113-B74F-4C8D-B9C6-1799A1DAE158}"/>
              </a:ext>
            </a:extLst>
          </p:cNvPr>
          <p:cNvSpPr>
            <a:spLocks noGrp="1"/>
          </p:cNvSpPr>
          <p:nvPr>
            <p:ph type="body" sz="quarter" idx="20"/>
          </p:nvPr>
        </p:nvSpPr>
        <p:spPr>
          <a:xfrm>
            <a:off x="9904189"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5" name="Text Placeholder 11">
            <a:extLst>
              <a:ext uri="{FF2B5EF4-FFF2-40B4-BE49-F238E27FC236}">
                <a16:creationId xmlns:a16="http://schemas.microsoft.com/office/drawing/2014/main" id="{9AE4540D-5837-4887-82D2-ADB1E470A04C}"/>
              </a:ext>
            </a:extLst>
          </p:cNvPr>
          <p:cNvSpPr>
            <a:spLocks noGrp="1"/>
          </p:cNvSpPr>
          <p:nvPr>
            <p:ph type="body" sz="quarter" idx="21"/>
          </p:nvPr>
        </p:nvSpPr>
        <p:spPr>
          <a:xfrm>
            <a:off x="331200"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6" name="Text Placeholder 11">
            <a:extLst>
              <a:ext uri="{FF2B5EF4-FFF2-40B4-BE49-F238E27FC236}">
                <a16:creationId xmlns:a16="http://schemas.microsoft.com/office/drawing/2014/main" id="{441512B5-B055-451B-A63A-61AC3D27A779}"/>
              </a:ext>
            </a:extLst>
          </p:cNvPr>
          <p:cNvSpPr>
            <a:spLocks noGrp="1"/>
          </p:cNvSpPr>
          <p:nvPr>
            <p:ph type="body" sz="quarter" idx="22"/>
          </p:nvPr>
        </p:nvSpPr>
        <p:spPr>
          <a:xfrm>
            <a:off x="2724447"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7" name="Text Placeholder 11">
            <a:extLst>
              <a:ext uri="{FF2B5EF4-FFF2-40B4-BE49-F238E27FC236}">
                <a16:creationId xmlns:a16="http://schemas.microsoft.com/office/drawing/2014/main" id="{1272552C-9A92-45B5-9658-E0A7758AE5F7}"/>
              </a:ext>
            </a:extLst>
          </p:cNvPr>
          <p:cNvSpPr>
            <a:spLocks noGrp="1"/>
          </p:cNvSpPr>
          <p:nvPr>
            <p:ph type="body" sz="quarter" idx="23"/>
          </p:nvPr>
        </p:nvSpPr>
        <p:spPr>
          <a:xfrm>
            <a:off x="5117694"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8" name="Text Placeholder 11">
            <a:extLst>
              <a:ext uri="{FF2B5EF4-FFF2-40B4-BE49-F238E27FC236}">
                <a16:creationId xmlns:a16="http://schemas.microsoft.com/office/drawing/2014/main" id="{B93E5512-D171-4A0F-A84D-1429CB1B2404}"/>
              </a:ext>
            </a:extLst>
          </p:cNvPr>
          <p:cNvSpPr>
            <a:spLocks noGrp="1"/>
          </p:cNvSpPr>
          <p:nvPr>
            <p:ph type="body" sz="quarter" idx="24"/>
          </p:nvPr>
        </p:nvSpPr>
        <p:spPr>
          <a:xfrm>
            <a:off x="7510941"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9" name="Text Placeholder 11">
            <a:extLst>
              <a:ext uri="{FF2B5EF4-FFF2-40B4-BE49-F238E27FC236}">
                <a16:creationId xmlns:a16="http://schemas.microsoft.com/office/drawing/2014/main" id="{A19BB1C7-BB18-4D53-B7FD-0B43DE543E7B}"/>
              </a:ext>
            </a:extLst>
          </p:cNvPr>
          <p:cNvSpPr>
            <a:spLocks noGrp="1"/>
          </p:cNvSpPr>
          <p:nvPr>
            <p:ph type="body" sz="quarter" idx="25"/>
          </p:nvPr>
        </p:nvSpPr>
        <p:spPr>
          <a:xfrm>
            <a:off x="9904189"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4B7327F-B9B9-4FCD-9D42-CEC50A1073FB}"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871060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imeline: seven text boxes &amp;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5" name="Text Placeholder 11">
            <a:extLst>
              <a:ext uri="{FF2B5EF4-FFF2-40B4-BE49-F238E27FC236}">
                <a16:creationId xmlns:a16="http://schemas.microsoft.com/office/drawing/2014/main" id="{9AE4540D-5837-4887-82D2-ADB1E470A04C}"/>
              </a:ext>
            </a:extLst>
          </p:cNvPr>
          <p:cNvSpPr>
            <a:spLocks noGrp="1"/>
          </p:cNvSpPr>
          <p:nvPr>
            <p:ph type="body" sz="quarter" idx="21"/>
          </p:nvPr>
        </p:nvSpPr>
        <p:spPr>
          <a:xfrm>
            <a:off x="3312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6" name="Text Placeholder 11">
            <a:extLst>
              <a:ext uri="{FF2B5EF4-FFF2-40B4-BE49-F238E27FC236}">
                <a16:creationId xmlns:a16="http://schemas.microsoft.com/office/drawing/2014/main" id="{441512B5-B055-451B-A63A-61AC3D27A779}"/>
              </a:ext>
            </a:extLst>
          </p:cNvPr>
          <p:cNvSpPr>
            <a:spLocks noGrp="1"/>
          </p:cNvSpPr>
          <p:nvPr>
            <p:ph type="body" sz="quarter" idx="22"/>
          </p:nvPr>
        </p:nvSpPr>
        <p:spPr>
          <a:xfrm>
            <a:off x="19806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7" name="Text Placeholder 11">
            <a:extLst>
              <a:ext uri="{FF2B5EF4-FFF2-40B4-BE49-F238E27FC236}">
                <a16:creationId xmlns:a16="http://schemas.microsoft.com/office/drawing/2014/main" id="{1272552C-9A92-45B5-9658-E0A7758AE5F7}"/>
              </a:ext>
            </a:extLst>
          </p:cNvPr>
          <p:cNvSpPr>
            <a:spLocks noGrp="1"/>
          </p:cNvSpPr>
          <p:nvPr>
            <p:ph type="body" sz="quarter" idx="23"/>
          </p:nvPr>
        </p:nvSpPr>
        <p:spPr>
          <a:xfrm>
            <a:off x="36300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8" name="Text Placeholder 11">
            <a:extLst>
              <a:ext uri="{FF2B5EF4-FFF2-40B4-BE49-F238E27FC236}">
                <a16:creationId xmlns:a16="http://schemas.microsoft.com/office/drawing/2014/main" id="{B93E5512-D171-4A0F-A84D-1429CB1B2404}"/>
              </a:ext>
            </a:extLst>
          </p:cNvPr>
          <p:cNvSpPr>
            <a:spLocks noGrp="1"/>
          </p:cNvSpPr>
          <p:nvPr>
            <p:ph type="body" sz="quarter" idx="24"/>
          </p:nvPr>
        </p:nvSpPr>
        <p:spPr>
          <a:xfrm>
            <a:off x="52794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9" name="Text Placeholder 11">
            <a:extLst>
              <a:ext uri="{FF2B5EF4-FFF2-40B4-BE49-F238E27FC236}">
                <a16:creationId xmlns:a16="http://schemas.microsoft.com/office/drawing/2014/main" id="{A19BB1C7-BB18-4D53-B7FD-0B43DE543E7B}"/>
              </a:ext>
            </a:extLst>
          </p:cNvPr>
          <p:cNvSpPr>
            <a:spLocks noGrp="1"/>
          </p:cNvSpPr>
          <p:nvPr>
            <p:ph type="body" sz="quarter" idx="25"/>
          </p:nvPr>
        </p:nvSpPr>
        <p:spPr>
          <a:xfrm>
            <a:off x="69288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7" name="Text Placeholder 11">
            <a:extLst>
              <a:ext uri="{FF2B5EF4-FFF2-40B4-BE49-F238E27FC236}">
                <a16:creationId xmlns:a16="http://schemas.microsoft.com/office/drawing/2014/main" id="{6189B57F-C66A-4C80-8E4E-09199BDEEA46}"/>
              </a:ext>
            </a:extLst>
          </p:cNvPr>
          <p:cNvSpPr>
            <a:spLocks noGrp="1"/>
          </p:cNvSpPr>
          <p:nvPr>
            <p:ph type="body" sz="quarter" idx="27"/>
          </p:nvPr>
        </p:nvSpPr>
        <p:spPr>
          <a:xfrm>
            <a:off x="85782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9" name="Text Placeholder 11">
            <a:extLst>
              <a:ext uri="{FF2B5EF4-FFF2-40B4-BE49-F238E27FC236}">
                <a16:creationId xmlns:a16="http://schemas.microsoft.com/office/drawing/2014/main" id="{6FC8D2EC-39D1-4154-8306-67F231081AD5}"/>
              </a:ext>
            </a:extLst>
          </p:cNvPr>
          <p:cNvSpPr>
            <a:spLocks noGrp="1"/>
          </p:cNvSpPr>
          <p:nvPr>
            <p:ph type="body" sz="quarter" idx="29"/>
          </p:nvPr>
        </p:nvSpPr>
        <p:spPr>
          <a:xfrm>
            <a:off x="102276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0" name="Text Placeholder 11">
            <a:extLst>
              <a:ext uri="{FF2B5EF4-FFF2-40B4-BE49-F238E27FC236}">
                <a16:creationId xmlns:a16="http://schemas.microsoft.com/office/drawing/2014/main" id="{A4C85EBA-3628-4B96-A145-783BC7DB5012}"/>
              </a:ext>
            </a:extLst>
          </p:cNvPr>
          <p:cNvSpPr>
            <a:spLocks noGrp="1"/>
          </p:cNvSpPr>
          <p:nvPr>
            <p:ph type="body" sz="quarter" idx="30" hasCustomPrompt="1"/>
          </p:nvPr>
        </p:nvSpPr>
        <p:spPr bwMode="gray">
          <a:xfrm>
            <a:off x="338400" y="5227200"/>
            <a:ext cx="11520000" cy="0"/>
          </a:xfrm>
          <a:custGeom>
            <a:avLst/>
            <a:gdLst>
              <a:gd name="connsiteX0" fmla="*/ 0 w 11520000"/>
              <a:gd name="connsiteY0" fmla="*/ 0 h 392400"/>
              <a:gd name="connsiteX1" fmla="*/ 11520000 w 11520000"/>
              <a:gd name="connsiteY1" fmla="*/ 0 h 392400"/>
              <a:gd name="connsiteX2" fmla="*/ 11520000 w 11520000"/>
              <a:gd name="connsiteY2" fmla="*/ 392400 h 392400"/>
              <a:gd name="connsiteX3" fmla="*/ 0 w 11520000"/>
              <a:gd name="connsiteY3" fmla="*/ 392400 h 392400"/>
              <a:gd name="connsiteX4" fmla="*/ 0 w 11520000"/>
              <a:gd name="connsiteY4" fmla="*/ 0 h 392400"/>
              <a:gd name="connsiteX0" fmla="*/ 11520000 w 11611440"/>
              <a:gd name="connsiteY0" fmla="*/ 392400 h 483840"/>
              <a:gd name="connsiteX1" fmla="*/ 0 w 11611440"/>
              <a:gd name="connsiteY1" fmla="*/ 392400 h 483840"/>
              <a:gd name="connsiteX2" fmla="*/ 0 w 11611440"/>
              <a:gd name="connsiteY2" fmla="*/ 0 h 483840"/>
              <a:gd name="connsiteX3" fmla="*/ 11520000 w 11611440"/>
              <a:gd name="connsiteY3" fmla="*/ 0 h 483840"/>
              <a:gd name="connsiteX4" fmla="*/ 11611440 w 11611440"/>
              <a:gd name="connsiteY4" fmla="*/ 483840 h 483840"/>
              <a:gd name="connsiteX0" fmla="*/ 11520000 w 11520000"/>
              <a:gd name="connsiteY0" fmla="*/ 392400 h 392400"/>
              <a:gd name="connsiteX1" fmla="*/ 0 w 11520000"/>
              <a:gd name="connsiteY1" fmla="*/ 392400 h 392400"/>
              <a:gd name="connsiteX2" fmla="*/ 0 w 11520000"/>
              <a:gd name="connsiteY2" fmla="*/ 0 h 392400"/>
              <a:gd name="connsiteX3" fmla="*/ 11520000 w 11520000"/>
              <a:gd name="connsiteY3" fmla="*/ 0 h 392400"/>
              <a:gd name="connsiteX0" fmla="*/ 0 w 11520000"/>
              <a:gd name="connsiteY0" fmla="*/ 392400 h 392400"/>
              <a:gd name="connsiteX1" fmla="*/ 0 w 11520000"/>
              <a:gd name="connsiteY1" fmla="*/ 0 h 392400"/>
              <a:gd name="connsiteX2" fmla="*/ 11520000 w 11520000"/>
              <a:gd name="connsiteY2" fmla="*/ 0 h 392400"/>
              <a:gd name="connsiteX0" fmla="*/ 0 w 11520000"/>
              <a:gd name="connsiteY0" fmla="*/ 0 h 0"/>
              <a:gd name="connsiteX1" fmla="*/ 11520000 w 11520000"/>
              <a:gd name="connsiteY1" fmla="*/ 0 h 0"/>
            </a:gdLst>
            <a:ahLst/>
            <a:cxnLst>
              <a:cxn ang="0">
                <a:pos x="connsiteX0" y="connsiteY0"/>
              </a:cxn>
              <a:cxn ang="0">
                <a:pos x="connsiteX1" y="connsiteY1"/>
              </a:cxn>
            </a:cxnLst>
            <a:rect l="l" t="t" r="r" b="b"/>
            <a:pathLst>
              <a:path w="11520000">
                <a:moveTo>
                  <a:pt x="0" y="0"/>
                </a:moveTo>
                <a:lnTo>
                  <a:pt x="11520000" y="0"/>
                </a:lnTo>
              </a:path>
            </a:pathLst>
          </a:custGeom>
          <a:ln w="15875">
            <a:solidFill>
              <a:schemeClr val="accent4"/>
            </a:solidFill>
            <a:tailEnd type="arrow" w="med" len="sm"/>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1" name="Text Placeholder 11">
            <a:extLst>
              <a:ext uri="{FF2B5EF4-FFF2-40B4-BE49-F238E27FC236}">
                <a16:creationId xmlns:a16="http://schemas.microsoft.com/office/drawing/2014/main" id="{24B2DA46-341A-4D4F-9970-F7FCB405515D}"/>
              </a:ext>
            </a:extLst>
          </p:cNvPr>
          <p:cNvSpPr>
            <a:spLocks noGrp="1"/>
          </p:cNvSpPr>
          <p:nvPr>
            <p:ph type="body" sz="quarter" idx="31" hasCustomPrompt="1"/>
          </p:nvPr>
        </p:nvSpPr>
        <p:spPr>
          <a:xfrm>
            <a:off x="3348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2" name="Text Placeholder 11">
            <a:extLst>
              <a:ext uri="{FF2B5EF4-FFF2-40B4-BE49-F238E27FC236}">
                <a16:creationId xmlns:a16="http://schemas.microsoft.com/office/drawing/2014/main" id="{EED18986-BEAB-4E6C-81DE-64316E13BD03}"/>
              </a:ext>
            </a:extLst>
          </p:cNvPr>
          <p:cNvSpPr>
            <a:spLocks noGrp="1"/>
          </p:cNvSpPr>
          <p:nvPr>
            <p:ph type="body" sz="quarter" idx="32" hasCustomPrompt="1"/>
          </p:nvPr>
        </p:nvSpPr>
        <p:spPr>
          <a:xfrm>
            <a:off x="19836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3" name="Text Placeholder 11">
            <a:extLst>
              <a:ext uri="{FF2B5EF4-FFF2-40B4-BE49-F238E27FC236}">
                <a16:creationId xmlns:a16="http://schemas.microsoft.com/office/drawing/2014/main" id="{DAF1745E-D93E-4B2F-BF38-5CD3330E0402}"/>
              </a:ext>
            </a:extLst>
          </p:cNvPr>
          <p:cNvSpPr>
            <a:spLocks noGrp="1"/>
          </p:cNvSpPr>
          <p:nvPr>
            <p:ph type="body" sz="quarter" idx="33" hasCustomPrompt="1"/>
          </p:nvPr>
        </p:nvSpPr>
        <p:spPr>
          <a:xfrm>
            <a:off x="36324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4" name="Text Placeholder 11">
            <a:extLst>
              <a:ext uri="{FF2B5EF4-FFF2-40B4-BE49-F238E27FC236}">
                <a16:creationId xmlns:a16="http://schemas.microsoft.com/office/drawing/2014/main" id="{429D6633-25A8-4FC0-B518-3616DF6C6530}"/>
              </a:ext>
            </a:extLst>
          </p:cNvPr>
          <p:cNvSpPr>
            <a:spLocks noGrp="1"/>
          </p:cNvSpPr>
          <p:nvPr>
            <p:ph type="body" sz="quarter" idx="34" hasCustomPrompt="1"/>
          </p:nvPr>
        </p:nvSpPr>
        <p:spPr>
          <a:xfrm>
            <a:off x="52812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5" name="Text Placeholder 11">
            <a:extLst>
              <a:ext uri="{FF2B5EF4-FFF2-40B4-BE49-F238E27FC236}">
                <a16:creationId xmlns:a16="http://schemas.microsoft.com/office/drawing/2014/main" id="{ACF9310C-4C08-4791-82FA-D88032731F32}"/>
              </a:ext>
            </a:extLst>
          </p:cNvPr>
          <p:cNvSpPr>
            <a:spLocks noGrp="1"/>
          </p:cNvSpPr>
          <p:nvPr>
            <p:ph type="body" sz="quarter" idx="35" hasCustomPrompt="1"/>
          </p:nvPr>
        </p:nvSpPr>
        <p:spPr>
          <a:xfrm>
            <a:off x="69300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6" name="Text Placeholder 11">
            <a:extLst>
              <a:ext uri="{FF2B5EF4-FFF2-40B4-BE49-F238E27FC236}">
                <a16:creationId xmlns:a16="http://schemas.microsoft.com/office/drawing/2014/main" id="{190FAD99-82FB-4521-87C2-193E1163DE9E}"/>
              </a:ext>
            </a:extLst>
          </p:cNvPr>
          <p:cNvSpPr>
            <a:spLocks noGrp="1"/>
          </p:cNvSpPr>
          <p:nvPr>
            <p:ph type="body" sz="quarter" idx="36" hasCustomPrompt="1"/>
          </p:nvPr>
        </p:nvSpPr>
        <p:spPr>
          <a:xfrm>
            <a:off x="85788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7" name="Text Placeholder 11">
            <a:extLst>
              <a:ext uri="{FF2B5EF4-FFF2-40B4-BE49-F238E27FC236}">
                <a16:creationId xmlns:a16="http://schemas.microsoft.com/office/drawing/2014/main" id="{70230B34-0C99-4086-AE59-3593C6921A24}"/>
              </a:ext>
            </a:extLst>
          </p:cNvPr>
          <p:cNvSpPr>
            <a:spLocks noGrp="1"/>
          </p:cNvSpPr>
          <p:nvPr>
            <p:ph type="body" sz="quarter" idx="37" hasCustomPrompt="1"/>
          </p:nvPr>
        </p:nvSpPr>
        <p:spPr>
          <a:xfrm>
            <a:off x="102276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1916102"/>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Text Placeholder 11">
            <a:extLst>
              <a:ext uri="{FF2B5EF4-FFF2-40B4-BE49-F238E27FC236}">
                <a16:creationId xmlns:a16="http://schemas.microsoft.com/office/drawing/2014/main" id="{5AE7A1D2-DAC3-46BE-AA9A-E1EB0825207A}"/>
              </a:ext>
            </a:extLst>
          </p:cNvPr>
          <p:cNvSpPr>
            <a:spLocks noGrp="1"/>
          </p:cNvSpPr>
          <p:nvPr>
            <p:ph type="body" sz="quarter" idx="17"/>
          </p:nvPr>
        </p:nvSpPr>
        <p:spPr>
          <a:xfrm>
            <a:off x="1980600" y="1916102"/>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Text Placeholder 11">
            <a:extLst>
              <a:ext uri="{FF2B5EF4-FFF2-40B4-BE49-F238E27FC236}">
                <a16:creationId xmlns:a16="http://schemas.microsoft.com/office/drawing/2014/main" id="{3CF0CC0E-6E4F-4BBB-AC3B-74E8C1262776}"/>
              </a:ext>
            </a:extLst>
          </p:cNvPr>
          <p:cNvSpPr>
            <a:spLocks noGrp="1"/>
          </p:cNvSpPr>
          <p:nvPr>
            <p:ph type="body" sz="quarter" idx="18"/>
          </p:nvPr>
        </p:nvSpPr>
        <p:spPr>
          <a:xfrm>
            <a:off x="36300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3" name="Text Placeholder 11">
            <a:extLst>
              <a:ext uri="{FF2B5EF4-FFF2-40B4-BE49-F238E27FC236}">
                <a16:creationId xmlns:a16="http://schemas.microsoft.com/office/drawing/2014/main" id="{F46DB502-496B-4374-80BE-F2A5D51992FE}"/>
              </a:ext>
            </a:extLst>
          </p:cNvPr>
          <p:cNvSpPr>
            <a:spLocks noGrp="1"/>
          </p:cNvSpPr>
          <p:nvPr>
            <p:ph type="body" sz="quarter" idx="19"/>
          </p:nvPr>
        </p:nvSpPr>
        <p:spPr>
          <a:xfrm>
            <a:off x="52794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4" name="Text Placeholder 11">
            <a:extLst>
              <a:ext uri="{FF2B5EF4-FFF2-40B4-BE49-F238E27FC236}">
                <a16:creationId xmlns:a16="http://schemas.microsoft.com/office/drawing/2014/main" id="{4B72E113-B74F-4C8D-B9C6-1799A1DAE158}"/>
              </a:ext>
            </a:extLst>
          </p:cNvPr>
          <p:cNvSpPr>
            <a:spLocks noGrp="1"/>
          </p:cNvSpPr>
          <p:nvPr>
            <p:ph type="body" sz="quarter" idx="20"/>
          </p:nvPr>
        </p:nvSpPr>
        <p:spPr>
          <a:xfrm>
            <a:off x="69288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6" name="Text Placeholder 11">
            <a:extLst>
              <a:ext uri="{FF2B5EF4-FFF2-40B4-BE49-F238E27FC236}">
                <a16:creationId xmlns:a16="http://schemas.microsoft.com/office/drawing/2014/main" id="{FE86579E-E5FB-4B48-A02E-380334B3B7D7}"/>
              </a:ext>
            </a:extLst>
          </p:cNvPr>
          <p:cNvSpPr>
            <a:spLocks noGrp="1"/>
          </p:cNvSpPr>
          <p:nvPr>
            <p:ph type="body" sz="quarter" idx="26"/>
          </p:nvPr>
        </p:nvSpPr>
        <p:spPr>
          <a:xfrm>
            <a:off x="85782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8" name="Text Placeholder 11">
            <a:extLst>
              <a:ext uri="{FF2B5EF4-FFF2-40B4-BE49-F238E27FC236}">
                <a16:creationId xmlns:a16="http://schemas.microsoft.com/office/drawing/2014/main" id="{4FB5AF6E-663D-4AEE-B328-405A089F5CCF}"/>
              </a:ext>
            </a:extLst>
          </p:cNvPr>
          <p:cNvSpPr>
            <a:spLocks noGrp="1"/>
          </p:cNvSpPr>
          <p:nvPr>
            <p:ph type="body" sz="quarter" idx="28"/>
          </p:nvPr>
        </p:nvSpPr>
        <p:spPr>
          <a:xfrm>
            <a:off x="102276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B798486-D620-4807-AC6D-3BD811E629F8}"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296579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Timeline: fiv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67200" y="26280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2707200" y="2628000"/>
            <a:ext cx="457200" cy="457200"/>
          </a:xfrm>
        </p:spPr>
        <p:txBody>
          <a:bodyPr lIns="0" tIns="0" rIns="0" bIns="0"/>
          <a:lstStyle>
            <a:lvl1pPr algn="ctr">
              <a:defRPr sz="700" b="1"/>
            </a:lvl1pPr>
          </a:lstStyle>
          <a:p>
            <a:r>
              <a:rPr lang="en-US" noProof="0"/>
              <a:t>Please add icon</a:t>
            </a:r>
            <a:endParaRPr lang="en-US"/>
          </a:p>
        </p:txBody>
      </p:sp>
      <p:sp>
        <p:nvSpPr>
          <p:cNvPr id="1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5047200" y="2628000"/>
            <a:ext cx="457200" cy="457200"/>
          </a:xfrm>
        </p:spPr>
        <p:txBody>
          <a:bodyPr lIns="0" tIns="0" rIns="0" bIns="0"/>
          <a:lstStyle>
            <a:lvl1pPr algn="ctr">
              <a:defRPr sz="700" b="1"/>
            </a:lvl1pPr>
          </a:lstStyle>
          <a:p>
            <a:r>
              <a:rPr lang="en-US" noProof="0"/>
              <a:t>Please add icon</a:t>
            </a:r>
            <a:endParaRPr lang="en-US"/>
          </a:p>
        </p:txBody>
      </p:sp>
      <p:sp>
        <p:nvSpPr>
          <p:cNvPr id="16"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7387200" y="2628000"/>
            <a:ext cx="457200" cy="457200"/>
          </a:xfrm>
        </p:spPr>
        <p:txBody>
          <a:bodyPr lIns="0" tIns="0" rIns="0" bIns="0"/>
          <a:lstStyle>
            <a:lvl1pPr algn="ctr">
              <a:defRPr sz="700" b="1"/>
            </a:lvl1pPr>
          </a:lstStyle>
          <a:p>
            <a:r>
              <a:rPr lang="en-US" noProof="0"/>
              <a:t>Please add icon</a:t>
            </a:r>
            <a:endParaRPr lang="en-US"/>
          </a:p>
        </p:txBody>
      </p:sp>
      <p:sp>
        <p:nvSpPr>
          <p:cNvPr id="18"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9727200" y="2628000"/>
            <a:ext cx="457200" cy="457200"/>
          </a:xfrm>
        </p:spPr>
        <p:txBody>
          <a:bodyPr lIns="0" tIns="0" rIns="0" bIns="0"/>
          <a:lstStyle>
            <a:lvl1pPr algn="ctr">
              <a:defRPr sz="700" b="1"/>
            </a:lvl1pPr>
          </a:lstStyle>
          <a:p>
            <a:r>
              <a:rPr lang="en-US" noProof="0"/>
              <a:t>Please add icon</a:t>
            </a:r>
            <a:endParaRPr lang="en-US"/>
          </a:p>
        </p:txBody>
      </p:sp>
      <p:sp>
        <p:nvSpPr>
          <p:cNvPr id="22" name="Text Placeholder 11">
            <a:extLst>
              <a:ext uri="{FF2B5EF4-FFF2-40B4-BE49-F238E27FC236}">
                <a16:creationId xmlns:a16="http://schemas.microsoft.com/office/drawing/2014/main" id="{5CE67186-CCF3-4DDD-89EF-CB4B536BBBF0}"/>
              </a:ext>
            </a:extLst>
          </p:cNvPr>
          <p:cNvSpPr>
            <a:spLocks noGrp="1"/>
          </p:cNvSpPr>
          <p:nvPr>
            <p:ph type="body" sz="quarter" idx="26"/>
          </p:nvPr>
        </p:nvSpPr>
        <p:spPr bwMode="gray">
          <a:xfrm>
            <a:off x="594000" y="3258000"/>
            <a:ext cx="11264400" cy="0"/>
          </a:xfrm>
          <a:custGeom>
            <a:avLst/>
            <a:gdLst>
              <a:gd name="connsiteX0" fmla="*/ 0 w 7652632"/>
              <a:gd name="connsiteY0" fmla="*/ 0 h 174512"/>
              <a:gd name="connsiteX1" fmla="*/ 7652632 w 7652632"/>
              <a:gd name="connsiteY1" fmla="*/ 0 h 174512"/>
              <a:gd name="connsiteX2" fmla="*/ 7652632 w 7652632"/>
              <a:gd name="connsiteY2" fmla="*/ 174512 h 174512"/>
              <a:gd name="connsiteX3" fmla="*/ 0 w 7652632"/>
              <a:gd name="connsiteY3" fmla="*/ 174512 h 174512"/>
              <a:gd name="connsiteX4" fmla="*/ 0 w 7652632"/>
              <a:gd name="connsiteY4" fmla="*/ 0 h 174512"/>
              <a:gd name="connsiteX0" fmla="*/ 0 w 7652632"/>
              <a:gd name="connsiteY0" fmla="*/ 174512 h 265952"/>
              <a:gd name="connsiteX1" fmla="*/ 0 w 7652632"/>
              <a:gd name="connsiteY1" fmla="*/ 0 h 265952"/>
              <a:gd name="connsiteX2" fmla="*/ 7652632 w 7652632"/>
              <a:gd name="connsiteY2" fmla="*/ 0 h 265952"/>
              <a:gd name="connsiteX3" fmla="*/ 7652632 w 7652632"/>
              <a:gd name="connsiteY3" fmla="*/ 174512 h 265952"/>
              <a:gd name="connsiteX4" fmla="*/ 91440 w 7652632"/>
              <a:gd name="connsiteY4" fmla="*/ 265952 h 265952"/>
              <a:gd name="connsiteX0" fmla="*/ 0 w 7652632"/>
              <a:gd name="connsiteY0" fmla="*/ 174512 h 174512"/>
              <a:gd name="connsiteX1" fmla="*/ 0 w 7652632"/>
              <a:gd name="connsiteY1" fmla="*/ 0 h 174512"/>
              <a:gd name="connsiteX2" fmla="*/ 7652632 w 7652632"/>
              <a:gd name="connsiteY2" fmla="*/ 0 h 174512"/>
              <a:gd name="connsiteX3" fmla="*/ 7652632 w 7652632"/>
              <a:gd name="connsiteY3" fmla="*/ 174512 h 174512"/>
              <a:gd name="connsiteX0" fmla="*/ 0 w 7652632"/>
              <a:gd name="connsiteY0" fmla="*/ 0 h 174512"/>
              <a:gd name="connsiteX1" fmla="*/ 7652632 w 7652632"/>
              <a:gd name="connsiteY1" fmla="*/ 0 h 174512"/>
              <a:gd name="connsiteX2" fmla="*/ 7652632 w 7652632"/>
              <a:gd name="connsiteY2" fmla="*/ 174512 h 174512"/>
              <a:gd name="connsiteX0" fmla="*/ 0 w 7652632"/>
              <a:gd name="connsiteY0" fmla="*/ 0 h 0"/>
              <a:gd name="connsiteX1" fmla="*/ 7652632 w 7652632"/>
              <a:gd name="connsiteY1" fmla="*/ 0 h 0"/>
            </a:gdLst>
            <a:ahLst/>
            <a:cxnLst>
              <a:cxn ang="0">
                <a:pos x="connsiteX0" y="connsiteY0"/>
              </a:cxn>
              <a:cxn ang="0">
                <a:pos x="connsiteX1" y="connsiteY1"/>
              </a:cxn>
            </a:cxnLst>
            <a:rect l="l" t="t" r="r" b="b"/>
            <a:pathLst>
              <a:path w="7652632">
                <a:moveTo>
                  <a:pt x="0" y="0"/>
                </a:moveTo>
                <a:lnTo>
                  <a:pt x="7652632" y="0"/>
                </a:lnTo>
              </a:path>
            </a:pathLst>
          </a:custGeom>
          <a:ln w="15875">
            <a:solidFill>
              <a:schemeClr val="accent4"/>
            </a:solidFill>
            <a:tailEnd type="arrow" w="med" len="sm"/>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3" name="Text Placeholder 11">
            <a:extLst>
              <a:ext uri="{FF2B5EF4-FFF2-40B4-BE49-F238E27FC236}">
                <a16:creationId xmlns:a16="http://schemas.microsoft.com/office/drawing/2014/main" id="{976CC6DF-7551-4B6C-A618-D58E9805CE92}"/>
              </a:ext>
            </a:extLst>
          </p:cNvPr>
          <p:cNvSpPr>
            <a:spLocks noGrp="1"/>
          </p:cNvSpPr>
          <p:nvPr>
            <p:ph type="body" sz="quarter" idx="27"/>
          </p:nvPr>
        </p:nvSpPr>
        <p:spPr>
          <a:xfrm>
            <a:off x="54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4" name="Text Placeholder 11">
            <a:extLst>
              <a:ext uri="{FF2B5EF4-FFF2-40B4-BE49-F238E27FC236}">
                <a16:creationId xmlns:a16="http://schemas.microsoft.com/office/drawing/2014/main" id="{55E7D41C-3046-4F7E-8B69-F4C83361509F}"/>
              </a:ext>
            </a:extLst>
          </p:cNvPr>
          <p:cNvSpPr>
            <a:spLocks noGrp="1"/>
          </p:cNvSpPr>
          <p:nvPr>
            <p:ph type="body" sz="quarter" idx="28"/>
          </p:nvPr>
        </p:nvSpPr>
        <p:spPr>
          <a:xfrm>
            <a:off x="288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Text Placeholder 11">
            <a:extLst>
              <a:ext uri="{FF2B5EF4-FFF2-40B4-BE49-F238E27FC236}">
                <a16:creationId xmlns:a16="http://schemas.microsoft.com/office/drawing/2014/main" id="{DAC75856-6BC0-4D21-AF0C-407CC2A03047}"/>
              </a:ext>
            </a:extLst>
          </p:cNvPr>
          <p:cNvSpPr>
            <a:spLocks noGrp="1"/>
          </p:cNvSpPr>
          <p:nvPr>
            <p:ph type="body" sz="quarter" idx="29"/>
          </p:nvPr>
        </p:nvSpPr>
        <p:spPr>
          <a:xfrm>
            <a:off x="522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Text Placeholder 11">
            <a:extLst>
              <a:ext uri="{FF2B5EF4-FFF2-40B4-BE49-F238E27FC236}">
                <a16:creationId xmlns:a16="http://schemas.microsoft.com/office/drawing/2014/main" id="{ECF624F4-7D6E-415F-B67F-32ED309EB60C}"/>
              </a:ext>
            </a:extLst>
          </p:cNvPr>
          <p:cNvSpPr>
            <a:spLocks noGrp="1"/>
          </p:cNvSpPr>
          <p:nvPr>
            <p:ph type="body" sz="quarter" idx="30"/>
          </p:nvPr>
        </p:nvSpPr>
        <p:spPr>
          <a:xfrm>
            <a:off x="756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Text Placeholder 11">
            <a:extLst>
              <a:ext uri="{FF2B5EF4-FFF2-40B4-BE49-F238E27FC236}">
                <a16:creationId xmlns:a16="http://schemas.microsoft.com/office/drawing/2014/main" id="{EB82237B-1203-4191-BF1A-5B4068747CF6}"/>
              </a:ext>
            </a:extLst>
          </p:cNvPr>
          <p:cNvSpPr>
            <a:spLocks noGrp="1"/>
          </p:cNvSpPr>
          <p:nvPr>
            <p:ph type="body" sz="quarter" idx="31"/>
          </p:nvPr>
        </p:nvSpPr>
        <p:spPr>
          <a:xfrm>
            <a:off x="990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54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3"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288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5"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522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7"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756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9"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990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58D6B7A-9754-4804-8F5A-2118F4CADF5E}"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99274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Timeline: eight icons &amp; text boxes">
    <p:spTree>
      <p:nvGrpSpPr>
        <p:cNvPr id="1" name=""/>
        <p:cNvGrpSpPr/>
        <p:nvPr/>
      </p:nvGrpSpPr>
      <p:grpSpPr>
        <a:xfrm>
          <a:off x="0" y="0"/>
          <a:ext cx="0" cy="0"/>
          <a:chOff x="0" y="0"/>
          <a:chExt cx="0" cy="0"/>
        </a:xfrm>
      </p:grpSpPr>
      <p:sp>
        <p:nvSpPr>
          <p:cNvPr id="34" name="Text Placeholder 11">
            <a:extLst>
              <a:ext uri="{FF2B5EF4-FFF2-40B4-BE49-F238E27FC236}">
                <a16:creationId xmlns:a16="http://schemas.microsoft.com/office/drawing/2014/main" id="{9F115F95-ABE8-402C-A02F-266D5B211E49}"/>
              </a:ext>
            </a:extLst>
          </p:cNvPr>
          <p:cNvSpPr>
            <a:spLocks noGrp="1"/>
          </p:cNvSpPr>
          <p:nvPr>
            <p:ph type="body" sz="quarter" idx="32"/>
          </p:nvPr>
        </p:nvSpPr>
        <p:spPr bwMode="gray">
          <a:xfrm>
            <a:off x="558000" y="3258000"/>
            <a:ext cx="11296800" cy="0"/>
          </a:xfrm>
          <a:custGeom>
            <a:avLst/>
            <a:gdLst>
              <a:gd name="connsiteX0" fmla="*/ 0 w 1152000"/>
              <a:gd name="connsiteY0" fmla="*/ 0 h 93031"/>
              <a:gd name="connsiteX1" fmla="*/ 1152000 w 1152000"/>
              <a:gd name="connsiteY1" fmla="*/ 0 h 93031"/>
              <a:gd name="connsiteX2" fmla="*/ 1152000 w 1152000"/>
              <a:gd name="connsiteY2" fmla="*/ 93031 h 93031"/>
              <a:gd name="connsiteX3" fmla="*/ 0 w 1152000"/>
              <a:gd name="connsiteY3" fmla="*/ 93031 h 93031"/>
              <a:gd name="connsiteX4" fmla="*/ 0 w 1152000"/>
              <a:gd name="connsiteY4" fmla="*/ 0 h 93031"/>
              <a:gd name="connsiteX0" fmla="*/ 1152000 w 1243440"/>
              <a:gd name="connsiteY0" fmla="*/ 93031 h 184471"/>
              <a:gd name="connsiteX1" fmla="*/ 0 w 1243440"/>
              <a:gd name="connsiteY1" fmla="*/ 93031 h 184471"/>
              <a:gd name="connsiteX2" fmla="*/ 0 w 1243440"/>
              <a:gd name="connsiteY2" fmla="*/ 0 h 184471"/>
              <a:gd name="connsiteX3" fmla="*/ 1152000 w 1243440"/>
              <a:gd name="connsiteY3" fmla="*/ 0 h 184471"/>
              <a:gd name="connsiteX4" fmla="*/ 1243440 w 1243440"/>
              <a:gd name="connsiteY4" fmla="*/ 184471 h 184471"/>
              <a:gd name="connsiteX0" fmla="*/ 1152000 w 1152000"/>
              <a:gd name="connsiteY0" fmla="*/ 93031 h 93031"/>
              <a:gd name="connsiteX1" fmla="*/ 0 w 1152000"/>
              <a:gd name="connsiteY1" fmla="*/ 93031 h 93031"/>
              <a:gd name="connsiteX2" fmla="*/ 0 w 1152000"/>
              <a:gd name="connsiteY2" fmla="*/ 0 h 93031"/>
              <a:gd name="connsiteX3" fmla="*/ 1152000 w 1152000"/>
              <a:gd name="connsiteY3" fmla="*/ 0 h 93031"/>
              <a:gd name="connsiteX0" fmla="*/ 0 w 1152000"/>
              <a:gd name="connsiteY0" fmla="*/ 93031 h 93031"/>
              <a:gd name="connsiteX1" fmla="*/ 0 w 1152000"/>
              <a:gd name="connsiteY1" fmla="*/ 0 h 93031"/>
              <a:gd name="connsiteX2" fmla="*/ 1152000 w 1152000"/>
              <a:gd name="connsiteY2" fmla="*/ 0 h 93031"/>
              <a:gd name="connsiteX0" fmla="*/ 0 w 1152000"/>
              <a:gd name="connsiteY0" fmla="*/ 0 h 0"/>
              <a:gd name="connsiteX1" fmla="*/ 1152000 w 1152000"/>
              <a:gd name="connsiteY1" fmla="*/ 0 h 0"/>
            </a:gdLst>
            <a:ahLst/>
            <a:cxnLst>
              <a:cxn ang="0">
                <a:pos x="connsiteX0" y="connsiteY0"/>
              </a:cxn>
              <a:cxn ang="0">
                <a:pos x="connsiteX1" y="connsiteY1"/>
              </a:cxn>
            </a:cxnLst>
            <a:rect l="l" t="t" r="r" b="b"/>
            <a:pathLst>
              <a:path w="1152000">
                <a:moveTo>
                  <a:pt x="0" y="0"/>
                </a:moveTo>
                <a:lnTo>
                  <a:pt x="1152000" y="0"/>
                </a:lnTo>
              </a:path>
            </a:pathLst>
          </a:custGeom>
          <a:ln w="15875">
            <a:solidFill>
              <a:schemeClr val="accent4"/>
            </a:solidFill>
            <a:tailEnd type="arrow" w="med" len="sm"/>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67200" y="26280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1789714" y="2628000"/>
            <a:ext cx="457200" cy="457200"/>
          </a:xfrm>
        </p:spPr>
        <p:txBody>
          <a:bodyPr lIns="0" tIns="0" rIns="0" bIns="0"/>
          <a:lstStyle>
            <a:lvl1pPr algn="ctr">
              <a:defRPr sz="700" b="1"/>
            </a:lvl1pPr>
          </a:lstStyle>
          <a:p>
            <a:r>
              <a:rPr lang="en-US" noProof="0"/>
              <a:t>Please add icon</a:t>
            </a:r>
            <a:endParaRPr lang="en-US"/>
          </a:p>
        </p:txBody>
      </p:sp>
      <p:sp>
        <p:nvSpPr>
          <p:cNvPr id="1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3212228" y="2628000"/>
            <a:ext cx="457200" cy="457200"/>
          </a:xfrm>
        </p:spPr>
        <p:txBody>
          <a:bodyPr lIns="0" tIns="0" rIns="0" bIns="0"/>
          <a:lstStyle>
            <a:lvl1pPr algn="ctr">
              <a:defRPr sz="700" b="1"/>
            </a:lvl1pPr>
          </a:lstStyle>
          <a:p>
            <a:r>
              <a:rPr lang="en-US" noProof="0"/>
              <a:t>Please add icon</a:t>
            </a:r>
            <a:endParaRPr lang="en-US"/>
          </a:p>
        </p:txBody>
      </p:sp>
      <p:sp>
        <p:nvSpPr>
          <p:cNvPr id="16"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4634742" y="2628000"/>
            <a:ext cx="457200" cy="457200"/>
          </a:xfrm>
        </p:spPr>
        <p:txBody>
          <a:bodyPr lIns="0" tIns="0" rIns="0" bIns="0"/>
          <a:lstStyle>
            <a:lvl1pPr algn="ctr">
              <a:defRPr sz="700" b="1"/>
            </a:lvl1pPr>
          </a:lstStyle>
          <a:p>
            <a:r>
              <a:rPr lang="en-US" noProof="0"/>
              <a:t>Please add icon</a:t>
            </a:r>
            <a:endParaRPr lang="en-US"/>
          </a:p>
        </p:txBody>
      </p:sp>
      <p:sp>
        <p:nvSpPr>
          <p:cNvPr id="18"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6057256" y="2628000"/>
            <a:ext cx="457200" cy="457200"/>
          </a:xfrm>
        </p:spPr>
        <p:txBody>
          <a:bodyPr lIns="0" tIns="0" rIns="0" bIns="0"/>
          <a:lstStyle>
            <a:lvl1pPr algn="ctr">
              <a:defRPr sz="700" b="1"/>
            </a:lvl1pPr>
          </a:lstStyle>
          <a:p>
            <a:r>
              <a:rPr lang="en-US" noProof="0"/>
              <a:t>Please add icon</a:t>
            </a:r>
            <a:endParaRPr lang="en-US"/>
          </a:p>
        </p:txBody>
      </p:sp>
      <p:sp>
        <p:nvSpPr>
          <p:cNvPr id="28" name="Picture Placeholder 10">
            <a:extLst>
              <a:ext uri="{FF2B5EF4-FFF2-40B4-BE49-F238E27FC236}">
                <a16:creationId xmlns:a16="http://schemas.microsoft.com/office/drawing/2014/main" id="{BE766B07-3708-4890-9255-CC2A2A5CECBF}"/>
              </a:ext>
            </a:extLst>
          </p:cNvPr>
          <p:cNvSpPr>
            <a:spLocks noGrp="1"/>
          </p:cNvSpPr>
          <p:nvPr>
            <p:ph type="pic" sz="quarter" idx="26" hasCustomPrompt="1"/>
          </p:nvPr>
        </p:nvSpPr>
        <p:spPr>
          <a:xfrm>
            <a:off x="7479770" y="2628000"/>
            <a:ext cx="457200" cy="457200"/>
          </a:xfrm>
        </p:spPr>
        <p:txBody>
          <a:bodyPr lIns="0" tIns="0" rIns="0" bIns="0"/>
          <a:lstStyle>
            <a:lvl1pPr algn="ctr">
              <a:defRPr sz="700" b="1"/>
            </a:lvl1pPr>
          </a:lstStyle>
          <a:p>
            <a:r>
              <a:rPr lang="en-US" noProof="0"/>
              <a:t>Please add icon</a:t>
            </a:r>
            <a:endParaRPr lang="en-US"/>
          </a:p>
        </p:txBody>
      </p:sp>
      <p:sp>
        <p:nvSpPr>
          <p:cNvPr id="30" name="Picture Placeholder 10">
            <a:extLst>
              <a:ext uri="{FF2B5EF4-FFF2-40B4-BE49-F238E27FC236}">
                <a16:creationId xmlns:a16="http://schemas.microsoft.com/office/drawing/2014/main" id="{65E2D852-BE36-42A3-A2B8-94EA0CA4EE6D}"/>
              </a:ext>
            </a:extLst>
          </p:cNvPr>
          <p:cNvSpPr>
            <a:spLocks noGrp="1"/>
          </p:cNvSpPr>
          <p:nvPr>
            <p:ph type="pic" sz="quarter" idx="28" hasCustomPrompt="1"/>
          </p:nvPr>
        </p:nvSpPr>
        <p:spPr>
          <a:xfrm>
            <a:off x="8902284" y="2628000"/>
            <a:ext cx="457200" cy="457200"/>
          </a:xfrm>
        </p:spPr>
        <p:txBody>
          <a:bodyPr lIns="0" tIns="0" rIns="0" bIns="0"/>
          <a:lstStyle>
            <a:lvl1pPr algn="ctr">
              <a:defRPr sz="700" b="1"/>
            </a:lvl1pPr>
          </a:lstStyle>
          <a:p>
            <a:r>
              <a:rPr lang="en-US" noProof="0"/>
              <a:t>Please add icon</a:t>
            </a:r>
            <a:endParaRPr lang="en-US"/>
          </a:p>
        </p:txBody>
      </p:sp>
      <p:sp>
        <p:nvSpPr>
          <p:cNvPr id="32" name="Picture Placeholder 10">
            <a:extLst>
              <a:ext uri="{FF2B5EF4-FFF2-40B4-BE49-F238E27FC236}">
                <a16:creationId xmlns:a16="http://schemas.microsoft.com/office/drawing/2014/main" id="{47866753-9238-4EF3-9507-1A1A08058E9C}"/>
              </a:ext>
            </a:extLst>
          </p:cNvPr>
          <p:cNvSpPr>
            <a:spLocks noGrp="1"/>
          </p:cNvSpPr>
          <p:nvPr>
            <p:ph type="pic" sz="quarter" idx="30" hasCustomPrompt="1"/>
          </p:nvPr>
        </p:nvSpPr>
        <p:spPr>
          <a:xfrm>
            <a:off x="10324800" y="2628000"/>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C6B1807F-9211-4322-A9DE-43E7460326F6}"/>
              </a:ext>
            </a:extLst>
          </p:cNvPr>
          <p:cNvSpPr>
            <a:spLocks noGrp="1"/>
          </p:cNvSpPr>
          <p:nvPr>
            <p:ph type="body" sz="quarter" idx="33"/>
          </p:nvPr>
        </p:nvSpPr>
        <p:spPr>
          <a:xfrm>
            <a:off x="54360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6" name="Text Placeholder 11">
            <a:extLst>
              <a:ext uri="{FF2B5EF4-FFF2-40B4-BE49-F238E27FC236}">
                <a16:creationId xmlns:a16="http://schemas.microsoft.com/office/drawing/2014/main" id="{713703C9-52F7-41B2-8F89-4F2E87FC5B78}"/>
              </a:ext>
            </a:extLst>
          </p:cNvPr>
          <p:cNvSpPr>
            <a:spLocks noGrp="1"/>
          </p:cNvSpPr>
          <p:nvPr>
            <p:ph type="body" sz="quarter" idx="34"/>
          </p:nvPr>
        </p:nvSpPr>
        <p:spPr>
          <a:xfrm>
            <a:off x="1966114"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7" name="Text Placeholder 11">
            <a:extLst>
              <a:ext uri="{FF2B5EF4-FFF2-40B4-BE49-F238E27FC236}">
                <a16:creationId xmlns:a16="http://schemas.microsoft.com/office/drawing/2014/main" id="{CD7859A9-DEAC-44BA-90B2-C59341DD7AA5}"/>
              </a:ext>
            </a:extLst>
          </p:cNvPr>
          <p:cNvSpPr>
            <a:spLocks noGrp="1"/>
          </p:cNvSpPr>
          <p:nvPr>
            <p:ph type="body" sz="quarter" idx="35"/>
          </p:nvPr>
        </p:nvSpPr>
        <p:spPr>
          <a:xfrm>
            <a:off x="3388628"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8" name="Text Placeholder 11">
            <a:extLst>
              <a:ext uri="{FF2B5EF4-FFF2-40B4-BE49-F238E27FC236}">
                <a16:creationId xmlns:a16="http://schemas.microsoft.com/office/drawing/2014/main" id="{F2B89E32-E735-4545-BDE1-3CA3BEDF7DE6}"/>
              </a:ext>
            </a:extLst>
          </p:cNvPr>
          <p:cNvSpPr>
            <a:spLocks noGrp="1"/>
          </p:cNvSpPr>
          <p:nvPr>
            <p:ph type="body" sz="quarter" idx="36"/>
          </p:nvPr>
        </p:nvSpPr>
        <p:spPr>
          <a:xfrm>
            <a:off x="4811142"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9" name="Text Placeholder 11">
            <a:extLst>
              <a:ext uri="{FF2B5EF4-FFF2-40B4-BE49-F238E27FC236}">
                <a16:creationId xmlns:a16="http://schemas.microsoft.com/office/drawing/2014/main" id="{79DB9110-B5F8-423A-A697-8591E76C9EE4}"/>
              </a:ext>
            </a:extLst>
          </p:cNvPr>
          <p:cNvSpPr>
            <a:spLocks noGrp="1"/>
          </p:cNvSpPr>
          <p:nvPr>
            <p:ph type="body" sz="quarter" idx="37"/>
          </p:nvPr>
        </p:nvSpPr>
        <p:spPr>
          <a:xfrm>
            <a:off x="6233656"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0" name="Text Placeholder 11">
            <a:extLst>
              <a:ext uri="{FF2B5EF4-FFF2-40B4-BE49-F238E27FC236}">
                <a16:creationId xmlns:a16="http://schemas.microsoft.com/office/drawing/2014/main" id="{4A113945-5C37-4C98-9F22-2E8E222896F0}"/>
              </a:ext>
            </a:extLst>
          </p:cNvPr>
          <p:cNvSpPr>
            <a:spLocks noGrp="1"/>
          </p:cNvSpPr>
          <p:nvPr>
            <p:ph type="body" sz="quarter" idx="38"/>
          </p:nvPr>
        </p:nvSpPr>
        <p:spPr>
          <a:xfrm>
            <a:off x="765617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1" name="Text Placeholder 11">
            <a:extLst>
              <a:ext uri="{FF2B5EF4-FFF2-40B4-BE49-F238E27FC236}">
                <a16:creationId xmlns:a16="http://schemas.microsoft.com/office/drawing/2014/main" id="{6CFB8023-5E64-4185-A3F2-D0F8FCB194A8}"/>
              </a:ext>
            </a:extLst>
          </p:cNvPr>
          <p:cNvSpPr>
            <a:spLocks noGrp="1"/>
          </p:cNvSpPr>
          <p:nvPr>
            <p:ph type="body" sz="quarter" idx="39"/>
          </p:nvPr>
        </p:nvSpPr>
        <p:spPr>
          <a:xfrm>
            <a:off x="9078684"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2" name="Text Placeholder 11">
            <a:extLst>
              <a:ext uri="{FF2B5EF4-FFF2-40B4-BE49-F238E27FC236}">
                <a16:creationId xmlns:a16="http://schemas.microsoft.com/office/drawing/2014/main" id="{E41837A5-5A9E-4304-9788-7F565C602441}"/>
              </a:ext>
            </a:extLst>
          </p:cNvPr>
          <p:cNvSpPr>
            <a:spLocks noGrp="1"/>
          </p:cNvSpPr>
          <p:nvPr>
            <p:ph type="body" sz="quarter" idx="40"/>
          </p:nvPr>
        </p:nvSpPr>
        <p:spPr>
          <a:xfrm>
            <a:off x="1050120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54360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1" name="Text Placeholder 11">
            <a:extLst>
              <a:ext uri="{FF2B5EF4-FFF2-40B4-BE49-F238E27FC236}">
                <a16:creationId xmlns:a16="http://schemas.microsoft.com/office/drawing/2014/main" id="{4D6AB49F-5CDC-4EA4-8AD2-A427B0E0BBA5}"/>
              </a:ext>
            </a:extLst>
          </p:cNvPr>
          <p:cNvSpPr>
            <a:spLocks noGrp="1"/>
          </p:cNvSpPr>
          <p:nvPr>
            <p:ph type="body" sz="quarter" idx="41"/>
          </p:nvPr>
        </p:nvSpPr>
        <p:spPr>
          <a:xfrm>
            <a:off x="1966114"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2" name="Text Placeholder 11">
            <a:extLst>
              <a:ext uri="{FF2B5EF4-FFF2-40B4-BE49-F238E27FC236}">
                <a16:creationId xmlns:a16="http://schemas.microsoft.com/office/drawing/2014/main" id="{F463238E-B23C-4F7A-B1CE-7F163AD95E4B}"/>
              </a:ext>
            </a:extLst>
          </p:cNvPr>
          <p:cNvSpPr>
            <a:spLocks noGrp="1"/>
          </p:cNvSpPr>
          <p:nvPr>
            <p:ph type="body" sz="quarter" idx="42"/>
          </p:nvPr>
        </p:nvSpPr>
        <p:spPr>
          <a:xfrm>
            <a:off x="3388628"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3" name="Text Placeholder 11">
            <a:extLst>
              <a:ext uri="{FF2B5EF4-FFF2-40B4-BE49-F238E27FC236}">
                <a16:creationId xmlns:a16="http://schemas.microsoft.com/office/drawing/2014/main" id="{5DB448C2-2659-44FA-83F9-45594F8D9494}"/>
              </a:ext>
            </a:extLst>
          </p:cNvPr>
          <p:cNvSpPr>
            <a:spLocks noGrp="1"/>
          </p:cNvSpPr>
          <p:nvPr>
            <p:ph type="body" sz="quarter" idx="43"/>
          </p:nvPr>
        </p:nvSpPr>
        <p:spPr>
          <a:xfrm>
            <a:off x="4811142"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4" name="Text Placeholder 11">
            <a:extLst>
              <a:ext uri="{FF2B5EF4-FFF2-40B4-BE49-F238E27FC236}">
                <a16:creationId xmlns:a16="http://schemas.microsoft.com/office/drawing/2014/main" id="{0790F9F6-D5F4-45A2-A221-F081E5C91D0B}"/>
              </a:ext>
            </a:extLst>
          </p:cNvPr>
          <p:cNvSpPr>
            <a:spLocks noGrp="1"/>
          </p:cNvSpPr>
          <p:nvPr>
            <p:ph type="body" sz="quarter" idx="44"/>
          </p:nvPr>
        </p:nvSpPr>
        <p:spPr>
          <a:xfrm>
            <a:off x="6233656"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5" name="Text Placeholder 11">
            <a:extLst>
              <a:ext uri="{FF2B5EF4-FFF2-40B4-BE49-F238E27FC236}">
                <a16:creationId xmlns:a16="http://schemas.microsoft.com/office/drawing/2014/main" id="{D2ADD6FC-36B5-4CFB-851C-0D31F197AB4A}"/>
              </a:ext>
            </a:extLst>
          </p:cNvPr>
          <p:cNvSpPr>
            <a:spLocks noGrp="1"/>
          </p:cNvSpPr>
          <p:nvPr>
            <p:ph type="body" sz="quarter" idx="45"/>
          </p:nvPr>
        </p:nvSpPr>
        <p:spPr>
          <a:xfrm>
            <a:off x="765617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6" name="Text Placeholder 11">
            <a:extLst>
              <a:ext uri="{FF2B5EF4-FFF2-40B4-BE49-F238E27FC236}">
                <a16:creationId xmlns:a16="http://schemas.microsoft.com/office/drawing/2014/main" id="{021BC5A5-67A6-48CA-A81C-99793628929B}"/>
              </a:ext>
            </a:extLst>
          </p:cNvPr>
          <p:cNvSpPr>
            <a:spLocks noGrp="1"/>
          </p:cNvSpPr>
          <p:nvPr>
            <p:ph type="body" sz="quarter" idx="46"/>
          </p:nvPr>
        </p:nvSpPr>
        <p:spPr>
          <a:xfrm>
            <a:off x="9078684"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7" name="Text Placeholder 11">
            <a:extLst>
              <a:ext uri="{FF2B5EF4-FFF2-40B4-BE49-F238E27FC236}">
                <a16:creationId xmlns:a16="http://schemas.microsoft.com/office/drawing/2014/main" id="{FB6B97BC-758E-4B5D-BE93-360237912AC9}"/>
              </a:ext>
            </a:extLst>
          </p:cNvPr>
          <p:cNvSpPr>
            <a:spLocks noGrp="1"/>
          </p:cNvSpPr>
          <p:nvPr>
            <p:ph type="body" sz="quarter" idx="47"/>
          </p:nvPr>
        </p:nvSpPr>
        <p:spPr>
          <a:xfrm>
            <a:off x="1050120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0A194E1-1044-493D-918F-B69AC62FD765}"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153981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4A38730-8F41-4295-B8CF-123547F4AF8F}" type="datetime4">
              <a:rPr lang="en-US" noProof="0" smtClean="0"/>
              <a:t>January 21,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21526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2732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5.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2" name="Tag line">
            <a:extLst>
              <a:ext uri="{FF2B5EF4-FFF2-40B4-BE49-F238E27FC236}">
                <a16:creationId xmlns:a16="http://schemas.microsoft.com/office/drawing/2014/main" id="{6B3816BE-27EB-D6FA-366D-A467FA34B9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528313" y="2826823"/>
            <a:ext cx="5135380" cy="1165171"/>
          </a:xfrm>
          <a:prstGeom prst="rect">
            <a:avLst/>
          </a:prstGeom>
        </p:spPr>
      </p:pic>
      <p:sp>
        <p:nvSpPr>
          <p:cNvPr id="3" name="Rectangle 2">
            <a:extLst>
              <a:ext uri="{FF2B5EF4-FFF2-40B4-BE49-F238E27FC236}">
                <a16:creationId xmlns:a16="http://schemas.microsoft.com/office/drawing/2014/main" id="{B04CEB8C-9FB2-7FEF-DEA7-50BB992EC21A}"/>
              </a:ext>
            </a:extLst>
          </p:cNvPr>
          <p:cNvSpPr/>
          <p:nvPr userDrawn="1"/>
        </p:nvSpPr>
        <p:spPr bwMode="gray">
          <a:xfrm>
            <a:off x="0" y="0"/>
            <a:ext cx="12192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pic>
        <p:nvPicPr>
          <p:cNvPr id="4" name="Logo">
            <a:extLst>
              <a:ext uri="{FF2B5EF4-FFF2-40B4-BE49-F238E27FC236}">
                <a16:creationId xmlns:a16="http://schemas.microsoft.com/office/drawing/2014/main" id="{A9ADE4CC-155D-8DBE-55E3-24F0D81916F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526694" y="2826823"/>
            <a:ext cx="3138612" cy="1204354"/>
          </a:xfrm>
          <a:prstGeom prst="rect">
            <a:avLst/>
          </a:prstGeom>
        </p:spPr>
      </p:pic>
    </p:spTree>
    <p:extLst>
      <p:ext uri="{BB962C8B-B14F-4D97-AF65-F5344CB8AC3E}">
        <p14:creationId xmlns:p14="http://schemas.microsoft.com/office/powerpoint/2010/main" val="2375692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 presetClass="emph" presetSubtype="0" fill="hold" nodeType="withEffect">
                                  <p:stCondLst>
                                    <p:cond delay="0"/>
                                  </p:stCondLst>
                                  <p:childTnLst>
                                    <p:animScale>
                                      <p:cBhvr>
                                        <p:cTn id="9" dur="10" fill="hold"/>
                                        <p:tgtEl>
                                          <p:spTgt spid="4"/>
                                        </p:tgtEl>
                                      </p:cBhvr>
                                      <p:by x="125000" y="125000"/>
                                    </p:animScale>
                                  </p:childTnLst>
                                </p:cTn>
                              </p:par>
                              <p:par>
                                <p:cTn id="10" presetID="6" presetClass="emph" presetSubtype="0" decel="100000" fill="hold" nodeType="withEffect">
                                  <p:stCondLst>
                                    <p:cond delay="0"/>
                                  </p:stCondLst>
                                  <p:childTnLst>
                                    <p:animScale>
                                      <p:cBhvr>
                                        <p:cTn id="11" dur="750" fill="hold"/>
                                        <p:tgtEl>
                                          <p:spTgt spid="4"/>
                                        </p:tgtEl>
                                      </p:cBhvr>
                                      <p:by x="80000" y="80000"/>
                                    </p:animScale>
                                  </p:childTnLst>
                                </p:cTn>
                              </p:par>
                              <p:par>
                                <p:cTn id="12" presetID="10" presetClass="exit" presetSubtype="0" fill="hold" nodeType="withEffect">
                                  <p:stCondLst>
                                    <p:cond delay="1000"/>
                                  </p:stCondLst>
                                  <p:childTnLst>
                                    <p:animEffect transition="out" filter="fade">
                                      <p:cBhvr>
                                        <p:cTn id="13" dur="500"/>
                                        <p:tgtEl>
                                          <p:spTgt spid="4"/>
                                        </p:tgtEl>
                                      </p:cBhvr>
                                    </p:animEffect>
                                    <p:set>
                                      <p:cBhvr>
                                        <p:cTn id="14" dur="1" fill="hold">
                                          <p:stCondLst>
                                            <p:cond delay="499"/>
                                          </p:stCondLst>
                                        </p:cTn>
                                        <p:tgtEl>
                                          <p:spTgt spid="4"/>
                                        </p:tgtEl>
                                        <p:attrNameLst>
                                          <p:attrName>style.visibility</p:attrName>
                                        </p:attrNameLst>
                                      </p:cBhvr>
                                      <p:to>
                                        <p:strVal val="hidden"/>
                                      </p:to>
                                    </p:set>
                                  </p:childTnLst>
                                </p:cTn>
                              </p:par>
                              <p:par>
                                <p:cTn id="15" presetID="10" presetClass="exit" presetSubtype="0" fill="hold" grpId="0" nodeType="withEffect">
                                  <p:stCondLst>
                                    <p:cond delay="1000"/>
                                  </p:stCondLst>
                                  <p:childTnLst>
                                    <p:animEffect transition="out" filter="fade">
                                      <p:cBhvr>
                                        <p:cTn id="16" dur="500"/>
                                        <p:tgtEl>
                                          <p:spTgt spid="3"/>
                                        </p:tgtEl>
                                      </p:cBhvr>
                                    </p:animEffect>
                                    <p:set>
                                      <p:cBhvr>
                                        <p:cTn id="17" dur="1" fill="hold">
                                          <p:stCondLst>
                                            <p:cond delay="499"/>
                                          </p:stCondLst>
                                        </p:cTn>
                                        <p:tgtEl>
                                          <p:spTgt spid="3"/>
                                        </p:tgtEl>
                                        <p:attrNameLst>
                                          <p:attrName>style.visibility</p:attrName>
                                        </p:attrNameLst>
                                      </p:cBhvr>
                                      <p:to>
                                        <p:strVal val="hidden"/>
                                      </p:to>
                                    </p:se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Layout>
</file>

<file path=ppt/slideLayouts/slideLayout286.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4256188" y="1336538"/>
            <a:ext cx="2772000" cy="490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sz="1600">
                <a:latin typeface="+mn-lt"/>
                <a:cs typeface="Arial" panose="020B0604020202020204" pitchFamily="34" charset="0"/>
              </a:rPr>
              <a:t>PICTURES</a:t>
            </a:r>
            <a:br>
              <a:rPr lang="en-US" sz="900">
                <a:latin typeface="+mn-lt"/>
                <a:cs typeface="Arial" panose="020B0604020202020204" pitchFamily="34" charset="0"/>
              </a:rPr>
            </a:br>
            <a:r>
              <a:rPr lang="en-US" sz="900" b="1" noProof="1">
                <a:solidFill>
                  <a:schemeClr val="tx1"/>
                </a:solidFill>
                <a:latin typeface="+mn-lt"/>
                <a:cs typeface="Arial" panose="020B0604020202020204" pitchFamily="34" charset="0"/>
              </a:rPr>
              <a:t>Insert corporate picture from Templafy</a:t>
            </a:r>
            <a:endParaRPr lang="en-US"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noProof="1">
                <a:solidFill>
                  <a:schemeClr val="tx1"/>
                </a:solidFill>
                <a:latin typeface="+mn-lt"/>
                <a:cs typeface="Arial" panose="020B0604020202020204" pitchFamily="34" charset="0"/>
              </a:rPr>
              <a:t>1.</a:t>
            </a:r>
            <a:r>
              <a:rPr lang="en-US" altLang="da-DK" sz="900" b="0" noProof="1">
                <a:solidFill>
                  <a:schemeClr val="tx1"/>
                </a:solidFill>
                <a:latin typeface="+mn-lt"/>
                <a:cs typeface="Arial" panose="020B0604020202020204" pitchFamily="34" charset="0"/>
              </a:rPr>
              <a:t> Click the blue </a:t>
            </a:r>
            <a:r>
              <a:rPr lang="en-US" altLang="da-DK" sz="900" b="1" baseline="0" noProof="1">
                <a:solidFill>
                  <a:schemeClr val="tx1"/>
                </a:solidFill>
                <a:latin typeface="+mn-lt"/>
                <a:cs typeface="Arial" panose="020B0604020202020204" pitchFamily="34" charset="0"/>
              </a:rPr>
              <a:t>Templafy </a:t>
            </a:r>
            <a:r>
              <a:rPr lang="en-US" altLang="da-DK" sz="900" b="0" baseline="0" noProof="1">
                <a:solidFill>
                  <a:schemeClr val="tx1"/>
                </a:solidFill>
                <a:latin typeface="+mn-lt"/>
                <a:cs typeface="Arial" panose="020B0604020202020204" pitchFamily="34" charset="0"/>
              </a:rPr>
              <a:t>button to view T</a:t>
            </a:r>
            <a:br>
              <a:rPr lang="en-US" altLang="da-DK" sz="900" b="0" baseline="0" noProof="1">
                <a:solidFill>
                  <a:schemeClr val="tx1"/>
                </a:solidFill>
                <a:latin typeface="+mn-lt"/>
                <a:cs typeface="Arial" panose="020B0604020202020204" pitchFamily="34" charset="0"/>
              </a:rPr>
            </a:br>
            <a:r>
              <a:rPr lang="en-US" altLang="da-DK" sz="900" b="0" baseline="0" noProof="1">
                <a:solidFill>
                  <a:schemeClr val="tx1"/>
                </a:solidFill>
                <a:latin typeface="+mn-lt"/>
                <a:cs typeface="Arial" panose="020B0604020202020204" pitchFamily="34" charset="0"/>
              </a:rPr>
              <a:t>emplafy pane on right side of the screen, if it </a:t>
            </a:r>
            <a:br>
              <a:rPr lang="en-US" altLang="da-DK" sz="900" b="0" baseline="0" noProof="1">
                <a:solidFill>
                  <a:schemeClr val="tx1"/>
                </a:solidFill>
                <a:latin typeface="+mn-lt"/>
                <a:cs typeface="Arial" panose="020B0604020202020204" pitchFamily="34" charset="0"/>
              </a:rPr>
            </a:br>
            <a:r>
              <a:rPr lang="en-US" altLang="da-DK" sz="900" b="0" baseline="0" noProof="1">
                <a:solidFill>
                  <a:schemeClr val="tx1"/>
                </a:solidFill>
                <a:latin typeface="+mn-lt"/>
                <a:cs typeface="Arial" panose="020B0604020202020204" pitchFamily="34" charset="0"/>
              </a:rPr>
              <a:t>is not already there</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2. </a:t>
            </a:r>
            <a:r>
              <a:rPr lang="en-US" altLang="da-DK" sz="900" b="0" baseline="0" noProof="1">
                <a:solidFill>
                  <a:schemeClr val="tx1"/>
                </a:solidFill>
                <a:latin typeface="+mn-lt"/>
                <a:cs typeface="Arial" panose="020B0604020202020204" pitchFamily="34" charset="0"/>
              </a:rPr>
              <a:t>Select picture placeholder by clicking on the frame (at the edge)</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3. </a:t>
            </a:r>
            <a:r>
              <a:rPr lang="en-US" altLang="da-DK" sz="900" b="0" baseline="0" noProof="1">
                <a:solidFill>
                  <a:schemeClr val="tx1"/>
                </a:solidFill>
                <a:latin typeface="+mn-lt"/>
                <a:cs typeface="Arial" panose="020B0604020202020204" pitchFamily="34" charset="0"/>
              </a:rPr>
              <a:t>Click the </a:t>
            </a:r>
            <a:r>
              <a:rPr lang="en-US" altLang="da-DK" sz="900" b="1" baseline="0" noProof="1">
                <a:solidFill>
                  <a:schemeClr val="tx1"/>
                </a:solidFill>
                <a:latin typeface="+mn-lt"/>
                <a:cs typeface="Arial" panose="020B0604020202020204" pitchFamily="34" charset="0"/>
              </a:rPr>
              <a:t>Images </a:t>
            </a:r>
            <a:r>
              <a:rPr lang="en-US" altLang="da-DK" sz="900" b="0" i="0" baseline="0" noProof="1">
                <a:solidFill>
                  <a:schemeClr val="tx1"/>
                </a:solidFill>
                <a:latin typeface="+mn-lt"/>
                <a:cs typeface="Arial" panose="020B0604020202020204" pitchFamily="34" charset="0"/>
              </a:rPr>
              <a:t>button</a:t>
            </a:r>
            <a:r>
              <a:rPr lang="en-US" altLang="da-DK" sz="900" b="0" baseline="0" noProof="1">
                <a:solidFill>
                  <a:schemeClr val="tx1"/>
                </a:solidFill>
                <a:latin typeface="+mn-lt"/>
                <a:cs typeface="Arial" panose="020B0604020202020204" pitchFamily="34" charset="0"/>
              </a:rPr>
              <a:t> in the Templafy pane</a:t>
            </a:r>
            <a:br>
              <a:rPr lang="en-US" altLang="da-DK" sz="900" b="0" baseline="0" noProof="1">
                <a:solidFill>
                  <a:schemeClr val="tx1"/>
                </a:solidFill>
                <a:latin typeface="+mn-lt"/>
                <a:cs typeface="Arial" panose="020B0604020202020204" pitchFamily="34" charset="0"/>
              </a:rPr>
            </a:br>
            <a:endParaRPr lang="en-US" altLang="da-DK" sz="900" b="0" baseline="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Insert picture</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On slides with pictureplaceholder, click on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the icon and choose </a:t>
            </a:r>
            <a:r>
              <a:rPr lang="en-US" altLang="da-DK" sz="900" b="1" noProof="1">
                <a:solidFill>
                  <a:schemeClr val="tx1"/>
                </a:solidFill>
                <a:latin typeface="+mn-lt"/>
                <a:cs typeface="Arial" panose="020B0604020202020204" pitchFamily="34" charset="0"/>
              </a:rPr>
              <a:t>Insert </a:t>
            </a:r>
            <a:r>
              <a:rPr lang="en-US" altLang="da-DK" sz="900" b="0" noProof="1">
                <a:solidFill>
                  <a:schemeClr val="tx1"/>
                </a:solidFill>
                <a:latin typeface="+mn-lt"/>
                <a:cs typeface="Arial" panose="020B0604020202020204" pitchFamily="34" charset="0"/>
              </a:rPr>
              <a:t>to browse for picture</a:t>
            </a:r>
            <a:endParaRPr lang="en-US"/>
          </a:p>
          <a:p>
            <a:pPr eaLnBrk="1" hangingPunct="1">
              <a:spcBef>
                <a:spcPts val="1200"/>
              </a:spcBef>
              <a:spcAft>
                <a:spcPts val="600"/>
              </a:spcAft>
              <a:defRPr/>
            </a:pPr>
            <a:r>
              <a:rPr lang="en-US" sz="900" b="1" noProof="1">
                <a:solidFill>
                  <a:schemeClr val="tx1"/>
                </a:solidFill>
                <a:latin typeface="+mn-lt"/>
                <a:cs typeface="Arial" panose="020B0604020202020204" pitchFamily="34" charset="0"/>
              </a:rPr>
              <a:t>Crop picture</a:t>
            </a:r>
            <a:endParaRPr lang="en-US"/>
          </a:p>
          <a:p>
            <a:pPr eaLnBrk="1" hangingPunct="1">
              <a:spcAft>
                <a:spcPts val="600"/>
              </a:spcAft>
              <a:defRPr/>
            </a:pPr>
            <a:r>
              <a:rPr lang="en-US" altLang="da-DK" sz="900" b="1" noProof="1">
                <a:solidFill>
                  <a:schemeClr val="tx1"/>
                </a:solidFill>
                <a:latin typeface="+mn-lt"/>
                <a:cs typeface="Arial" panose="020B0604020202020204" pitchFamily="34" charset="0"/>
              </a:rPr>
              <a:t>1. </a:t>
            </a:r>
            <a:r>
              <a:rPr lang="en-US" altLang="da-DK" sz="900" b="0" noProof="1">
                <a:solidFill>
                  <a:schemeClr val="tx1"/>
                </a:solidFill>
                <a:latin typeface="+mn-lt"/>
                <a:cs typeface="Arial" panose="020B0604020202020204" pitchFamily="34" charset="0"/>
              </a:rPr>
              <a:t>Click </a:t>
            </a:r>
            <a:r>
              <a:rPr lang="en-US" altLang="da-DK" sz="900" b="1" noProof="1">
                <a:solidFill>
                  <a:schemeClr val="tx1"/>
                </a:solidFill>
                <a:latin typeface="+mn-lt"/>
                <a:cs typeface="Arial" panose="020B0604020202020204" pitchFamily="34" charset="0"/>
              </a:rPr>
              <a:t>Crop</a:t>
            </a:r>
            <a:r>
              <a:rPr lang="en-US" altLang="da-DK" sz="900" b="0" noProof="1">
                <a:solidFill>
                  <a:schemeClr val="tx1"/>
                </a:solidFill>
                <a:latin typeface="+mn-lt"/>
                <a:cs typeface="Arial" panose="020B0604020202020204" pitchFamily="34" charset="0"/>
              </a:rPr>
              <a:t> to change size or focus of the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picture</a:t>
            </a:r>
            <a:endParaRPr lang="en-US"/>
          </a:p>
          <a:p>
            <a:pPr eaLnBrk="1" hangingPunct="1">
              <a:spcAft>
                <a:spcPts val="600"/>
              </a:spcAft>
              <a:defRPr/>
            </a:pPr>
            <a:r>
              <a:rPr lang="en-US" altLang="da-DK" sz="900" b="1" noProof="1">
                <a:solidFill>
                  <a:schemeClr val="tx1"/>
                </a:solidFill>
                <a:latin typeface="+mn-lt"/>
                <a:cs typeface="Arial" panose="020B0604020202020204" pitchFamily="34" charset="0"/>
              </a:rPr>
              <a:t>2. </a:t>
            </a:r>
            <a:r>
              <a:rPr lang="en-US" altLang="da-DK" sz="900" b="0" noProof="1">
                <a:solidFill>
                  <a:schemeClr val="tx1"/>
                </a:solidFill>
                <a:latin typeface="+mn-lt"/>
                <a:cs typeface="Arial" panose="020B0604020202020204" pitchFamily="34" charset="0"/>
              </a:rPr>
              <a:t>If you want to scale the picture, hold </a:t>
            </a:r>
            <a:r>
              <a:rPr lang="en-US" altLang="da-DK" sz="900" b="1" noProof="1">
                <a:solidFill>
                  <a:schemeClr val="tx1"/>
                </a:solidFill>
                <a:latin typeface="+mn-lt"/>
                <a:cs typeface="Arial" panose="020B0604020202020204" pitchFamily="34" charset="0"/>
              </a:rPr>
              <a:t>SHIFT</a:t>
            </a:r>
            <a:r>
              <a:rPr lang="en-US" altLang="da-DK" sz="900" b="0" noProof="1">
                <a:solidFill>
                  <a:schemeClr val="tx1"/>
                </a:solidFill>
                <a:latin typeface="+mn-lt"/>
                <a:cs typeface="Arial" panose="020B0604020202020204" pitchFamily="34" charset="0"/>
              </a:rPr>
              <a:t>-key down while dragging the corners of the picture</a:t>
            </a:r>
            <a:br>
              <a:rPr lang="en-US" altLang="da-DK" sz="900" b="0" noProof="1">
                <a:solidFill>
                  <a:schemeClr val="tx1"/>
                </a:solidFill>
                <a:latin typeface="+mn-lt"/>
                <a:cs typeface="Arial" panose="020B0604020202020204" pitchFamily="34" charset="0"/>
              </a:rPr>
            </a:b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t>
            </a:r>
            <a:r>
              <a:rPr lang="en-US" altLang="da-DK" sz="900" b="0" noProof="1">
                <a:solidFill>
                  <a:schemeClr val="tx1"/>
                </a:solidFill>
                <a:latin typeface="+mn-lt"/>
                <a:cs typeface="Arial" panose="020B0604020202020204" pitchFamily="34" charset="0"/>
              </a:rPr>
              <a:t>If you delete the picture and insert a new one, the picture may lie in front of the text or graphic. If this happens, select the picture,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right-click and choose </a:t>
            </a:r>
            <a:r>
              <a:rPr lang="en-US" altLang="da-DK" sz="900" b="1" noProof="1">
                <a:solidFill>
                  <a:schemeClr val="tx1"/>
                </a:solidFill>
                <a:latin typeface="+mn-lt"/>
                <a:cs typeface="Arial" panose="020B0604020202020204" pitchFamily="34" charset="0"/>
              </a:rPr>
              <a:t>Send to Back</a:t>
            </a:r>
            <a:endParaRPr lang="en-US"/>
          </a:p>
          <a:p>
            <a:pPr marL="0" marR="0" lvl="0" indent="0" algn="l" defTabSz="914400" rtl="0" eaLnBrk="1" fontAlgn="auto" latinLnBrk="0" hangingPunct="1">
              <a:lnSpc>
                <a:spcPct val="100000"/>
              </a:lnSpc>
              <a:spcBef>
                <a:spcPts val="1200"/>
              </a:spcBef>
              <a:spcAft>
                <a:spcPts val="600"/>
              </a:spcAft>
              <a:buClrTx/>
              <a:buSzTx/>
              <a:buFontTx/>
              <a:buNone/>
              <a:tabLst/>
              <a:defRPr/>
            </a:pPr>
            <a:r>
              <a:rPr lang="en-US" sz="1600">
                <a:latin typeface="+mn-lt"/>
                <a:cs typeface="Arial" panose="020B0604020202020204" pitchFamily="34" charset="0"/>
              </a:rPr>
              <a:t>GUIDES</a:t>
            </a:r>
            <a:endParaRPr lang="en-US" sz="1600" b="1" noProof="1">
              <a:solidFill>
                <a:schemeClr val="tx1"/>
              </a:solidFill>
              <a:latin typeface="+mn-lt"/>
              <a:cs typeface="Arial" panose="020B0604020202020204" pitchFamily="34" charset="0"/>
            </a:endParaRPr>
          </a:p>
          <a:p>
            <a:pPr eaLnBrk="1" hangingPunct="1">
              <a:spcAft>
                <a:spcPts val="600"/>
              </a:spcAft>
              <a:defRPr/>
            </a:pPr>
            <a:r>
              <a:rPr lang="en-US" altLang="da-DK" sz="900" b="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View</a:t>
            </a:r>
            <a:r>
              <a:rPr lang="en-US" altLang="da-DK" sz="900" b="0" noProof="1">
                <a:solidFill>
                  <a:schemeClr val="tx1"/>
                </a:solidFill>
                <a:latin typeface="+mn-lt"/>
                <a:cs typeface="Arial" panose="020B0604020202020204" pitchFamily="34" charset="0"/>
              </a:rPr>
              <a:t> tab and set tick mark next to </a:t>
            </a:r>
            <a:r>
              <a:rPr lang="en-US" altLang="da-DK" sz="900" b="1" noProof="1">
                <a:solidFill>
                  <a:schemeClr val="tx1"/>
                </a:solidFill>
                <a:latin typeface="+mn-lt"/>
                <a:cs typeface="Arial" panose="020B0604020202020204" pitchFamily="34" charset="0"/>
              </a:rPr>
              <a:t>Guides</a:t>
            </a: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Alt + F9 </a:t>
            </a:r>
            <a:r>
              <a:rPr lang="en-US" altLang="da-DK" sz="900" b="0" noProof="1">
                <a:solidFill>
                  <a:schemeClr val="tx1"/>
                </a:solidFill>
                <a:latin typeface="+mn-lt"/>
                <a:cs typeface="Arial" panose="020B0604020202020204" pitchFamily="34" charset="0"/>
              </a:rPr>
              <a:t>for quick view of guides</a:t>
            </a:r>
            <a:br>
              <a:rPr lang="en-US"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Mac: </a:t>
            </a:r>
            <a:r>
              <a:rPr lang="en-US" sz="900" b="0" i="0">
                <a:solidFill>
                  <a:srgbClr val="333333"/>
                </a:solidFill>
                <a:effectLst/>
                <a:latin typeface="Arial"/>
              </a:rPr>
              <a:t>⌘ </a:t>
            </a:r>
            <a:r>
              <a:rPr lang="en-US" altLang="da-DK" sz="900" b="0" noProof="1">
                <a:solidFill>
                  <a:schemeClr val="tx1"/>
                </a:solidFill>
                <a:latin typeface="+mn-lt"/>
                <a:cs typeface="Arial" panose="020B0604020202020204" pitchFamily="34" charset="0"/>
              </a:rPr>
              <a:t>+ option + ctrl + G</a:t>
            </a:r>
            <a:endParaRPr lang="en-US"/>
          </a:p>
        </p:txBody>
      </p:sp>
      <p:pic>
        <p:nvPicPr>
          <p:cNvPr id="27" name="Billede 26">
            <a:extLst>
              <a:ext uri="{FF2B5EF4-FFF2-40B4-BE49-F238E27FC236}">
                <a16:creationId xmlns:a16="http://schemas.microsoft.com/office/drawing/2014/main" id="{3A5D5234-21E3-4579-AE5E-A650C0CF9FB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065739" y="1784704"/>
            <a:ext cx="305786" cy="36585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065739" y="3869641"/>
            <a:ext cx="313788"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8172496" y="1336538"/>
            <a:ext cx="2772000" cy="519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HEADER &amp; FOOTER</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Do this at the very end to apply the changes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on all slides</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Click on </a:t>
            </a:r>
            <a:r>
              <a:rPr lang="en-US" altLang="da-DK" sz="900" b="1" noProof="1">
                <a:solidFill>
                  <a:schemeClr val="tx1"/>
                </a:solidFill>
                <a:latin typeface="+mn-lt"/>
                <a:cs typeface="Arial" panose="020B0604020202020204" pitchFamily="34" charset="0"/>
              </a:rPr>
              <a:t>Header &amp; Footer </a:t>
            </a:r>
            <a:r>
              <a:rPr lang="en-US" altLang="da-DK" sz="900" b="0" noProof="1">
                <a:solidFill>
                  <a:schemeClr val="tx1"/>
                </a:solidFill>
                <a:latin typeface="+mn-lt"/>
                <a:cs typeface="Arial" panose="020B0604020202020204" pitchFamily="34" charset="0"/>
              </a:rPr>
              <a:t>in the </a:t>
            </a:r>
            <a:r>
              <a:rPr lang="en-US" altLang="da-DK" sz="900" b="1" noProof="1">
                <a:solidFill>
                  <a:schemeClr val="tx1"/>
                </a:solidFill>
                <a:latin typeface="+mn-lt"/>
                <a:cs typeface="Arial" panose="020B0604020202020204" pitchFamily="34" charset="0"/>
              </a:rPr>
              <a:t>Insert</a:t>
            </a:r>
            <a:r>
              <a:rPr lang="en-US" altLang="da-DK" sz="900" b="0" noProof="1">
                <a:solidFill>
                  <a:schemeClr val="tx1"/>
                </a:solidFill>
                <a:latin typeface="+mn-lt"/>
                <a:cs typeface="Arial" panose="020B0604020202020204" pitchFamily="34" charset="0"/>
              </a:rPr>
              <a:t> tab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(write the desired text, click date or Slide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number from or to)</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Click </a:t>
            </a:r>
            <a:r>
              <a:rPr lang="en-US" altLang="da-DK" sz="900" b="1" noProof="1">
                <a:solidFill>
                  <a:schemeClr val="tx1"/>
                </a:solidFill>
                <a:latin typeface="+mn-lt"/>
                <a:cs typeface="Arial" panose="020B0604020202020204" pitchFamily="34" charset="0"/>
              </a:rPr>
              <a:t>Apply to All </a:t>
            </a:r>
            <a:r>
              <a:rPr lang="en-US" altLang="da-DK" sz="900" b="0" noProof="1">
                <a:solidFill>
                  <a:schemeClr val="tx1"/>
                </a:solidFill>
                <a:latin typeface="+mn-lt"/>
                <a:cs typeface="Arial" panose="020B0604020202020204" pitchFamily="34" charset="0"/>
              </a:rPr>
              <a:t>or </a:t>
            </a:r>
            <a:r>
              <a:rPr lang="en-US" altLang="da-DK" sz="900" b="1" noProof="1">
                <a:solidFill>
                  <a:schemeClr val="tx1"/>
                </a:solidFill>
                <a:latin typeface="+mn-lt"/>
                <a:cs typeface="Arial" panose="020B0604020202020204" pitchFamily="34" charset="0"/>
              </a:rPr>
              <a:t>Apply</a:t>
            </a:r>
            <a:r>
              <a:rPr lang="en-US" altLang="da-DK" sz="900" b="0" noProof="1">
                <a:solidFill>
                  <a:schemeClr val="tx1"/>
                </a:solidFill>
                <a:latin typeface="+mn-lt"/>
                <a:cs typeface="Arial" panose="020B0604020202020204" pitchFamily="34" charset="0"/>
              </a:rPr>
              <a:t> if only used on one slide</a:t>
            </a:r>
            <a:endParaRPr lang="en-US"/>
          </a:p>
          <a:p>
            <a:pPr eaLnBrk="1" hangingPunct="1">
              <a:spcAft>
                <a:spcPts val="600"/>
              </a:spcAft>
              <a:defRPr/>
            </a:pP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1600" b="0" noProof="1">
                <a:solidFill>
                  <a:schemeClr val="tx1"/>
                </a:solidFill>
                <a:latin typeface="+mn-lt"/>
                <a:cs typeface="Arial" panose="020B0604020202020204" pitchFamily="34" charset="0"/>
              </a:rPr>
              <a:t>COPY/PASTE CONTENT</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When copying old content to your new presentation,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2 options are available:</a:t>
            </a:r>
            <a:endParaRPr lang="en-US"/>
          </a:p>
          <a:p>
            <a:pPr eaLnBrk="1" hangingPunct="1">
              <a:spcAft>
                <a:spcPts val="600"/>
              </a:spcAft>
              <a:defRPr/>
            </a:pPr>
            <a:r>
              <a:rPr lang="en-US" altLang="da-DK" sz="900" b="1" noProof="1">
                <a:solidFill>
                  <a:schemeClr val="tx1"/>
                </a:solidFill>
                <a:latin typeface="+mn-lt"/>
                <a:cs typeface="Arial" panose="020B0604020202020204" pitchFamily="34" charset="0"/>
              </a:rPr>
              <a:t>1. Best practice: </a:t>
            </a:r>
            <a:r>
              <a:rPr lang="en-US" altLang="da-DK" sz="900" b="0" noProof="1">
                <a:solidFill>
                  <a:schemeClr val="tx1"/>
                </a:solidFill>
                <a:latin typeface="+mn-lt"/>
                <a:cs typeface="Arial" panose="020B0604020202020204" pitchFamily="34" charset="0"/>
              </a:rPr>
              <a:t>Create a slide in your new presentation and copy </a:t>
            </a:r>
            <a:r>
              <a:rPr lang="en-US" altLang="da-DK" sz="900" b="0" i="0" u="sng" noProof="1">
                <a:solidFill>
                  <a:schemeClr val="tx1"/>
                </a:solidFill>
                <a:latin typeface="+mn-lt"/>
                <a:cs typeface="Arial" panose="020B0604020202020204" pitchFamily="34" charset="0"/>
              </a:rPr>
              <a:t>one</a:t>
            </a:r>
            <a:r>
              <a:rPr lang="en-US" altLang="da-DK" sz="900" b="0" i="0" u="none" noProof="1">
                <a:solidFill>
                  <a:schemeClr val="tx1"/>
                </a:solidFill>
                <a:latin typeface="+mn-lt"/>
                <a:cs typeface="Arial" panose="020B0604020202020204" pitchFamily="34" charset="0"/>
              </a:rPr>
              <a:t> piece of content at a time (e.g. copy all text from </a:t>
            </a:r>
            <a:r>
              <a:rPr lang="en-US" altLang="da-DK" sz="900" b="0" i="0" u="sng" noProof="1">
                <a:solidFill>
                  <a:schemeClr val="tx1"/>
                </a:solidFill>
                <a:latin typeface="+mn-lt"/>
                <a:cs typeface="Arial" panose="020B0604020202020204" pitchFamily="34" charset="0"/>
              </a:rPr>
              <a:t>one</a:t>
            </a:r>
            <a:r>
              <a:rPr lang="en-US" altLang="da-DK" sz="900" b="0" i="0" u="none" noProof="1">
                <a:solidFill>
                  <a:schemeClr val="tx1"/>
                </a:solidFill>
                <a:latin typeface="+mn-lt"/>
                <a:cs typeface="Arial" panose="020B0604020202020204" pitchFamily="34" charset="0"/>
              </a:rPr>
              <a:t> textbox)</a:t>
            </a:r>
            <a:endParaRPr lang="en-US" altLang="da-DK" sz="900" b="1" i="0" u="sng"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2. </a:t>
            </a:r>
            <a:r>
              <a:rPr lang="en-US" altLang="da-DK" sz="900" b="0" noProof="1">
                <a:solidFill>
                  <a:schemeClr val="tx1"/>
                </a:solidFill>
                <a:latin typeface="+mn-lt"/>
                <a:cs typeface="Arial" panose="020B0604020202020204" pitchFamily="34" charset="0"/>
              </a:rPr>
              <a:t>Or copy an entire slide into your new presentation and then choose a fitting layout. Remember to delete the old, wrong layouts (go to View &gt; Slidemaster and delete them)</a:t>
            </a:r>
            <a:endParaRPr lang="en-US" altLang="da-DK" sz="900" b="1" noProof="1">
              <a:solidFill>
                <a:schemeClr val="tx1"/>
              </a:solidFill>
              <a:latin typeface="+mn-lt"/>
              <a:cs typeface="Arial" panose="020B0604020202020204" pitchFamily="34" charset="0"/>
            </a:endParaRPr>
          </a:p>
          <a:p>
            <a:pPr eaLnBrk="1" hangingPunct="1">
              <a:spcAft>
                <a:spcPts val="600"/>
              </a:spcAft>
              <a:defRPr/>
            </a:pPr>
            <a:endParaRPr lang="en-US"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SLIDES &amp; SLIDE ELEMENTS</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Insert predefined slides and elements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using the Templafy pane. Choose </a:t>
            </a:r>
            <a:br>
              <a:rPr lang="en-US"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Slides</a:t>
            </a:r>
            <a:r>
              <a:rPr lang="en-US" altLang="da-DK" sz="900" b="0" noProof="1">
                <a:solidFill>
                  <a:schemeClr val="tx1"/>
                </a:solidFill>
                <a:latin typeface="+mn-lt"/>
                <a:cs typeface="Arial" panose="020B0604020202020204" pitchFamily="34" charset="0"/>
              </a:rPr>
              <a:t> and </a:t>
            </a:r>
            <a:r>
              <a:rPr lang="en-US" altLang="da-DK" sz="900" b="1" noProof="1">
                <a:solidFill>
                  <a:schemeClr val="tx1"/>
                </a:solidFill>
                <a:latin typeface="+mn-lt"/>
                <a:cs typeface="Arial" panose="020B0604020202020204" pitchFamily="34" charset="0"/>
              </a:rPr>
              <a:t>Slide elements </a:t>
            </a:r>
            <a:r>
              <a:rPr lang="en-US" altLang="da-DK" sz="900" b="0" noProof="1">
                <a:solidFill>
                  <a:schemeClr val="tx1"/>
                </a:solidFill>
                <a:latin typeface="+mn-lt"/>
                <a:cs typeface="Arial" panose="020B0604020202020204" pitchFamily="34" charset="0"/>
              </a:rPr>
              <a:t>from the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buttons in the Templafy pane on the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right side of the screen</a:t>
            </a:r>
            <a:endParaRPr lang="en-US" altLang="da-DK" sz="900" b="1" noProof="1">
              <a:solidFill>
                <a:schemeClr val="tx1"/>
              </a:solidFill>
              <a:latin typeface="+mn-lt"/>
              <a:cs typeface="Arial" panose="020B0604020202020204" pitchFamily="34" charset="0"/>
            </a:endParaRPr>
          </a:p>
        </p:txBody>
      </p:sp>
      <p:sp>
        <p:nvSpPr>
          <p:cNvPr id="65" name="Fast overskrift">
            <a:extLst>
              <a:ext uri="{FF2B5EF4-FFF2-40B4-BE49-F238E27FC236}">
                <a16:creationId xmlns:a16="http://schemas.microsoft.com/office/drawing/2014/main" id="{09C05D50-8477-4113-8B72-9C373B0FF9F9}"/>
              </a:ext>
            </a:extLst>
          </p:cNvPr>
          <p:cNvSpPr txBox="1"/>
          <p:nvPr userDrawn="1"/>
        </p:nvSpPr>
        <p:spPr>
          <a:xfrm>
            <a:off x="331788" y="291401"/>
            <a:ext cx="11317285" cy="650171"/>
          </a:xfrm>
          <a:prstGeom prst="rect">
            <a:avLst/>
          </a:prstGeom>
          <a:noFill/>
        </p:spPr>
        <p:txBody>
          <a:bodyPr wrap="square" lIns="0" tIns="0" rIns="0" bIns="0" rtlCol="0" anchor="t" anchorCtr="0">
            <a:noAutofit/>
          </a:bodyPr>
          <a:lstStyle/>
          <a:p>
            <a:r>
              <a:rPr lang="en-US" sz="3200" b="0" noProof="1">
                <a:solidFill>
                  <a:schemeClr val="tx1"/>
                </a:solidFill>
                <a:latin typeface="+mj-lt"/>
                <a:cs typeface="Arial" panose="020B0604020202020204" pitchFamily="34" charset="0"/>
              </a:rPr>
              <a:t>TIPS &amp; TRICKS - YOUR USER GUIDE</a:t>
            </a:r>
            <a:endParaRPr lang="en-US"/>
          </a:p>
        </p:txBody>
      </p:sp>
      <p:pic>
        <p:nvPicPr>
          <p:cNvPr id="19" name="Picture 12">
            <a:extLst>
              <a:ext uri="{FF2B5EF4-FFF2-40B4-BE49-F238E27FC236}">
                <a16:creationId xmlns:a16="http://schemas.microsoft.com/office/drawing/2014/main" id="{D59A1415-DF88-48C2-BFBD-2900D34A9A2E}"/>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944496" y="1959171"/>
            <a:ext cx="378293" cy="543366"/>
          </a:xfrm>
          <a:prstGeom prst="rect">
            <a:avLst/>
          </a:prstGeom>
        </p:spPr>
      </p:pic>
      <p:sp>
        <p:nvSpPr>
          <p:cNvPr id="20" name="Date Placeholder 6">
            <a:extLst>
              <a:ext uri="{FF2B5EF4-FFF2-40B4-BE49-F238E27FC236}">
                <a16:creationId xmlns:a16="http://schemas.microsoft.com/office/drawing/2014/main" id="{56AA1691-6753-45B8-AB77-1105989467F7}"/>
              </a:ext>
            </a:extLst>
          </p:cNvPr>
          <p:cNvSpPr>
            <a:spLocks noGrp="1" noRot="1" noMove="1" noResize="1" noEditPoints="1" noAdjustHandles="1" noChangeArrowheads="1" noChangeShapeType="1"/>
          </p:cNvSpPr>
          <p:nvPr>
            <p:ph type="dt" sz="half" idx="15"/>
          </p:nvPr>
        </p:nvSpPr>
        <p:spPr>
          <a:xfrm>
            <a:off x="0" y="6858000"/>
            <a:ext cx="0" cy="0"/>
          </a:xfrm>
        </p:spPr>
        <p:txBody>
          <a:bodyPr/>
          <a:lstStyle>
            <a:lvl1pPr>
              <a:defRPr sz="100">
                <a:noFill/>
              </a:defRPr>
            </a:lvl1pPr>
          </a:lstStyle>
          <a:p>
            <a:fld id="{818B4985-F782-412B-98D5-683B123484E3}" type="datetime4">
              <a:rPr lang="en-US" smtClean="0"/>
              <a:t>January 21, 2026</a:t>
            </a:fld>
            <a:endParaRPr lang="en-US"/>
          </a:p>
        </p:txBody>
      </p:sp>
      <p:sp>
        <p:nvSpPr>
          <p:cNvPr id="21" name="Footer Placeholder 8" hidden="1">
            <a:extLst>
              <a:ext uri="{FF2B5EF4-FFF2-40B4-BE49-F238E27FC236}">
                <a16:creationId xmlns:a16="http://schemas.microsoft.com/office/drawing/2014/main" id="{2F8C9320-E8BF-471F-8DD3-1BC479021917}"/>
              </a:ext>
            </a:extLst>
          </p:cNvPr>
          <p:cNvSpPr>
            <a:spLocks noGrp="1" noRot="1" noMove="1" noResize="1" noEditPoints="1" noAdjustHandles="1" noChangeArrowheads="1" noChangeShapeType="1"/>
          </p:cNvSpPr>
          <p:nvPr>
            <p:ph type="ftr" sz="quarter" idx="16"/>
          </p:nvPr>
        </p:nvSpPr>
        <p:spPr>
          <a:xfrm>
            <a:off x="0" y="6858000"/>
            <a:ext cx="0" cy="0"/>
          </a:xfrm>
        </p:spPr>
        <p:txBody>
          <a:bodyPr/>
          <a:lstStyle>
            <a:lvl1pPr>
              <a:defRPr sz="100">
                <a:noFill/>
              </a:defRPr>
            </a:lvl1pPr>
          </a:lstStyle>
          <a:p>
            <a:endParaRPr lang="en-US"/>
          </a:p>
        </p:txBody>
      </p:sp>
      <p:sp>
        <p:nvSpPr>
          <p:cNvPr id="22" name="Slide Number Placeholder 10" hidden="1">
            <a:extLst>
              <a:ext uri="{FF2B5EF4-FFF2-40B4-BE49-F238E27FC236}">
                <a16:creationId xmlns:a16="http://schemas.microsoft.com/office/drawing/2014/main" id="{B01A309B-80AB-481C-AE3F-3C56C2C92EE2}"/>
              </a:ext>
            </a:extLst>
          </p:cNvPr>
          <p:cNvSpPr>
            <a:spLocks noGrp="1" noRot="1" noMove="1" noResize="1" noEditPoints="1" noAdjustHandles="1" noChangeArrowheads="1" noChangeShapeType="1"/>
          </p:cNvSpPr>
          <p:nvPr>
            <p:ph type="sldNum" sz="quarter" idx="17"/>
          </p:nvPr>
        </p:nvSpPr>
        <p:spPr>
          <a:xfrm>
            <a:off x="0" y="6858000"/>
            <a:ext cx="0" cy="0"/>
          </a:xfrm>
        </p:spPr>
        <p:txBody>
          <a:bodyPr/>
          <a:lstStyle>
            <a:lvl1pPr>
              <a:defRPr sz="100">
                <a:noFill/>
              </a:defRPr>
            </a:lvl1pPr>
          </a:lstStyle>
          <a:p>
            <a:fld id="{23AA811B-2EBD-4900-905E-5BE206449611}" type="slidenum">
              <a:rPr lang="en-US" smtClean="0"/>
              <a:pPr/>
              <a:t>‹#›</a:t>
            </a:fld>
            <a:endParaRPr lang="en-US"/>
          </a:p>
        </p:txBody>
      </p:sp>
      <p:pic>
        <p:nvPicPr>
          <p:cNvPr id="9" name="Picture 33">
            <a:extLst>
              <a:ext uri="{FF2B5EF4-FFF2-40B4-BE49-F238E27FC236}">
                <a16:creationId xmlns:a16="http://schemas.microsoft.com/office/drawing/2014/main" id="{B03E872F-21DD-423D-B6DE-4945F155FB87}"/>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7065739" y="3152530"/>
            <a:ext cx="341204" cy="321707"/>
          </a:xfrm>
          <a:prstGeom prst="rect">
            <a:avLst/>
          </a:prstGeom>
        </p:spPr>
      </p:pic>
      <p:sp>
        <p:nvSpPr>
          <p:cNvPr id="24" name="Text Box 2">
            <a:extLst>
              <a:ext uri="{FF2B5EF4-FFF2-40B4-BE49-F238E27FC236}">
                <a16:creationId xmlns:a16="http://schemas.microsoft.com/office/drawing/2014/main" id="{8B1B4749-2B7E-4474-A2D3-2B2892ADCA26}"/>
              </a:ext>
            </a:extLst>
          </p:cNvPr>
          <p:cNvSpPr txBox="1">
            <a:spLocks noChangeArrowheads="1"/>
          </p:cNvSpPr>
          <p:nvPr userDrawn="1"/>
        </p:nvSpPr>
        <p:spPr bwMode="auto">
          <a:xfrm>
            <a:off x="331788" y="1336538"/>
            <a:ext cx="2772000" cy="464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TEXT STYLES</a:t>
            </a:r>
            <a:endParaRPr lang="en-US" altLang="da-DK" sz="1600" b="0" noProof="1">
              <a:solidFill>
                <a:schemeClr val="tx1"/>
              </a:solidFill>
              <a:latin typeface="+mn-lt"/>
              <a:cs typeface="Arial" panose="020B0604020202020204" pitchFamily="34" charset="0"/>
            </a:endParaRPr>
          </a:p>
          <a:p>
            <a:pPr eaLnBrk="1" hangingPunct="1">
              <a:spcAft>
                <a:spcPts val="600"/>
              </a:spcAft>
              <a:defRPr/>
            </a:pPr>
            <a:r>
              <a:rPr lang="en-US" altLang="da-DK" sz="900" b="0" noProof="1">
                <a:solidFill>
                  <a:schemeClr val="tx1"/>
                </a:solidFill>
                <a:latin typeface="+mn-lt"/>
                <a:cs typeface="Arial" panose="020B0604020202020204" pitchFamily="34" charset="0"/>
              </a:rPr>
              <a:t>Use the </a:t>
            </a:r>
            <a:r>
              <a:rPr lang="en-US" altLang="da-DK" sz="900" b="1" noProof="1">
                <a:solidFill>
                  <a:schemeClr val="tx1"/>
                </a:solidFill>
                <a:latin typeface="+mn-lt"/>
                <a:cs typeface="Arial" panose="020B0604020202020204" pitchFamily="34" charset="0"/>
              </a:rPr>
              <a:t>TAB</a:t>
            </a:r>
            <a:r>
              <a:rPr lang="en-US" altLang="da-DK" sz="900" b="0" noProof="1">
                <a:solidFill>
                  <a:schemeClr val="tx1"/>
                </a:solidFill>
                <a:latin typeface="+mn-lt"/>
                <a:cs typeface="Arial" panose="020B0604020202020204" pitchFamily="34" charset="0"/>
              </a:rPr>
              <a:t>-key</a:t>
            </a:r>
            <a:r>
              <a:rPr lang="en-US" altLang="da-DK" sz="900" b="0" baseline="0" noProof="1">
                <a:solidFill>
                  <a:schemeClr val="tx1"/>
                </a:solidFill>
                <a:latin typeface="+mn-lt"/>
                <a:cs typeface="Arial" panose="020B0604020202020204" pitchFamily="34" charset="0"/>
              </a:rPr>
              <a:t> to jump through levels. Click </a:t>
            </a:r>
            <a:r>
              <a:rPr lang="en-US" altLang="da-DK" sz="900" b="1" baseline="0" noProof="1">
                <a:solidFill>
                  <a:schemeClr val="tx1"/>
                </a:solidFill>
                <a:latin typeface="+mn-lt"/>
                <a:cs typeface="Arial" panose="020B0604020202020204" pitchFamily="34" charset="0"/>
              </a:rPr>
              <a:t>ENTER </a:t>
            </a:r>
            <a:r>
              <a:rPr lang="en-US" altLang="da-DK" sz="900" b="0" baseline="0" noProof="1">
                <a:solidFill>
                  <a:schemeClr val="tx1"/>
                </a:solidFill>
                <a:latin typeface="+mn-lt"/>
                <a:cs typeface="Arial" panose="020B0604020202020204" pitchFamily="34" charset="0"/>
              </a:rPr>
              <a:t>and</a:t>
            </a:r>
            <a:r>
              <a:rPr lang="en-US" altLang="da-DK" sz="900" b="1" baseline="0" noProof="1">
                <a:solidFill>
                  <a:schemeClr val="tx1"/>
                </a:solidFill>
                <a:latin typeface="+mn-lt"/>
                <a:cs typeface="Arial" panose="020B0604020202020204" pitchFamily="34" charset="0"/>
              </a:rPr>
              <a:t> TAB</a:t>
            </a:r>
            <a:r>
              <a:rPr lang="en-US" altLang="da-DK" sz="900" b="0" baseline="0" noProof="1">
                <a:solidFill>
                  <a:schemeClr val="tx1"/>
                </a:solidFill>
                <a:latin typeface="+mn-lt"/>
                <a:cs typeface="Arial" panose="020B0604020202020204" pitchFamily="34" charset="0"/>
              </a:rPr>
              <a:t> to switch from one level to the next level</a:t>
            </a:r>
            <a:endParaRPr lang="en-US"/>
          </a:p>
          <a:p>
            <a:pPr eaLnBrk="1" hangingPunct="1">
              <a:spcAft>
                <a:spcPts val="600"/>
              </a:spcAft>
              <a:defRPr/>
            </a:pPr>
            <a:r>
              <a:rPr lang="en-US" altLang="da-DK" sz="900" b="0" baseline="0" noProof="1">
                <a:solidFill>
                  <a:schemeClr val="tx1"/>
                </a:solidFill>
                <a:latin typeface="+mn-lt"/>
                <a:cs typeface="Arial" panose="020B0604020202020204" pitchFamily="34" charset="0"/>
              </a:rPr>
              <a:t>To go back in levels use </a:t>
            </a:r>
            <a:r>
              <a:rPr lang="en-US" altLang="da-DK" sz="900" b="1" baseline="0" noProof="1">
                <a:solidFill>
                  <a:schemeClr val="tx1"/>
                </a:solidFill>
                <a:latin typeface="+mn-lt"/>
                <a:cs typeface="Arial" panose="020B0604020202020204" pitchFamily="34" charset="0"/>
              </a:rPr>
              <a:t>SHIFT-TAB</a:t>
            </a:r>
            <a:endParaRPr lang="en-US" sz="900" b="1" noProof="1">
              <a:solidFill>
                <a:schemeClr val="tx1"/>
              </a:solidFill>
              <a:latin typeface="+mn-lt"/>
              <a:cs typeface="Arial" panose="020B0604020202020204" pitchFamily="34" charset="0"/>
            </a:endParaRPr>
          </a:p>
          <a:p>
            <a:pPr eaLnBrk="1" hangingPunct="1">
              <a:spcAft>
                <a:spcPts val="600"/>
              </a:spcAft>
              <a:defRPr/>
            </a:pPr>
            <a:r>
              <a:rPr lang="en-US" sz="900" noProof="1">
                <a:solidFill>
                  <a:schemeClr val="tx1"/>
                </a:solidFill>
                <a:latin typeface="+mn-lt"/>
                <a:cs typeface="Arial" panose="020B0604020202020204" pitchFamily="34" charset="0"/>
              </a:rPr>
              <a:t>Alternatively, </a:t>
            </a:r>
            <a:r>
              <a:rPr lang="en-US" sz="900" b="1" noProof="1">
                <a:solidFill>
                  <a:schemeClr val="tx1"/>
                </a:solidFill>
                <a:latin typeface="+mn-lt"/>
                <a:cs typeface="Arial" panose="020B0604020202020204" pitchFamily="34" charset="0"/>
              </a:rPr>
              <a:t>Increase</a:t>
            </a:r>
            <a:r>
              <a:rPr lang="en-US" sz="900" baseline="0" noProof="1">
                <a:solidFill>
                  <a:schemeClr val="tx1"/>
                </a:solidFill>
                <a:latin typeface="+mn-lt"/>
                <a:cs typeface="Arial" panose="020B0604020202020204" pitchFamily="34" charset="0"/>
              </a:rPr>
              <a:t> and </a:t>
            </a:r>
            <a:r>
              <a:rPr lang="en-US" sz="900" b="1" baseline="0" noProof="1">
                <a:solidFill>
                  <a:schemeClr val="tx1"/>
                </a:solidFill>
                <a:latin typeface="+mn-lt"/>
                <a:cs typeface="Arial" panose="020B0604020202020204" pitchFamily="34" charset="0"/>
              </a:rPr>
              <a:t>Decrease </a:t>
            </a:r>
            <a:r>
              <a:rPr lang="en-US" sz="900" baseline="0" noProof="1">
                <a:solidFill>
                  <a:schemeClr val="tx1"/>
                </a:solidFill>
                <a:latin typeface="+mn-lt"/>
                <a:cs typeface="Arial" panose="020B0604020202020204" pitchFamily="34" charset="0"/>
              </a:rPr>
              <a:t>list level can be used</a:t>
            </a:r>
            <a:br>
              <a:rPr lang="en-US" sz="900" baseline="0" noProof="1">
                <a:solidFill>
                  <a:schemeClr val="tx1"/>
                </a:solidFill>
                <a:latin typeface="+mn-lt"/>
                <a:cs typeface="Arial" panose="020B0604020202020204" pitchFamily="34" charset="0"/>
              </a:rPr>
            </a:br>
            <a:endParaRPr lang="en-US" sz="900" baseline="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t>
            </a:r>
            <a:r>
              <a:rPr lang="en-US" sz="900" b="1" noProof="1">
                <a:solidFill>
                  <a:schemeClr val="tx1"/>
                </a:solidFill>
                <a:latin typeface="+mn-lt"/>
                <a:cs typeface="Arial" panose="020B0604020202020204" pitchFamily="34" charset="0"/>
              </a:rPr>
              <a:t>Use bullet button</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Delete bullet for regular text.</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Click on the bullet button to reaply the correct bullet again</a:t>
            </a:r>
            <a:endParaRPr lang="en-US"/>
          </a:p>
          <a:p>
            <a:pPr eaLnBrk="1" hangingPunct="1">
              <a:spcAft>
                <a:spcPts val="600"/>
              </a:spcAft>
              <a:defRPr/>
            </a:pPr>
            <a:br>
              <a:rPr lang="en-US" altLang="da-DK" sz="900" b="0" noProof="1">
                <a:solidFill>
                  <a:schemeClr val="tx1"/>
                </a:solidFill>
                <a:latin typeface="+mn-lt"/>
                <a:cs typeface="Arial" panose="020B0604020202020204" pitchFamily="34" charset="0"/>
              </a:rPr>
            </a:br>
            <a:r>
              <a:rPr lang="en-US" sz="1600">
                <a:latin typeface="+mn-lt"/>
                <a:cs typeface="Arial" panose="020B0604020202020204" pitchFamily="34" charset="0"/>
              </a:rPr>
              <a:t>SLIDES &amp; LAYOUTS</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Click on the menu </a:t>
            </a:r>
            <a:r>
              <a:rPr lang="en-US" altLang="da-DK" sz="900" b="1" noProof="1">
                <a:solidFill>
                  <a:schemeClr val="tx1"/>
                </a:solidFill>
                <a:latin typeface="+mn-lt"/>
                <a:cs typeface="Arial" panose="020B0604020202020204" pitchFamily="34" charset="0"/>
              </a:rPr>
              <a:t>New Slide </a:t>
            </a:r>
            <a:r>
              <a:rPr lang="en-US" altLang="da-DK" sz="900" b="0" noProof="1">
                <a:solidFill>
                  <a:schemeClr val="tx1"/>
                </a:solidFill>
                <a:latin typeface="+mn-lt"/>
                <a:cs typeface="Arial" panose="020B0604020202020204" pitchFamily="34" charset="0"/>
              </a:rPr>
              <a:t>in the </a:t>
            </a:r>
            <a:r>
              <a:rPr lang="en-US" altLang="da-DK" sz="900" b="1" noProof="1">
                <a:solidFill>
                  <a:schemeClr val="tx1"/>
                </a:solidFill>
                <a:latin typeface="+mn-lt"/>
                <a:cs typeface="Arial" panose="020B0604020202020204" pitchFamily="34" charset="0"/>
              </a:rPr>
              <a:t>Home</a:t>
            </a:r>
            <a:r>
              <a:rPr lang="en-US" altLang="da-DK" sz="900" b="0" noProof="1">
                <a:solidFill>
                  <a:schemeClr val="tx1"/>
                </a:solidFill>
                <a:latin typeface="+mn-lt"/>
                <a:cs typeface="Arial" panose="020B0604020202020204" pitchFamily="34" charset="0"/>
              </a:rPr>
              <a:t> tab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to insert a new slide</a:t>
            </a:r>
            <a:br>
              <a:rPr lang="en-US" altLang="da-DK" sz="900" b="0" noProof="1">
                <a:solidFill>
                  <a:schemeClr val="tx1"/>
                </a:solidFill>
                <a:latin typeface="+mn-lt"/>
                <a:cs typeface="Arial" panose="020B0604020202020204" pitchFamily="34" charset="0"/>
              </a:rPr>
            </a:br>
            <a:br>
              <a:rPr lang="en-US"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Change layout</a:t>
            </a:r>
            <a:endParaRPr lang="en-US" altLang="da-DK" sz="900" b="0" noProof="1">
              <a:solidFill>
                <a:schemeClr val="tx1"/>
              </a:solidFill>
              <a:latin typeface="+mn-lt"/>
              <a:cs typeface="Arial" panose="020B0604020202020204" pitchFamily="34" charset="0"/>
            </a:endParaRPr>
          </a:p>
          <a:p>
            <a:pPr marL="0" indent="0">
              <a:spcAft>
                <a:spcPts val="600"/>
              </a:spcAft>
              <a:buFont typeface="+mj-lt"/>
              <a:buNone/>
            </a:pPr>
            <a:r>
              <a:rPr lang="en-US" sz="900">
                <a:solidFill>
                  <a:srgbClr val="000000"/>
                </a:solidFill>
                <a:latin typeface="+mn-lt"/>
                <a:ea typeface="Arial" panose="020B0604020202020204" pitchFamily="34" charset="0"/>
              </a:rPr>
              <a:t>Click on the arrow next to </a:t>
            </a:r>
            <a:r>
              <a:rPr lang="en-US" sz="900" b="1">
                <a:solidFill>
                  <a:srgbClr val="000000"/>
                </a:solidFill>
                <a:latin typeface="+mn-lt"/>
                <a:ea typeface="Arial" panose="020B0604020202020204" pitchFamily="34" charset="0"/>
              </a:rPr>
              <a:t>Layout</a:t>
            </a:r>
            <a:br>
              <a:rPr lang="en-US" sz="900" b="1">
                <a:solidFill>
                  <a:srgbClr val="000000"/>
                </a:solidFill>
                <a:latin typeface="+mn-lt"/>
                <a:ea typeface="Arial" panose="020B0604020202020204" pitchFamily="34" charset="0"/>
              </a:rPr>
            </a:br>
            <a:r>
              <a:rPr lang="en-US" sz="900">
                <a:solidFill>
                  <a:srgbClr val="000000"/>
                </a:solidFill>
                <a:latin typeface="+mn-lt"/>
                <a:ea typeface="Arial" panose="020B0604020202020204" pitchFamily="34" charset="0"/>
              </a:rPr>
              <a:t>to view a dropdown menu of possible slide layouts</a:t>
            </a:r>
            <a:br>
              <a:rPr lang="en-US" sz="900">
                <a:solidFill>
                  <a:srgbClr val="000000"/>
                </a:solidFill>
                <a:latin typeface="+mn-lt"/>
                <a:ea typeface="Arial" panose="020B0604020202020204" pitchFamily="34" charset="0"/>
              </a:rPr>
            </a:br>
            <a:endParaRPr lang="en-US" sz="900">
              <a:solidFill>
                <a:srgbClr val="000000"/>
              </a:solidFill>
              <a:latin typeface="+mn-lt"/>
              <a:ea typeface="Arial" panose="020B0604020202020204" pitchFamily="34" charset="0"/>
            </a:endParaRPr>
          </a:p>
          <a:p>
            <a:pPr eaLnBrk="1" hangingPunct="1">
              <a:spcAft>
                <a:spcPts val="600"/>
              </a:spcAft>
              <a:defRPr/>
            </a:pPr>
            <a:r>
              <a:rPr lang="en-US" sz="900" b="1" noProof="1">
                <a:solidFill>
                  <a:schemeClr val="tx1"/>
                </a:solidFill>
                <a:latin typeface="+mn-lt"/>
                <a:cs typeface="Arial" panose="020B0604020202020204" pitchFamily="34" charset="0"/>
              </a:rPr>
              <a:t>Reset slide</a:t>
            </a:r>
            <a:endParaRPr lang="en-US"/>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da-DK" sz="900" b="1" noProof="1">
                <a:solidFill>
                  <a:schemeClr val="tx1"/>
                </a:solidFill>
                <a:latin typeface="+mn-lt"/>
                <a:cs typeface="Arial" panose="020B0604020202020204" pitchFamily="34" charset="0"/>
              </a:rPr>
              <a:t>1. </a:t>
            </a:r>
            <a:r>
              <a:rPr lang="en-US" altLang="da-DK" sz="90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Home</a:t>
            </a:r>
            <a:r>
              <a:rPr lang="en-US" altLang="da-DK" sz="900" noProof="1">
                <a:solidFill>
                  <a:schemeClr val="tx1"/>
                </a:solidFill>
                <a:latin typeface="+mn-lt"/>
                <a:cs typeface="Arial" panose="020B0604020202020204" pitchFamily="34" charset="0"/>
              </a:rPr>
              <a:t> tab</a:t>
            </a:r>
            <a:endParaRPr lang="en-US"/>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da-DK" sz="900" b="1" noProof="1">
                <a:solidFill>
                  <a:schemeClr val="tx1"/>
                </a:solidFill>
                <a:latin typeface="+mn-lt"/>
                <a:cs typeface="Arial" panose="020B0604020202020204" pitchFamily="34" charset="0"/>
              </a:rPr>
              <a:t>2. </a:t>
            </a:r>
            <a:r>
              <a:rPr lang="en-US" altLang="da-DK" sz="90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Reset</a:t>
            </a:r>
            <a:r>
              <a:rPr lang="en-US" altLang="da-DK" sz="900" noProof="1">
                <a:solidFill>
                  <a:schemeClr val="tx1"/>
                </a:solidFill>
                <a:latin typeface="+mn-lt"/>
                <a:cs typeface="Arial" panose="020B0604020202020204" pitchFamily="34" charset="0"/>
              </a:rPr>
              <a:t> menu to reset position, size and formatting of the slide placeholders to </a:t>
            </a:r>
            <a:br>
              <a:rPr lang="en-US" altLang="da-DK" sz="900" noProof="1">
                <a:solidFill>
                  <a:schemeClr val="tx1"/>
                </a:solidFill>
                <a:latin typeface="+mn-lt"/>
                <a:cs typeface="Arial" panose="020B0604020202020204" pitchFamily="34" charset="0"/>
              </a:rPr>
            </a:br>
            <a:r>
              <a:rPr lang="en-US" altLang="da-DK" sz="900" noProof="1">
                <a:solidFill>
                  <a:schemeClr val="tx1"/>
                </a:solidFill>
                <a:latin typeface="+mn-lt"/>
                <a:cs typeface="Arial" panose="020B0604020202020204" pitchFamily="34" charset="0"/>
              </a:rPr>
              <a:t>their default settings</a:t>
            </a:r>
            <a:endParaRPr lang="en-US" sz="900">
              <a:latin typeface="+mn-lt"/>
              <a:ea typeface="Arial" panose="020B0604020202020204" pitchFamily="34" charset="0"/>
            </a:endParaRPr>
          </a:p>
        </p:txBody>
      </p:sp>
      <p:pic>
        <p:nvPicPr>
          <p:cNvPr id="28" name="Picture 27">
            <a:extLst>
              <a:ext uri="{FF2B5EF4-FFF2-40B4-BE49-F238E27FC236}">
                <a16:creationId xmlns:a16="http://schemas.microsoft.com/office/drawing/2014/main" id="{12B8CEB7-8718-40FB-BCC9-2AC96094B83E}"/>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055654" y="4701914"/>
            <a:ext cx="475428" cy="176762"/>
          </a:xfrm>
          <a:prstGeom prst="rect">
            <a:avLst/>
          </a:prstGeom>
        </p:spPr>
      </p:pic>
      <p:pic>
        <p:nvPicPr>
          <p:cNvPr id="29" name="Picture 16">
            <a:extLst>
              <a:ext uri="{FF2B5EF4-FFF2-40B4-BE49-F238E27FC236}">
                <a16:creationId xmlns:a16="http://schemas.microsoft.com/office/drawing/2014/main" id="{1543AAD2-58D2-4DCE-A080-AFA6A459F608}"/>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3055654" y="3847595"/>
            <a:ext cx="328881" cy="505501"/>
          </a:xfrm>
          <a:prstGeom prst="rect">
            <a:avLst/>
          </a:prstGeom>
        </p:spPr>
      </p:pic>
      <p:pic>
        <p:nvPicPr>
          <p:cNvPr id="30" name="Picture 20">
            <a:extLst>
              <a:ext uri="{FF2B5EF4-FFF2-40B4-BE49-F238E27FC236}">
                <a16:creationId xmlns:a16="http://schemas.microsoft.com/office/drawing/2014/main" id="{F410AF64-93DE-4C35-8AC4-D2AFA638F572}"/>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3058352" y="5601211"/>
            <a:ext cx="538465" cy="172841"/>
          </a:xfrm>
          <a:prstGeom prst="rect">
            <a:avLst/>
          </a:prstGeom>
        </p:spPr>
      </p:pic>
      <p:pic>
        <p:nvPicPr>
          <p:cNvPr id="31" name="Picture 30">
            <a:extLst>
              <a:ext uri="{FF2B5EF4-FFF2-40B4-BE49-F238E27FC236}">
                <a16:creationId xmlns:a16="http://schemas.microsoft.com/office/drawing/2014/main" id="{5AAFDC93-9DCC-4CE4-B8D7-6137FEEF048E}"/>
              </a:ext>
            </a:extLst>
          </p:cNvPr>
          <p:cNvPicPr>
            <a:picLocks noChangeAspect="1"/>
          </p:cNvPicPr>
          <p:nvPr userDrawn="1"/>
        </p:nvPicPr>
        <p:blipFill>
          <a:blip r:embed="rId9"/>
          <a:stretch>
            <a:fillRect/>
          </a:stretch>
        </p:blipFill>
        <p:spPr>
          <a:xfrm>
            <a:off x="3055654" y="2342337"/>
            <a:ext cx="457143" cy="257143"/>
          </a:xfrm>
          <a:prstGeom prst="rect">
            <a:avLst/>
          </a:prstGeom>
        </p:spPr>
      </p:pic>
      <p:pic>
        <p:nvPicPr>
          <p:cNvPr id="4" name="Picture 3">
            <a:extLst>
              <a:ext uri="{FF2B5EF4-FFF2-40B4-BE49-F238E27FC236}">
                <a16:creationId xmlns:a16="http://schemas.microsoft.com/office/drawing/2014/main" id="{292A5FDF-69DC-4DD2-BFF8-3478E75DBB76}"/>
              </a:ext>
            </a:extLst>
          </p:cNvPr>
          <p:cNvPicPr>
            <a:picLocks noChangeAspect="1"/>
          </p:cNvPicPr>
          <p:nvPr userDrawn="1"/>
        </p:nvPicPr>
        <p:blipFill rotWithShape="1">
          <a:blip r:embed="rId10" cstate="email">
            <a:extLst>
              <a:ext uri="{28A0092B-C50C-407E-A947-70E740481C1C}">
                <a14:useLocalDpi xmlns:a14="http://schemas.microsoft.com/office/drawing/2010/main"/>
              </a:ext>
            </a:extLst>
          </a:blip>
          <a:srcRect/>
          <a:stretch/>
        </p:blipFill>
        <p:spPr>
          <a:xfrm>
            <a:off x="7065739" y="2537285"/>
            <a:ext cx="437508" cy="365851"/>
          </a:xfrm>
          <a:prstGeom prst="rect">
            <a:avLst/>
          </a:prstGeom>
        </p:spPr>
      </p:pic>
      <p:grpSp>
        <p:nvGrpSpPr>
          <p:cNvPr id="10" name="Group 9">
            <a:extLst>
              <a:ext uri="{FF2B5EF4-FFF2-40B4-BE49-F238E27FC236}">
                <a16:creationId xmlns:a16="http://schemas.microsoft.com/office/drawing/2014/main" id="{D428E528-3C21-43A5-9A1F-5FC8A3BB1E92}"/>
              </a:ext>
            </a:extLst>
          </p:cNvPr>
          <p:cNvGrpSpPr/>
          <p:nvPr userDrawn="1"/>
        </p:nvGrpSpPr>
        <p:grpSpPr>
          <a:xfrm>
            <a:off x="10285258" y="5867321"/>
            <a:ext cx="991746" cy="384654"/>
            <a:chOff x="10992821" y="4404000"/>
            <a:chExt cx="1588357" cy="616052"/>
          </a:xfrm>
        </p:grpSpPr>
        <p:pic>
          <p:nvPicPr>
            <p:cNvPr id="8" name="Picture 7">
              <a:extLst>
                <a:ext uri="{FF2B5EF4-FFF2-40B4-BE49-F238E27FC236}">
                  <a16:creationId xmlns:a16="http://schemas.microsoft.com/office/drawing/2014/main" id="{A44E7E5B-C2F8-47A1-8626-A6E32640159D}"/>
                </a:ext>
              </a:extLst>
            </p:cNvPr>
            <p:cNvPicPr>
              <a:picLocks noChangeAspect="1"/>
            </p:cNvPicPr>
            <p:nvPr userDrawn="1"/>
          </p:nvPicPr>
          <p:blipFill rotWithShape="1">
            <a:blip r:embed="rId11" cstate="email">
              <a:extLst>
                <a:ext uri="{28A0092B-C50C-407E-A947-70E740481C1C}">
                  <a14:useLocalDpi xmlns:a14="http://schemas.microsoft.com/office/drawing/2010/main"/>
                </a:ext>
              </a:extLst>
            </a:blip>
            <a:srcRect/>
            <a:stretch/>
          </p:blipFill>
          <p:spPr>
            <a:xfrm>
              <a:off x="10992821" y="4404000"/>
              <a:ext cx="1588357" cy="616052"/>
            </a:xfrm>
            <a:prstGeom prst="rect">
              <a:avLst/>
            </a:prstGeom>
          </p:spPr>
        </p:pic>
        <p:pic>
          <p:nvPicPr>
            <p:cNvPr id="33" name="Picture 32">
              <a:extLst>
                <a:ext uri="{FF2B5EF4-FFF2-40B4-BE49-F238E27FC236}">
                  <a16:creationId xmlns:a16="http://schemas.microsoft.com/office/drawing/2014/main" id="{5065702C-2099-41C8-904A-A3616CD11CA4}"/>
                </a:ext>
              </a:extLst>
            </p:cNvPr>
            <p:cNvPicPr>
              <a:picLocks noChangeAspect="1"/>
            </p:cNvPicPr>
            <p:nvPr userDrawn="1"/>
          </p:nvPicPr>
          <p:blipFill rotWithShape="1">
            <a:blip r:embed="rId12" cstate="email">
              <a:extLst>
                <a:ext uri="{28A0092B-C50C-407E-A947-70E740481C1C}">
                  <a14:useLocalDpi xmlns:a14="http://schemas.microsoft.com/office/drawing/2010/main"/>
                </a:ext>
              </a:extLst>
            </a:blip>
            <a:srcRect/>
            <a:stretch/>
          </p:blipFill>
          <p:spPr>
            <a:xfrm>
              <a:off x="12479578" y="4785230"/>
              <a:ext cx="101600" cy="221441"/>
            </a:xfrm>
            <a:prstGeom prst="rect">
              <a:avLst/>
            </a:prstGeom>
          </p:spPr>
        </p:pic>
      </p:grpSp>
      <p:pic>
        <p:nvPicPr>
          <p:cNvPr id="34" name="Picture 2">
            <a:extLst>
              <a:ext uri="{FF2B5EF4-FFF2-40B4-BE49-F238E27FC236}">
                <a16:creationId xmlns:a16="http://schemas.microsoft.com/office/drawing/2014/main" id="{23C2B142-78D9-4D1A-A62B-85445D78273E}"/>
              </a:ext>
            </a:extLst>
          </p:cNvPr>
          <p:cNvPicPr>
            <a:picLocks noChangeAspect="1"/>
          </p:cNvPicPr>
          <p:nvPr userDrawn="1"/>
        </p:nvPicPr>
        <p:blipFill>
          <a:blip r:embed="rId13"/>
          <a:stretch>
            <a:fillRect/>
          </a:stretch>
        </p:blipFill>
        <p:spPr>
          <a:xfrm>
            <a:off x="3055654" y="3052205"/>
            <a:ext cx="257143" cy="285714"/>
          </a:xfrm>
          <a:prstGeom prst="rect">
            <a:avLst/>
          </a:prstGeom>
        </p:spPr>
      </p:pic>
    </p:spTree>
    <p:extLst>
      <p:ext uri="{BB962C8B-B14F-4D97-AF65-F5344CB8AC3E}">
        <p14:creationId xmlns:p14="http://schemas.microsoft.com/office/powerpoint/2010/main" val="2791245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ltGray">
          <a:xfrm>
            <a:off x="0"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5" name="Do not use"/>
          <p:cNvSpPr txBox="1"/>
          <p:nvPr userDrawn="1"/>
        </p:nvSpPr>
        <p:spPr>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4400" b="0" noProof="0">
                <a:solidFill>
                  <a:schemeClr val="bg1"/>
                </a:solidFill>
              </a:rPr>
              <a:t>If you see any </a:t>
            </a:r>
            <a:r>
              <a:rPr lang="en-US" sz="4400" b="1" i="0" noProof="0">
                <a:solidFill>
                  <a:schemeClr val="bg1"/>
                </a:solidFill>
              </a:rPr>
              <a:t>layouts after this </a:t>
            </a:r>
            <a:r>
              <a:rPr lang="en-US" sz="4400" b="0" i="0" noProof="0">
                <a:solidFill>
                  <a:schemeClr val="bg1"/>
                </a:solidFill>
              </a:rPr>
              <a:t>one</a:t>
            </a:r>
            <a:r>
              <a:rPr lang="en-US" sz="4400" b="1" i="1" noProof="0">
                <a:solidFill>
                  <a:schemeClr val="bg1"/>
                </a:solidFill>
              </a:rPr>
              <a:t>,</a:t>
            </a:r>
            <a:br>
              <a:rPr lang="en-US" sz="4400" b="0" i="0" noProof="0">
                <a:solidFill>
                  <a:schemeClr val="bg1"/>
                </a:solidFill>
              </a:rPr>
            </a:br>
            <a:r>
              <a:rPr lang="en-US" sz="4400" b="0" noProof="0">
                <a:solidFill>
                  <a:schemeClr val="bg1"/>
                </a:solidFill>
              </a:rPr>
              <a:t>do not use them. These layouts </a:t>
            </a:r>
            <a:r>
              <a:rPr lang="en-US" sz="4400" b="1" i="0" u="none" noProof="0">
                <a:solidFill>
                  <a:schemeClr val="bg1"/>
                </a:solidFill>
              </a:rPr>
              <a:t>are not </a:t>
            </a:r>
            <a:r>
              <a:rPr lang="en-US" sz="4400" b="0" noProof="0">
                <a:solidFill>
                  <a:schemeClr val="bg1"/>
                </a:solidFill>
              </a:rPr>
              <a:t>part of our corporate template.</a:t>
            </a:r>
            <a:br>
              <a:rPr lang="en-US" sz="2800" b="0" noProof="0">
                <a:solidFill>
                  <a:schemeClr val="bg1"/>
                </a:solidFill>
              </a:rPr>
            </a:br>
            <a:br>
              <a:rPr lang="en-US" sz="2800" b="0" noProof="0">
                <a:solidFill>
                  <a:schemeClr val="bg1"/>
                </a:solidFill>
              </a:rPr>
            </a:br>
            <a:endParaRPr lang="en-US" sz="2800" b="0" noProof="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0" y="2578102"/>
            <a:ext cx="11218606" cy="2400657"/>
          </a:xfrm>
          <a:prstGeom prst="rect">
            <a:avLst/>
          </a:prstGeom>
        </p:spPr>
        <p:txBody>
          <a:bodyPr wrap="square">
            <a:spAutoFit/>
          </a:bodyPr>
          <a:lstStyle/>
          <a:p>
            <a:pPr algn="ctr"/>
            <a:r>
              <a:rPr lang="en-US" sz="15000" b="1" i="0" noProof="0">
                <a:solidFill>
                  <a:schemeClr val="bg1"/>
                </a:solidFill>
              </a:rPr>
              <a:t>Do not use </a:t>
            </a:r>
            <a:endParaRPr lang="en-US" sz="15000" b="1" i="0"/>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Due to PowerPoint’s standard Copy/Paste functionality extra undesirable layouts can appear.</a:t>
            </a:r>
            <a:endParaRPr lang="en-US"/>
          </a:p>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Also notice: Layouts after this might contain potential confidential information.</a:t>
            </a:r>
            <a:br>
              <a:rPr lang="en-US" sz="1800" b="0" noProof="0">
                <a:solidFill>
                  <a:schemeClr val="bg1"/>
                </a:solidFill>
              </a:rPr>
            </a:br>
            <a:endParaRPr lang="en-US" sz="1800" b="0" noProof="0">
              <a:solidFill>
                <a:schemeClr val="bg1"/>
              </a:solidFill>
            </a:endParaRPr>
          </a:p>
        </p:txBody>
      </p:sp>
      <p:sp>
        <p:nvSpPr>
          <p:cNvPr id="13" name="Date Placeholder 6" hidden="1">
            <a:extLst>
              <a:ext uri="{FF2B5EF4-FFF2-40B4-BE49-F238E27FC236}">
                <a16:creationId xmlns:a16="http://schemas.microsoft.com/office/drawing/2014/main" id="{706505A8-87EA-4BA0-B698-35156BC765D0}"/>
              </a:ext>
            </a:extLst>
          </p:cNvPr>
          <p:cNvSpPr>
            <a:spLocks noGrp="1" noRot="1" noMove="1" noResize="1" noEditPoints="1" noAdjustHandles="1" noChangeArrowheads="1" noChangeShapeType="1"/>
          </p:cNvSpPr>
          <p:nvPr>
            <p:ph type="dt" sz="half" idx="15"/>
          </p:nvPr>
        </p:nvSpPr>
        <p:spPr>
          <a:xfrm>
            <a:off x="0" y="6858000"/>
            <a:ext cx="0" cy="0"/>
          </a:xfrm>
        </p:spPr>
        <p:txBody>
          <a:bodyPr/>
          <a:lstStyle>
            <a:lvl1pPr>
              <a:defRPr sz="100">
                <a:noFill/>
              </a:defRPr>
            </a:lvl1pPr>
          </a:lstStyle>
          <a:p>
            <a:fld id="{2DE3FB73-D64F-4CD2-B936-34C12883B35A}" type="datetime4">
              <a:rPr lang="en-US" smtClean="0"/>
              <a:t>January 21, 2026</a:t>
            </a:fld>
            <a:endParaRPr lang="en-US"/>
          </a:p>
        </p:txBody>
      </p:sp>
      <p:sp>
        <p:nvSpPr>
          <p:cNvPr id="14" name="Footer Placeholder 8" hidden="1">
            <a:extLst>
              <a:ext uri="{FF2B5EF4-FFF2-40B4-BE49-F238E27FC236}">
                <a16:creationId xmlns:a16="http://schemas.microsoft.com/office/drawing/2014/main" id="{AB150C2C-2030-498B-8262-6BD5BCCBB345}"/>
              </a:ext>
            </a:extLst>
          </p:cNvPr>
          <p:cNvSpPr>
            <a:spLocks noGrp="1" noRot="1" noMove="1" noResize="1" noEditPoints="1" noAdjustHandles="1" noChangeArrowheads="1" noChangeShapeType="1"/>
          </p:cNvSpPr>
          <p:nvPr>
            <p:ph type="ftr" sz="quarter" idx="16"/>
          </p:nvPr>
        </p:nvSpPr>
        <p:spPr>
          <a:xfrm>
            <a:off x="0" y="6858000"/>
            <a:ext cx="0" cy="0"/>
          </a:xfrm>
        </p:spPr>
        <p:txBody>
          <a:bodyPr/>
          <a:lstStyle>
            <a:lvl1pPr>
              <a:defRPr sz="100">
                <a:noFill/>
              </a:defRPr>
            </a:lvl1pPr>
          </a:lstStyle>
          <a:p>
            <a:endParaRPr lang="en-US"/>
          </a:p>
        </p:txBody>
      </p:sp>
      <p:sp>
        <p:nvSpPr>
          <p:cNvPr id="15" name="Slide Number Placeholder 10" hidden="1">
            <a:extLst>
              <a:ext uri="{FF2B5EF4-FFF2-40B4-BE49-F238E27FC236}">
                <a16:creationId xmlns:a16="http://schemas.microsoft.com/office/drawing/2014/main" id="{E81B246F-92C7-4EF8-ACD0-05F73C7095BE}"/>
              </a:ext>
            </a:extLst>
          </p:cNvPr>
          <p:cNvSpPr>
            <a:spLocks noGrp="1" noRot="1" noMove="1" noResize="1" noEditPoints="1" noAdjustHandles="1" noChangeArrowheads="1" noChangeShapeType="1"/>
          </p:cNvSpPr>
          <p:nvPr>
            <p:ph type="sldNum" sz="quarter" idx="17"/>
          </p:nvPr>
        </p:nvSpPr>
        <p:spPr>
          <a:xfrm>
            <a:off x="0" y="6858000"/>
            <a:ext cx="0" cy="0"/>
          </a:xfrm>
        </p:spPr>
        <p:txBody>
          <a:bodyPr/>
          <a:lstStyle>
            <a:lvl1pPr>
              <a:defRPr sz="100">
                <a:noFill/>
              </a:defRPr>
            </a:lvl1pPr>
          </a:lstStyle>
          <a:p>
            <a:fld id="{23AA811B-2EBD-4900-905E-5BE206449611}" type="slidenum">
              <a:rPr lang="en-US" smtClean="0"/>
              <a:pPr/>
              <a:t>‹#›</a:t>
            </a:fld>
            <a:endParaRPr lang="en-US"/>
          </a:p>
        </p:txBody>
      </p:sp>
    </p:spTree>
    <p:extLst>
      <p:ext uri="{BB962C8B-B14F-4D97-AF65-F5344CB8AC3E}">
        <p14:creationId xmlns:p14="http://schemas.microsoft.com/office/powerpoint/2010/main" val="3862049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8.xml><?xml version="1.0" encoding="utf-8"?>
<p:sldLayout xmlns:a="http://schemas.openxmlformats.org/drawingml/2006/main" xmlns:r="http://schemas.openxmlformats.org/officeDocument/2006/relationships" xmlns:p="http://schemas.openxmlformats.org/presentationml/2006/main" userDrawn="1">
  <p:cSld name="Fascination_5: Title + Text">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CB0F7308-9015-463D-BAEC-5770C69EA500}"/>
              </a:ext>
            </a:extLst>
          </p:cNvPr>
          <p:cNvSpPr>
            <a:spLocks noGrp="1"/>
          </p:cNvSpPr>
          <p:nvPr>
            <p:ph type="body" sz="quarter" idx="10"/>
          </p:nvPr>
        </p:nvSpPr>
        <p:spPr>
          <a:xfrm>
            <a:off x="407988" y="2708275"/>
            <a:ext cx="11376644" cy="3529037"/>
          </a:xfrm>
        </p:spPr>
        <p:txBody>
          <a:bodyPr lIns="0" tIns="0" rIns="0" bIns="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itle 3">
            <a:extLst>
              <a:ext uri="{FF2B5EF4-FFF2-40B4-BE49-F238E27FC236}">
                <a16:creationId xmlns:a16="http://schemas.microsoft.com/office/drawing/2014/main" id="{74D5D19C-1BEC-4BCB-9DD0-3C3D7A114ECE}"/>
              </a:ext>
            </a:extLst>
          </p:cNvPr>
          <p:cNvSpPr>
            <a:spLocks noGrp="1"/>
          </p:cNvSpPr>
          <p:nvPr>
            <p:ph type="title"/>
          </p:nvPr>
        </p:nvSpPr>
        <p:spPr/>
        <p:txBody>
          <a:bodyPr lIns="0" tIns="0" rIns="0" bIns="0"/>
          <a:lstStyle/>
          <a:p>
            <a:r>
              <a:rPr lang="de-DE"/>
              <a:t>Mastertitelformat bearbeiten</a:t>
            </a:r>
            <a:endParaRPr lang="en-US"/>
          </a:p>
        </p:txBody>
      </p:sp>
    </p:spTree>
    <p:extLst>
      <p:ext uri="{BB962C8B-B14F-4D97-AF65-F5344CB8AC3E}">
        <p14:creationId xmlns:p14="http://schemas.microsoft.com/office/powerpoint/2010/main" val="2505132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87.xml"/><Relationship Id="rId21" Type="http://schemas.openxmlformats.org/officeDocument/2006/relationships/slideLayout" Target="../slideLayouts/slideLayout82.xml"/><Relationship Id="rId42" Type="http://schemas.openxmlformats.org/officeDocument/2006/relationships/slideLayout" Target="../slideLayouts/slideLayout103.xml"/><Relationship Id="rId47" Type="http://schemas.openxmlformats.org/officeDocument/2006/relationships/slideLayout" Target="../slideLayouts/slideLayout108.xml"/><Relationship Id="rId63" Type="http://schemas.openxmlformats.org/officeDocument/2006/relationships/slideLayout" Target="../slideLayouts/slideLayout124.xml"/><Relationship Id="rId68" Type="http://schemas.openxmlformats.org/officeDocument/2006/relationships/slideLayout" Target="../slideLayouts/slideLayout129.xml"/><Relationship Id="rId16" Type="http://schemas.openxmlformats.org/officeDocument/2006/relationships/slideLayout" Target="../slideLayouts/slideLayout77.xml"/><Relationship Id="rId11" Type="http://schemas.openxmlformats.org/officeDocument/2006/relationships/slideLayout" Target="../slideLayouts/slideLayout72.xml"/><Relationship Id="rId32" Type="http://schemas.openxmlformats.org/officeDocument/2006/relationships/slideLayout" Target="../slideLayouts/slideLayout93.xml"/><Relationship Id="rId37" Type="http://schemas.openxmlformats.org/officeDocument/2006/relationships/slideLayout" Target="../slideLayouts/slideLayout98.xml"/><Relationship Id="rId53" Type="http://schemas.openxmlformats.org/officeDocument/2006/relationships/slideLayout" Target="../slideLayouts/slideLayout114.xml"/><Relationship Id="rId58" Type="http://schemas.openxmlformats.org/officeDocument/2006/relationships/slideLayout" Target="../slideLayouts/slideLayout119.xml"/><Relationship Id="rId74" Type="http://schemas.openxmlformats.org/officeDocument/2006/relationships/slideLayout" Target="../slideLayouts/slideLayout135.xml"/><Relationship Id="rId79" Type="http://schemas.openxmlformats.org/officeDocument/2006/relationships/oleObject" Target="../embeddings/oleObject1.bin"/><Relationship Id="rId5" Type="http://schemas.openxmlformats.org/officeDocument/2006/relationships/slideLayout" Target="../slideLayouts/slideLayout66.xml"/><Relationship Id="rId61" Type="http://schemas.openxmlformats.org/officeDocument/2006/relationships/slideLayout" Target="../slideLayouts/slideLayout122.xml"/><Relationship Id="rId82" Type="http://schemas.openxmlformats.org/officeDocument/2006/relationships/image" Target="../media/image2.svg"/><Relationship Id="rId19" Type="http://schemas.openxmlformats.org/officeDocument/2006/relationships/slideLayout" Target="../slideLayouts/slideLayout80.xml"/><Relationship Id="rId14" Type="http://schemas.openxmlformats.org/officeDocument/2006/relationships/slideLayout" Target="../slideLayouts/slideLayout75.xml"/><Relationship Id="rId22" Type="http://schemas.openxmlformats.org/officeDocument/2006/relationships/slideLayout" Target="../slideLayouts/slideLayout83.xml"/><Relationship Id="rId27" Type="http://schemas.openxmlformats.org/officeDocument/2006/relationships/slideLayout" Target="../slideLayouts/slideLayout88.xml"/><Relationship Id="rId30" Type="http://schemas.openxmlformats.org/officeDocument/2006/relationships/slideLayout" Target="../slideLayouts/slideLayout91.xml"/><Relationship Id="rId35" Type="http://schemas.openxmlformats.org/officeDocument/2006/relationships/slideLayout" Target="../slideLayouts/slideLayout96.xml"/><Relationship Id="rId43" Type="http://schemas.openxmlformats.org/officeDocument/2006/relationships/slideLayout" Target="../slideLayouts/slideLayout104.xml"/><Relationship Id="rId48" Type="http://schemas.openxmlformats.org/officeDocument/2006/relationships/slideLayout" Target="../slideLayouts/slideLayout109.xml"/><Relationship Id="rId56" Type="http://schemas.openxmlformats.org/officeDocument/2006/relationships/slideLayout" Target="../slideLayouts/slideLayout117.xml"/><Relationship Id="rId64" Type="http://schemas.openxmlformats.org/officeDocument/2006/relationships/slideLayout" Target="../slideLayouts/slideLayout125.xml"/><Relationship Id="rId69" Type="http://schemas.openxmlformats.org/officeDocument/2006/relationships/slideLayout" Target="../slideLayouts/slideLayout130.xml"/><Relationship Id="rId77" Type="http://schemas.openxmlformats.org/officeDocument/2006/relationships/theme" Target="../theme/theme2.xml"/><Relationship Id="rId8" Type="http://schemas.openxmlformats.org/officeDocument/2006/relationships/slideLayout" Target="../slideLayouts/slideLayout69.xml"/><Relationship Id="rId51" Type="http://schemas.openxmlformats.org/officeDocument/2006/relationships/slideLayout" Target="../slideLayouts/slideLayout112.xml"/><Relationship Id="rId72" Type="http://schemas.openxmlformats.org/officeDocument/2006/relationships/slideLayout" Target="../slideLayouts/slideLayout133.xml"/><Relationship Id="rId80" Type="http://schemas.openxmlformats.org/officeDocument/2006/relationships/image" Target="../media/image20.emf"/><Relationship Id="rId3" Type="http://schemas.openxmlformats.org/officeDocument/2006/relationships/slideLayout" Target="../slideLayouts/slideLayout64.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5" Type="http://schemas.openxmlformats.org/officeDocument/2006/relationships/slideLayout" Target="../slideLayouts/slideLayout86.xml"/><Relationship Id="rId33" Type="http://schemas.openxmlformats.org/officeDocument/2006/relationships/slideLayout" Target="../slideLayouts/slideLayout94.xml"/><Relationship Id="rId38" Type="http://schemas.openxmlformats.org/officeDocument/2006/relationships/slideLayout" Target="../slideLayouts/slideLayout99.xml"/><Relationship Id="rId46" Type="http://schemas.openxmlformats.org/officeDocument/2006/relationships/slideLayout" Target="../slideLayouts/slideLayout107.xml"/><Relationship Id="rId59" Type="http://schemas.openxmlformats.org/officeDocument/2006/relationships/slideLayout" Target="../slideLayouts/slideLayout120.xml"/><Relationship Id="rId67" Type="http://schemas.openxmlformats.org/officeDocument/2006/relationships/slideLayout" Target="../slideLayouts/slideLayout128.xml"/><Relationship Id="rId20" Type="http://schemas.openxmlformats.org/officeDocument/2006/relationships/slideLayout" Target="../slideLayouts/slideLayout81.xml"/><Relationship Id="rId41" Type="http://schemas.openxmlformats.org/officeDocument/2006/relationships/slideLayout" Target="../slideLayouts/slideLayout102.xml"/><Relationship Id="rId54" Type="http://schemas.openxmlformats.org/officeDocument/2006/relationships/slideLayout" Target="../slideLayouts/slideLayout115.xml"/><Relationship Id="rId62" Type="http://schemas.openxmlformats.org/officeDocument/2006/relationships/slideLayout" Target="../slideLayouts/slideLayout123.xml"/><Relationship Id="rId70" Type="http://schemas.openxmlformats.org/officeDocument/2006/relationships/slideLayout" Target="../slideLayouts/slideLayout131.xml"/><Relationship Id="rId75" Type="http://schemas.openxmlformats.org/officeDocument/2006/relationships/slideLayout" Target="../slideLayouts/slideLayout136.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5" Type="http://schemas.openxmlformats.org/officeDocument/2006/relationships/slideLayout" Target="../slideLayouts/slideLayout76.xml"/><Relationship Id="rId23" Type="http://schemas.openxmlformats.org/officeDocument/2006/relationships/slideLayout" Target="../slideLayouts/slideLayout84.xml"/><Relationship Id="rId28" Type="http://schemas.openxmlformats.org/officeDocument/2006/relationships/slideLayout" Target="../slideLayouts/slideLayout89.xml"/><Relationship Id="rId36" Type="http://schemas.openxmlformats.org/officeDocument/2006/relationships/slideLayout" Target="../slideLayouts/slideLayout97.xml"/><Relationship Id="rId49" Type="http://schemas.openxmlformats.org/officeDocument/2006/relationships/slideLayout" Target="../slideLayouts/slideLayout110.xml"/><Relationship Id="rId57" Type="http://schemas.openxmlformats.org/officeDocument/2006/relationships/slideLayout" Target="../slideLayouts/slideLayout118.xml"/><Relationship Id="rId10" Type="http://schemas.openxmlformats.org/officeDocument/2006/relationships/slideLayout" Target="../slideLayouts/slideLayout71.xml"/><Relationship Id="rId31" Type="http://schemas.openxmlformats.org/officeDocument/2006/relationships/slideLayout" Target="../slideLayouts/slideLayout92.xml"/><Relationship Id="rId44" Type="http://schemas.openxmlformats.org/officeDocument/2006/relationships/slideLayout" Target="../slideLayouts/slideLayout105.xml"/><Relationship Id="rId52" Type="http://schemas.openxmlformats.org/officeDocument/2006/relationships/slideLayout" Target="../slideLayouts/slideLayout113.xml"/><Relationship Id="rId60" Type="http://schemas.openxmlformats.org/officeDocument/2006/relationships/slideLayout" Target="../slideLayouts/slideLayout121.xml"/><Relationship Id="rId65" Type="http://schemas.openxmlformats.org/officeDocument/2006/relationships/slideLayout" Target="../slideLayouts/slideLayout126.xml"/><Relationship Id="rId73" Type="http://schemas.openxmlformats.org/officeDocument/2006/relationships/slideLayout" Target="../slideLayouts/slideLayout134.xml"/><Relationship Id="rId78" Type="http://schemas.openxmlformats.org/officeDocument/2006/relationships/tags" Target="../tags/tag1.xml"/><Relationship Id="rId81" Type="http://schemas.openxmlformats.org/officeDocument/2006/relationships/image" Target="../media/image1.png"/><Relationship Id="rId4" Type="http://schemas.openxmlformats.org/officeDocument/2006/relationships/slideLayout" Target="../slideLayouts/slideLayout65.xml"/><Relationship Id="rId9" Type="http://schemas.openxmlformats.org/officeDocument/2006/relationships/slideLayout" Target="../slideLayouts/slideLayout70.xml"/><Relationship Id="rId13" Type="http://schemas.openxmlformats.org/officeDocument/2006/relationships/slideLayout" Target="../slideLayouts/slideLayout74.xml"/><Relationship Id="rId18" Type="http://schemas.openxmlformats.org/officeDocument/2006/relationships/slideLayout" Target="../slideLayouts/slideLayout79.xml"/><Relationship Id="rId39" Type="http://schemas.openxmlformats.org/officeDocument/2006/relationships/slideLayout" Target="../slideLayouts/slideLayout100.xml"/><Relationship Id="rId34" Type="http://schemas.openxmlformats.org/officeDocument/2006/relationships/slideLayout" Target="../slideLayouts/slideLayout95.xml"/><Relationship Id="rId50" Type="http://schemas.openxmlformats.org/officeDocument/2006/relationships/slideLayout" Target="../slideLayouts/slideLayout111.xml"/><Relationship Id="rId55" Type="http://schemas.openxmlformats.org/officeDocument/2006/relationships/slideLayout" Target="../slideLayouts/slideLayout116.xml"/><Relationship Id="rId76" Type="http://schemas.openxmlformats.org/officeDocument/2006/relationships/slideLayout" Target="../slideLayouts/slideLayout137.xml"/><Relationship Id="rId7" Type="http://schemas.openxmlformats.org/officeDocument/2006/relationships/slideLayout" Target="../slideLayouts/slideLayout68.xml"/><Relationship Id="rId71" Type="http://schemas.openxmlformats.org/officeDocument/2006/relationships/slideLayout" Target="../slideLayouts/slideLayout132.xml"/><Relationship Id="rId2" Type="http://schemas.openxmlformats.org/officeDocument/2006/relationships/slideLayout" Target="../slideLayouts/slideLayout63.xml"/><Relationship Id="rId29" Type="http://schemas.openxmlformats.org/officeDocument/2006/relationships/slideLayout" Target="../slideLayouts/slideLayout90.xml"/><Relationship Id="rId24" Type="http://schemas.openxmlformats.org/officeDocument/2006/relationships/slideLayout" Target="../slideLayouts/slideLayout85.xml"/><Relationship Id="rId40" Type="http://schemas.openxmlformats.org/officeDocument/2006/relationships/slideLayout" Target="../slideLayouts/slideLayout101.xml"/><Relationship Id="rId45" Type="http://schemas.openxmlformats.org/officeDocument/2006/relationships/slideLayout" Target="../slideLayouts/slideLayout106.xml"/><Relationship Id="rId66" Type="http://schemas.openxmlformats.org/officeDocument/2006/relationships/slideLayout" Target="../slideLayouts/slideLayout12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63.xml"/><Relationship Id="rId21" Type="http://schemas.openxmlformats.org/officeDocument/2006/relationships/slideLayout" Target="../slideLayouts/slideLayout158.xml"/><Relationship Id="rId42" Type="http://schemas.openxmlformats.org/officeDocument/2006/relationships/slideLayout" Target="../slideLayouts/slideLayout179.xml"/><Relationship Id="rId47" Type="http://schemas.openxmlformats.org/officeDocument/2006/relationships/slideLayout" Target="../slideLayouts/slideLayout184.xml"/><Relationship Id="rId63" Type="http://schemas.openxmlformats.org/officeDocument/2006/relationships/slideLayout" Target="../slideLayouts/slideLayout200.xml"/><Relationship Id="rId68" Type="http://schemas.openxmlformats.org/officeDocument/2006/relationships/slideLayout" Target="../slideLayouts/slideLayout205.xml"/><Relationship Id="rId16" Type="http://schemas.openxmlformats.org/officeDocument/2006/relationships/slideLayout" Target="../slideLayouts/slideLayout153.xml"/><Relationship Id="rId11" Type="http://schemas.openxmlformats.org/officeDocument/2006/relationships/slideLayout" Target="../slideLayouts/slideLayout148.xml"/><Relationship Id="rId32" Type="http://schemas.openxmlformats.org/officeDocument/2006/relationships/slideLayout" Target="../slideLayouts/slideLayout169.xml"/><Relationship Id="rId37" Type="http://schemas.openxmlformats.org/officeDocument/2006/relationships/slideLayout" Target="../slideLayouts/slideLayout174.xml"/><Relationship Id="rId53" Type="http://schemas.openxmlformats.org/officeDocument/2006/relationships/slideLayout" Target="../slideLayouts/slideLayout190.xml"/><Relationship Id="rId58" Type="http://schemas.openxmlformats.org/officeDocument/2006/relationships/slideLayout" Target="../slideLayouts/slideLayout195.xml"/><Relationship Id="rId74" Type="http://schemas.openxmlformats.org/officeDocument/2006/relationships/slideLayout" Target="../slideLayouts/slideLayout211.xml"/><Relationship Id="rId79" Type="http://schemas.openxmlformats.org/officeDocument/2006/relationships/image" Target="../media/image20.emf"/><Relationship Id="rId5" Type="http://schemas.openxmlformats.org/officeDocument/2006/relationships/slideLayout" Target="../slideLayouts/slideLayout142.xml"/><Relationship Id="rId61" Type="http://schemas.openxmlformats.org/officeDocument/2006/relationships/slideLayout" Target="../slideLayouts/slideLayout198.xml"/><Relationship Id="rId19" Type="http://schemas.openxmlformats.org/officeDocument/2006/relationships/slideLayout" Target="../slideLayouts/slideLayout156.xml"/><Relationship Id="rId14" Type="http://schemas.openxmlformats.org/officeDocument/2006/relationships/slideLayout" Target="../slideLayouts/slideLayout151.xml"/><Relationship Id="rId22" Type="http://schemas.openxmlformats.org/officeDocument/2006/relationships/slideLayout" Target="../slideLayouts/slideLayout159.xml"/><Relationship Id="rId27" Type="http://schemas.openxmlformats.org/officeDocument/2006/relationships/slideLayout" Target="../slideLayouts/slideLayout164.xml"/><Relationship Id="rId30" Type="http://schemas.openxmlformats.org/officeDocument/2006/relationships/slideLayout" Target="../slideLayouts/slideLayout167.xml"/><Relationship Id="rId35" Type="http://schemas.openxmlformats.org/officeDocument/2006/relationships/slideLayout" Target="../slideLayouts/slideLayout172.xml"/><Relationship Id="rId43" Type="http://schemas.openxmlformats.org/officeDocument/2006/relationships/slideLayout" Target="../slideLayouts/slideLayout180.xml"/><Relationship Id="rId48" Type="http://schemas.openxmlformats.org/officeDocument/2006/relationships/slideLayout" Target="../slideLayouts/slideLayout185.xml"/><Relationship Id="rId56" Type="http://schemas.openxmlformats.org/officeDocument/2006/relationships/slideLayout" Target="../slideLayouts/slideLayout193.xml"/><Relationship Id="rId64" Type="http://schemas.openxmlformats.org/officeDocument/2006/relationships/slideLayout" Target="../slideLayouts/slideLayout201.xml"/><Relationship Id="rId69" Type="http://schemas.openxmlformats.org/officeDocument/2006/relationships/slideLayout" Target="../slideLayouts/slideLayout206.xml"/><Relationship Id="rId77" Type="http://schemas.openxmlformats.org/officeDocument/2006/relationships/tags" Target="../tags/tag2.xml"/><Relationship Id="rId8" Type="http://schemas.openxmlformats.org/officeDocument/2006/relationships/slideLayout" Target="../slideLayouts/slideLayout145.xml"/><Relationship Id="rId51" Type="http://schemas.openxmlformats.org/officeDocument/2006/relationships/slideLayout" Target="../slideLayouts/slideLayout188.xml"/><Relationship Id="rId72" Type="http://schemas.openxmlformats.org/officeDocument/2006/relationships/slideLayout" Target="../slideLayouts/slideLayout209.xml"/><Relationship Id="rId80" Type="http://schemas.openxmlformats.org/officeDocument/2006/relationships/image" Target="../media/image1.png"/><Relationship Id="rId3" Type="http://schemas.openxmlformats.org/officeDocument/2006/relationships/slideLayout" Target="../slideLayouts/slideLayout140.xml"/><Relationship Id="rId12" Type="http://schemas.openxmlformats.org/officeDocument/2006/relationships/slideLayout" Target="../slideLayouts/slideLayout149.xml"/><Relationship Id="rId17" Type="http://schemas.openxmlformats.org/officeDocument/2006/relationships/slideLayout" Target="../slideLayouts/slideLayout154.xml"/><Relationship Id="rId25" Type="http://schemas.openxmlformats.org/officeDocument/2006/relationships/slideLayout" Target="../slideLayouts/slideLayout162.xml"/><Relationship Id="rId33" Type="http://schemas.openxmlformats.org/officeDocument/2006/relationships/slideLayout" Target="../slideLayouts/slideLayout170.xml"/><Relationship Id="rId38" Type="http://schemas.openxmlformats.org/officeDocument/2006/relationships/slideLayout" Target="../slideLayouts/slideLayout175.xml"/><Relationship Id="rId46" Type="http://schemas.openxmlformats.org/officeDocument/2006/relationships/slideLayout" Target="../slideLayouts/slideLayout183.xml"/><Relationship Id="rId59" Type="http://schemas.openxmlformats.org/officeDocument/2006/relationships/slideLayout" Target="../slideLayouts/slideLayout196.xml"/><Relationship Id="rId67" Type="http://schemas.openxmlformats.org/officeDocument/2006/relationships/slideLayout" Target="../slideLayouts/slideLayout204.xml"/><Relationship Id="rId20" Type="http://schemas.openxmlformats.org/officeDocument/2006/relationships/slideLayout" Target="../slideLayouts/slideLayout157.xml"/><Relationship Id="rId41" Type="http://schemas.openxmlformats.org/officeDocument/2006/relationships/slideLayout" Target="../slideLayouts/slideLayout178.xml"/><Relationship Id="rId54" Type="http://schemas.openxmlformats.org/officeDocument/2006/relationships/slideLayout" Target="../slideLayouts/slideLayout191.xml"/><Relationship Id="rId62" Type="http://schemas.openxmlformats.org/officeDocument/2006/relationships/slideLayout" Target="../slideLayouts/slideLayout199.xml"/><Relationship Id="rId70" Type="http://schemas.openxmlformats.org/officeDocument/2006/relationships/slideLayout" Target="../slideLayouts/slideLayout207.xml"/><Relationship Id="rId75" Type="http://schemas.openxmlformats.org/officeDocument/2006/relationships/slideLayout" Target="../slideLayouts/slideLayout212.xml"/><Relationship Id="rId1" Type="http://schemas.openxmlformats.org/officeDocument/2006/relationships/slideLayout" Target="../slideLayouts/slideLayout138.xml"/><Relationship Id="rId6" Type="http://schemas.openxmlformats.org/officeDocument/2006/relationships/slideLayout" Target="../slideLayouts/slideLayout143.xml"/><Relationship Id="rId15" Type="http://schemas.openxmlformats.org/officeDocument/2006/relationships/slideLayout" Target="../slideLayouts/slideLayout152.xml"/><Relationship Id="rId23" Type="http://schemas.openxmlformats.org/officeDocument/2006/relationships/slideLayout" Target="../slideLayouts/slideLayout160.xml"/><Relationship Id="rId28" Type="http://schemas.openxmlformats.org/officeDocument/2006/relationships/slideLayout" Target="../slideLayouts/slideLayout165.xml"/><Relationship Id="rId36" Type="http://schemas.openxmlformats.org/officeDocument/2006/relationships/slideLayout" Target="../slideLayouts/slideLayout173.xml"/><Relationship Id="rId49" Type="http://schemas.openxmlformats.org/officeDocument/2006/relationships/slideLayout" Target="../slideLayouts/slideLayout186.xml"/><Relationship Id="rId57" Type="http://schemas.openxmlformats.org/officeDocument/2006/relationships/slideLayout" Target="../slideLayouts/slideLayout194.xml"/><Relationship Id="rId10" Type="http://schemas.openxmlformats.org/officeDocument/2006/relationships/slideLayout" Target="../slideLayouts/slideLayout147.xml"/><Relationship Id="rId31" Type="http://schemas.openxmlformats.org/officeDocument/2006/relationships/slideLayout" Target="../slideLayouts/slideLayout168.xml"/><Relationship Id="rId44" Type="http://schemas.openxmlformats.org/officeDocument/2006/relationships/slideLayout" Target="../slideLayouts/slideLayout181.xml"/><Relationship Id="rId52" Type="http://schemas.openxmlformats.org/officeDocument/2006/relationships/slideLayout" Target="../slideLayouts/slideLayout189.xml"/><Relationship Id="rId60" Type="http://schemas.openxmlformats.org/officeDocument/2006/relationships/slideLayout" Target="../slideLayouts/slideLayout197.xml"/><Relationship Id="rId65" Type="http://schemas.openxmlformats.org/officeDocument/2006/relationships/slideLayout" Target="../slideLayouts/slideLayout202.xml"/><Relationship Id="rId73" Type="http://schemas.openxmlformats.org/officeDocument/2006/relationships/slideLayout" Target="../slideLayouts/slideLayout210.xml"/><Relationship Id="rId78" Type="http://schemas.openxmlformats.org/officeDocument/2006/relationships/oleObject" Target="../embeddings/oleObject2.bin"/><Relationship Id="rId81" Type="http://schemas.openxmlformats.org/officeDocument/2006/relationships/image" Target="../media/image2.svg"/><Relationship Id="rId4" Type="http://schemas.openxmlformats.org/officeDocument/2006/relationships/slideLayout" Target="../slideLayouts/slideLayout141.xml"/><Relationship Id="rId9" Type="http://schemas.openxmlformats.org/officeDocument/2006/relationships/slideLayout" Target="../slideLayouts/slideLayout146.xml"/><Relationship Id="rId13" Type="http://schemas.openxmlformats.org/officeDocument/2006/relationships/slideLayout" Target="../slideLayouts/slideLayout150.xml"/><Relationship Id="rId18" Type="http://schemas.openxmlformats.org/officeDocument/2006/relationships/slideLayout" Target="../slideLayouts/slideLayout155.xml"/><Relationship Id="rId39" Type="http://schemas.openxmlformats.org/officeDocument/2006/relationships/slideLayout" Target="../slideLayouts/slideLayout176.xml"/><Relationship Id="rId34" Type="http://schemas.openxmlformats.org/officeDocument/2006/relationships/slideLayout" Target="../slideLayouts/slideLayout171.xml"/><Relationship Id="rId50" Type="http://schemas.openxmlformats.org/officeDocument/2006/relationships/slideLayout" Target="../slideLayouts/slideLayout187.xml"/><Relationship Id="rId55" Type="http://schemas.openxmlformats.org/officeDocument/2006/relationships/slideLayout" Target="../slideLayouts/slideLayout192.xml"/><Relationship Id="rId76" Type="http://schemas.openxmlformats.org/officeDocument/2006/relationships/theme" Target="../theme/theme3.xml"/><Relationship Id="rId7" Type="http://schemas.openxmlformats.org/officeDocument/2006/relationships/slideLayout" Target="../slideLayouts/slideLayout144.xml"/><Relationship Id="rId71" Type="http://schemas.openxmlformats.org/officeDocument/2006/relationships/slideLayout" Target="../slideLayouts/slideLayout208.xml"/><Relationship Id="rId2" Type="http://schemas.openxmlformats.org/officeDocument/2006/relationships/slideLayout" Target="../slideLayouts/slideLayout139.xml"/><Relationship Id="rId29" Type="http://schemas.openxmlformats.org/officeDocument/2006/relationships/slideLayout" Target="../slideLayouts/slideLayout166.xml"/><Relationship Id="rId24" Type="http://schemas.openxmlformats.org/officeDocument/2006/relationships/slideLayout" Target="../slideLayouts/slideLayout161.xml"/><Relationship Id="rId40" Type="http://schemas.openxmlformats.org/officeDocument/2006/relationships/slideLayout" Target="../slideLayouts/slideLayout177.xml"/><Relationship Id="rId45" Type="http://schemas.openxmlformats.org/officeDocument/2006/relationships/slideLayout" Target="../slideLayouts/slideLayout182.xml"/><Relationship Id="rId66" Type="http://schemas.openxmlformats.org/officeDocument/2006/relationships/slideLayout" Target="../slideLayouts/slideLayout203.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238.xml"/><Relationship Id="rId21" Type="http://schemas.openxmlformats.org/officeDocument/2006/relationships/slideLayout" Target="../slideLayouts/slideLayout233.xml"/><Relationship Id="rId42" Type="http://schemas.openxmlformats.org/officeDocument/2006/relationships/slideLayout" Target="../slideLayouts/slideLayout254.xml"/><Relationship Id="rId47" Type="http://schemas.openxmlformats.org/officeDocument/2006/relationships/slideLayout" Target="../slideLayouts/slideLayout259.xml"/><Relationship Id="rId63" Type="http://schemas.openxmlformats.org/officeDocument/2006/relationships/slideLayout" Target="../slideLayouts/slideLayout275.xml"/><Relationship Id="rId68" Type="http://schemas.openxmlformats.org/officeDocument/2006/relationships/slideLayout" Target="../slideLayouts/slideLayout280.xml"/><Relationship Id="rId16" Type="http://schemas.openxmlformats.org/officeDocument/2006/relationships/slideLayout" Target="../slideLayouts/slideLayout228.xml"/><Relationship Id="rId11" Type="http://schemas.openxmlformats.org/officeDocument/2006/relationships/slideLayout" Target="../slideLayouts/slideLayout223.xml"/><Relationship Id="rId32" Type="http://schemas.openxmlformats.org/officeDocument/2006/relationships/slideLayout" Target="../slideLayouts/slideLayout244.xml"/><Relationship Id="rId37" Type="http://schemas.openxmlformats.org/officeDocument/2006/relationships/slideLayout" Target="../slideLayouts/slideLayout249.xml"/><Relationship Id="rId53" Type="http://schemas.openxmlformats.org/officeDocument/2006/relationships/slideLayout" Target="../slideLayouts/slideLayout265.xml"/><Relationship Id="rId58" Type="http://schemas.openxmlformats.org/officeDocument/2006/relationships/slideLayout" Target="../slideLayouts/slideLayout270.xml"/><Relationship Id="rId74" Type="http://schemas.openxmlformats.org/officeDocument/2006/relationships/slideLayout" Target="../slideLayouts/slideLayout286.xml"/><Relationship Id="rId79" Type="http://schemas.openxmlformats.org/officeDocument/2006/relationships/oleObject" Target="../embeddings/oleObject1.bin"/><Relationship Id="rId5" Type="http://schemas.openxmlformats.org/officeDocument/2006/relationships/slideLayout" Target="../slideLayouts/slideLayout217.xml"/><Relationship Id="rId61" Type="http://schemas.openxmlformats.org/officeDocument/2006/relationships/slideLayout" Target="../slideLayouts/slideLayout273.xml"/><Relationship Id="rId82" Type="http://schemas.openxmlformats.org/officeDocument/2006/relationships/image" Target="../media/image2.svg"/><Relationship Id="rId19" Type="http://schemas.openxmlformats.org/officeDocument/2006/relationships/slideLayout" Target="../slideLayouts/slideLayout231.xml"/><Relationship Id="rId14" Type="http://schemas.openxmlformats.org/officeDocument/2006/relationships/slideLayout" Target="../slideLayouts/slideLayout226.xml"/><Relationship Id="rId22" Type="http://schemas.openxmlformats.org/officeDocument/2006/relationships/slideLayout" Target="../slideLayouts/slideLayout234.xml"/><Relationship Id="rId27" Type="http://schemas.openxmlformats.org/officeDocument/2006/relationships/slideLayout" Target="../slideLayouts/slideLayout239.xml"/><Relationship Id="rId30" Type="http://schemas.openxmlformats.org/officeDocument/2006/relationships/slideLayout" Target="../slideLayouts/slideLayout242.xml"/><Relationship Id="rId35" Type="http://schemas.openxmlformats.org/officeDocument/2006/relationships/slideLayout" Target="../slideLayouts/slideLayout247.xml"/><Relationship Id="rId43" Type="http://schemas.openxmlformats.org/officeDocument/2006/relationships/slideLayout" Target="../slideLayouts/slideLayout255.xml"/><Relationship Id="rId48" Type="http://schemas.openxmlformats.org/officeDocument/2006/relationships/slideLayout" Target="../slideLayouts/slideLayout260.xml"/><Relationship Id="rId56" Type="http://schemas.openxmlformats.org/officeDocument/2006/relationships/slideLayout" Target="../slideLayouts/slideLayout268.xml"/><Relationship Id="rId64" Type="http://schemas.openxmlformats.org/officeDocument/2006/relationships/slideLayout" Target="../slideLayouts/slideLayout276.xml"/><Relationship Id="rId69" Type="http://schemas.openxmlformats.org/officeDocument/2006/relationships/slideLayout" Target="../slideLayouts/slideLayout281.xml"/><Relationship Id="rId77" Type="http://schemas.openxmlformats.org/officeDocument/2006/relationships/theme" Target="../theme/theme4.xml"/><Relationship Id="rId8" Type="http://schemas.openxmlformats.org/officeDocument/2006/relationships/slideLayout" Target="../slideLayouts/slideLayout220.xml"/><Relationship Id="rId51" Type="http://schemas.openxmlformats.org/officeDocument/2006/relationships/slideLayout" Target="../slideLayouts/slideLayout263.xml"/><Relationship Id="rId72" Type="http://schemas.openxmlformats.org/officeDocument/2006/relationships/slideLayout" Target="../slideLayouts/slideLayout284.xml"/><Relationship Id="rId80" Type="http://schemas.openxmlformats.org/officeDocument/2006/relationships/image" Target="../media/image20.emf"/><Relationship Id="rId3" Type="http://schemas.openxmlformats.org/officeDocument/2006/relationships/slideLayout" Target="../slideLayouts/slideLayout215.xml"/><Relationship Id="rId12" Type="http://schemas.openxmlformats.org/officeDocument/2006/relationships/slideLayout" Target="../slideLayouts/slideLayout224.xml"/><Relationship Id="rId17" Type="http://schemas.openxmlformats.org/officeDocument/2006/relationships/slideLayout" Target="../slideLayouts/slideLayout229.xml"/><Relationship Id="rId25" Type="http://schemas.openxmlformats.org/officeDocument/2006/relationships/slideLayout" Target="../slideLayouts/slideLayout237.xml"/><Relationship Id="rId33" Type="http://schemas.openxmlformats.org/officeDocument/2006/relationships/slideLayout" Target="../slideLayouts/slideLayout245.xml"/><Relationship Id="rId38" Type="http://schemas.openxmlformats.org/officeDocument/2006/relationships/slideLayout" Target="../slideLayouts/slideLayout250.xml"/><Relationship Id="rId46" Type="http://schemas.openxmlformats.org/officeDocument/2006/relationships/slideLayout" Target="../slideLayouts/slideLayout258.xml"/><Relationship Id="rId59" Type="http://schemas.openxmlformats.org/officeDocument/2006/relationships/slideLayout" Target="../slideLayouts/slideLayout271.xml"/><Relationship Id="rId67" Type="http://schemas.openxmlformats.org/officeDocument/2006/relationships/slideLayout" Target="../slideLayouts/slideLayout279.xml"/><Relationship Id="rId20" Type="http://schemas.openxmlformats.org/officeDocument/2006/relationships/slideLayout" Target="../slideLayouts/slideLayout232.xml"/><Relationship Id="rId41" Type="http://schemas.openxmlformats.org/officeDocument/2006/relationships/slideLayout" Target="../slideLayouts/slideLayout253.xml"/><Relationship Id="rId54" Type="http://schemas.openxmlformats.org/officeDocument/2006/relationships/slideLayout" Target="../slideLayouts/slideLayout266.xml"/><Relationship Id="rId62" Type="http://schemas.openxmlformats.org/officeDocument/2006/relationships/slideLayout" Target="../slideLayouts/slideLayout274.xml"/><Relationship Id="rId70" Type="http://schemas.openxmlformats.org/officeDocument/2006/relationships/slideLayout" Target="../slideLayouts/slideLayout282.xml"/><Relationship Id="rId75" Type="http://schemas.openxmlformats.org/officeDocument/2006/relationships/slideLayout" Target="../slideLayouts/slideLayout287.xml"/><Relationship Id="rId1" Type="http://schemas.openxmlformats.org/officeDocument/2006/relationships/slideLayout" Target="../slideLayouts/slideLayout213.xml"/><Relationship Id="rId6" Type="http://schemas.openxmlformats.org/officeDocument/2006/relationships/slideLayout" Target="../slideLayouts/slideLayout218.xml"/><Relationship Id="rId15" Type="http://schemas.openxmlformats.org/officeDocument/2006/relationships/slideLayout" Target="../slideLayouts/slideLayout227.xml"/><Relationship Id="rId23" Type="http://schemas.openxmlformats.org/officeDocument/2006/relationships/slideLayout" Target="../slideLayouts/slideLayout235.xml"/><Relationship Id="rId28" Type="http://schemas.openxmlformats.org/officeDocument/2006/relationships/slideLayout" Target="../slideLayouts/slideLayout240.xml"/><Relationship Id="rId36" Type="http://schemas.openxmlformats.org/officeDocument/2006/relationships/slideLayout" Target="../slideLayouts/slideLayout248.xml"/><Relationship Id="rId49" Type="http://schemas.openxmlformats.org/officeDocument/2006/relationships/slideLayout" Target="../slideLayouts/slideLayout261.xml"/><Relationship Id="rId57" Type="http://schemas.openxmlformats.org/officeDocument/2006/relationships/slideLayout" Target="../slideLayouts/slideLayout269.xml"/><Relationship Id="rId10" Type="http://schemas.openxmlformats.org/officeDocument/2006/relationships/slideLayout" Target="../slideLayouts/slideLayout222.xml"/><Relationship Id="rId31" Type="http://schemas.openxmlformats.org/officeDocument/2006/relationships/slideLayout" Target="../slideLayouts/slideLayout243.xml"/><Relationship Id="rId44" Type="http://schemas.openxmlformats.org/officeDocument/2006/relationships/slideLayout" Target="../slideLayouts/slideLayout256.xml"/><Relationship Id="rId52" Type="http://schemas.openxmlformats.org/officeDocument/2006/relationships/slideLayout" Target="../slideLayouts/slideLayout264.xml"/><Relationship Id="rId60" Type="http://schemas.openxmlformats.org/officeDocument/2006/relationships/slideLayout" Target="../slideLayouts/slideLayout272.xml"/><Relationship Id="rId65" Type="http://schemas.openxmlformats.org/officeDocument/2006/relationships/slideLayout" Target="../slideLayouts/slideLayout277.xml"/><Relationship Id="rId73" Type="http://schemas.openxmlformats.org/officeDocument/2006/relationships/slideLayout" Target="../slideLayouts/slideLayout285.xml"/><Relationship Id="rId78" Type="http://schemas.openxmlformats.org/officeDocument/2006/relationships/tags" Target="../tags/tag78.xml"/><Relationship Id="rId81" Type="http://schemas.openxmlformats.org/officeDocument/2006/relationships/image" Target="../media/image1.png"/><Relationship Id="rId4" Type="http://schemas.openxmlformats.org/officeDocument/2006/relationships/slideLayout" Target="../slideLayouts/slideLayout216.xml"/><Relationship Id="rId9" Type="http://schemas.openxmlformats.org/officeDocument/2006/relationships/slideLayout" Target="../slideLayouts/slideLayout221.xml"/><Relationship Id="rId13" Type="http://schemas.openxmlformats.org/officeDocument/2006/relationships/slideLayout" Target="../slideLayouts/slideLayout225.xml"/><Relationship Id="rId18" Type="http://schemas.openxmlformats.org/officeDocument/2006/relationships/slideLayout" Target="../slideLayouts/slideLayout230.xml"/><Relationship Id="rId39" Type="http://schemas.openxmlformats.org/officeDocument/2006/relationships/slideLayout" Target="../slideLayouts/slideLayout251.xml"/><Relationship Id="rId34" Type="http://schemas.openxmlformats.org/officeDocument/2006/relationships/slideLayout" Target="../slideLayouts/slideLayout246.xml"/><Relationship Id="rId50" Type="http://schemas.openxmlformats.org/officeDocument/2006/relationships/slideLayout" Target="../slideLayouts/slideLayout262.xml"/><Relationship Id="rId55" Type="http://schemas.openxmlformats.org/officeDocument/2006/relationships/slideLayout" Target="../slideLayouts/slideLayout267.xml"/><Relationship Id="rId76" Type="http://schemas.openxmlformats.org/officeDocument/2006/relationships/slideLayout" Target="../slideLayouts/slideLayout288.xml"/><Relationship Id="rId7" Type="http://schemas.openxmlformats.org/officeDocument/2006/relationships/slideLayout" Target="../slideLayouts/slideLayout219.xml"/><Relationship Id="rId71" Type="http://schemas.openxmlformats.org/officeDocument/2006/relationships/slideLayout" Target="../slideLayouts/slideLayout283.xml"/><Relationship Id="rId2" Type="http://schemas.openxmlformats.org/officeDocument/2006/relationships/slideLayout" Target="../slideLayouts/slideLayout214.xml"/><Relationship Id="rId29" Type="http://schemas.openxmlformats.org/officeDocument/2006/relationships/slideLayout" Target="../slideLayouts/slideLayout241.xml"/><Relationship Id="rId24" Type="http://schemas.openxmlformats.org/officeDocument/2006/relationships/slideLayout" Target="../slideLayouts/slideLayout236.xml"/><Relationship Id="rId40" Type="http://schemas.openxmlformats.org/officeDocument/2006/relationships/slideLayout" Target="../slideLayouts/slideLayout252.xml"/><Relationship Id="rId45" Type="http://schemas.openxmlformats.org/officeDocument/2006/relationships/slideLayout" Target="../slideLayouts/slideLayout257.xml"/><Relationship Id="rId66" Type="http://schemas.openxmlformats.org/officeDocument/2006/relationships/slideLayout" Target="../slideLayouts/slideLayout27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31200" y="691200"/>
            <a:ext cx="11530600" cy="363600"/>
          </a:xfrm>
          <a:prstGeom prst="rect">
            <a:avLst/>
          </a:prstGeom>
        </p:spPr>
        <p:txBody>
          <a:bodyPr vert="horz" lIns="0" tIns="0" rIns="0" bIns="0" rtlCol="0" anchor="t">
            <a:noAutofit/>
          </a:bodyPr>
          <a:lstStyle/>
          <a:p>
            <a:r>
              <a:rPr lang="en-US" noProof="0"/>
              <a:t>Click to edit Title</a:t>
            </a:r>
            <a:endParaRPr lang="en-US"/>
          </a:p>
        </p:txBody>
      </p:sp>
      <p:sp>
        <p:nvSpPr>
          <p:cNvPr id="5" name="Footer Placeholder 4"/>
          <p:cNvSpPr>
            <a:spLocks noGrp="1"/>
          </p:cNvSpPr>
          <p:nvPr>
            <p:ph type="ftr" sz="quarter" idx="3"/>
          </p:nvPr>
        </p:nvSpPr>
        <p:spPr bwMode="gray">
          <a:xfrm>
            <a:off x="331200" y="6343200"/>
            <a:ext cx="9789113" cy="158400"/>
          </a:xfrm>
          <a:prstGeom prst="rect">
            <a:avLst/>
          </a:prstGeom>
          <a:noFill/>
        </p:spPr>
        <p:txBody>
          <a:bodyPr vert="horz" lIns="0" tIns="0" rIns="0" bIns="0" rtlCol="0" anchor="b" anchorCtr="0">
            <a:noAutofit/>
          </a:bodyPr>
          <a:lstStyle>
            <a:lvl1pPr algn="l" rtl="0">
              <a:defRPr sz="800">
                <a:solidFill>
                  <a:schemeClr val="tx1"/>
                </a:solidFill>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endParaRPr lang="en-US" noProof="0"/>
          </a:p>
        </p:txBody>
      </p:sp>
      <p:sp>
        <p:nvSpPr>
          <p:cNvPr id="4" name="Date Placeholder 3"/>
          <p:cNvSpPr>
            <a:spLocks noGrp="1"/>
          </p:cNvSpPr>
          <p:nvPr>
            <p:ph type="dt" sz="half" idx="2"/>
          </p:nvPr>
        </p:nvSpPr>
        <p:spPr bwMode="gray">
          <a:xfrm>
            <a:off x="0" y="6858000"/>
            <a:ext cx="0" cy="0"/>
          </a:xfrm>
          <a:prstGeom prst="rect">
            <a:avLst/>
          </a:prstGeom>
          <a:effectLst/>
        </p:spPr>
        <p:txBody>
          <a:bodyPr vert="horz" wrap="square" lIns="0" tIns="0" rIns="0" bIns="0" rtlCol="0" anchor="ctr" anchorCtr="0">
            <a:noAutofit/>
          </a:bodyPr>
          <a:lstStyle>
            <a:lvl1pPr algn="l">
              <a:defRPr sz="100" b="0" i="0" u="none" strike="noStrike">
                <a:solidFill>
                  <a:srgbClr val="000000">
                    <a:alpha val="0"/>
                  </a:srgbClr>
                </a:solidFill>
                <a:latin typeface="ABBvoice" panose="020B0604020202020204"/>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fld id="{7F60F6C1-C8EB-4219-8E37-B9B0DE88DCE0}" type="datetime4">
              <a:rPr lang="en-US" noProof="0" smtClean="0"/>
              <a:t>January 21, 2026</a:t>
            </a:fld>
            <a:endParaRPr lang="en-US" noProof="0"/>
          </a:p>
        </p:txBody>
      </p:sp>
      <p:sp>
        <p:nvSpPr>
          <p:cNvPr id="3" name="Text Placeholder 2"/>
          <p:cNvSpPr>
            <a:spLocks noGrp="1"/>
          </p:cNvSpPr>
          <p:nvPr>
            <p:ph type="body" idx="1"/>
          </p:nvPr>
        </p:nvSpPr>
        <p:spPr bwMode="gray">
          <a:xfrm>
            <a:off x="331200" y="1929600"/>
            <a:ext cx="11530600" cy="4248000"/>
          </a:xfrm>
          <a:prstGeom prst="rect">
            <a:avLst/>
          </a:prstGeom>
        </p:spPr>
        <p:txBody>
          <a:bodyPr vert="horz" lIns="0" tIns="0" rIns="0" bIns="0" rtlCol="0">
            <a:noAutofit/>
          </a:body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6" name="Slide Number Placeholder 5"/>
          <p:cNvSpPr>
            <a:spLocks noGrp="1"/>
          </p:cNvSpPr>
          <p:nvPr>
            <p:ph type="sldNum" sz="quarter" idx="4"/>
          </p:nvPr>
        </p:nvSpPr>
        <p:spPr bwMode="gray">
          <a:xfrm>
            <a:off x="0" y="6858000"/>
            <a:ext cx="0" cy="0"/>
          </a:xfrm>
          <a:prstGeom prst="rect">
            <a:avLst/>
          </a:prstGeom>
          <a:effectLst/>
        </p:spPr>
        <p:txBody>
          <a:bodyPr vert="horz" wrap="square" lIns="0" tIns="0" rIns="0" bIns="0" rtlCol="0" anchor="ctr">
            <a:noAutofit/>
          </a:bodyPr>
          <a:lstStyle>
            <a:lvl1pPr algn="l">
              <a:defRPr sz="100" b="0" i="0" u="none" strike="noStrike">
                <a:noFill/>
                <a:latin typeface="ABBvoice" panose="020B0604020202020204"/>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r>
              <a:rPr lang="en-US" noProof="0"/>
              <a:t>Slide </a:t>
            </a:r>
            <a:fld id="{619F89D8-7AE3-494A-97F3-03D680869632}" type="slidenum">
              <a:rPr lang="en-US" noProof="0" smtClean="0"/>
              <a:pPr/>
              <a:t>‹#›</a:t>
            </a:fld>
            <a:endParaRPr lang="en-US" noProof="0"/>
          </a:p>
        </p:txBody>
      </p:sp>
      <p:sp>
        <p:nvSpPr>
          <p:cNvPr id="7" name="Text Placeholder 6">
            <a:extLst>
              <a:ext uri="{FF2B5EF4-FFF2-40B4-BE49-F238E27FC236}">
                <a16:creationId xmlns:a16="http://schemas.microsoft.com/office/drawing/2014/main" id="{6C363F49-3D71-4D36-B18A-FB2AEFD673FB}"/>
              </a:ext>
            </a:extLst>
          </p:cNvPr>
          <p:cNvSpPr txBox="1">
            <a:spLocks/>
          </p:cNvSpPr>
          <p:nvPr userDrawn="1"/>
        </p:nvSpPr>
        <p:spPr>
          <a:xfrm>
            <a:off x="33120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noProof="0"/>
              <a:t>—</a:t>
            </a:r>
            <a:endParaRPr lang="en-US"/>
          </a:p>
        </p:txBody>
      </p:sp>
      <p:pic>
        <p:nvPicPr>
          <p:cNvPr id="11" name="LogoFooter">
            <a:extLst>
              <a:ext uri="{FF2B5EF4-FFF2-40B4-BE49-F238E27FC236}">
                <a16:creationId xmlns:a16="http://schemas.microsoft.com/office/drawing/2014/main" id="{BB08CBEA-8100-48CC-9FC4-8A66553571A5}"/>
              </a:ext>
            </a:extLst>
          </p:cNvPr>
          <p:cNvPicPr>
            <a:picLocks noChangeAspect="1"/>
          </p:cNvPicPr>
          <p:nvPr userDrawn="1"/>
        </p:nvPicPr>
        <p:blipFill>
          <a:blip r:embed="rId63">
            <a:extLst>
              <a:ext uri="{96DAC541-7B7A-43D3-8B79-37D633B846F1}">
                <asvg:svgBlip xmlns:asvg="http://schemas.microsoft.com/office/drawing/2016/SVG/main" r:embed="rId64"/>
              </a:ext>
            </a:extLst>
          </a:blip>
          <a:stretch>
            <a:fillRect/>
          </a:stretch>
        </p:blipFill>
        <p:spPr>
          <a:xfrm>
            <a:off x="11354200" y="6456066"/>
            <a:ext cx="507600" cy="192272"/>
          </a:xfrm>
          <a:prstGeom prst="rect">
            <a:avLst/>
          </a:prstGeom>
        </p:spPr>
      </p:pic>
      <p:sp>
        <p:nvSpPr>
          <p:cNvPr id="14"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D1FCD200-65D5-439C-AECC-B22E31B69313}"/>
              </a:ext>
            </a:extLst>
          </p:cNvPr>
          <p:cNvSpPr txBox="1"/>
          <p:nvPr userDrawn="1"/>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8" name="Date dynamic" descr="{&quot;templafy&quot;:{&quot;id&quot;:&quot;0820b39f-27d6-432c-bd86-9cd68fc1e0a9&quot;}}" hidden="1">
            <a:extLst>
              <a:ext uri="{FF2B5EF4-FFF2-40B4-BE49-F238E27FC236}">
                <a16:creationId xmlns:a16="http://schemas.microsoft.com/office/drawing/2014/main" id="{96E06C7F-9F82-898A-6F4F-CAF6B7DED755}"/>
              </a:ext>
            </a:extLst>
          </p:cNvPr>
          <p:cNvSpPr/>
          <p:nvPr userDrawn="1"/>
        </p:nvSpPr>
        <p:spPr bwMode="gray">
          <a:xfrm>
            <a:off x="2934519" y="6548400"/>
            <a:ext cx="1296000"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noProof="0">
                <a:solidFill>
                  <a:schemeClr val="tx1"/>
                </a:solidFill>
              </a:rPr>
              <a:t>September 21, 2023</a:t>
            </a:r>
          </a:p>
        </p:txBody>
      </p:sp>
      <p:sp>
        <p:nvSpPr>
          <p:cNvPr id="9" name="Slide number">
            <a:extLst>
              <a:ext uri="{FF2B5EF4-FFF2-40B4-BE49-F238E27FC236}">
                <a16:creationId xmlns:a16="http://schemas.microsoft.com/office/drawing/2014/main" id="{7C702C89-CFA4-6C8F-96AF-900A18CAC7E2}"/>
              </a:ext>
            </a:extLst>
          </p:cNvPr>
          <p:cNvSpPr/>
          <p:nvPr userDrawn="1"/>
        </p:nvSpPr>
        <p:spPr bwMode="gray">
          <a:xfrm>
            <a:off x="2181600"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noProof="0">
                <a:solidFill>
                  <a:schemeClr val="tx1"/>
                </a:solidFill>
              </a:rPr>
              <a:t>Slide </a:t>
            </a:r>
            <a:fld id="{6ACD6C49-4324-4266-B7DB-7E26C75ACED4}" type="slidenum">
              <a:rPr lang="en-US" sz="800" noProof="0" smtClean="0">
                <a:solidFill>
                  <a:schemeClr val="tx1"/>
                </a:solidFill>
              </a:rPr>
              <a:t>‹#›</a:t>
            </a:fld>
            <a:endParaRPr lang="en-US" sz="800" noProof="0">
              <a:solidFill>
                <a:schemeClr val="tx1"/>
              </a:solidFill>
            </a:endParaRPr>
          </a:p>
        </p:txBody>
      </p:sp>
    </p:spTree>
    <p:extLst>
      <p:ext uri="{BB962C8B-B14F-4D97-AF65-F5344CB8AC3E}">
        <p14:creationId xmlns:p14="http://schemas.microsoft.com/office/powerpoint/2010/main" val="2242401632"/>
      </p:ext>
    </p:extLst>
  </p:cSld>
  <p:clrMap bg1="lt1" tx1="dk1" bg2="lt2" tx2="dk2" accent1="accent1" accent2="accent2" accent3="accent3" accent4="accent4" accent5="accent5" accent6="accent6" hlink="hlink" folHlink="folHlink"/>
  <p:sldLayoutIdLst>
    <p:sldLayoutId id="2147483649" r:id="rId1"/>
    <p:sldLayoutId id="2147483700" r:id="rId2"/>
    <p:sldLayoutId id="2147483696" r:id="rId3"/>
    <p:sldLayoutId id="2147483703" r:id="rId4"/>
    <p:sldLayoutId id="2147483697" r:id="rId5"/>
    <p:sldLayoutId id="2147483704" r:id="rId6"/>
    <p:sldLayoutId id="2147483711" r:id="rId7"/>
    <p:sldLayoutId id="2147483712" r:id="rId8"/>
    <p:sldLayoutId id="2147483713" r:id="rId9"/>
    <p:sldLayoutId id="2147483714" r:id="rId10"/>
    <p:sldLayoutId id="2147483651" r:id="rId11"/>
    <p:sldLayoutId id="2147483652" r:id="rId12"/>
    <p:sldLayoutId id="2147483654" r:id="rId13"/>
    <p:sldLayoutId id="2147483698" r:id="rId14"/>
    <p:sldLayoutId id="2147483655" r:id="rId15"/>
    <p:sldLayoutId id="2147483705" r:id="rId16"/>
    <p:sldLayoutId id="2147483656" r:id="rId17"/>
    <p:sldLayoutId id="2147483706" r:id="rId18"/>
    <p:sldLayoutId id="2147483657" r:id="rId19"/>
    <p:sldLayoutId id="2147483707" r:id="rId20"/>
    <p:sldLayoutId id="2147483658" r:id="rId21"/>
    <p:sldLayoutId id="2147483708" r:id="rId22"/>
    <p:sldLayoutId id="2147483661" r:id="rId23"/>
    <p:sldLayoutId id="2147483662" r:id="rId24"/>
    <p:sldLayoutId id="2147483659" r:id="rId25"/>
    <p:sldLayoutId id="2147483660" r:id="rId26"/>
    <p:sldLayoutId id="2147483663" r:id="rId27"/>
    <p:sldLayoutId id="2147483664" r:id="rId28"/>
    <p:sldLayoutId id="2147483665" r:id="rId29"/>
    <p:sldLayoutId id="2147483666" r:id="rId30"/>
    <p:sldLayoutId id="2147483668" r:id="rId31"/>
    <p:sldLayoutId id="2147483670" r:id="rId32"/>
    <p:sldLayoutId id="2147483671" r:id="rId33"/>
    <p:sldLayoutId id="2147483669" r:id="rId34"/>
    <p:sldLayoutId id="2147483672" r:id="rId35"/>
    <p:sldLayoutId id="2147483673" r:id="rId36"/>
    <p:sldLayoutId id="2147483694" r:id="rId37"/>
    <p:sldLayoutId id="2147483674" r:id="rId38"/>
    <p:sldLayoutId id="2147483675" r:id="rId39"/>
    <p:sldLayoutId id="2147483676" r:id="rId40"/>
    <p:sldLayoutId id="2147483677" r:id="rId41"/>
    <p:sldLayoutId id="2147483678" r:id="rId42"/>
    <p:sldLayoutId id="2147483679" r:id="rId43"/>
    <p:sldLayoutId id="2147483680" r:id="rId44"/>
    <p:sldLayoutId id="2147483695" r:id="rId45"/>
    <p:sldLayoutId id="2147483682" r:id="rId46"/>
    <p:sldLayoutId id="2147483683" r:id="rId47"/>
    <p:sldLayoutId id="2147483684" r:id="rId48"/>
    <p:sldLayoutId id="2147483685" r:id="rId49"/>
    <p:sldLayoutId id="2147483686" r:id="rId50"/>
    <p:sldLayoutId id="2147483687" r:id="rId51"/>
    <p:sldLayoutId id="2147483667" r:id="rId52"/>
    <p:sldLayoutId id="2147483688" r:id="rId53"/>
    <p:sldLayoutId id="2147483689" r:id="rId54"/>
    <p:sldLayoutId id="2147483690" r:id="rId55"/>
    <p:sldLayoutId id="2147483691" r:id="rId56"/>
    <p:sldLayoutId id="2147483692" r:id="rId57"/>
    <p:sldLayoutId id="2147483699" r:id="rId58"/>
    <p:sldLayoutId id="2147483693" r:id="rId59"/>
    <p:sldLayoutId id="2147483709" r:id="rId60"/>
    <p:sldLayoutId id="2147483710" r:id="rId6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91" rtl="0" eaLnBrk="1" latinLnBrk="0" hangingPunct="1">
        <a:spcBef>
          <a:spcPct val="0"/>
        </a:spcBef>
        <a:buNone/>
        <a:defRPr sz="2400" b="1" kern="1200">
          <a:solidFill>
            <a:schemeClr val="tx1"/>
          </a:solidFill>
          <a:latin typeface="+mj-lt"/>
          <a:ea typeface="+mj-ea"/>
          <a:cs typeface="+mj-cs"/>
        </a:defRPr>
      </a:lvl1pPr>
    </p:titleStyle>
    <p:body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91" rtl="0" eaLnBrk="1" latinLnBrk="0" hangingPunct="1">
        <a:defRPr sz="1400" kern="1200">
          <a:solidFill>
            <a:schemeClr val="tx1"/>
          </a:solidFill>
          <a:latin typeface="+mn-lt"/>
          <a:ea typeface="+mn-ea"/>
          <a:cs typeface="+mn-cs"/>
        </a:defRPr>
      </a:lvl1pPr>
      <a:lvl2pPr marL="457246" algn="l" defTabSz="914491" rtl="0" eaLnBrk="1" latinLnBrk="0" hangingPunct="1">
        <a:defRPr sz="1800" kern="1200">
          <a:solidFill>
            <a:schemeClr val="tx1"/>
          </a:solidFill>
          <a:latin typeface="+mn-lt"/>
          <a:ea typeface="+mn-ea"/>
          <a:cs typeface="+mn-cs"/>
        </a:defRPr>
      </a:lvl2pPr>
      <a:lvl3pPr marL="914491" algn="l" defTabSz="914491" rtl="0" eaLnBrk="1" latinLnBrk="0" hangingPunct="1">
        <a:defRPr sz="1800" kern="1200">
          <a:solidFill>
            <a:schemeClr val="tx1"/>
          </a:solidFill>
          <a:latin typeface="+mn-lt"/>
          <a:ea typeface="+mn-ea"/>
          <a:cs typeface="+mn-cs"/>
        </a:defRPr>
      </a:lvl3pPr>
      <a:lvl4pPr marL="1371737" algn="l" defTabSz="914491" rtl="0" eaLnBrk="1" latinLnBrk="0" hangingPunct="1">
        <a:defRPr sz="1800" kern="1200">
          <a:solidFill>
            <a:schemeClr val="tx1"/>
          </a:solidFill>
          <a:latin typeface="+mn-lt"/>
          <a:ea typeface="+mn-ea"/>
          <a:cs typeface="+mn-cs"/>
        </a:defRPr>
      </a:lvl4pPr>
      <a:lvl5pPr marL="1828983" algn="l" defTabSz="914491" rtl="0" eaLnBrk="1" latinLnBrk="0" hangingPunct="1">
        <a:defRPr sz="1800" kern="1200">
          <a:solidFill>
            <a:schemeClr val="tx1"/>
          </a:solidFill>
          <a:latin typeface="+mn-lt"/>
          <a:ea typeface="+mn-ea"/>
          <a:cs typeface="+mn-cs"/>
        </a:defRPr>
      </a:lvl5pPr>
      <a:lvl6pPr marL="2286229" algn="l" defTabSz="914491" rtl="0" eaLnBrk="1" latinLnBrk="0" hangingPunct="1">
        <a:defRPr sz="1800" kern="1200">
          <a:solidFill>
            <a:schemeClr val="tx1"/>
          </a:solidFill>
          <a:latin typeface="+mn-lt"/>
          <a:ea typeface="+mn-ea"/>
          <a:cs typeface="+mn-cs"/>
        </a:defRPr>
      </a:lvl6pPr>
      <a:lvl7pPr marL="2743474" algn="l" defTabSz="914491" rtl="0" eaLnBrk="1" latinLnBrk="0" hangingPunct="1">
        <a:defRPr sz="1800" kern="1200">
          <a:solidFill>
            <a:schemeClr val="tx1"/>
          </a:solidFill>
          <a:latin typeface="+mn-lt"/>
          <a:ea typeface="+mn-ea"/>
          <a:cs typeface="+mn-cs"/>
        </a:defRPr>
      </a:lvl7pPr>
      <a:lvl8pPr marL="3200720" algn="l" defTabSz="914491" rtl="0" eaLnBrk="1" latinLnBrk="0" hangingPunct="1">
        <a:defRPr sz="1800" kern="1200">
          <a:solidFill>
            <a:schemeClr val="tx1"/>
          </a:solidFill>
          <a:latin typeface="+mn-lt"/>
          <a:ea typeface="+mn-ea"/>
          <a:cs typeface="+mn-cs"/>
        </a:defRPr>
      </a:lvl8pPr>
      <a:lvl9pPr marL="3657966" algn="l" defTabSz="91449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14" userDrawn="1">
          <p15:clr>
            <a:srgbClr val="F26B43"/>
          </p15:clr>
        </p15:guide>
        <p15:guide id="2" pos="7473" userDrawn="1">
          <p15:clr>
            <a:srgbClr val="F26B43"/>
          </p15:clr>
        </p15:guide>
        <p15:guide id="3" pos="209" userDrawn="1">
          <p15:clr>
            <a:srgbClr val="F26B43"/>
          </p15:clr>
        </p15:guide>
        <p15:guide id="4" orient="horz" pos="3891" userDrawn="1">
          <p15:clr>
            <a:srgbClr val="F26B43"/>
          </p15:clr>
        </p15:guide>
        <p15:guide id="5" pos="690" userDrawn="1">
          <p15:clr>
            <a:srgbClr val="F26B43"/>
          </p15:clr>
        </p15:guide>
        <p15:guide id="7" pos="825" userDrawn="1">
          <p15:clr>
            <a:srgbClr val="F26B43"/>
          </p15:clr>
        </p15:guide>
        <p15:guide id="8" pos="1307" userDrawn="1">
          <p15:clr>
            <a:srgbClr val="F26B43"/>
          </p15:clr>
        </p15:guide>
        <p15:guide id="9" pos="1442" userDrawn="1">
          <p15:clr>
            <a:srgbClr val="F26B43"/>
          </p15:clr>
        </p15:guide>
        <p15:guide id="10" pos="1923" userDrawn="1">
          <p15:clr>
            <a:srgbClr val="F26B43"/>
          </p15:clr>
        </p15:guide>
        <p15:guide id="11" pos="2058" userDrawn="1">
          <p15:clr>
            <a:srgbClr val="F26B43"/>
          </p15:clr>
        </p15:guide>
        <p15:guide id="12" pos="2540" userDrawn="1">
          <p15:clr>
            <a:srgbClr val="F26B43"/>
          </p15:clr>
        </p15:guide>
        <p15:guide id="13" pos="2675" userDrawn="1">
          <p15:clr>
            <a:srgbClr val="F26B43"/>
          </p15:clr>
        </p15:guide>
        <p15:guide id="14" pos="3156" userDrawn="1">
          <p15:clr>
            <a:srgbClr val="F26B43"/>
          </p15:clr>
        </p15:guide>
        <p15:guide id="15" pos="3293" userDrawn="1">
          <p15:clr>
            <a:srgbClr val="F26B43"/>
          </p15:clr>
        </p15:guide>
        <p15:guide id="16" pos="3773" userDrawn="1">
          <p15:clr>
            <a:srgbClr val="F26B43"/>
          </p15:clr>
        </p15:guide>
        <p15:guide id="17" pos="3909" userDrawn="1">
          <p15:clr>
            <a:srgbClr val="F26B43"/>
          </p15:clr>
        </p15:guide>
        <p15:guide id="18" pos="4389" userDrawn="1">
          <p15:clr>
            <a:srgbClr val="F26B43"/>
          </p15:clr>
        </p15:guide>
        <p15:guide id="19" pos="4526" userDrawn="1">
          <p15:clr>
            <a:srgbClr val="F26B43"/>
          </p15:clr>
        </p15:guide>
        <p15:guide id="20" pos="5006" userDrawn="1">
          <p15:clr>
            <a:srgbClr val="F26B43"/>
          </p15:clr>
        </p15:guide>
        <p15:guide id="21" pos="5142" userDrawn="1">
          <p15:clr>
            <a:srgbClr val="F26B43"/>
          </p15:clr>
        </p15:guide>
        <p15:guide id="22" pos="5622" userDrawn="1">
          <p15:clr>
            <a:srgbClr val="F26B43"/>
          </p15:clr>
        </p15:guide>
        <p15:guide id="23" pos="5759" userDrawn="1">
          <p15:clr>
            <a:srgbClr val="F26B43"/>
          </p15:clr>
        </p15:guide>
        <p15:guide id="24" pos="6239" userDrawn="1">
          <p15:clr>
            <a:srgbClr val="F26B43"/>
          </p15:clr>
        </p15:guide>
        <p15:guide id="25" pos="6375" userDrawn="1">
          <p15:clr>
            <a:srgbClr val="F26B43"/>
          </p15:clr>
        </p15:guide>
        <p15:guide id="26" pos="6857" userDrawn="1">
          <p15:clr>
            <a:srgbClr val="F26B43"/>
          </p15:clr>
        </p15:guide>
        <p15:guide id="27" pos="6992" userDrawn="1">
          <p15:clr>
            <a:srgbClr val="F26B43"/>
          </p15:clr>
        </p15:guide>
        <p15:guide id="28" orient="horz" pos="3473" userDrawn="1">
          <p15:clr>
            <a:srgbClr val="5ACBF0"/>
          </p15:clr>
        </p15:guide>
        <p15:guide id="29" orient="horz" pos="2411" userDrawn="1">
          <p15:clr>
            <a:srgbClr val="5ACBF0"/>
          </p15:clr>
        </p15:guide>
        <p15:guide id="30" orient="horz" pos="2277"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CB04763F-C9D3-EF08-48C2-93AD783B9B5F}"/>
              </a:ext>
            </a:extLst>
          </p:cNvPr>
          <p:cNvGraphicFramePr>
            <a:graphicFrameLocks noChangeAspect="1"/>
          </p:cNvGraphicFramePr>
          <p:nvPr userDrawn="1">
            <p:custDataLst>
              <p:tags r:id="rId78"/>
            </p:custDataLst>
            <p:extLst>
              <p:ext uri="{D42A27DB-BD31-4B8C-83A1-F6EECF244321}">
                <p14:modId xmlns:p14="http://schemas.microsoft.com/office/powerpoint/2010/main" val="20676080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9" imgW="395" imgH="396" progId="TCLayout.ActiveDocument.1">
                  <p:embed/>
                </p:oleObj>
              </mc:Choice>
              <mc:Fallback>
                <p:oleObj name="think-cell Slide" r:id="rId79" imgW="395" imgH="396" progId="TCLayout.ActiveDocument.1">
                  <p:embed/>
                  <p:pic>
                    <p:nvPicPr>
                      <p:cNvPr id="12" name="think-cell data - do not delete" hidden="1">
                        <a:extLst>
                          <a:ext uri="{FF2B5EF4-FFF2-40B4-BE49-F238E27FC236}">
                            <a16:creationId xmlns:a16="http://schemas.microsoft.com/office/drawing/2014/main" id="{CB04763F-C9D3-EF08-48C2-93AD783B9B5F}"/>
                          </a:ext>
                        </a:extLst>
                      </p:cNvPr>
                      <p:cNvPicPr/>
                      <p:nvPr/>
                    </p:nvPicPr>
                    <p:blipFill>
                      <a:blip r:embed="rId8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331200" y="691200"/>
            <a:ext cx="11530600" cy="363600"/>
          </a:xfrm>
          <a:prstGeom prst="rect">
            <a:avLst/>
          </a:prstGeom>
        </p:spPr>
        <p:txBody>
          <a:bodyPr vert="horz" lIns="0" tIns="0" rIns="0" bIns="0" rtlCol="0" anchor="t">
            <a:noAutofit/>
          </a:bodyPr>
          <a:lstStyle/>
          <a:p>
            <a:r>
              <a:rPr lang="en-US"/>
              <a:t>Click to edit Title</a:t>
            </a:r>
          </a:p>
        </p:txBody>
      </p:sp>
      <p:sp>
        <p:nvSpPr>
          <p:cNvPr id="5" name="Footer Placeholder 4"/>
          <p:cNvSpPr>
            <a:spLocks noGrp="1"/>
          </p:cNvSpPr>
          <p:nvPr>
            <p:ph type="ftr" sz="quarter" idx="3"/>
          </p:nvPr>
        </p:nvSpPr>
        <p:spPr bwMode="gray">
          <a:xfrm>
            <a:off x="331200" y="6343200"/>
            <a:ext cx="9789113" cy="158400"/>
          </a:xfrm>
          <a:prstGeom prst="rect">
            <a:avLst/>
          </a:prstGeom>
          <a:noFill/>
        </p:spPr>
        <p:txBody>
          <a:bodyPr vert="horz" lIns="0" tIns="0" rIns="0" bIns="0" rtlCol="0" anchor="b" anchorCtr="0">
            <a:noAutofit/>
          </a:bodyPr>
          <a:lstStyle>
            <a:lvl1pPr algn="l" rtl="0">
              <a:defRPr sz="800">
                <a:solidFill>
                  <a:schemeClr val="tx1"/>
                </a:solidFill>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endParaRPr lang="en-US"/>
          </a:p>
        </p:txBody>
      </p:sp>
      <p:sp>
        <p:nvSpPr>
          <p:cNvPr id="4" name="Date Placeholder 3"/>
          <p:cNvSpPr>
            <a:spLocks noGrp="1"/>
          </p:cNvSpPr>
          <p:nvPr>
            <p:ph type="dt" sz="half" idx="2"/>
          </p:nvPr>
        </p:nvSpPr>
        <p:spPr bwMode="gray">
          <a:xfrm>
            <a:off x="0" y="6858000"/>
            <a:ext cx="0" cy="0"/>
          </a:xfrm>
          <a:prstGeom prst="rect">
            <a:avLst/>
          </a:prstGeom>
          <a:effectLst/>
        </p:spPr>
        <p:txBody>
          <a:bodyPr vert="horz" wrap="square" lIns="0" tIns="0" rIns="0" bIns="0" rtlCol="0" anchor="ctr" anchorCtr="0">
            <a:noAutofit/>
          </a:bodyPr>
          <a:lstStyle>
            <a:lvl1pPr algn="l">
              <a:defRPr sz="100" b="0" i="0" u="none" strike="noStrike">
                <a:solidFill>
                  <a:srgbClr val="000000">
                    <a:alpha val="0"/>
                  </a:srgbClr>
                </a:solidFill>
                <a:latin typeface="ABBvoice" panose="020B0604020202020204"/>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fld id="{4A806A40-8146-4C46-A669-604AE817EB45}" type="datetime4">
              <a:rPr lang="en-US" smtClean="0"/>
              <a:t>January 21, 2026</a:t>
            </a:fld>
            <a:endParaRPr lang="en-US"/>
          </a:p>
        </p:txBody>
      </p:sp>
      <p:sp>
        <p:nvSpPr>
          <p:cNvPr id="3" name="Text Placeholder 2"/>
          <p:cNvSpPr>
            <a:spLocks noGrp="1"/>
          </p:cNvSpPr>
          <p:nvPr>
            <p:ph type="body" idx="1"/>
          </p:nvPr>
        </p:nvSpPr>
        <p:spPr bwMode="gray">
          <a:xfrm>
            <a:off x="331200" y="1929600"/>
            <a:ext cx="11530600" cy="4248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bwMode="gray">
          <a:xfrm>
            <a:off x="0" y="6858000"/>
            <a:ext cx="0" cy="0"/>
          </a:xfrm>
          <a:prstGeom prst="rect">
            <a:avLst/>
          </a:prstGeom>
          <a:effectLst/>
        </p:spPr>
        <p:txBody>
          <a:bodyPr vert="horz" wrap="square" lIns="0" tIns="0" rIns="0" bIns="0" rtlCol="0" anchor="ctr">
            <a:noAutofit/>
          </a:bodyPr>
          <a:lstStyle>
            <a:lvl1pPr algn="l">
              <a:defRPr sz="100" b="0" i="0" u="none" strike="noStrike">
                <a:noFill/>
                <a:latin typeface="ABBvoice" panose="020B0604020202020204"/>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r>
              <a:rPr lang="en-US"/>
              <a:t>Slide </a:t>
            </a:r>
            <a:fld id="{619F89D8-7AE3-494A-97F3-03D680869632}" type="slidenum">
              <a:rPr lang="en-US" smtClean="0"/>
              <a:pPr/>
              <a:t>‹#›</a:t>
            </a:fld>
            <a:endParaRPr lang="en-US"/>
          </a:p>
        </p:txBody>
      </p:sp>
      <p:sp>
        <p:nvSpPr>
          <p:cNvPr id="7" name="Text Placeholder 6">
            <a:extLst>
              <a:ext uri="{FF2B5EF4-FFF2-40B4-BE49-F238E27FC236}">
                <a16:creationId xmlns:a16="http://schemas.microsoft.com/office/drawing/2014/main" id="{6C363F49-3D71-4D36-B18A-FB2AEFD673FB}"/>
              </a:ext>
            </a:extLst>
          </p:cNvPr>
          <p:cNvSpPr txBox="1">
            <a:spLocks/>
          </p:cNvSpPr>
          <p:nvPr userDrawn="1"/>
        </p:nvSpPr>
        <p:spPr>
          <a:xfrm>
            <a:off x="33120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a:t>—</a:t>
            </a:r>
          </a:p>
        </p:txBody>
      </p:sp>
      <p:pic>
        <p:nvPicPr>
          <p:cNvPr id="11" name="LogoFooter">
            <a:extLst>
              <a:ext uri="{FF2B5EF4-FFF2-40B4-BE49-F238E27FC236}">
                <a16:creationId xmlns:a16="http://schemas.microsoft.com/office/drawing/2014/main" id="{BB08CBEA-8100-48CC-9FC4-8A66553571A5}"/>
              </a:ext>
            </a:extLst>
          </p:cNvPr>
          <p:cNvPicPr>
            <a:picLocks noChangeAspect="1"/>
          </p:cNvPicPr>
          <p:nvPr userDrawn="1"/>
        </p:nvPicPr>
        <p:blipFill>
          <a:blip r:embed="rId81">
            <a:extLst>
              <a:ext uri="{96DAC541-7B7A-43D3-8B79-37D633B846F1}">
                <asvg:svgBlip xmlns:asvg="http://schemas.microsoft.com/office/drawing/2016/SVG/main" r:embed="rId82"/>
              </a:ext>
            </a:extLst>
          </a:blip>
          <a:stretch>
            <a:fillRect/>
          </a:stretch>
        </p:blipFill>
        <p:spPr>
          <a:xfrm>
            <a:off x="11354200" y="6456066"/>
            <a:ext cx="507600" cy="192272"/>
          </a:xfrm>
          <a:prstGeom prst="rect">
            <a:avLst/>
          </a:prstGeom>
        </p:spPr>
      </p:pic>
      <p:sp>
        <p:nvSpPr>
          <p:cNvPr id="14"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D1FCD200-65D5-439C-AECC-B22E31B69313}"/>
              </a:ext>
            </a:extLst>
          </p:cNvPr>
          <p:cNvSpPr txBox="1"/>
          <p:nvPr userDrawn="1"/>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8" name="Date dynamic" descr="{&quot;templafy&quot;:{&quot;id&quot;:&quot;0eeec6e7-6324-438a-b153-5694bfbe9cab&quot;}}" hidden="1">
            <a:extLst>
              <a:ext uri="{FF2B5EF4-FFF2-40B4-BE49-F238E27FC236}">
                <a16:creationId xmlns:a16="http://schemas.microsoft.com/office/drawing/2014/main" id="{96E06C7F-9F82-898A-6F4F-CAF6B7DED755}"/>
              </a:ext>
            </a:extLst>
          </p:cNvPr>
          <p:cNvSpPr/>
          <p:nvPr userDrawn="1"/>
        </p:nvSpPr>
        <p:spPr bwMode="gray">
          <a:xfrm>
            <a:off x="2934000" y="6548400"/>
            <a:ext cx="1296000"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endParaRPr lang="en-US" sz="800">
              <a:solidFill>
                <a:schemeClr val="tx1"/>
              </a:solidFill>
            </a:endParaRPr>
          </a:p>
        </p:txBody>
      </p:sp>
      <p:sp>
        <p:nvSpPr>
          <p:cNvPr id="9" name="Slide number">
            <a:extLst>
              <a:ext uri="{FF2B5EF4-FFF2-40B4-BE49-F238E27FC236}">
                <a16:creationId xmlns:a16="http://schemas.microsoft.com/office/drawing/2014/main" id="{7C702C89-CFA4-6C8F-96AF-900A18CAC7E2}"/>
              </a:ext>
            </a:extLst>
          </p:cNvPr>
          <p:cNvSpPr/>
          <p:nvPr userDrawn="1"/>
        </p:nvSpPr>
        <p:spPr bwMode="gray">
          <a:xfrm>
            <a:off x="2181600"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Slide </a:t>
            </a:r>
            <a:fld id="{6ACD6C49-4324-4266-B7DB-7E26C75ACED4}" type="slidenum">
              <a:rPr lang="en-US" sz="800" smtClean="0">
                <a:solidFill>
                  <a:schemeClr val="tx1"/>
                </a:solidFill>
              </a:rPr>
              <a:t>‹#›</a:t>
            </a:fld>
            <a:endParaRPr lang="en-US" sz="800">
              <a:solidFill>
                <a:schemeClr val="tx1"/>
              </a:solidFill>
            </a:endParaRPr>
          </a:p>
        </p:txBody>
      </p:sp>
    </p:spTree>
    <p:extLst>
      <p:ext uri="{BB962C8B-B14F-4D97-AF65-F5344CB8AC3E}">
        <p14:creationId xmlns:p14="http://schemas.microsoft.com/office/powerpoint/2010/main" val="687418695"/>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7" r:id="rId32"/>
    <p:sldLayoutId id="2147483748" r:id="rId33"/>
    <p:sldLayoutId id="2147483749" r:id="rId34"/>
    <p:sldLayoutId id="2147483750" r:id="rId35"/>
    <p:sldLayoutId id="2147483751" r:id="rId36"/>
    <p:sldLayoutId id="2147483752" r:id="rId37"/>
    <p:sldLayoutId id="2147483753" r:id="rId38"/>
    <p:sldLayoutId id="2147483754" r:id="rId39"/>
    <p:sldLayoutId id="2147483755" r:id="rId40"/>
    <p:sldLayoutId id="2147483756" r:id="rId41"/>
    <p:sldLayoutId id="2147483757" r:id="rId42"/>
    <p:sldLayoutId id="2147483758" r:id="rId43"/>
    <p:sldLayoutId id="2147483759" r:id="rId44"/>
    <p:sldLayoutId id="2147483760" r:id="rId45"/>
    <p:sldLayoutId id="2147483761" r:id="rId46"/>
    <p:sldLayoutId id="2147483762" r:id="rId47"/>
    <p:sldLayoutId id="2147483763" r:id="rId48"/>
    <p:sldLayoutId id="2147483764" r:id="rId49"/>
    <p:sldLayoutId id="2147483765" r:id="rId50"/>
    <p:sldLayoutId id="2147483766" r:id="rId51"/>
    <p:sldLayoutId id="2147483767" r:id="rId52"/>
    <p:sldLayoutId id="2147483768" r:id="rId53"/>
    <p:sldLayoutId id="2147483769" r:id="rId54"/>
    <p:sldLayoutId id="2147483770" r:id="rId55"/>
    <p:sldLayoutId id="2147483771" r:id="rId56"/>
    <p:sldLayoutId id="2147483772" r:id="rId57"/>
    <p:sldLayoutId id="2147483773" r:id="rId58"/>
    <p:sldLayoutId id="2147483774" r:id="rId59"/>
    <p:sldLayoutId id="2147483775" r:id="rId60"/>
    <p:sldLayoutId id="2147483776" r:id="rId61"/>
    <p:sldLayoutId id="2147483777" r:id="rId62"/>
    <p:sldLayoutId id="2147483778" r:id="rId63"/>
    <p:sldLayoutId id="2147483779" r:id="rId64"/>
    <p:sldLayoutId id="2147483780" r:id="rId65"/>
    <p:sldLayoutId id="2147483781" r:id="rId66"/>
    <p:sldLayoutId id="2147483782" r:id="rId67"/>
    <p:sldLayoutId id="2147483783" r:id="rId68"/>
    <p:sldLayoutId id="2147483784" r:id="rId69"/>
    <p:sldLayoutId id="2147483785" r:id="rId70"/>
    <p:sldLayoutId id="2147483786" r:id="rId71"/>
    <p:sldLayoutId id="2147483787" r:id="rId72"/>
    <p:sldLayoutId id="2147483788" r:id="rId73"/>
    <p:sldLayoutId id="2147483789" r:id="rId74"/>
    <p:sldLayoutId id="2147483790" r:id="rId75"/>
    <p:sldLayoutId id="2147483791" r:id="rId7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91" rtl="0" eaLnBrk="1" latinLnBrk="0" hangingPunct="1">
        <a:spcBef>
          <a:spcPct val="0"/>
        </a:spcBef>
        <a:buNone/>
        <a:defRPr sz="2400" b="1" kern="1200">
          <a:solidFill>
            <a:schemeClr val="tx1"/>
          </a:solidFill>
          <a:latin typeface="+mj-lt"/>
          <a:ea typeface="+mj-ea"/>
          <a:cs typeface="+mj-cs"/>
        </a:defRPr>
      </a:lvl1pPr>
    </p:titleStyle>
    <p:body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91" rtl="0" eaLnBrk="1" latinLnBrk="0" hangingPunct="1">
        <a:defRPr sz="1400" kern="1200">
          <a:solidFill>
            <a:schemeClr val="tx1"/>
          </a:solidFill>
          <a:latin typeface="+mn-lt"/>
          <a:ea typeface="+mn-ea"/>
          <a:cs typeface="+mn-cs"/>
        </a:defRPr>
      </a:lvl1pPr>
      <a:lvl2pPr marL="457246" algn="l" defTabSz="914491" rtl="0" eaLnBrk="1" latinLnBrk="0" hangingPunct="1">
        <a:defRPr sz="1800" kern="1200">
          <a:solidFill>
            <a:schemeClr val="tx1"/>
          </a:solidFill>
          <a:latin typeface="+mn-lt"/>
          <a:ea typeface="+mn-ea"/>
          <a:cs typeface="+mn-cs"/>
        </a:defRPr>
      </a:lvl2pPr>
      <a:lvl3pPr marL="914491" algn="l" defTabSz="914491" rtl="0" eaLnBrk="1" latinLnBrk="0" hangingPunct="1">
        <a:defRPr sz="1800" kern="1200">
          <a:solidFill>
            <a:schemeClr val="tx1"/>
          </a:solidFill>
          <a:latin typeface="+mn-lt"/>
          <a:ea typeface="+mn-ea"/>
          <a:cs typeface="+mn-cs"/>
        </a:defRPr>
      </a:lvl3pPr>
      <a:lvl4pPr marL="1371737" algn="l" defTabSz="914491" rtl="0" eaLnBrk="1" latinLnBrk="0" hangingPunct="1">
        <a:defRPr sz="1800" kern="1200">
          <a:solidFill>
            <a:schemeClr val="tx1"/>
          </a:solidFill>
          <a:latin typeface="+mn-lt"/>
          <a:ea typeface="+mn-ea"/>
          <a:cs typeface="+mn-cs"/>
        </a:defRPr>
      </a:lvl4pPr>
      <a:lvl5pPr marL="1828983" algn="l" defTabSz="914491" rtl="0" eaLnBrk="1" latinLnBrk="0" hangingPunct="1">
        <a:defRPr sz="1800" kern="1200">
          <a:solidFill>
            <a:schemeClr val="tx1"/>
          </a:solidFill>
          <a:latin typeface="+mn-lt"/>
          <a:ea typeface="+mn-ea"/>
          <a:cs typeface="+mn-cs"/>
        </a:defRPr>
      </a:lvl5pPr>
      <a:lvl6pPr marL="2286229" algn="l" defTabSz="914491" rtl="0" eaLnBrk="1" latinLnBrk="0" hangingPunct="1">
        <a:defRPr sz="1800" kern="1200">
          <a:solidFill>
            <a:schemeClr val="tx1"/>
          </a:solidFill>
          <a:latin typeface="+mn-lt"/>
          <a:ea typeface="+mn-ea"/>
          <a:cs typeface="+mn-cs"/>
        </a:defRPr>
      </a:lvl6pPr>
      <a:lvl7pPr marL="2743474" algn="l" defTabSz="914491" rtl="0" eaLnBrk="1" latinLnBrk="0" hangingPunct="1">
        <a:defRPr sz="1800" kern="1200">
          <a:solidFill>
            <a:schemeClr val="tx1"/>
          </a:solidFill>
          <a:latin typeface="+mn-lt"/>
          <a:ea typeface="+mn-ea"/>
          <a:cs typeface="+mn-cs"/>
        </a:defRPr>
      </a:lvl7pPr>
      <a:lvl8pPr marL="3200720" algn="l" defTabSz="914491" rtl="0" eaLnBrk="1" latinLnBrk="0" hangingPunct="1">
        <a:defRPr sz="1800" kern="1200">
          <a:solidFill>
            <a:schemeClr val="tx1"/>
          </a:solidFill>
          <a:latin typeface="+mn-lt"/>
          <a:ea typeface="+mn-ea"/>
          <a:cs typeface="+mn-cs"/>
        </a:defRPr>
      </a:lvl8pPr>
      <a:lvl9pPr marL="3657966" algn="l" defTabSz="91449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14">
          <p15:clr>
            <a:srgbClr val="F26B43"/>
          </p15:clr>
        </p15:guide>
        <p15:guide id="2" pos="7473">
          <p15:clr>
            <a:srgbClr val="F26B43"/>
          </p15:clr>
        </p15:guide>
        <p15:guide id="3" pos="209">
          <p15:clr>
            <a:srgbClr val="F26B43"/>
          </p15:clr>
        </p15:guide>
        <p15:guide id="4" orient="horz" pos="3891">
          <p15:clr>
            <a:srgbClr val="F26B43"/>
          </p15:clr>
        </p15:guide>
        <p15:guide id="5" pos="690">
          <p15:clr>
            <a:srgbClr val="F26B43"/>
          </p15:clr>
        </p15:guide>
        <p15:guide id="7" pos="825">
          <p15:clr>
            <a:srgbClr val="F26B43"/>
          </p15:clr>
        </p15:guide>
        <p15:guide id="8" pos="1307">
          <p15:clr>
            <a:srgbClr val="F26B43"/>
          </p15:clr>
        </p15:guide>
        <p15:guide id="9" pos="1442">
          <p15:clr>
            <a:srgbClr val="F26B43"/>
          </p15:clr>
        </p15:guide>
        <p15:guide id="10" pos="1923">
          <p15:clr>
            <a:srgbClr val="F26B43"/>
          </p15:clr>
        </p15:guide>
        <p15:guide id="11" pos="2058">
          <p15:clr>
            <a:srgbClr val="F26B43"/>
          </p15:clr>
        </p15:guide>
        <p15:guide id="12" pos="2540">
          <p15:clr>
            <a:srgbClr val="F26B43"/>
          </p15:clr>
        </p15:guide>
        <p15:guide id="13" pos="2675">
          <p15:clr>
            <a:srgbClr val="F26B43"/>
          </p15:clr>
        </p15:guide>
        <p15:guide id="14" pos="3156">
          <p15:clr>
            <a:srgbClr val="F26B43"/>
          </p15:clr>
        </p15:guide>
        <p15:guide id="15" pos="3293">
          <p15:clr>
            <a:srgbClr val="F26B43"/>
          </p15:clr>
        </p15:guide>
        <p15:guide id="16" pos="3773">
          <p15:clr>
            <a:srgbClr val="F26B43"/>
          </p15:clr>
        </p15:guide>
        <p15:guide id="17" pos="3909">
          <p15:clr>
            <a:srgbClr val="F26B43"/>
          </p15:clr>
        </p15:guide>
        <p15:guide id="18" pos="4389">
          <p15:clr>
            <a:srgbClr val="F26B43"/>
          </p15:clr>
        </p15:guide>
        <p15:guide id="19" pos="4526">
          <p15:clr>
            <a:srgbClr val="F26B43"/>
          </p15:clr>
        </p15:guide>
        <p15:guide id="20" pos="5006">
          <p15:clr>
            <a:srgbClr val="F26B43"/>
          </p15:clr>
        </p15:guide>
        <p15:guide id="21" pos="5142">
          <p15:clr>
            <a:srgbClr val="F26B43"/>
          </p15:clr>
        </p15:guide>
        <p15:guide id="22" pos="5622">
          <p15:clr>
            <a:srgbClr val="F26B43"/>
          </p15:clr>
        </p15:guide>
        <p15:guide id="23" pos="5759">
          <p15:clr>
            <a:srgbClr val="F26B43"/>
          </p15:clr>
        </p15:guide>
        <p15:guide id="24" pos="6239">
          <p15:clr>
            <a:srgbClr val="F26B43"/>
          </p15:clr>
        </p15:guide>
        <p15:guide id="25" pos="6375">
          <p15:clr>
            <a:srgbClr val="F26B43"/>
          </p15:clr>
        </p15:guide>
        <p15:guide id="26" pos="6857">
          <p15:clr>
            <a:srgbClr val="F26B43"/>
          </p15:clr>
        </p15:guide>
        <p15:guide id="27" pos="6992">
          <p15:clr>
            <a:srgbClr val="F26B43"/>
          </p15:clr>
        </p15:guide>
        <p15:guide id="28" orient="horz" pos="3473">
          <p15:clr>
            <a:srgbClr val="5ACBF0"/>
          </p15:clr>
        </p15:guide>
        <p15:guide id="29" orient="horz" pos="2411">
          <p15:clr>
            <a:srgbClr val="5ACBF0"/>
          </p15:clr>
        </p15:guide>
        <p15:guide id="30" orient="horz" pos="2277">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971E1A62-F2E9-A6D6-95FC-C352FD1AF72E}"/>
              </a:ext>
            </a:extLst>
          </p:cNvPr>
          <p:cNvGraphicFramePr>
            <a:graphicFrameLocks noChangeAspect="1"/>
          </p:cNvGraphicFramePr>
          <p:nvPr userDrawn="1">
            <p:custDataLst>
              <p:tags r:id="rId77"/>
            </p:custDataLst>
            <p:extLst>
              <p:ext uri="{D42A27DB-BD31-4B8C-83A1-F6EECF244321}">
                <p14:modId xmlns:p14="http://schemas.microsoft.com/office/powerpoint/2010/main" val="32998947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8" imgW="395" imgH="396" progId="TCLayout.ActiveDocument.1">
                  <p:embed/>
                </p:oleObj>
              </mc:Choice>
              <mc:Fallback>
                <p:oleObj name="think-cell Slide" r:id="rId78" imgW="395" imgH="396" progId="TCLayout.ActiveDocument.1">
                  <p:embed/>
                  <p:pic>
                    <p:nvPicPr>
                      <p:cNvPr id="12" name="think-cell data - do not delete" hidden="1">
                        <a:extLst>
                          <a:ext uri="{FF2B5EF4-FFF2-40B4-BE49-F238E27FC236}">
                            <a16:creationId xmlns:a16="http://schemas.microsoft.com/office/drawing/2014/main" id="{971E1A62-F2E9-A6D6-95FC-C352FD1AF72E}"/>
                          </a:ext>
                        </a:extLst>
                      </p:cNvPr>
                      <p:cNvPicPr/>
                      <p:nvPr/>
                    </p:nvPicPr>
                    <p:blipFill>
                      <a:blip r:embed="rId79"/>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331201" y="691200"/>
            <a:ext cx="11530600" cy="363600"/>
          </a:xfrm>
          <a:prstGeom prst="rect">
            <a:avLst/>
          </a:prstGeom>
        </p:spPr>
        <p:txBody>
          <a:bodyPr vert="horz" lIns="0" tIns="0" rIns="0" bIns="0" rtlCol="0" anchor="t">
            <a:noAutofit/>
          </a:bodyPr>
          <a:lstStyle/>
          <a:p>
            <a:r>
              <a:rPr lang="en-US"/>
              <a:t>Click to edit Title</a:t>
            </a:r>
          </a:p>
        </p:txBody>
      </p:sp>
      <p:sp>
        <p:nvSpPr>
          <p:cNvPr id="5" name="Footer Placeholder 4"/>
          <p:cNvSpPr>
            <a:spLocks noGrp="1"/>
          </p:cNvSpPr>
          <p:nvPr>
            <p:ph type="ftr" sz="quarter" idx="3"/>
          </p:nvPr>
        </p:nvSpPr>
        <p:spPr bwMode="gray">
          <a:xfrm>
            <a:off x="331201" y="6343200"/>
            <a:ext cx="9789113" cy="158400"/>
          </a:xfrm>
          <a:prstGeom prst="rect">
            <a:avLst/>
          </a:prstGeom>
          <a:noFill/>
        </p:spPr>
        <p:txBody>
          <a:bodyPr vert="horz" lIns="0" tIns="0" rIns="0" bIns="0" rtlCol="0" anchor="b" anchorCtr="0">
            <a:noAutofit/>
          </a:bodyPr>
          <a:lstStyle>
            <a:lvl1pPr algn="l" rtl="0">
              <a:defRPr sz="800">
                <a:solidFill>
                  <a:schemeClr val="tx1"/>
                </a:solidFill>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endParaRPr lang="en-US"/>
          </a:p>
        </p:txBody>
      </p:sp>
      <p:sp>
        <p:nvSpPr>
          <p:cNvPr id="4" name="Date Placeholder 3"/>
          <p:cNvSpPr>
            <a:spLocks noGrp="1"/>
          </p:cNvSpPr>
          <p:nvPr>
            <p:ph type="dt" sz="half" idx="2"/>
          </p:nvPr>
        </p:nvSpPr>
        <p:spPr bwMode="gray">
          <a:xfrm>
            <a:off x="0" y="6858000"/>
            <a:ext cx="0" cy="0"/>
          </a:xfrm>
          <a:prstGeom prst="rect">
            <a:avLst/>
          </a:prstGeom>
          <a:effectLst/>
        </p:spPr>
        <p:txBody>
          <a:bodyPr vert="horz" wrap="square" lIns="0" tIns="0" rIns="0" bIns="0" rtlCol="0" anchor="ctr" anchorCtr="0">
            <a:noAutofit/>
          </a:bodyPr>
          <a:lstStyle>
            <a:lvl1pPr algn="l">
              <a:defRPr sz="100" b="0" i="0" u="none" strike="noStrike">
                <a:solidFill>
                  <a:srgbClr val="000000">
                    <a:alpha val="0"/>
                  </a:srgbClr>
                </a:solidFill>
                <a:latin typeface="ABBvoice" panose="020B0604020202020204"/>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fld id="{4A806A40-8146-4C46-A669-604AE817EB45}" type="datetime4">
              <a:rPr lang="en-US" smtClean="0"/>
              <a:t>January 21, 2026</a:t>
            </a:fld>
            <a:endParaRPr lang="en-US"/>
          </a:p>
        </p:txBody>
      </p:sp>
      <p:sp>
        <p:nvSpPr>
          <p:cNvPr id="3" name="Text Placeholder 2"/>
          <p:cNvSpPr>
            <a:spLocks noGrp="1"/>
          </p:cNvSpPr>
          <p:nvPr>
            <p:ph type="body" idx="1"/>
          </p:nvPr>
        </p:nvSpPr>
        <p:spPr bwMode="gray">
          <a:xfrm>
            <a:off x="331201" y="1929600"/>
            <a:ext cx="11530600" cy="4248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bwMode="gray">
          <a:xfrm>
            <a:off x="0" y="6858000"/>
            <a:ext cx="0" cy="0"/>
          </a:xfrm>
          <a:prstGeom prst="rect">
            <a:avLst/>
          </a:prstGeom>
          <a:effectLst/>
        </p:spPr>
        <p:txBody>
          <a:bodyPr vert="horz" wrap="square" lIns="0" tIns="0" rIns="0" bIns="0" rtlCol="0" anchor="ctr">
            <a:noAutofit/>
          </a:bodyPr>
          <a:lstStyle>
            <a:lvl1pPr algn="l">
              <a:defRPr sz="100" b="0" i="0" u="none" strike="noStrike">
                <a:noFill/>
                <a:latin typeface="ABBvoice" panose="020B0604020202020204"/>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r>
              <a:rPr lang="en-US"/>
              <a:t>Slide </a:t>
            </a:r>
            <a:fld id="{619F89D8-7AE3-494A-97F3-03D680869632}" type="slidenum">
              <a:rPr lang="en-US" smtClean="0"/>
              <a:pPr/>
              <a:t>‹#›</a:t>
            </a:fld>
            <a:endParaRPr lang="en-US"/>
          </a:p>
        </p:txBody>
      </p:sp>
      <p:sp>
        <p:nvSpPr>
          <p:cNvPr id="7" name="Text Placeholder 6">
            <a:extLst>
              <a:ext uri="{FF2B5EF4-FFF2-40B4-BE49-F238E27FC236}">
                <a16:creationId xmlns:a16="http://schemas.microsoft.com/office/drawing/2014/main" id="{6C363F49-3D71-4D36-B18A-FB2AEFD673FB}"/>
              </a:ext>
            </a:extLst>
          </p:cNvPr>
          <p:cNvSpPr txBox="1">
            <a:spLocks/>
          </p:cNvSpPr>
          <p:nvPr userDrawn="1"/>
        </p:nvSpPr>
        <p:spPr>
          <a:xfrm>
            <a:off x="331200" y="514800"/>
            <a:ext cx="308080" cy="32400"/>
          </a:xfrm>
          <a:prstGeom prst="rect">
            <a:avLst/>
          </a:prstGeom>
        </p:spPr>
        <p:txBody>
          <a:bodyPr lIns="0" tIns="0" rIns="0" bIns="403148"/>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sz="2400"/>
              <a:t>—</a:t>
            </a:r>
          </a:p>
        </p:txBody>
      </p:sp>
      <p:pic>
        <p:nvPicPr>
          <p:cNvPr id="11" name="LogoFooter">
            <a:extLst>
              <a:ext uri="{FF2B5EF4-FFF2-40B4-BE49-F238E27FC236}">
                <a16:creationId xmlns:a16="http://schemas.microsoft.com/office/drawing/2014/main" id="{BB08CBEA-8100-48CC-9FC4-8A66553571A5}"/>
              </a:ext>
            </a:extLst>
          </p:cNvPr>
          <p:cNvPicPr>
            <a:picLocks noChangeAspect="1"/>
          </p:cNvPicPr>
          <p:nvPr userDrawn="1"/>
        </p:nvPicPr>
        <p:blipFill>
          <a:blip r:embed="rId80">
            <a:extLst>
              <a:ext uri="{96DAC541-7B7A-43D3-8B79-37D633B846F1}">
                <asvg:svgBlip xmlns:asvg="http://schemas.microsoft.com/office/drawing/2016/SVG/main" r:embed="rId81"/>
              </a:ext>
            </a:extLst>
          </a:blip>
          <a:stretch>
            <a:fillRect/>
          </a:stretch>
        </p:blipFill>
        <p:spPr>
          <a:xfrm>
            <a:off x="11354200" y="6456066"/>
            <a:ext cx="507600" cy="192272"/>
          </a:xfrm>
          <a:prstGeom prst="rect">
            <a:avLst/>
          </a:prstGeom>
        </p:spPr>
      </p:pic>
      <p:sp>
        <p:nvSpPr>
          <p:cNvPr id="14"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D1FCD200-65D5-439C-AECC-B22E31B69313}"/>
              </a:ext>
            </a:extLst>
          </p:cNvPr>
          <p:cNvSpPr txBox="1"/>
          <p:nvPr userDrawn="1"/>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8" name="Date dynamic" descr="{&quot;templafy&quot;:{&quot;id&quot;:&quot;bc8c4322-f750-4fca-a8c7-d2a6b63b43f6&quot;}}">
            <a:extLst>
              <a:ext uri="{FF2B5EF4-FFF2-40B4-BE49-F238E27FC236}">
                <a16:creationId xmlns:a16="http://schemas.microsoft.com/office/drawing/2014/main" id="{96E06C7F-9F82-898A-6F4F-CAF6B7DED755}"/>
              </a:ext>
            </a:extLst>
          </p:cNvPr>
          <p:cNvSpPr/>
          <p:nvPr userDrawn="1"/>
        </p:nvSpPr>
        <p:spPr bwMode="gray">
          <a:xfrm>
            <a:off x="2934000" y="6548400"/>
            <a:ext cx="1296000"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endParaRPr lang="en-US" sz="800">
              <a:solidFill>
                <a:schemeClr val="tx1"/>
              </a:solidFill>
            </a:endParaRPr>
          </a:p>
        </p:txBody>
      </p:sp>
      <p:sp>
        <p:nvSpPr>
          <p:cNvPr id="9" name="Slide number">
            <a:extLst>
              <a:ext uri="{FF2B5EF4-FFF2-40B4-BE49-F238E27FC236}">
                <a16:creationId xmlns:a16="http://schemas.microsoft.com/office/drawing/2014/main" id="{7C702C89-CFA4-6C8F-96AF-900A18CAC7E2}"/>
              </a:ext>
            </a:extLst>
          </p:cNvPr>
          <p:cNvSpPr/>
          <p:nvPr userDrawn="1"/>
        </p:nvSpPr>
        <p:spPr bwMode="gray">
          <a:xfrm>
            <a:off x="2181601"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Slide </a:t>
            </a:r>
            <a:fld id="{6ACD6C49-4324-4266-B7DB-7E26C75ACED4}" type="slidenum">
              <a:rPr lang="en-US" sz="800" smtClean="0">
                <a:solidFill>
                  <a:schemeClr val="tx1"/>
                </a:solidFill>
              </a:rPr>
              <a:pPr algn="l">
                <a:spcBef>
                  <a:spcPts val="600"/>
                </a:spcBef>
              </a:pPr>
              <a:t>‹#›</a:t>
            </a:fld>
            <a:endParaRPr lang="en-US" sz="800">
              <a:solidFill>
                <a:schemeClr val="tx1"/>
              </a:solidFill>
            </a:endParaRPr>
          </a:p>
        </p:txBody>
      </p:sp>
    </p:spTree>
    <p:extLst>
      <p:ext uri="{BB962C8B-B14F-4D97-AF65-F5344CB8AC3E}">
        <p14:creationId xmlns:p14="http://schemas.microsoft.com/office/powerpoint/2010/main" val="1189463575"/>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 id="2147483816" r:id="rId24"/>
    <p:sldLayoutId id="2147483817" r:id="rId25"/>
    <p:sldLayoutId id="2147483818" r:id="rId26"/>
    <p:sldLayoutId id="2147483819" r:id="rId27"/>
    <p:sldLayoutId id="2147483820" r:id="rId28"/>
    <p:sldLayoutId id="2147483821" r:id="rId29"/>
    <p:sldLayoutId id="2147483822" r:id="rId30"/>
    <p:sldLayoutId id="2147483823" r:id="rId31"/>
    <p:sldLayoutId id="2147483824" r:id="rId32"/>
    <p:sldLayoutId id="2147483825" r:id="rId33"/>
    <p:sldLayoutId id="2147483826" r:id="rId34"/>
    <p:sldLayoutId id="2147483827" r:id="rId35"/>
    <p:sldLayoutId id="2147483828" r:id="rId36"/>
    <p:sldLayoutId id="2147483829" r:id="rId37"/>
    <p:sldLayoutId id="2147483830" r:id="rId38"/>
    <p:sldLayoutId id="2147483831" r:id="rId39"/>
    <p:sldLayoutId id="2147483832" r:id="rId40"/>
    <p:sldLayoutId id="2147483833" r:id="rId41"/>
    <p:sldLayoutId id="2147483834" r:id="rId42"/>
    <p:sldLayoutId id="2147483835" r:id="rId43"/>
    <p:sldLayoutId id="2147483836" r:id="rId44"/>
    <p:sldLayoutId id="2147483837" r:id="rId45"/>
    <p:sldLayoutId id="2147483838" r:id="rId46"/>
    <p:sldLayoutId id="2147483839" r:id="rId47"/>
    <p:sldLayoutId id="2147483840" r:id="rId48"/>
    <p:sldLayoutId id="2147483841" r:id="rId49"/>
    <p:sldLayoutId id="2147483842" r:id="rId50"/>
    <p:sldLayoutId id="2147483843" r:id="rId51"/>
    <p:sldLayoutId id="2147483844" r:id="rId52"/>
    <p:sldLayoutId id="2147483845" r:id="rId53"/>
    <p:sldLayoutId id="2147483846" r:id="rId54"/>
    <p:sldLayoutId id="2147483847" r:id="rId55"/>
    <p:sldLayoutId id="2147483848" r:id="rId56"/>
    <p:sldLayoutId id="2147483849" r:id="rId57"/>
    <p:sldLayoutId id="2147483850" r:id="rId58"/>
    <p:sldLayoutId id="2147483851" r:id="rId59"/>
    <p:sldLayoutId id="2147483852" r:id="rId60"/>
    <p:sldLayoutId id="2147483853" r:id="rId61"/>
    <p:sldLayoutId id="2147483854" r:id="rId62"/>
    <p:sldLayoutId id="2147483855" r:id="rId63"/>
    <p:sldLayoutId id="2147483856" r:id="rId64"/>
    <p:sldLayoutId id="2147483857" r:id="rId65"/>
    <p:sldLayoutId id="2147483858" r:id="rId66"/>
    <p:sldLayoutId id="2147483859" r:id="rId67"/>
    <p:sldLayoutId id="2147483860" r:id="rId68"/>
    <p:sldLayoutId id="2147483861" r:id="rId69"/>
    <p:sldLayoutId id="2147483862" r:id="rId70"/>
    <p:sldLayoutId id="2147483863" r:id="rId71"/>
    <p:sldLayoutId id="2147483864" r:id="rId72"/>
    <p:sldLayoutId id="2147483865" r:id="rId73"/>
    <p:sldLayoutId id="2147483866" r:id="rId74"/>
    <p:sldLayoutId id="2147483867" r:id="rId7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372" indent="-284372" algn="l" defTabSz="914400"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743" indent="-284372" algn="l" defTabSz="914400"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743" indent="-284372" algn="l" defTabSz="914400"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743" indent="-284372" algn="l" defTabSz="914400"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00" indent="-180000" algn="l" defTabSz="914400"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00" indent="-180000" algn="l" defTabSz="914400"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00" indent="-180000" algn="l" defTabSz="914400"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00" indent="-180000" algn="l" defTabSz="914400"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14">
          <p15:clr>
            <a:srgbClr val="F26B43"/>
          </p15:clr>
        </p15:guide>
        <p15:guide id="2" pos="7473">
          <p15:clr>
            <a:srgbClr val="F26B43"/>
          </p15:clr>
        </p15:guide>
        <p15:guide id="3" pos="209">
          <p15:clr>
            <a:srgbClr val="F26B43"/>
          </p15:clr>
        </p15:guide>
        <p15:guide id="4" orient="horz" pos="3891">
          <p15:clr>
            <a:srgbClr val="F26B43"/>
          </p15:clr>
        </p15:guide>
        <p15:guide id="5" pos="690">
          <p15:clr>
            <a:srgbClr val="F26B43"/>
          </p15:clr>
        </p15:guide>
        <p15:guide id="7" pos="825">
          <p15:clr>
            <a:srgbClr val="F26B43"/>
          </p15:clr>
        </p15:guide>
        <p15:guide id="8" pos="1307">
          <p15:clr>
            <a:srgbClr val="F26B43"/>
          </p15:clr>
        </p15:guide>
        <p15:guide id="9" pos="1442">
          <p15:clr>
            <a:srgbClr val="F26B43"/>
          </p15:clr>
        </p15:guide>
        <p15:guide id="10" pos="1923">
          <p15:clr>
            <a:srgbClr val="F26B43"/>
          </p15:clr>
        </p15:guide>
        <p15:guide id="11" pos="2058">
          <p15:clr>
            <a:srgbClr val="F26B43"/>
          </p15:clr>
        </p15:guide>
        <p15:guide id="12" pos="2540">
          <p15:clr>
            <a:srgbClr val="F26B43"/>
          </p15:clr>
        </p15:guide>
        <p15:guide id="13" pos="2675">
          <p15:clr>
            <a:srgbClr val="F26B43"/>
          </p15:clr>
        </p15:guide>
        <p15:guide id="14" pos="3156">
          <p15:clr>
            <a:srgbClr val="F26B43"/>
          </p15:clr>
        </p15:guide>
        <p15:guide id="15" pos="3293">
          <p15:clr>
            <a:srgbClr val="F26B43"/>
          </p15:clr>
        </p15:guide>
        <p15:guide id="16" pos="3773">
          <p15:clr>
            <a:srgbClr val="F26B43"/>
          </p15:clr>
        </p15:guide>
        <p15:guide id="17" pos="3909">
          <p15:clr>
            <a:srgbClr val="F26B43"/>
          </p15:clr>
        </p15:guide>
        <p15:guide id="18" pos="4389">
          <p15:clr>
            <a:srgbClr val="F26B43"/>
          </p15:clr>
        </p15:guide>
        <p15:guide id="19" pos="4526">
          <p15:clr>
            <a:srgbClr val="F26B43"/>
          </p15:clr>
        </p15:guide>
        <p15:guide id="20" pos="5006">
          <p15:clr>
            <a:srgbClr val="F26B43"/>
          </p15:clr>
        </p15:guide>
        <p15:guide id="21" pos="5142">
          <p15:clr>
            <a:srgbClr val="F26B43"/>
          </p15:clr>
        </p15:guide>
        <p15:guide id="22" pos="5622">
          <p15:clr>
            <a:srgbClr val="F26B43"/>
          </p15:clr>
        </p15:guide>
        <p15:guide id="23" pos="5759">
          <p15:clr>
            <a:srgbClr val="F26B43"/>
          </p15:clr>
        </p15:guide>
        <p15:guide id="24" pos="6239">
          <p15:clr>
            <a:srgbClr val="F26B43"/>
          </p15:clr>
        </p15:guide>
        <p15:guide id="25" pos="6375">
          <p15:clr>
            <a:srgbClr val="F26B43"/>
          </p15:clr>
        </p15:guide>
        <p15:guide id="26" pos="6857">
          <p15:clr>
            <a:srgbClr val="F26B43"/>
          </p15:clr>
        </p15:guide>
        <p15:guide id="27" pos="6992">
          <p15:clr>
            <a:srgbClr val="F26B43"/>
          </p15:clr>
        </p15:guide>
        <p15:guide id="28" orient="horz" pos="3473">
          <p15:clr>
            <a:srgbClr val="5ACBF0"/>
          </p15:clr>
        </p15:guide>
        <p15:guide id="29" orient="horz" pos="2411">
          <p15:clr>
            <a:srgbClr val="5ACBF0"/>
          </p15:clr>
        </p15:guide>
        <p15:guide id="30" orient="horz" pos="2277">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CB04763F-C9D3-EF08-48C2-93AD783B9B5F}"/>
              </a:ext>
            </a:extLst>
          </p:cNvPr>
          <p:cNvGraphicFramePr>
            <a:graphicFrameLocks noChangeAspect="1"/>
          </p:cNvGraphicFramePr>
          <p:nvPr userDrawn="1">
            <p:custDataLst>
              <p:tags r:id="rId78"/>
            </p:custDataLst>
            <p:extLst>
              <p:ext uri="{D42A27DB-BD31-4B8C-83A1-F6EECF244321}">
                <p14:modId xmlns:p14="http://schemas.microsoft.com/office/powerpoint/2010/main" val="20676080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9" imgW="395" imgH="396" progId="TCLayout.ActiveDocument.1">
                  <p:embed/>
                </p:oleObj>
              </mc:Choice>
              <mc:Fallback>
                <p:oleObj name="think-cell Slide" r:id="rId79" imgW="395" imgH="396" progId="TCLayout.ActiveDocument.1">
                  <p:embed/>
                  <p:pic>
                    <p:nvPicPr>
                      <p:cNvPr id="12" name="think-cell data - do not delete" hidden="1">
                        <a:extLst>
                          <a:ext uri="{FF2B5EF4-FFF2-40B4-BE49-F238E27FC236}">
                            <a16:creationId xmlns:a16="http://schemas.microsoft.com/office/drawing/2014/main" id="{CB04763F-C9D3-EF08-48C2-93AD783B9B5F}"/>
                          </a:ext>
                        </a:extLst>
                      </p:cNvPr>
                      <p:cNvPicPr/>
                      <p:nvPr/>
                    </p:nvPicPr>
                    <p:blipFill>
                      <a:blip r:embed="rId8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331200" y="691200"/>
            <a:ext cx="11530600" cy="363600"/>
          </a:xfrm>
          <a:prstGeom prst="rect">
            <a:avLst/>
          </a:prstGeom>
        </p:spPr>
        <p:txBody>
          <a:bodyPr vert="horz" lIns="0" tIns="0" rIns="0" bIns="0" rtlCol="0" anchor="t">
            <a:noAutofit/>
          </a:bodyPr>
          <a:lstStyle/>
          <a:p>
            <a:r>
              <a:rPr lang="en-US"/>
              <a:t>Click to edit Title</a:t>
            </a:r>
          </a:p>
        </p:txBody>
      </p:sp>
      <p:sp>
        <p:nvSpPr>
          <p:cNvPr id="5" name="Footer Placeholder 4"/>
          <p:cNvSpPr>
            <a:spLocks noGrp="1"/>
          </p:cNvSpPr>
          <p:nvPr>
            <p:ph type="ftr" sz="quarter" idx="3"/>
          </p:nvPr>
        </p:nvSpPr>
        <p:spPr bwMode="gray">
          <a:xfrm>
            <a:off x="331200" y="6343200"/>
            <a:ext cx="9789113" cy="158400"/>
          </a:xfrm>
          <a:prstGeom prst="rect">
            <a:avLst/>
          </a:prstGeom>
          <a:noFill/>
        </p:spPr>
        <p:txBody>
          <a:bodyPr vert="horz" lIns="0" tIns="0" rIns="0" bIns="0" rtlCol="0" anchor="b" anchorCtr="0">
            <a:noAutofit/>
          </a:bodyPr>
          <a:lstStyle>
            <a:lvl1pPr algn="l" rtl="0">
              <a:defRPr sz="800">
                <a:solidFill>
                  <a:schemeClr val="tx1"/>
                </a:solidFill>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endParaRPr lang="en-US"/>
          </a:p>
        </p:txBody>
      </p:sp>
      <p:sp>
        <p:nvSpPr>
          <p:cNvPr id="4" name="Date Placeholder 3"/>
          <p:cNvSpPr>
            <a:spLocks noGrp="1"/>
          </p:cNvSpPr>
          <p:nvPr>
            <p:ph type="dt" sz="half" idx="2"/>
          </p:nvPr>
        </p:nvSpPr>
        <p:spPr bwMode="gray">
          <a:xfrm>
            <a:off x="0" y="6858000"/>
            <a:ext cx="0" cy="0"/>
          </a:xfrm>
          <a:prstGeom prst="rect">
            <a:avLst/>
          </a:prstGeom>
          <a:effectLst/>
        </p:spPr>
        <p:txBody>
          <a:bodyPr vert="horz" wrap="square" lIns="0" tIns="0" rIns="0" bIns="0" rtlCol="0" anchor="ctr" anchorCtr="0">
            <a:noAutofit/>
          </a:bodyPr>
          <a:lstStyle>
            <a:lvl1pPr algn="l">
              <a:defRPr sz="100" b="0" i="0" u="none" strike="noStrike">
                <a:solidFill>
                  <a:srgbClr val="000000">
                    <a:alpha val="0"/>
                  </a:srgbClr>
                </a:solidFill>
                <a:latin typeface="ABBvoice" panose="020B0604020202020204"/>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fld id="{4A806A40-8146-4C46-A669-604AE817EB45}" type="datetime4">
              <a:rPr lang="en-US" smtClean="0"/>
              <a:t>January 21, 2026</a:t>
            </a:fld>
            <a:endParaRPr lang="en-US"/>
          </a:p>
        </p:txBody>
      </p:sp>
      <p:sp>
        <p:nvSpPr>
          <p:cNvPr id="3" name="Text Placeholder 2"/>
          <p:cNvSpPr>
            <a:spLocks noGrp="1"/>
          </p:cNvSpPr>
          <p:nvPr>
            <p:ph type="body" idx="1"/>
          </p:nvPr>
        </p:nvSpPr>
        <p:spPr bwMode="gray">
          <a:xfrm>
            <a:off x="331200" y="1929600"/>
            <a:ext cx="11530600" cy="4248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bwMode="gray">
          <a:xfrm>
            <a:off x="0" y="6858000"/>
            <a:ext cx="0" cy="0"/>
          </a:xfrm>
          <a:prstGeom prst="rect">
            <a:avLst/>
          </a:prstGeom>
          <a:effectLst/>
        </p:spPr>
        <p:txBody>
          <a:bodyPr vert="horz" wrap="square" lIns="0" tIns="0" rIns="0" bIns="0" rtlCol="0" anchor="ctr">
            <a:noAutofit/>
          </a:bodyPr>
          <a:lstStyle>
            <a:lvl1pPr algn="l">
              <a:defRPr sz="100" b="0" i="0" u="none" strike="noStrike">
                <a:noFill/>
                <a:latin typeface="ABBvoice" panose="020B0604020202020204"/>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r>
              <a:rPr lang="en-US"/>
              <a:t>Slide </a:t>
            </a:r>
            <a:fld id="{619F89D8-7AE3-494A-97F3-03D680869632}" type="slidenum">
              <a:rPr lang="en-US" smtClean="0"/>
              <a:pPr/>
              <a:t>‹#›</a:t>
            </a:fld>
            <a:endParaRPr lang="en-US"/>
          </a:p>
        </p:txBody>
      </p:sp>
      <p:sp>
        <p:nvSpPr>
          <p:cNvPr id="7" name="Text Placeholder 6">
            <a:extLst>
              <a:ext uri="{FF2B5EF4-FFF2-40B4-BE49-F238E27FC236}">
                <a16:creationId xmlns:a16="http://schemas.microsoft.com/office/drawing/2014/main" id="{6C363F49-3D71-4D36-B18A-FB2AEFD673FB}"/>
              </a:ext>
            </a:extLst>
          </p:cNvPr>
          <p:cNvSpPr txBox="1">
            <a:spLocks/>
          </p:cNvSpPr>
          <p:nvPr userDrawn="1"/>
        </p:nvSpPr>
        <p:spPr>
          <a:xfrm>
            <a:off x="33120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a:t>—</a:t>
            </a:r>
          </a:p>
        </p:txBody>
      </p:sp>
      <p:pic>
        <p:nvPicPr>
          <p:cNvPr id="11" name="LogoFooter">
            <a:extLst>
              <a:ext uri="{FF2B5EF4-FFF2-40B4-BE49-F238E27FC236}">
                <a16:creationId xmlns:a16="http://schemas.microsoft.com/office/drawing/2014/main" id="{BB08CBEA-8100-48CC-9FC4-8A66553571A5}"/>
              </a:ext>
            </a:extLst>
          </p:cNvPr>
          <p:cNvPicPr>
            <a:picLocks noChangeAspect="1"/>
          </p:cNvPicPr>
          <p:nvPr userDrawn="1"/>
        </p:nvPicPr>
        <p:blipFill>
          <a:blip r:embed="rId81">
            <a:extLst>
              <a:ext uri="{96DAC541-7B7A-43D3-8B79-37D633B846F1}">
                <asvg:svgBlip xmlns:asvg="http://schemas.microsoft.com/office/drawing/2016/SVG/main" r:embed="rId82"/>
              </a:ext>
            </a:extLst>
          </a:blip>
          <a:stretch>
            <a:fillRect/>
          </a:stretch>
        </p:blipFill>
        <p:spPr>
          <a:xfrm>
            <a:off x="11354200" y="6456066"/>
            <a:ext cx="507600" cy="192272"/>
          </a:xfrm>
          <a:prstGeom prst="rect">
            <a:avLst/>
          </a:prstGeom>
        </p:spPr>
      </p:pic>
      <p:sp>
        <p:nvSpPr>
          <p:cNvPr id="14"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D1FCD200-65D5-439C-AECC-B22E31B69313}"/>
              </a:ext>
            </a:extLst>
          </p:cNvPr>
          <p:cNvSpPr txBox="1"/>
          <p:nvPr userDrawn="1"/>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8" name="Date dynamic" descr="{&quot;templafy&quot;:{&quot;id&quot;:&quot;0eeec6e7-6324-438a-b153-5694bfbe9cab&quot;}}" hidden="1">
            <a:extLst>
              <a:ext uri="{FF2B5EF4-FFF2-40B4-BE49-F238E27FC236}">
                <a16:creationId xmlns:a16="http://schemas.microsoft.com/office/drawing/2014/main" id="{96E06C7F-9F82-898A-6F4F-CAF6B7DED755}"/>
              </a:ext>
            </a:extLst>
          </p:cNvPr>
          <p:cNvSpPr/>
          <p:nvPr userDrawn="1"/>
        </p:nvSpPr>
        <p:spPr bwMode="gray">
          <a:xfrm>
            <a:off x="2934000" y="6548400"/>
            <a:ext cx="1296000"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endParaRPr lang="en-US" sz="800">
              <a:solidFill>
                <a:schemeClr val="tx1"/>
              </a:solidFill>
            </a:endParaRPr>
          </a:p>
        </p:txBody>
      </p:sp>
      <p:sp>
        <p:nvSpPr>
          <p:cNvPr id="9" name="Slide number">
            <a:extLst>
              <a:ext uri="{FF2B5EF4-FFF2-40B4-BE49-F238E27FC236}">
                <a16:creationId xmlns:a16="http://schemas.microsoft.com/office/drawing/2014/main" id="{7C702C89-CFA4-6C8F-96AF-900A18CAC7E2}"/>
              </a:ext>
            </a:extLst>
          </p:cNvPr>
          <p:cNvSpPr/>
          <p:nvPr userDrawn="1"/>
        </p:nvSpPr>
        <p:spPr bwMode="gray">
          <a:xfrm>
            <a:off x="2181600"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Slide </a:t>
            </a:r>
            <a:fld id="{6ACD6C49-4324-4266-B7DB-7E26C75ACED4}" type="slidenum">
              <a:rPr lang="en-US" sz="800" smtClean="0">
                <a:solidFill>
                  <a:schemeClr val="tx1"/>
                </a:solidFill>
              </a:rPr>
              <a:t>‹#›</a:t>
            </a:fld>
            <a:endParaRPr lang="en-US" sz="800">
              <a:solidFill>
                <a:schemeClr val="tx1"/>
              </a:solidFill>
            </a:endParaRPr>
          </a:p>
        </p:txBody>
      </p:sp>
    </p:spTree>
    <p:extLst>
      <p:ext uri="{BB962C8B-B14F-4D97-AF65-F5344CB8AC3E}">
        <p14:creationId xmlns:p14="http://schemas.microsoft.com/office/powerpoint/2010/main" val="1251364072"/>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 id="2147483881" r:id="rId13"/>
    <p:sldLayoutId id="2147483882" r:id="rId14"/>
    <p:sldLayoutId id="2147483883" r:id="rId15"/>
    <p:sldLayoutId id="2147483884" r:id="rId16"/>
    <p:sldLayoutId id="2147483885" r:id="rId17"/>
    <p:sldLayoutId id="2147483886" r:id="rId18"/>
    <p:sldLayoutId id="2147483887" r:id="rId19"/>
    <p:sldLayoutId id="2147483888" r:id="rId20"/>
    <p:sldLayoutId id="2147483889" r:id="rId21"/>
    <p:sldLayoutId id="2147483890" r:id="rId22"/>
    <p:sldLayoutId id="2147483891" r:id="rId23"/>
    <p:sldLayoutId id="2147483892" r:id="rId24"/>
    <p:sldLayoutId id="2147483893" r:id="rId25"/>
    <p:sldLayoutId id="2147483894" r:id="rId26"/>
    <p:sldLayoutId id="2147483895" r:id="rId27"/>
    <p:sldLayoutId id="2147483896" r:id="rId28"/>
    <p:sldLayoutId id="2147483897" r:id="rId29"/>
    <p:sldLayoutId id="2147483898" r:id="rId30"/>
    <p:sldLayoutId id="2147483899" r:id="rId31"/>
    <p:sldLayoutId id="2147483900" r:id="rId32"/>
    <p:sldLayoutId id="2147483901" r:id="rId33"/>
    <p:sldLayoutId id="2147483902" r:id="rId34"/>
    <p:sldLayoutId id="2147483903" r:id="rId35"/>
    <p:sldLayoutId id="2147483904" r:id="rId36"/>
    <p:sldLayoutId id="2147483905" r:id="rId37"/>
    <p:sldLayoutId id="2147483906" r:id="rId38"/>
    <p:sldLayoutId id="2147483907" r:id="rId39"/>
    <p:sldLayoutId id="2147483908" r:id="rId40"/>
    <p:sldLayoutId id="2147483909" r:id="rId41"/>
    <p:sldLayoutId id="2147483910" r:id="rId42"/>
    <p:sldLayoutId id="2147483911" r:id="rId43"/>
    <p:sldLayoutId id="2147483912" r:id="rId44"/>
    <p:sldLayoutId id="2147483913" r:id="rId45"/>
    <p:sldLayoutId id="2147483914" r:id="rId46"/>
    <p:sldLayoutId id="2147483915" r:id="rId47"/>
    <p:sldLayoutId id="2147483916" r:id="rId48"/>
    <p:sldLayoutId id="2147483917" r:id="rId49"/>
    <p:sldLayoutId id="2147483918" r:id="rId50"/>
    <p:sldLayoutId id="2147483919" r:id="rId51"/>
    <p:sldLayoutId id="2147483920" r:id="rId52"/>
    <p:sldLayoutId id="2147483921" r:id="rId53"/>
    <p:sldLayoutId id="2147483922" r:id="rId54"/>
    <p:sldLayoutId id="2147483923" r:id="rId55"/>
    <p:sldLayoutId id="2147483924" r:id="rId56"/>
    <p:sldLayoutId id="2147483925" r:id="rId57"/>
    <p:sldLayoutId id="2147483926" r:id="rId58"/>
    <p:sldLayoutId id="2147483927" r:id="rId59"/>
    <p:sldLayoutId id="2147483928" r:id="rId60"/>
    <p:sldLayoutId id="2147483929" r:id="rId61"/>
    <p:sldLayoutId id="2147483930" r:id="rId62"/>
    <p:sldLayoutId id="2147483931" r:id="rId63"/>
    <p:sldLayoutId id="2147483932" r:id="rId64"/>
    <p:sldLayoutId id="2147483933" r:id="rId65"/>
    <p:sldLayoutId id="2147483934" r:id="rId66"/>
    <p:sldLayoutId id="2147483935" r:id="rId67"/>
    <p:sldLayoutId id="2147483936" r:id="rId68"/>
    <p:sldLayoutId id="2147483937" r:id="rId69"/>
    <p:sldLayoutId id="2147483938" r:id="rId70"/>
    <p:sldLayoutId id="2147483939" r:id="rId71"/>
    <p:sldLayoutId id="2147483940" r:id="rId72"/>
    <p:sldLayoutId id="2147483941" r:id="rId73"/>
    <p:sldLayoutId id="2147483942" r:id="rId74"/>
    <p:sldLayoutId id="2147483943" r:id="rId75"/>
    <p:sldLayoutId id="2147483944" r:id="rId7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91" rtl="0" eaLnBrk="1" latinLnBrk="0" hangingPunct="1">
        <a:spcBef>
          <a:spcPct val="0"/>
        </a:spcBef>
        <a:buNone/>
        <a:defRPr sz="2400" b="1" kern="1200">
          <a:solidFill>
            <a:schemeClr val="tx1"/>
          </a:solidFill>
          <a:latin typeface="+mj-lt"/>
          <a:ea typeface="+mj-ea"/>
          <a:cs typeface="+mj-cs"/>
        </a:defRPr>
      </a:lvl1pPr>
    </p:titleStyle>
    <p:body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91" rtl="0" eaLnBrk="1" latinLnBrk="0" hangingPunct="1">
        <a:defRPr sz="1400" kern="1200">
          <a:solidFill>
            <a:schemeClr val="tx1"/>
          </a:solidFill>
          <a:latin typeface="+mn-lt"/>
          <a:ea typeface="+mn-ea"/>
          <a:cs typeface="+mn-cs"/>
        </a:defRPr>
      </a:lvl1pPr>
      <a:lvl2pPr marL="457246" algn="l" defTabSz="914491" rtl="0" eaLnBrk="1" latinLnBrk="0" hangingPunct="1">
        <a:defRPr sz="1800" kern="1200">
          <a:solidFill>
            <a:schemeClr val="tx1"/>
          </a:solidFill>
          <a:latin typeface="+mn-lt"/>
          <a:ea typeface="+mn-ea"/>
          <a:cs typeface="+mn-cs"/>
        </a:defRPr>
      </a:lvl2pPr>
      <a:lvl3pPr marL="914491" algn="l" defTabSz="914491" rtl="0" eaLnBrk="1" latinLnBrk="0" hangingPunct="1">
        <a:defRPr sz="1800" kern="1200">
          <a:solidFill>
            <a:schemeClr val="tx1"/>
          </a:solidFill>
          <a:latin typeface="+mn-lt"/>
          <a:ea typeface="+mn-ea"/>
          <a:cs typeface="+mn-cs"/>
        </a:defRPr>
      </a:lvl3pPr>
      <a:lvl4pPr marL="1371737" algn="l" defTabSz="914491" rtl="0" eaLnBrk="1" latinLnBrk="0" hangingPunct="1">
        <a:defRPr sz="1800" kern="1200">
          <a:solidFill>
            <a:schemeClr val="tx1"/>
          </a:solidFill>
          <a:latin typeface="+mn-lt"/>
          <a:ea typeface="+mn-ea"/>
          <a:cs typeface="+mn-cs"/>
        </a:defRPr>
      </a:lvl4pPr>
      <a:lvl5pPr marL="1828983" algn="l" defTabSz="914491" rtl="0" eaLnBrk="1" latinLnBrk="0" hangingPunct="1">
        <a:defRPr sz="1800" kern="1200">
          <a:solidFill>
            <a:schemeClr val="tx1"/>
          </a:solidFill>
          <a:latin typeface="+mn-lt"/>
          <a:ea typeface="+mn-ea"/>
          <a:cs typeface="+mn-cs"/>
        </a:defRPr>
      </a:lvl5pPr>
      <a:lvl6pPr marL="2286229" algn="l" defTabSz="914491" rtl="0" eaLnBrk="1" latinLnBrk="0" hangingPunct="1">
        <a:defRPr sz="1800" kern="1200">
          <a:solidFill>
            <a:schemeClr val="tx1"/>
          </a:solidFill>
          <a:latin typeface="+mn-lt"/>
          <a:ea typeface="+mn-ea"/>
          <a:cs typeface="+mn-cs"/>
        </a:defRPr>
      </a:lvl6pPr>
      <a:lvl7pPr marL="2743474" algn="l" defTabSz="914491" rtl="0" eaLnBrk="1" latinLnBrk="0" hangingPunct="1">
        <a:defRPr sz="1800" kern="1200">
          <a:solidFill>
            <a:schemeClr val="tx1"/>
          </a:solidFill>
          <a:latin typeface="+mn-lt"/>
          <a:ea typeface="+mn-ea"/>
          <a:cs typeface="+mn-cs"/>
        </a:defRPr>
      </a:lvl7pPr>
      <a:lvl8pPr marL="3200720" algn="l" defTabSz="914491" rtl="0" eaLnBrk="1" latinLnBrk="0" hangingPunct="1">
        <a:defRPr sz="1800" kern="1200">
          <a:solidFill>
            <a:schemeClr val="tx1"/>
          </a:solidFill>
          <a:latin typeface="+mn-lt"/>
          <a:ea typeface="+mn-ea"/>
          <a:cs typeface="+mn-cs"/>
        </a:defRPr>
      </a:lvl8pPr>
      <a:lvl9pPr marL="3657966" algn="l" defTabSz="91449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14">
          <p15:clr>
            <a:srgbClr val="F26B43"/>
          </p15:clr>
        </p15:guide>
        <p15:guide id="2" pos="7473">
          <p15:clr>
            <a:srgbClr val="F26B43"/>
          </p15:clr>
        </p15:guide>
        <p15:guide id="3" pos="209">
          <p15:clr>
            <a:srgbClr val="F26B43"/>
          </p15:clr>
        </p15:guide>
        <p15:guide id="4" orient="horz" pos="3891">
          <p15:clr>
            <a:srgbClr val="F26B43"/>
          </p15:clr>
        </p15:guide>
        <p15:guide id="5" pos="690">
          <p15:clr>
            <a:srgbClr val="F26B43"/>
          </p15:clr>
        </p15:guide>
        <p15:guide id="7" pos="825">
          <p15:clr>
            <a:srgbClr val="F26B43"/>
          </p15:clr>
        </p15:guide>
        <p15:guide id="8" pos="1307">
          <p15:clr>
            <a:srgbClr val="F26B43"/>
          </p15:clr>
        </p15:guide>
        <p15:guide id="9" pos="1442">
          <p15:clr>
            <a:srgbClr val="F26B43"/>
          </p15:clr>
        </p15:guide>
        <p15:guide id="10" pos="1923">
          <p15:clr>
            <a:srgbClr val="F26B43"/>
          </p15:clr>
        </p15:guide>
        <p15:guide id="11" pos="2058">
          <p15:clr>
            <a:srgbClr val="F26B43"/>
          </p15:clr>
        </p15:guide>
        <p15:guide id="12" pos="2540">
          <p15:clr>
            <a:srgbClr val="F26B43"/>
          </p15:clr>
        </p15:guide>
        <p15:guide id="13" pos="2675">
          <p15:clr>
            <a:srgbClr val="F26B43"/>
          </p15:clr>
        </p15:guide>
        <p15:guide id="14" pos="3156">
          <p15:clr>
            <a:srgbClr val="F26B43"/>
          </p15:clr>
        </p15:guide>
        <p15:guide id="15" pos="3293">
          <p15:clr>
            <a:srgbClr val="F26B43"/>
          </p15:clr>
        </p15:guide>
        <p15:guide id="16" pos="3773">
          <p15:clr>
            <a:srgbClr val="F26B43"/>
          </p15:clr>
        </p15:guide>
        <p15:guide id="17" pos="3909">
          <p15:clr>
            <a:srgbClr val="F26B43"/>
          </p15:clr>
        </p15:guide>
        <p15:guide id="18" pos="4389">
          <p15:clr>
            <a:srgbClr val="F26B43"/>
          </p15:clr>
        </p15:guide>
        <p15:guide id="19" pos="4526">
          <p15:clr>
            <a:srgbClr val="F26B43"/>
          </p15:clr>
        </p15:guide>
        <p15:guide id="20" pos="5006">
          <p15:clr>
            <a:srgbClr val="F26B43"/>
          </p15:clr>
        </p15:guide>
        <p15:guide id="21" pos="5142">
          <p15:clr>
            <a:srgbClr val="F26B43"/>
          </p15:clr>
        </p15:guide>
        <p15:guide id="22" pos="5622">
          <p15:clr>
            <a:srgbClr val="F26B43"/>
          </p15:clr>
        </p15:guide>
        <p15:guide id="23" pos="5759">
          <p15:clr>
            <a:srgbClr val="F26B43"/>
          </p15:clr>
        </p15:guide>
        <p15:guide id="24" pos="6239">
          <p15:clr>
            <a:srgbClr val="F26B43"/>
          </p15:clr>
        </p15:guide>
        <p15:guide id="25" pos="6375">
          <p15:clr>
            <a:srgbClr val="F26B43"/>
          </p15:clr>
        </p15:guide>
        <p15:guide id="26" pos="6857">
          <p15:clr>
            <a:srgbClr val="F26B43"/>
          </p15:clr>
        </p15:guide>
        <p15:guide id="27" pos="6992">
          <p15:clr>
            <a:srgbClr val="F26B43"/>
          </p15:clr>
        </p15:guide>
        <p15:guide id="28" orient="horz" pos="3473">
          <p15:clr>
            <a:srgbClr val="5ACBF0"/>
          </p15:clr>
        </p15:guide>
        <p15:guide id="29" orient="horz" pos="2411">
          <p15:clr>
            <a:srgbClr val="5ACBF0"/>
          </p15:clr>
        </p15:guide>
        <p15:guide id="30" orient="horz" pos="2277">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49.svg"/><Relationship Id="rId2" Type="http://schemas.openxmlformats.org/officeDocument/2006/relationships/image" Target="../media/image46.jpeg"/><Relationship Id="rId1" Type="http://schemas.openxmlformats.org/officeDocument/2006/relationships/slideLayout" Target="../slideLayouts/slideLayout133.xml"/><Relationship Id="rId6" Type="http://schemas.openxmlformats.org/officeDocument/2006/relationships/image" Target="../media/image22.png"/><Relationship Id="rId5" Type="http://schemas.openxmlformats.org/officeDocument/2006/relationships/image" Target="../media/image48.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slideLayout" Target="../slideLayouts/slideLayout19.xml"/><Relationship Id="rId7" Type="http://schemas.openxmlformats.org/officeDocument/2006/relationships/image" Target="../media/image53.svg"/><Relationship Id="rId2" Type="http://schemas.openxmlformats.org/officeDocument/2006/relationships/customXml" Target="../../customXml/item7.xml"/><Relationship Id="rId1" Type="http://schemas.openxmlformats.org/officeDocument/2006/relationships/customXml" Target="../../customXml/item16.xml"/><Relationship Id="rId6" Type="http://schemas.openxmlformats.org/officeDocument/2006/relationships/image" Target="../media/image52.png"/><Relationship Id="rId11" Type="http://schemas.openxmlformats.org/officeDocument/2006/relationships/image" Target="../media/image57.svg"/><Relationship Id="rId5" Type="http://schemas.openxmlformats.org/officeDocument/2006/relationships/image" Target="../media/image51.sv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svg"/></Relationships>
</file>

<file path=ppt/slides/_rels/slide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 Target="slide4.xml"/><Relationship Id="rId1" Type="http://schemas.openxmlformats.org/officeDocument/2006/relationships/slideLayout" Target="../slideLayouts/slideLayout58.xml"/><Relationship Id="rId4" Type="http://schemas.openxmlformats.org/officeDocument/2006/relationships/image" Target="../media/image58.svg"/></Relationships>
</file>

<file path=ppt/slides/_rels/slide4.xml.rels><?xml version="1.0" encoding="UTF-8" standalone="yes"?>
<Relationships xmlns="http://schemas.openxmlformats.org/package/2006/relationships"><Relationship Id="rId8" Type="http://schemas.openxmlformats.org/officeDocument/2006/relationships/image" Target="../media/image64.svg"/><Relationship Id="rId13" Type="http://schemas.openxmlformats.org/officeDocument/2006/relationships/image" Target="../media/image69.png"/><Relationship Id="rId3" Type="http://schemas.openxmlformats.org/officeDocument/2006/relationships/image" Target="../media/image1.png"/><Relationship Id="rId7" Type="http://schemas.openxmlformats.org/officeDocument/2006/relationships/image" Target="../media/image63.png"/><Relationship Id="rId12" Type="http://schemas.openxmlformats.org/officeDocument/2006/relationships/image" Target="../media/image68.svg"/><Relationship Id="rId17" Type="http://schemas.openxmlformats.org/officeDocument/2006/relationships/hyperlink" Target="https://new.abb.com/contact/form#cid_path=9AAC133417" TargetMode="External"/><Relationship Id="rId2" Type="http://schemas.openxmlformats.org/officeDocument/2006/relationships/image" Target="../media/image59.jpeg"/><Relationship Id="rId16" Type="http://schemas.openxmlformats.org/officeDocument/2006/relationships/image" Target="../media/image72.svg"/><Relationship Id="rId1" Type="http://schemas.openxmlformats.org/officeDocument/2006/relationships/slideLayout" Target="../slideLayouts/slideLayout133.xml"/><Relationship Id="rId6" Type="http://schemas.openxmlformats.org/officeDocument/2006/relationships/image" Target="../media/image62.svg"/><Relationship Id="rId11" Type="http://schemas.openxmlformats.org/officeDocument/2006/relationships/image" Target="../media/image67.png"/><Relationship Id="rId5" Type="http://schemas.openxmlformats.org/officeDocument/2006/relationships/image" Target="../media/image61.png"/><Relationship Id="rId15" Type="http://schemas.openxmlformats.org/officeDocument/2006/relationships/image" Target="../media/image71.png"/><Relationship Id="rId10" Type="http://schemas.openxmlformats.org/officeDocument/2006/relationships/image" Target="../media/image66.svg"/><Relationship Id="rId4" Type="http://schemas.openxmlformats.org/officeDocument/2006/relationships/image" Target="../media/image60.svg"/><Relationship Id="rId9" Type="http://schemas.openxmlformats.org/officeDocument/2006/relationships/image" Target="../media/image65.png"/><Relationship Id="rId14" Type="http://schemas.openxmlformats.org/officeDocument/2006/relationships/image" Target="../media/image70.svg"/></Relationships>
</file>

<file path=ppt/slides/_rels/slide5.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jpeg"/><Relationship Id="rId1" Type="http://schemas.openxmlformats.org/officeDocument/2006/relationships/slideLayout" Target="../slideLayouts/slideLayout133.xml"/><Relationship Id="rId4" Type="http://schemas.openxmlformats.org/officeDocument/2006/relationships/image" Target="../media/image75.jpeg"/></Relationships>
</file>

<file path=ppt/slides/_rels/slide6.xml.rels><?xml version="1.0" encoding="UTF-8" standalone="yes"?>
<Relationships xmlns="http://schemas.openxmlformats.org/package/2006/relationships"><Relationship Id="rId8" Type="http://schemas.openxmlformats.org/officeDocument/2006/relationships/image" Target="../media/image82.jpeg"/><Relationship Id="rId3" Type="http://schemas.openxmlformats.org/officeDocument/2006/relationships/image" Target="../media/image77.jpeg"/><Relationship Id="rId7" Type="http://schemas.openxmlformats.org/officeDocument/2006/relationships/image" Target="../media/image81.jpeg"/><Relationship Id="rId2" Type="http://schemas.openxmlformats.org/officeDocument/2006/relationships/image" Target="../media/image76.jpeg"/><Relationship Id="rId1" Type="http://schemas.openxmlformats.org/officeDocument/2006/relationships/slideLayout" Target="../slideLayouts/slideLayout58.xml"/><Relationship Id="rId6" Type="http://schemas.openxmlformats.org/officeDocument/2006/relationships/image" Target="../media/image80.jpeg"/><Relationship Id="rId11" Type="http://schemas.openxmlformats.org/officeDocument/2006/relationships/image" Target="../media/image85.jpeg"/><Relationship Id="rId5" Type="http://schemas.openxmlformats.org/officeDocument/2006/relationships/image" Target="../media/image79.jpeg"/><Relationship Id="rId10" Type="http://schemas.openxmlformats.org/officeDocument/2006/relationships/image" Target="../media/image84.jpeg"/><Relationship Id="rId4" Type="http://schemas.openxmlformats.org/officeDocument/2006/relationships/image" Target="../media/image78.jpeg"/><Relationship Id="rId9" Type="http://schemas.openxmlformats.org/officeDocument/2006/relationships/image" Target="../media/image83.jpeg"/></Relationships>
</file>

<file path=ppt/slides/_rels/slide7.xml.rels><?xml version="1.0" encoding="UTF-8" standalone="yes"?>
<Relationships xmlns="http://schemas.openxmlformats.org/package/2006/relationships"><Relationship Id="rId8" Type="http://schemas.openxmlformats.org/officeDocument/2006/relationships/image" Target="../media/image92.svg"/><Relationship Id="rId13" Type="http://schemas.openxmlformats.org/officeDocument/2006/relationships/image" Target="../media/image97.png"/><Relationship Id="rId18" Type="http://schemas.openxmlformats.org/officeDocument/2006/relationships/image" Target="../media/image102.svg"/><Relationship Id="rId26" Type="http://schemas.openxmlformats.org/officeDocument/2006/relationships/image" Target="../media/image110.svg"/><Relationship Id="rId3" Type="http://schemas.openxmlformats.org/officeDocument/2006/relationships/image" Target="../media/image87.jpeg"/><Relationship Id="rId21" Type="http://schemas.openxmlformats.org/officeDocument/2006/relationships/image" Target="../media/image105.png"/><Relationship Id="rId7" Type="http://schemas.openxmlformats.org/officeDocument/2006/relationships/image" Target="../media/image91.png"/><Relationship Id="rId12" Type="http://schemas.openxmlformats.org/officeDocument/2006/relationships/image" Target="../media/image96.svg"/><Relationship Id="rId17" Type="http://schemas.openxmlformats.org/officeDocument/2006/relationships/image" Target="../media/image101.png"/><Relationship Id="rId25" Type="http://schemas.openxmlformats.org/officeDocument/2006/relationships/image" Target="../media/image109.png"/><Relationship Id="rId2" Type="http://schemas.openxmlformats.org/officeDocument/2006/relationships/image" Target="../media/image86.jpeg"/><Relationship Id="rId16" Type="http://schemas.openxmlformats.org/officeDocument/2006/relationships/image" Target="../media/image100.svg"/><Relationship Id="rId20" Type="http://schemas.openxmlformats.org/officeDocument/2006/relationships/image" Target="../media/image104.svg"/><Relationship Id="rId29" Type="http://schemas.openxmlformats.org/officeDocument/2006/relationships/image" Target="../media/image113.png"/><Relationship Id="rId1" Type="http://schemas.openxmlformats.org/officeDocument/2006/relationships/slideLayout" Target="../slideLayouts/slideLayout58.xml"/><Relationship Id="rId6" Type="http://schemas.openxmlformats.org/officeDocument/2006/relationships/image" Target="../media/image90.svg"/><Relationship Id="rId11" Type="http://schemas.openxmlformats.org/officeDocument/2006/relationships/image" Target="../media/image95.png"/><Relationship Id="rId24" Type="http://schemas.openxmlformats.org/officeDocument/2006/relationships/image" Target="../media/image108.svg"/><Relationship Id="rId32" Type="http://schemas.openxmlformats.org/officeDocument/2006/relationships/image" Target="../media/image116.svg"/><Relationship Id="rId5" Type="http://schemas.openxmlformats.org/officeDocument/2006/relationships/image" Target="../media/image89.png"/><Relationship Id="rId15" Type="http://schemas.openxmlformats.org/officeDocument/2006/relationships/image" Target="../media/image99.png"/><Relationship Id="rId23" Type="http://schemas.openxmlformats.org/officeDocument/2006/relationships/image" Target="../media/image107.png"/><Relationship Id="rId28" Type="http://schemas.openxmlformats.org/officeDocument/2006/relationships/image" Target="../media/image112.svg"/><Relationship Id="rId10" Type="http://schemas.openxmlformats.org/officeDocument/2006/relationships/image" Target="../media/image94.svg"/><Relationship Id="rId19" Type="http://schemas.openxmlformats.org/officeDocument/2006/relationships/image" Target="../media/image103.png"/><Relationship Id="rId31" Type="http://schemas.openxmlformats.org/officeDocument/2006/relationships/image" Target="../media/image115.png"/><Relationship Id="rId4" Type="http://schemas.openxmlformats.org/officeDocument/2006/relationships/image" Target="../media/image88.jpeg"/><Relationship Id="rId9" Type="http://schemas.openxmlformats.org/officeDocument/2006/relationships/image" Target="../media/image93.png"/><Relationship Id="rId14" Type="http://schemas.openxmlformats.org/officeDocument/2006/relationships/image" Target="../media/image98.svg"/><Relationship Id="rId22" Type="http://schemas.openxmlformats.org/officeDocument/2006/relationships/image" Target="../media/image106.svg"/><Relationship Id="rId27" Type="http://schemas.openxmlformats.org/officeDocument/2006/relationships/image" Target="../media/image111.png"/><Relationship Id="rId30" Type="http://schemas.openxmlformats.org/officeDocument/2006/relationships/image" Target="../media/image114.svg"/></Relationships>
</file>

<file path=ppt/slides/_rels/slide8.xml.rels><?xml version="1.0" encoding="UTF-8" standalone="yes"?>
<Relationships xmlns="http://schemas.openxmlformats.org/package/2006/relationships"><Relationship Id="rId8" Type="http://schemas.openxmlformats.org/officeDocument/2006/relationships/image" Target="../media/image60.svg"/><Relationship Id="rId13" Type="http://schemas.openxmlformats.org/officeDocument/2006/relationships/image" Target="../media/image123.png"/><Relationship Id="rId3" Type="http://schemas.openxmlformats.org/officeDocument/2006/relationships/notesSlide" Target="../notesSlides/notesSlide1.xml"/><Relationship Id="rId7" Type="http://schemas.openxmlformats.org/officeDocument/2006/relationships/image" Target="../media/image1.png"/><Relationship Id="rId12" Type="http://schemas.openxmlformats.org/officeDocument/2006/relationships/image" Target="../media/image122.svg"/><Relationship Id="rId2" Type="http://schemas.openxmlformats.org/officeDocument/2006/relationships/slideLayout" Target="../slideLayouts/slideLayout133.xml"/><Relationship Id="rId16" Type="http://schemas.openxmlformats.org/officeDocument/2006/relationships/image" Target="../media/image126.svg"/><Relationship Id="rId1" Type="http://schemas.openxmlformats.org/officeDocument/2006/relationships/tags" Target="../tags/tag79.xml"/><Relationship Id="rId6" Type="http://schemas.openxmlformats.org/officeDocument/2006/relationships/image" Target="../media/image118.jpeg"/><Relationship Id="rId11" Type="http://schemas.openxmlformats.org/officeDocument/2006/relationships/image" Target="../media/image121.png"/><Relationship Id="rId5" Type="http://schemas.openxmlformats.org/officeDocument/2006/relationships/image" Target="../media/image117.emf"/><Relationship Id="rId15" Type="http://schemas.openxmlformats.org/officeDocument/2006/relationships/image" Target="../media/image125.png"/><Relationship Id="rId10" Type="http://schemas.openxmlformats.org/officeDocument/2006/relationships/image" Target="../media/image120.svg"/><Relationship Id="rId4" Type="http://schemas.openxmlformats.org/officeDocument/2006/relationships/oleObject" Target="../embeddings/oleObject78.bin"/><Relationship Id="rId9" Type="http://schemas.openxmlformats.org/officeDocument/2006/relationships/image" Target="../media/image119.png"/><Relationship Id="rId14" Type="http://schemas.openxmlformats.org/officeDocument/2006/relationships/image" Target="../media/image124.svg"/></Relationships>
</file>

<file path=ppt/slides/_rels/slide9.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jpeg"/><Relationship Id="rId1" Type="http://schemas.openxmlformats.org/officeDocument/2006/relationships/slideLayout" Target="../slideLayouts/slideLayout97.xml"/><Relationship Id="rId6" Type="http://schemas.openxmlformats.org/officeDocument/2006/relationships/image" Target="../media/image60.svg"/><Relationship Id="rId5" Type="http://schemas.openxmlformats.org/officeDocument/2006/relationships/image" Target="../media/image1.png"/><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151.xml"/><Relationship Id="rId1" Type="http://schemas.openxmlformats.org/officeDocument/2006/relationships/tags" Target="../tags/tag80.xml"/><Relationship Id="rId5" Type="http://schemas.openxmlformats.org/officeDocument/2006/relationships/image" Target="../media/image129.jpeg"/><Relationship Id="rId4" Type="http://schemas.openxmlformats.org/officeDocument/2006/relationships/image" Target="../media/image20.emf"/></Relationships>
</file>

<file path=ppt/slides/_rels/slide11.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130.jpe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5.xml"/><Relationship Id="rId6" Type="http://schemas.openxmlformats.org/officeDocument/2006/relationships/image" Target="../media/image133.jpeg"/><Relationship Id="rId5" Type="http://schemas.openxmlformats.org/officeDocument/2006/relationships/image" Target="../media/image132.jpeg"/><Relationship Id="rId4" Type="http://schemas.openxmlformats.org/officeDocument/2006/relationships/image" Target="../media/image131.jpeg"/></Relationships>
</file>

<file path=ppt/slides/_rels/slide12.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42.svg"/><Relationship Id="rId3" Type="http://schemas.openxmlformats.org/officeDocument/2006/relationships/image" Target="../media/image134.jpeg"/><Relationship Id="rId7" Type="http://schemas.openxmlformats.org/officeDocument/2006/relationships/image" Target="../media/image136.svg"/><Relationship Id="rId12" Type="http://schemas.openxmlformats.org/officeDocument/2006/relationships/image" Target="../media/image141.png"/><Relationship Id="rId2" Type="http://schemas.openxmlformats.org/officeDocument/2006/relationships/slideLayout" Target="../slideLayouts/slideLayout97.xml"/><Relationship Id="rId1" Type="http://schemas.openxmlformats.org/officeDocument/2006/relationships/tags" Target="../tags/tag81.xml"/><Relationship Id="rId6" Type="http://schemas.openxmlformats.org/officeDocument/2006/relationships/image" Target="../media/image135.png"/><Relationship Id="rId11" Type="http://schemas.openxmlformats.org/officeDocument/2006/relationships/image" Target="../media/image140.svg"/><Relationship Id="rId5" Type="http://schemas.openxmlformats.org/officeDocument/2006/relationships/image" Target="../media/image2.svg"/><Relationship Id="rId10" Type="http://schemas.openxmlformats.org/officeDocument/2006/relationships/image" Target="../media/image139.png"/><Relationship Id="rId4" Type="http://schemas.openxmlformats.org/officeDocument/2006/relationships/image" Target="../media/image1.png"/><Relationship Id="rId9" Type="http://schemas.openxmlformats.org/officeDocument/2006/relationships/image" Target="../media/image138.svg"/></Relationships>
</file>

<file path=ppt/slides/_rels/slide13.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image" Target="../media/image144.png"/><Relationship Id="rId7" Type="http://schemas.openxmlformats.org/officeDocument/2006/relationships/image" Target="../media/image148.png"/><Relationship Id="rId2" Type="http://schemas.openxmlformats.org/officeDocument/2006/relationships/image" Target="../media/image143.jpeg"/><Relationship Id="rId1" Type="http://schemas.openxmlformats.org/officeDocument/2006/relationships/slideLayout" Target="../slideLayouts/slideLayout75.xml"/><Relationship Id="rId6" Type="http://schemas.openxmlformats.org/officeDocument/2006/relationships/image" Target="../media/image147.png"/><Relationship Id="rId11" Type="http://schemas.openxmlformats.org/officeDocument/2006/relationships/image" Target="../media/image152.jpeg"/><Relationship Id="rId5" Type="http://schemas.openxmlformats.org/officeDocument/2006/relationships/image" Target="../media/image146.png"/><Relationship Id="rId10" Type="http://schemas.openxmlformats.org/officeDocument/2006/relationships/image" Target="../media/image151.jpeg"/><Relationship Id="rId4" Type="http://schemas.openxmlformats.org/officeDocument/2006/relationships/image" Target="../media/image145.png"/><Relationship Id="rId9" Type="http://schemas.openxmlformats.org/officeDocument/2006/relationships/image" Target="../media/image150.png"/></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 Target="slide4.xml"/><Relationship Id="rId1" Type="http://schemas.openxmlformats.org/officeDocument/2006/relationships/slideLayout" Target="../slideLayouts/slideLayout58.xml"/><Relationship Id="rId4" Type="http://schemas.openxmlformats.org/officeDocument/2006/relationships/image" Target="../media/image53.svg"/></Relationships>
</file>

<file path=ppt/slides/_rels/slide15.xml.rels><?xml version="1.0" encoding="UTF-8" standalone="yes"?>
<Relationships xmlns="http://schemas.openxmlformats.org/package/2006/relationships"><Relationship Id="rId8" Type="http://schemas.openxmlformats.org/officeDocument/2006/relationships/image" Target="../media/image159.svg"/><Relationship Id="rId13" Type="http://schemas.openxmlformats.org/officeDocument/2006/relationships/image" Target="../media/image164.png"/><Relationship Id="rId18" Type="http://schemas.openxmlformats.org/officeDocument/2006/relationships/image" Target="../media/image169.svg"/><Relationship Id="rId3" Type="http://schemas.openxmlformats.org/officeDocument/2006/relationships/image" Target="../media/image154.svg"/><Relationship Id="rId7" Type="http://schemas.openxmlformats.org/officeDocument/2006/relationships/image" Target="../media/image158.png"/><Relationship Id="rId12" Type="http://schemas.openxmlformats.org/officeDocument/2006/relationships/image" Target="../media/image163.svg"/><Relationship Id="rId17" Type="http://schemas.openxmlformats.org/officeDocument/2006/relationships/image" Target="../media/image168.png"/><Relationship Id="rId2" Type="http://schemas.openxmlformats.org/officeDocument/2006/relationships/image" Target="../media/image153.png"/><Relationship Id="rId16" Type="http://schemas.openxmlformats.org/officeDocument/2006/relationships/image" Target="../media/image167.svg"/><Relationship Id="rId20" Type="http://schemas.openxmlformats.org/officeDocument/2006/relationships/image" Target="../media/image170.svg"/><Relationship Id="rId1" Type="http://schemas.openxmlformats.org/officeDocument/2006/relationships/slideLayout" Target="../slideLayouts/slideLayout32.xml"/><Relationship Id="rId6" Type="http://schemas.openxmlformats.org/officeDocument/2006/relationships/image" Target="../media/image157.svg"/><Relationship Id="rId11" Type="http://schemas.openxmlformats.org/officeDocument/2006/relationships/image" Target="../media/image162.png"/><Relationship Id="rId5" Type="http://schemas.openxmlformats.org/officeDocument/2006/relationships/image" Target="../media/image156.png"/><Relationship Id="rId15" Type="http://schemas.openxmlformats.org/officeDocument/2006/relationships/image" Target="../media/image166.png"/><Relationship Id="rId10" Type="http://schemas.openxmlformats.org/officeDocument/2006/relationships/image" Target="../media/image161.svg"/><Relationship Id="rId19" Type="http://schemas.openxmlformats.org/officeDocument/2006/relationships/image" Target="../media/image135.png"/><Relationship Id="rId4" Type="http://schemas.openxmlformats.org/officeDocument/2006/relationships/image" Target="../media/image155.png"/><Relationship Id="rId9" Type="http://schemas.openxmlformats.org/officeDocument/2006/relationships/image" Target="../media/image160.png"/><Relationship Id="rId14" Type="http://schemas.openxmlformats.org/officeDocument/2006/relationships/image" Target="../media/image165.svg"/></Relationships>
</file>

<file path=ppt/slides/_rels/slide16.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svg"/><Relationship Id="rId3" Type="http://schemas.openxmlformats.org/officeDocument/2006/relationships/image" Target="../media/image171.jpeg"/><Relationship Id="rId7" Type="http://schemas.openxmlformats.org/officeDocument/2006/relationships/image" Target="../media/image175.svg"/><Relationship Id="rId12" Type="http://schemas.openxmlformats.org/officeDocument/2006/relationships/image" Target="../media/image180.png"/><Relationship Id="rId2" Type="http://schemas.openxmlformats.org/officeDocument/2006/relationships/notesSlide" Target="../notesSlides/notesSlide3.xml"/><Relationship Id="rId1" Type="http://schemas.openxmlformats.org/officeDocument/2006/relationships/slideLayout" Target="../slideLayouts/slideLayout57.xml"/><Relationship Id="rId6" Type="http://schemas.openxmlformats.org/officeDocument/2006/relationships/image" Target="../media/image174.png"/><Relationship Id="rId11" Type="http://schemas.openxmlformats.org/officeDocument/2006/relationships/image" Target="../media/image179.svg"/><Relationship Id="rId5" Type="http://schemas.openxmlformats.org/officeDocument/2006/relationships/image" Target="../media/image173.sv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svg"/></Relationships>
</file>

<file path=ppt/slides/_rels/slide17.xml.rels><?xml version="1.0" encoding="UTF-8" standalone="yes"?>
<Relationships xmlns="http://schemas.openxmlformats.org/package/2006/relationships"><Relationship Id="rId8" Type="http://schemas.openxmlformats.org/officeDocument/2006/relationships/image" Target="../media/image184.svg"/><Relationship Id="rId3" Type="http://schemas.openxmlformats.org/officeDocument/2006/relationships/hyperlink" Target="https://search.abb.com/library/Download.aspx?DocumentID=9AKK108468A5573&amp;LanguageCode=en&amp;DocumentPartId=&amp;Action=Launch" TargetMode="External"/><Relationship Id="rId7" Type="http://schemas.openxmlformats.org/officeDocument/2006/relationships/image" Target="../media/image183.png"/><Relationship Id="rId2" Type="http://schemas.openxmlformats.org/officeDocument/2006/relationships/image" Target="../media/image182.png"/><Relationship Id="rId1" Type="http://schemas.openxmlformats.org/officeDocument/2006/relationships/slideLayout" Target="../slideLayouts/slideLayout57.xml"/><Relationship Id="rId6" Type="http://schemas.openxmlformats.org/officeDocument/2006/relationships/hyperlink" Target="https://search.abb.com/library/Download.aspx?DocumentID=9AKK108468A5576&amp;LanguageCode=en&amp;DocumentPartId=&amp;Action=Launch" TargetMode="External"/><Relationship Id="rId5" Type="http://schemas.openxmlformats.org/officeDocument/2006/relationships/hyperlink" Target="https://search.abb.com/library/Download.aspx?DocumentID=9AKK108468A5574&amp;LanguageCode=en&amp;DocumentPartId=&amp;Action=Launch" TargetMode="External"/><Relationship Id="rId4" Type="http://schemas.openxmlformats.org/officeDocument/2006/relationships/hyperlink" Target="https://search.abb.com/library/Download.aspx?DocumentID=9AKK108468A5575&amp;LanguageCode=en&amp;DocumentPartId=&amp;Action=Launch"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189.png"/><Relationship Id="rId13" Type="http://schemas.openxmlformats.org/officeDocument/2006/relationships/image" Target="../media/image194.svg"/><Relationship Id="rId3" Type="http://schemas.openxmlformats.org/officeDocument/2006/relationships/image" Target="../media/image185.png"/><Relationship Id="rId7" Type="http://schemas.openxmlformats.org/officeDocument/2006/relationships/image" Target="../media/image188.svg"/><Relationship Id="rId12" Type="http://schemas.openxmlformats.org/officeDocument/2006/relationships/image" Target="../media/image193.png"/><Relationship Id="rId2" Type="http://schemas.openxmlformats.org/officeDocument/2006/relationships/notesSlide" Target="../notesSlides/notesSlide4.xml"/><Relationship Id="rId1" Type="http://schemas.openxmlformats.org/officeDocument/2006/relationships/slideLayout" Target="../slideLayouts/slideLayout58.xml"/><Relationship Id="rId6" Type="http://schemas.openxmlformats.org/officeDocument/2006/relationships/image" Target="../media/image187.png"/><Relationship Id="rId11" Type="http://schemas.openxmlformats.org/officeDocument/2006/relationships/image" Target="../media/image192.svg"/><Relationship Id="rId5" Type="http://schemas.openxmlformats.org/officeDocument/2006/relationships/image" Target="../media/image186.jpeg"/><Relationship Id="rId15" Type="http://schemas.openxmlformats.org/officeDocument/2006/relationships/image" Target="../media/image196.svg"/><Relationship Id="rId10" Type="http://schemas.openxmlformats.org/officeDocument/2006/relationships/image" Target="../media/image191.png"/><Relationship Id="rId4" Type="http://schemas.microsoft.com/office/2007/relationships/hdphoto" Target="../media/hdphoto1.wdp"/><Relationship Id="rId9" Type="http://schemas.openxmlformats.org/officeDocument/2006/relationships/image" Target="../media/image190.svg"/><Relationship Id="rId14" Type="http://schemas.openxmlformats.org/officeDocument/2006/relationships/image" Target="../media/image19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 Target="slide4.xml"/><Relationship Id="rId1" Type="http://schemas.openxmlformats.org/officeDocument/2006/relationships/slideLayout" Target="../slideLayouts/slideLayout58.xml"/><Relationship Id="rId4" Type="http://schemas.openxmlformats.org/officeDocument/2006/relationships/image" Target="../media/image55.svg"/></Relationships>
</file>

<file path=ppt/slides/_rels/slide21.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slideLayout" Target="../slideLayouts/slideLayout19.xml"/><Relationship Id="rId7" Type="http://schemas.openxmlformats.org/officeDocument/2006/relationships/image" Target="../media/image199.svg"/><Relationship Id="rId2" Type="http://schemas.openxmlformats.org/officeDocument/2006/relationships/customXml" Target="../../customXml/item2.xml"/><Relationship Id="rId1" Type="http://schemas.openxmlformats.org/officeDocument/2006/relationships/customXml" Target="../../customXml/item4.xml"/><Relationship Id="rId6" Type="http://schemas.openxmlformats.org/officeDocument/2006/relationships/image" Target="../media/image198.png"/><Relationship Id="rId11" Type="http://schemas.openxmlformats.org/officeDocument/2006/relationships/image" Target="../media/image203.svg"/><Relationship Id="rId5" Type="http://schemas.openxmlformats.org/officeDocument/2006/relationships/image" Target="../media/image197.jpeg"/><Relationship Id="rId10" Type="http://schemas.openxmlformats.org/officeDocument/2006/relationships/image" Target="../media/image202.png"/><Relationship Id="rId4" Type="http://schemas.openxmlformats.org/officeDocument/2006/relationships/notesSlide" Target="../notesSlides/notesSlide6.xml"/><Relationship Id="rId9" Type="http://schemas.openxmlformats.org/officeDocument/2006/relationships/image" Target="../media/image201.svg"/></Relationships>
</file>

<file path=ppt/slides/_rels/slide22.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slideLayout" Target="../slideLayouts/slideLayout19.xml"/><Relationship Id="rId7" Type="http://schemas.openxmlformats.org/officeDocument/2006/relationships/image" Target="../media/image199.svg"/><Relationship Id="rId2" Type="http://schemas.openxmlformats.org/officeDocument/2006/relationships/customXml" Target="../../customXml/item25.xml"/><Relationship Id="rId1" Type="http://schemas.openxmlformats.org/officeDocument/2006/relationships/customXml" Target="../../customXml/item13.xml"/><Relationship Id="rId6" Type="http://schemas.openxmlformats.org/officeDocument/2006/relationships/image" Target="../media/image198.png"/><Relationship Id="rId11" Type="http://schemas.openxmlformats.org/officeDocument/2006/relationships/image" Target="../media/image203.svg"/><Relationship Id="rId5" Type="http://schemas.openxmlformats.org/officeDocument/2006/relationships/image" Target="../media/image204.png"/><Relationship Id="rId10" Type="http://schemas.openxmlformats.org/officeDocument/2006/relationships/image" Target="../media/image202.png"/><Relationship Id="rId4" Type="http://schemas.openxmlformats.org/officeDocument/2006/relationships/notesSlide" Target="../notesSlides/notesSlide7.xml"/><Relationship Id="rId9" Type="http://schemas.openxmlformats.org/officeDocument/2006/relationships/image" Target="../media/image201.svg"/></Relationships>
</file>

<file path=ppt/slides/_rels/slide23.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slideLayout" Target="../slideLayouts/slideLayout19.xml"/><Relationship Id="rId7" Type="http://schemas.openxmlformats.org/officeDocument/2006/relationships/image" Target="../media/image199.svg"/><Relationship Id="rId2" Type="http://schemas.openxmlformats.org/officeDocument/2006/relationships/customXml" Target="../../customXml/item18.xml"/><Relationship Id="rId1" Type="http://schemas.openxmlformats.org/officeDocument/2006/relationships/customXml" Target="../../customXml/item26.xml"/><Relationship Id="rId6" Type="http://schemas.openxmlformats.org/officeDocument/2006/relationships/image" Target="../media/image198.png"/><Relationship Id="rId11" Type="http://schemas.openxmlformats.org/officeDocument/2006/relationships/image" Target="../media/image203.svg"/><Relationship Id="rId5" Type="http://schemas.openxmlformats.org/officeDocument/2006/relationships/image" Target="../media/image205.png"/><Relationship Id="rId10" Type="http://schemas.openxmlformats.org/officeDocument/2006/relationships/image" Target="../media/image202.png"/><Relationship Id="rId4" Type="http://schemas.openxmlformats.org/officeDocument/2006/relationships/notesSlide" Target="../notesSlides/notesSlide8.xml"/><Relationship Id="rId9" Type="http://schemas.openxmlformats.org/officeDocument/2006/relationships/image" Target="../media/image201.svg"/></Relationships>
</file>

<file path=ppt/slides/_rels/slide24.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slideLayout" Target="../slideLayouts/slideLayout19.xml"/><Relationship Id="rId7" Type="http://schemas.openxmlformats.org/officeDocument/2006/relationships/image" Target="../media/image199.svg"/><Relationship Id="rId2" Type="http://schemas.openxmlformats.org/officeDocument/2006/relationships/customXml" Target="../../customXml/item14.xml"/><Relationship Id="rId1" Type="http://schemas.openxmlformats.org/officeDocument/2006/relationships/customXml" Target="../../customXml/item12.xml"/><Relationship Id="rId6" Type="http://schemas.openxmlformats.org/officeDocument/2006/relationships/image" Target="../media/image198.png"/><Relationship Id="rId11" Type="http://schemas.openxmlformats.org/officeDocument/2006/relationships/image" Target="../media/image203.svg"/><Relationship Id="rId5" Type="http://schemas.openxmlformats.org/officeDocument/2006/relationships/image" Target="../media/image206.png"/><Relationship Id="rId10" Type="http://schemas.openxmlformats.org/officeDocument/2006/relationships/image" Target="../media/image202.png"/><Relationship Id="rId4" Type="http://schemas.openxmlformats.org/officeDocument/2006/relationships/notesSlide" Target="../notesSlides/notesSlide9.xml"/><Relationship Id="rId9" Type="http://schemas.openxmlformats.org/officeDocument/2006/relationships/image" Target="../media/image201.svg"/></Relationships>
</file>

<file path=ppt/slides/_rels/slide25.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slideLayout" Target="../slideLayouts/slideLayout19.xml"/><Relationship Id="rId7" Type="http://schemas.openxmlformats.org/officeDocument/2006/relationships/image" Target="../media/image199.svg"/><Relationship Id="rId2" Type="http://schemas.openxmlformats.org/officeDocument/2006/relationships/customXml" Target="../../customXml/item30.xml"/><Relationship Id="rId1" Type="http://schemas.openxmlformats.org/officeDocument/2006/relationships/customXml" Target="../../customXml/item10.xml"/><Relationship Id="rId6" Type="http://schemas.openxmlformats.org/officeDocument/2006/relationships/image" Target="../media/image198.png"/><Relationship Id="rId11" Type="http://schemas.openxmlformats.org/officeDocument/2006/relationships/image" Target="../media/image203.svg"/><Relationship Id="rId5" Type="http://schemas.openxmlformats.org/officeDocument/2006/relationships/image" Target="../media/image207.png"/><Relationship Id="rId10" Type="http://schemas.openxmlformats.org/officeDocument/2006/relationships/image" Target="../media/image202.png"/><Relationship Id="rId4" Type="http://schemas.openxmlformats.org/officeDocument/2006/relationships/notesSlide" Target="../notesSlides/notesSlide10.xml"/><Relationship Id="rId9" Type="http://schemas.openxmlformats.org/officeDocument/2006/relationships/image" Target="../media/image201.svg"/></Relationships>
</file>

<file path=ppt/slides/_rels/slide26.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slideLayout" Target="../slideLayouts/slideLayout19.xml"/><Relationship Id="rId7" Type="http://schemas.openxmlformats.org/officeDocument/2006/relationships/image" Target="../media/image199.svg"/><Relationship Id="rId2" Type="http://schemas.openxmlformats.org/officeDocument/2006/relationships/customXml" Target="../../customXml/item9.xml"/><Relationship Id="rId1" Type="http://schemas.openxmlformats.org/officeDocument/2006/relationships/customXml" Target="../../customXml/item27.xml"/><Relationship Id="rId6" Type="http://schemas.openxmlformats.org/officeDocument/2006/relationships/image" Target="../media/image198.png"/><Relationship Id="rId11" Type="http://schemas.openxmlformats.org/officeDocument/2006/relationships/image" Target="../media/image203.svg"/><Relationship Id="rId5" Type="http://schemas.openxmlformats.org/officeDocument/2006/relationships/image" Target="../media/image208.png"/><Relationship Id="rId10" Type="http://schemas.openxmlformats.org/officeDocument/2006/relationships/image" Target="../media/image202.png"/><Relationship Id="rId4" Type="http://schemas.openxmlformats.org/officeDocument/2006/relationships/notesSlide" Target="../notesSlides/notesSlide11.xml"/><Relationship Id="rId9" Type="http://schemas.openxmlformats.org/officeDocument/2006/relationships/image" Target="../media/image201.svg"/></Relationships>
</file>

<file path=ppt/slides/_rels/slide27.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slideLayout" Target="../slideLayouts/slideLayout19.xml"/><Relationship Id="rId7" Type="http://schemas.openxmlformats.org/officeDocument/2006/relationships/image" Target="../media/image199.svg"/><Relationship Id="rId2" Type="http://schemas.openxmlformats.org/officeDocument/2006/relationships/customXml" Target="../../customXml/item1.xml"/><Relationship Id="rId1" Type="http://schemas.openxmlformats.org/officeDocument/2006/relationships/customXml" Target="../../customXml/item21.xml"/><Relationship Id="rId6" Type="http://schemas.openxmlformats.org/officeDocument/2006/relationships/image" Target="../media/image198.png"/><Relationship Id="rId11" Type="http://schemas.openxmlformats.org/officeDocument/2006/relationships/image" Target="../media/image203.svg"/><Relationship Id="rId5" Type="http://schemas.openxmlformats.org/officeDocument/2006/relationships/image" Target="../media/image209.png"/><Relationship Id="rId10" Type="http://schemas.openxmlformats.org/officeDocument/2006/relationships/image" Target="../media/image202.png"/><Relationship Id="rId4" Type="http://schemas.openxmlformats.org/officeDocument/2006/relationships/notesSlide" Target="../notesSlides/notesSlide12.xml"/><Relationship Id="rId9" Type="http://schemas.openxmlformats.org/officeDocument/2006/relationships/image" Target="../media/image201.svg"/></Relationships>
</file>

<file path=ppt/slides/_rels/slide28.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slideLayout" Target="../slideLayouts/slideLayout19.xml"/><Relationship Id="rId7" Type="http://schemas.openxmlformats.org/officeDocument/2006/relationships/image" Target="../media/image199.svg"/><Relationship Id="rId2" Type="http://schemas.openxmlformats.org/officeDocument/2006/relationships/customXml" Target="../../customXml/item24.xml"/><Relationship Id="rId1" Type="http://schemas.openxmlformats.org/officeDocument/2006/relationships/customXml" Target="../../customXml/item19.xml"/><Relationship Id="rId6" Type="http://schemas.openxmlformats.org/officeDocument/2006/relationships/image" Target="../media/image198.png"/><Relationship Id="rId11" Type="http://schemas.openxmlformats.org/officeDocument/2006/relationships/image" Target="../media/image203.svg"/><Relationship Id="rId5" Type="http://schemas.openxmlformats.org/officeDocument/2006/relationships/image" Target="../media/image210.jpeg"/><Relationship Id="rId10" Type="http://schemas.openxmlformats.org/officeDocument/2006/relationships/image" Target="../media/image202.png"/><Relationship Id="rId4" Type="http://schemas.openxmlformats.org/officeDocument/2006/relationships/notesSlide" Target="../notesSlides/notesSlide13.xml"/><Relationship Id="rId9" Type="http://schemas.openxmlformats.org/officeDocument/2006/relationships/image" Target="../media/image201.svg"/></Relationships>
</file>

<file path=ppt/slides/_rels/slide29.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slideLayout" Target="../slideLayouts/slideLayout19.xml"/><Relationship Id="rId7" Type="http://schemas.openxmlformats.org/officeDocument/2006/relationships/image" Target="../media/image199.svg"/><Relationship Id="rId2" Type="http://schemas.openxmlformats.org/officeDocument/2006/relationships/customXml" Target="../../customXml/item6.xml"/><Relationship Id="rId1" Type="http://schemas.openxmlformats.org/officeDocument/2006/relationships/customXml" Target="../../customXml/item23.xml"/><Relationship Id="rId6" Type="http://schemas.openxmlformats.org/officeDocument/2006/relationships/image" Target="../media/image198.png"/><Relationship Id="rId11" Type="http://schemas.openxmlformats.org/officeDocument/2006/relationships/image" Target="../media/image203.svg"/><Relationship Id="rId5" Type="http://schemas.openxmlformats.org/officeDocument/2006/relationships/image" Target="../media/image211.jpeg"/><Relationship Id="rId10" Type="http://schemas.openxmlformats.org/officeDocument/2006/relationships/image" Target="../media/image202.png"/><Relationship Id="rId4" Type="http://schemas.openxmlformats.org/officeDocument/2006/relationships/notesSlide" Target="../notesSlides/notesSlide14.xml"/><Relationship Id="rId9" Type="http://schemas.openxmlformats.org/officeDocument/2006/relationships/image" Target="../media/image201.svg"/></Relationships>
</file>

<file path=ppt/slides/_rels/slide30.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slideLayout" Target="../slideLayouts/slideLayout19.xml"/><Relationship Id="rId7" Type="http://schemas.openxmlformats.org/officeDocument/2006/relationships/image" Target="../media/image199.svg"/><Relationship Id="rId2" Type="http://schemas.openxmlformats.org/officeDocument/2006/relationships/customXml" Target="../../customXml/item11.xml"/><Relationship Id="rId1" Type="http://schemas.openxmlformats.org/officeDocument/2006/relationships/customXml" Target="../../customXml/item15.xml"/><Relationship Id="rId6" Type="http://schemas.openxmlformats.org/officeDocument/2006/relationships/image" Target="../media/image198.png"/><Relationship Id="rId11" Type="http://schemas.openxmlformats.org/officeDocument/2006/relationships/image" Target="../media/image203.svg"/><Relationship Id="rId5" Type="http://schemas.openxmlformats.org/officeDocument/2006/relationships/image" Target="../media/image212.jpeg"/><Relationship Id="rId10" Type="http://schemas.openxmlformats.org/officeDocument/2006/relationships/image" Target="../media/image202.png"/><Relationship Id="rId4" Type="http://schemas.openxmlformats.org/officeDocument/2006/relationships/notesSlide" Target="../notesSlides/notesSlide15.xml"/><Relationship Id="rId9" Type="http://schemas.openxmlformats.org/officeDocument/2006/relationships/image" Target="../media/image201.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32.xml.rels><?xml version="1.0" encoding="UTF-8" standalone="yes"?>
<Relationships xmlns="http://schemas.openxmlformats.org/package/2006/relationships"><Relationship Id="rId8" Type="http://schemas.openxmlformats.org/officeDocument/2006/relationships/image" Target="../media/image215.svg"/><Relationship Id="rId13" Type="http://schemas.openxmlformats.org/officeDocument/2006/relationships/hyperlink" Target="https://indd.adobe.com/view/65559435-cd38-408c-87bd-3705fbc1563b" TargetMode="External"/><Relationship Id="rId3" Type="http://schemas.openxmlformats.org/officeDocument/2006/relationships/slideLayout" Target="../slideLayouts/slideLayout209.xml"/><Relationship Id="rId7" Type="http://schemas.openxmlformats.org/officeDocument/2006/relationships/image" Target="../media/image214.png"/><Relationship Id="rId12" Type="http://schemas.openxmlformats.org/officeDocument/2006/relationships/image" Target="../media/image60.svg"/><Relationship Id="rId2" Type="http://schemas.openxmlformats.org/officeDocument/2006/relationships/customXml" Target="../../customXml/item20.xml"/><Relationship Id="rId1" Type="http://schemas.openxmlformats.org/officeDocument/2006/relationships/customXml" Target="../../customXml/item29.xml"/><Relationship Id="rId6" Type="http://schemas.openxmlformats.org/officeDocument/2006/relationships/hyperlink" Target="https://search.abb.com/library/Download.aspx?DocumentID=9AKK108471A4255&amp;LanguageCode=en&amp;DocumentPartId=&amp;Action=Launch" TargetMode="External"/><Relationship Id="rId11" Type="http://schemas.openxmlformats.org/officeDocument/2006/relationships/image" Target="../media/image1.png"/><Relationship Id="rId5" Type="http://schemas.openxmlformats.org/officeDocument/2006/relationships/image" Target="../media/image213.jpeg"/><Relationship Id="rId10" Type="http://schemas.openxmlformats.org/officeDocument/2006/relationships/hyperlink" Target="https://go.insideplus.abb.com/business-areas-and-divisions/motion/divisions/drive-products-division/drive-products-and-system-drives-sales-support/vsds-sales-toolbox?utm_source=sales-toolbox&amp;utm_medium=sales-support-link&amp;utm_campaign=vsds-sales-toolbox" TargetMode="External"/><Relationship Id="rId4" Type="http://schemas.openxmlformats.org/officeDocument/2006/relationships/notesSlide" Target="../notesSlides/notesSlide16.xml"/><Relationship Id="rId9" Type="http://schemas.openxmlformats.org/officeDocument/2006/relationships/hyperlink" Target="https://abb.sharepoint.com/sites/Drives-success-cases/SitePages/Home.aspx?InitialTabId=Ribbon.Read&amp;VisibilityContext=WSSTabPersistence&amp;View=%7B557b79d8-947f-4f79-bfb2-02edf4f81497%7D&amp;SortField=Segment&amp;SortDir=Asc&amp;FilterField1=Business&amp;FilterValue1=System%20Drives&amp;FilterField2=Strategic%5Fx0020%5Finitiative&amp;FilterValue2=Optimized%20packages%20%28MOSD%29" TargetMode="External"/><Relationship Id="rId14" Type="http://schemas.openxmlformats.org/officeDocument/2006/relationships/hyperlink" Target="https://abb.sharepoint.com/sites/TECollaboration/SitePages/Home.aspx"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1.png"/><Relationship Id="rId1" Type="http://schemas.openxmlformats.org/officeDocument/2006/relationships/slideLayout" Target="../slideLayouts/slideLayout284.xml"/><Relationship Id="rId6" Type="http://schemas.openxmlformats.org/officeDocument/2006/relationships/image" Target="../media/image218.png"/><Relationship Id="rId5" Type="http://schemas.openxmlformats.org/officeDocument/2006/relationships/image" Target="../media/image217.svg"/><Relationship Id="rId4" Type="http://schemas.openxmlformats.org/officeDocument/2006/relationships/image" Target="../media/image2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lur a blurry picture of a person&#10;&#10;AI-generated content may be incorrect.">
            <a:extLst>
              <a:ext uri="{FF2B5EF4-FFF2-40B4-BE49-F238E27FC236}">
                <a16:creationId xmlns:a16="http://schemas.microsoft.com/office/drawing/2014/main" id="{EB632AE1-F6E7-8007-2F27-A4F5A15BD06C}"/>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85D824DC-4322-5C24-47F0-0CB4C837C6D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0" y="0"/>
            <a:ext cx="8170250" cy="4456386"/>
          </a:xfrm>
          <a:prstGeom prst="rect">
            <a:avLst/>
          </a:prstGeom>
        </p:spPr>
      </p:pic>
      <p:pic>
        <p:nvPicPr>
          <p:cNvPr id="5" name="Logo">
            <a:extLst>
              <a:ext uri="{FF2B5EF4-FFF2-40B4-BE49-F238E27FC236}">
                <a16:creationId xmlns:a16="http://schemas.microsoft.com/office/drawing/2014/main" id="{C3C2AA37-ABCF-74DE-8DD7-D4240BEA3B5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76737" y="395547"/>
            <a:ext cx="1766532" cy="677856"/>
          </a:xfrm>
          <a:prstGeom prst="rect">
            <a:avLst/>
          </a:prstGeom>
        </p:spPr>
      </p:pic>
      <p:pic>
        <p:nvPicPr>
          <p:cNvPr id="6" name="Tag line">
            <a:extLst>
              <a:ext uri="{FF2B5EF4-FFF2-40B4-BE49-F238E27FC236}">
                <a16:creationId xmlns:a16="http://schemas.microsoft.com/office/drawing/2014/main" id="{B9C19C7E-AECA-5CB8-ABB7-9B0B0E29671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76737" y="5866683"/>
            <a:ext cx="1766532" cy="400810"/>
          </a:xfrm>
          <a:prstGeom prst="rect">
            <a:avLst/>
          </a:prstGeom>
        </p:spPr>
      </p:pic>
      <p:sp>
        <p:nvSpPr>
          <p:cNvPr id="7" name="Title 1">
            <a:extLst>
              <a:ext uri="{FF2B5EF4-FFF2-40B4-BE49-F238E27FC236}">
                <a16:creationId xmlns:a16="http://schemas.microsoft.com/office/drawing/2014/main" id="{C4C12A5F-96CB-FB31-646F-13E2515D2F1F}"/>
              </a:ext>
            </a:extLst>
          </p:cNvPr>
          <p:cNvSpPr txBox="1">
            <a:spLocks/>
          </p:cNvSpPr>
          <p:nvPr/>
        </p:nvSpPr>
        <p:spPr>
          <a:xfrm>
            <a:off x="331201" y="4549109"/>
            <a:ext cx="7839049" cy="1226607"/>
          </a:xfrm>
          <a:prstGeom prst="rect">
            <a:avLst/>
          </a:prstGeom>
        </p:spPr>
        <p:txBody>
          <a:bodyPr lIns="0" tIns="0" rIns="0" bIns="0" anchor="t"/>
          <a:lstStyle>
            <a:lvl1pPr algn="l" defTabSz="914491" rtl="0" eaLnBrk="1" latinLnBrk="0" hangingPunct="1">
              <a:spcBef>
                <a:spcPct val="0"/>
              </a:spcBef>
              <a:buNone/>
              <a:defRPr sz="4000" b="0" kern="1200" cap="all" baseline="0">
                <a:solidFill>
                  <a:schemeClr val="tx1"/>
                </a:solidFill>
                <a:latin typeface="ABBvoice Display SemiBold" panose="020D0704020603060204" pitchFamily="34" charset="0"/>
                <a:ea typeface="+mj-ea"/>
                <a:cs typeface="+mj-cs"/>
              </a:defRPr>
            </a:lvl1pPr>
          </a:lstStyle>
          <a:p>
            <a:r>
              <a:rPr lang="en-US"/>
              <a:t>ABB Variable Speed Drive Systems</a:t>
            </a:r>
          </a:p>
        </p:txBody>
      </p:sp>
      <p:sp>
        <p:nvSpPr>
          <p:cNvPr id="8" name="Text Placeholder 2">
            <a:extLst>
              <a:ext uri="{FF2B5EF4-FFF2-40B4-BE49-F238E27FC236}">
                <a16:creationId xmlns:a16="http://schemas.microsoft.com/office/drawing/2014/main" id="{391B93B8-E172-2C72-C597-B7DE68F420E6}"/>
              </a:ext>
            </a:extLst>
          </p:cNvPr>
          <p:cNvSpPr txBox="1">
            <a:spLocks/>
          </p:cNvSpPr>
          <p:nvPr/>
        </p:nvSpPr>
        <p:spPr>
          <a:xfrm>
            <a:off x="331201" y="5801418"/>
            <a:ext cx="7839049" cy="618233"/>
          </a:xfrm>
          <a:prstGeom prst="rect">
            <a:avLst/>
          </a:prstGeom>
        </p:spPr>
        <p:txBody>
          <a:bodyPr lIns="0" tIns="0" rIns="0" bIns="0"/>
          <a:lstStyle>
            <a:lvl1pPr marL="0" indent="0" algn="l" defTabSz="914491" rtl="0" eaLnBrk="1" latinLnBrk="0" hangingPunct="1">
              <a:spcBef>
                <a:spcPts val="600"/>
              </a:spcBef>
              <a:buFont typeface="ABBvoice" panose="020B0604020202020204" pitchFamily="34" charset="0"/>
              <a:buNone/>
              <a:defRPr sz="2000" kern="1200">
                <a:solidFill>
                  <a:schemeClr val="tx1"/>
                </a:solidFill>
                <a:latin typeface="ABBvoice Light" panose="020D0403020503020204" pitchFamily="34" charset="0"/>
                <a:ea typeface="ABBvoice Light" panose="020D0403020503020204" pitchFamily="34" charset="0"/>
                <a:cs typeface="ABBvoice Light" panose="020D0403020503020204" pitchFamily="34" charset="0"/>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sz="1600"/>
              <a:t>Enable customer success by delivering efficient and </a:t>
            </a:r>
            <a:br>
              <a:rPr lang="en-US" sz="1600"/>
            </a:br>
            <a:r>
              <a:rPr lang="en-US" sz="1600"/>
              <a:t>reliable VSDS</a:t>
            </a:r>
            <a:r>
              <a:rPr lang="en-US" sz="1600" baseline="30000"/>
              <a:t>1</a:t>
            </a:r>
            <a:r>
              <a:rPr lang="en-US" sz="1600"/>
              <a:t> solutions– energized by passion</a:t>
            </a:r>
          </a:p>
        </p:txBody>
      </p:sp>
      <p:sp>
        <p:nvSpPr>
          <p:cNvPr id="9" name="Text Placeholder 3">
            <a:extLst>
              <a:ext uri="{FF2B5EF4-FFF2-40B4-BE49-F238E27FC236}">
                <a16:creationId xmlns:a16="http://schemas.microsoft.com/office/drawing/2014/main" id="{820D2072-B702-990C-EA93-51387B086B73}"/>
              </a:ext>
            </a:extLst>
          </p:cNvPr>
          <p:cNvSpPr txBox="1">
            <a:spLocks/>
          </p:cNvSpPr>
          <p:nvPr/>
        </p:nvSpPr>
        <p:spPr>
          <a:xfrm>
            <a:off x="331201" y="4329959"/>
            <a:ext cx="7839049" cy="162000"/>
          </a:xfrm>
          <a:prstGeom prst="rect">
            <a:avLst/>
          </a:prstGeom>
        </p:spPr>
        <p:txBody>
          <a:bodyPr lIns="0" tIns="0" rIns="0" bIns="0" anchor="t"/>
          <a:lstStyle>
            <a:lvl1pPr marL="0" indent="0" algn="l" defTabSz="914491" rtl="0" eaLnBrk="1" latinLnBrk="0" hangingPunct="1">
              <a:spcBef>
                <a:spcPts val="0"/>
              </a:spcBef>
              <a:buFont typeface="ABBvoice" panose="020B0604020202020204" pitchFamily="34" charset="0"/>
              <a:buNone/>
              <a:defRPr sz="800" kern="1200" cap="all" spc="200" baseline="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a:t>ABB MOTION HIGH POWER</a:t>
            </a:r>
          </a:p>
        </p:txBody>
      </p:sp>
      <p:sp>
        <p:nvSpPr>
          <p:cNvPr id="10"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20608176-C9A3-9E0B-FAC6-87026A10A06E}"/>
              </a:ext>
            </a:extLst>
          </p:cNvPr>
          <p:cNvSpPr txBox="1"/>
          <p:nvPr/>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11" name="Text Placeholder 2">
            <a:extLst>
              <a:ext uri="{FF2B5EF4-FFF2-40B4-BE49-F238E27FC236}">
                <a16:creationId xmlns:a16="http://schemas.microsoft.com/office/drawing/2014/main" id="{360874CC-AF10-344C-298B-9F248B567BF2}"/>
              </a:ext>
            </a:extLst>
          </p:cNvPr>
          <p:cNvSpPr txBox="1">
            <a:spLocks/>
          </p:cNvSpPr>
          <p:nvPr/>
        </p:nvSpPr>
        <p:spPr>
          <a:xfrm>
            <a:off x="2242405" y="6523200"/>
            <a:ext cx="1745341" cy="169200"/>
          </a:xfrm>
          <a:prstGeom prst="rect">
            <a:avLst/>
          </a:prstGeom>
          <a:noFill/>
          <a:ln>
            <a:noFill/>
          </a:ln>
        </p:spPr>
        <p:txBody>
          <a:bodyPr wrap="square" lIns="0" tIns="0" rIns="0" bIns="0" rtlCol="0" anchor="ctr">
            <a:noAutofit/>
          </a:bodyPr>
          <a:lstStyle>
            <a:defPPr>
              <a:defRPr lang="en-US"/>
            </a:defPPr>
            <a:lvl1pPr marR="0" lvl="0" indent="0" defTabSz="914491" fontAlgn="auto">
              <a:lnSpc>
                <a:spcPct val="100000"/>
              </a:lnSpc>
              <a:spcBef>
                <a:spcPts val="600"/>
              </a:spcBef>
              <a:spcAft>
                <a:spcPts val="0"/>
              </a:spcAft>
              <a:buClrTx/>
              <a:buSzTx/>
              <a:buFont typeface="Arial" panose="020B0604020202020204" pitchFamily="34" charset="0"/>
              <a:buNone/>
              <a:tabLst/>
              <a:defRPr kumimoji="0" sz="800" b="0" i="0" u="none" strike="noStrike" cap="none" spc="-10" normalizeH="0" baseline="0">
                <a:ln>
                  <a:noFill/>
                </a:ln>
                <a:effectLst/>
                <a:uLnTx/>
                <a:uFillTx/>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a:t>1. Variable Speed Drive Systems</a:t>
            </a:r>
          </a:p>
        </p:txBody>
      </p:sp>
    </p:spTree>
    <p:extLst>
      <p:ext uri="{BB962C8B-B14F-4D97-AF65-F5344CB8AC3E}">
        <p14:creationId xmlns:p14="http://schemas.microsoft.com/office/powerpoint/2010/main" val="145860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AE3968-B768-1FDD-FD1B-823DC955F362}"/>
              </a:ext>
            </a:extLst>
          </p:cNvPr>
          <p:cNvSpPr>
            <a:spLocks noGrp="1"/>
          </p:cNvSpPr>
          <p:nvPr>
            <p:ph type="title"/>
          </p:nvPr>
        </p:nvSpPr>
        <p:spPr/>
        <p:txBody>
          <a:bodyPr/>
          <a:lstStyle/>
          <a:p>
            <a:r>
              <a:rPr lang="en-US"/>
              <a:t>Navigator</a:t>
            </a:r>
          </a:p>
        </p:txBody>
      </p:sp>
      <p:sp>
        <p:nvSpPr>
          <p:cNvPr id="6" name="Date Placeholder 5">
            <a:extLst>
              <a:ext uri="{FF2B5EF4-FFF2-40B4-BE49-F238E27FC236}">
                <a16:creationId xmlns:a16="http://schemas.microsoft.com/office/drawing/2014/main" id="{C0BEA2B8-E7CD-D9A9-D390-29547A57A738}"/>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6355A8A-D6D9-4907-8D48-7F71EFC48A8D}" type="datetime4">
              <a:rPr kumimoji="0" lang="en-US" sz="100" b="0" i="0" u="none" strike="noStrike" kern="1200" cap="none" spc="0" normalizeH="0" baseline="0" noProof="0" smtClean="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7" name="Slide Number Placeholder 6">
            <a:extLst>
              <a:ext uri="{FF2B5EF4-FFF2-40B4-BE49-F238E27FC236}">
                <a16:creationId xmlns:a16="http://schemas.microsoft.com/office/drawing/2014/main" id="{FDFB44EC-FAD1-75EB-C160-AE671EA6B2D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smtClean="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pic>
        <p:nvPicPr>
          <p:cNvPr id="8" name="Graphic 7">
            <a:hlinkClick r:id="" action="ppaction://noaction"/>
            <a:extLst>
              <a:ext uri="{FF2B5EF4-FFF2-40B4-BE49-F238E27FC236}">
                <a16:creationId xmlns:a16="http://schemas.microsoft.com/office/drawing/2014/main" id="{0475E0F0-B369-C70A-3B33-CB2B6232371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64820" y="282216"/>
            <a:ext cx="228600" cy="228600"/>
          </a:xfrm>
          <a:prstGeom prst="rect">
            <a:avLst/>
          </a:prstGeom>
        </p:spPr>
      </p:pic>
      <p:grpSp>
        <p:nvGrpSpPr>
          <p:cNvPr id="31" name="Group 30">
            <a:extLst>
              <a:ext uri="{FF2B5EF4-FFF2-40B4-BE49-F238E27FC236}">
                <a16:creationId xmlns:a16="http://schemas.microsoft.com/office/drawing/2014/main" id="{DE3E9FE1-001C-E6DA-DBA6-9424B2A8E6B9}"/>
              </a:ext>
            </a:extLst>
          </p:cNvPr>
          <p:cNvGrpSpPr/>
          <p:nvPr/>
        </p:nvGrpSpPr>
        <p:grpSpPr>
          <a:xfrm>
            <a:off x="4249678" y="1927225"/>
            <a:ext cx="3708000" cy="4249738"/>
            <a:chOff x="4249678" y="1927225"/>
            <a:chExt cx="3708000" cy="4249738"/>
          </a:xfrm>
        </p:grpSpPr>
        <p:sp>
          <p:nvSpPr>
            <p:cNvPr id="18" name="Rectangle 17">
              <a:hlinkClick r:id="" action="ppaction://noaction"/>
              <a:extLst>
                <a:ext uri="{FF2B5EF4-FFF2-40B4-BE49-F238E27FC236}">
                  <a16:creationId xmlns:a16="http://schemas.microsoft.com/office/drawing/2014/main" id="{30A52A05-FE21-2D61-1F2F-FEC99E0C93C6}"/>
                </a:ext>
              </a:extLst>
            </p:cNvPr>
            <p:cNvSpPr/>
            <p:nvPr/>
          </p:nvSpPr>
          <p:spPr bwMode="gray">
            <a:xfrm>
              <a:off x="4249678" y="1927225"/>
              <a:ext cx="3708000" cy="4249738"/>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71" name="TextBox 70">
              <a:hlinkClick r:id="" action="ppaction://noaction"/>
              <a:extLst>
                <a:ext uri="{FF2B5EF4-FFF2-40B4-BE49-F238E27FC236}">
                  <a16:creationId xmlns:a16="http://schemas.microsoft.com/office/drawing/2014/main" id="{58CDB231-5E5A-5FFC-2CFA-87174D459270}"/>
                </a:ext>
              </a:extLst>
            </p:cNvPr>
            <p:cNvSpPr txBox="1">
              <a:spLocks/>
            </p:cNvSpPr>
            <p:nvPr/>
          </p:nvSpPr>
          <p:spPr bwMode="gray">
            <a:xfrm>
              <a:off x="4861678" y="3921990"/>
              <a:ext cx="3096000" cy="103014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600" b="1" i="0" u="none" strike="noStrike" kern="1200" cap="none" spc="0" normalizeH="0" baseline="0" noProof="0">
                  <a:ln>
                    <a:noFill/>
                  </a:ln>
                  <a:solidFill>
                    <a:srgbClr val="FFFFFF"/>
                  </a:solidFill>
                  <a:effectLst/>
                  <a:uLnTx/>
                  <a:uFillTx/>
                  <a:latin typeface="ABBvoice"/>
                  <a:ea typeface="ABBvoice"/>
                  <a:cs typeface="ABBvoice"/>
                </a:rPr>
                <a:t>02.</a:t>
              </a:r>
            </a:p>
          </p:txBody>
        </p:sp>
        <p:pic>
          <p:nvPicPr>
            <p:cNvPr id="72" name="Graphic 71">
              <a:hlinkClick r:id="" action="ppaction://noaction"/>
              <a:extLst>
                <a:ext uri="{FF2B5EF4-FFF2-40B4-BE49-F238E27FC236}">
                  <a16:creationId xmlns:a16="http://schemas.microsoft.com/office/drawing/2014/main" id="{F1EE8D79-F401-3AA2-7B0A-28FE6978A586}"/>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4549878" y="4563662"/>
              <a:ext cx="1371600" cy="1371600"/>
            </a:xfrm>
            <a:prstGeom prst="rect">
              <a:avLst/>
            </a:prstGeom>
          </p:spPr>
        </p:pic>
        <p:sp>
          <p:nvSpPr>
            <p:cNvPr id="73" name="TextBox 72">
              <a:hlinkClick r:id="" action="ppaction://noaction"/>
              <a:extLst>
                <a:ext uri="{FF2B5EF4-FFF2-40B4-BE49-F238E27FC236}">
                  <a16:creationId xmlns:a16="http://schemas.microsoft.com/office/drawing/2014/main" id="{930839C6-9868-84C6-C462-EC0BD4703033}"/>
                </a:ext>
              </a:extLst>
            </p:cNvPr>
            <p:cNvSpPr txBox="1">
              <a:spLocks/>
            </p:cNvSpPr>
            <p:nvPr/>
          </p:nvSpPr>
          <p:spPr bwMode="gray">
            <a:xfrm>
              <a:off x="4549878" y="2277035"/>
              <a:ext cx="2880000" cy="360692"/>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ABBvoice"/>
                  <a:ea typeface="ABBvoice"/>
                  <a:cs typeface="ABBvoice"/>
                </a:rPr>
                <a:t>Our </a:t>
              </a:r>
              <a:r>
                <a:rPr lang="en-US" sz="2400" b="1">
                  <a:solidFill>
                    <a:srgbClr val="000000"/>
                  </a:solidFill>
                  <a:latin typeface="ABBvoice"/>
                  <a:ea typeface="ABBvoice"/>
                  <a:cs typeface="ABBvoice"/>
                </a:rPr>
                <a:t>approach</a:t>
              </a:r>
              <a:endParaRPr kumimoji="0" lang="en-US" sz="2400" b="1" i="0" u="none" strike="noStrike" kern="1200" cap="none" spc="0" normalizeH="0" baseline="0" noProof="0">
                <a:ln>
                  <a:noFill/>
                </a:ln>
                <a:solidFill>
                  <a:srgbClr val="000000"/>
                </a:solidFill>
                <a:effectLst/>
                <a:uLnTx/>
                <a:uFillTx/>
                <a:latin typeface="ABBvoice"/>
                <a:ea typeface="ABBvoice"/>
                <a:cs typeface="ABBvoice"/>
              </a:endParaRPr>
            </a:p>
          </p:txBody>
        </p:sp>
      </p:grpSp>
      <p:grpSp>
        <p:nvGrpSpPr>
          <p:cNvPr id="30" name="Group 29">
            <a:extLst>
              <a:ext uri="{FF2B5EF4-FFF2-40B4-BE49-F238E27FC236}">
                <a16:creationId xmlns:a16="http://schemas.microsoft.com/office/drawing/2014/main" id="{29A04735-36D0-AAE3-17FC-B8E3AC28C825}"/>
              </a:ext>
            </a:extLst>
          </p:cNvPr>
          <p:cNvGrpSpPr/>
          <p:nvPr/>
        </p:nvGrpSpPr>
        <p:grpSpPr>
          <a:xfrm>
            <a:off x="8168156" y="1927225"/>
            <a:ext cx="3708000" cy="4249738"/>
            <a:chOff x="8168156" y="1927225"/>
            <a:chExt cx="3708000" cy="4249738"/>
          </a:xfrm>
        </p:grpSpPr>
        <p:sp>
          <p:nvSpPr>
            <p:cNvPr id="19" name="Rectangle 18">
              <a:extLst>
                <a:ext uri="{FF2B5EF4-FFF2-40B4-BE49-F238E27FC236}">
                  <a16:creationId xmlns:a16="http://schemas.microsoft.com/office/drawing/2014/main" id="{8FF4DA4F-F897-D9F9-0482-306607824393}"/>
                </a:ext>
              </a:extLst>
            </p:cNvPr>
            <p:cNvSpPr/>
            <p:nvPr/>
          </p:nvSpPr>
          <p:spPr bwMode="gray">
            <a:xfrm>
              <a:off x="8168156" y="1927225"/>
              <a:ext cx="3708000" cy="4249738"/>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80" name="TextBox 79">
              <a:hlinkClick r:id="" action="ppaction://noaction"/>
              <a:extLst>
                <a:ext uri="{FF2B5EF4-FFF2-40B4-BE49-F238E27FC236}">
                  <a16:creationId xmlns:a16="http://schemas.microsoft.com/office/drawing/2014/main" id="{FC4FAED2-BEC2-6148-9CAD-6C74781816F9}"/>
                </a:ext>
              </a:extLst>
            </p:cNvPr>
            <p:cNvSpPr txBox="1"/>
            <p:nvPr/>
          </p:nvSpPr>
          <p:spPr bwMode="gray">
            <a:xfrm>
              <a:off x="8780156" y="3905740"/>
              <a:ext cx="3096000" cy="103014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600" b="1" i="0" u="none" strike="noStrike" kern="1200" cap="none" spc="0" normalizeH="0" baseline="0" noProof="0">
                  <a:ln>
                    <a:noFill/>
                  </a:ln>
                  <a:solidFill>
                    <a:srgbClr val="FFFFFF"/>
                  </a:solidFill>
                  <a:effectLst/>
                  <a:uLnTx/>
                  <a:uFillTx/>
                  <a:latin typeface="ABBvoice"/>
                  <a:ea typeface="ABBvoice"/>
                  <a:cs typeface="ABBvoice"/>
                </a:rPr>
                <a:t>03.</a:t>
              </a:r>
            </a:p>
          </p:txBody>
        </p:sp>
        <p:pic>
          <p:nvPicPr>
            <p:cNvPr id="81" name="Graphic 80">
              <a:hlinkClick r:id="" action="ppaction://noaction"/>
              <a:extLst>
                <a:ext uri="{FF2B5EF4-FFF2-40B4-BE49-F238E27FC236}">
                  <a16:creationId xmlns:a16="http://schemas.microsoft.com/office/drawing/2014/main" id="{F126C671-06E1-63CA-D89D-75225C380AFE}"/>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8468356" y="4563662"/>
              <a:ext cx="1371600" cy="1371600"/>
            </a:xfrm>
            <a:prstGeom prst="rect">
              <a:avLst/>
            </a:prstGeom>
          </p:spPr>
        </p:pic>
        <p:sp>
          <p:nvSpPr>
            <p:cNvPr id="82" name="TextBox 81">
              <a:hlinkClick r:id="" action="ppaction://noaction"/>
              <a:extLst>
                <a:ext uri="{FF2B5EF4-FFF2-40B4-BE49-F238E27FC236}">
                  <a16:creationId xmlns:a16="http://schemas.microsoft.com/office/drawing/2014/main" id="{384D6201-AF88-E35F-987A-659CCD3D4E83}"/>
                </a:ext>
              </a:extLst>
            </p:cNvPr>
            <p:cNvSpPr txBox="1"/>
            <p:nvPr/>
          </p:nvSpPr>
          <p:spPr bwMode="gray">
            <a:xfrm>
              <a:off x="8468356" y="2277035"/>
              <a:ext cx="2880000" cy="36069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ABBvoice"/>
                  <a:ea typeface="ABBvoice"/>
                  <a:cs typeface="ABBvoice"/>
                </a:rPr>
                <a:t>Reference cases</a:t>
              </a:r>
            </a:p>
          </p:txBody>
        </p:sp>
      </p:grpSp>
      <p:grpSp>
        <p:nvGrpSpPr>
          <p:cNvPr id="29" name="Group 28">
            <a:extLst>
              <a:ext uri="{FF2B5EF4-FFF2-40B4-BE49-F238E27FC236}">
                <a16:creationId xmlns:a16="http://schemas.microsoft.com/office/drawing/2014/main" id="{08D90924-48A9-E9E5-8120-3C9A44B2ABE0}"/>
              </a:ext>
            </a:extLst>
          </p:cNvPr>
          <p:cNvGrpSpPr/>
          <p:nvPr/>
        </p:nvGrpSpPr>
        <p:grpSpPr>
          <a:xfrm>
            <a:off x="331200" y="1927225"/>
            <a:ext cx="3719168" cy="4249738"/>
            <a:chOff x="331200" y="1927225"/>
            <a:chExt cx="3719168" cy="4249738"/>
          </a:xfrm>
        </p:grpSpPr>
        <p:sp>
          <p:nvSpPr>
            <p:cNvPr id="17" name="Rectangle 16">
              <a:hlinkClick r:id="" action="ppaction://noaction"/>
              <a:extLst>
                <a:ext uri="{FF2B5EF4-FFF2-40B4-BE49-F238E27FC236}">
                  <a16:creationId xmlns:a16="http://schemas.microsoft.com/office/drawing/2014/main" id="{BB4F294D-FF0A-0CA6-B17A-8C28254904FC}"/>
                </a:ext>
              </a:extLst>
            </p:cNvPr>
            <p:cNvSpPr/>
            <p:nvPr/>
          </p:nvSpPr>
          <p:spPr bwMode="gray">
            <a:xfrm>
              <a:off x="331200" y="1927225"/>
              <a:ext cx="3708000" cy="4249738"/>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57" name="TextBox 56">
              <a:hlinkClick r:id="" action="ppaction://noaction"/>
              <a:extLst>
                <a:ext uri="{FF2B5EF4-FFF2-40B4-BE49-F238E27FC236}">
                  <a16:creationId xmlns:a16="http://schemas.microsoft.com/office/drawing/2014/main" id="{FB800F00-72D2-E14C-EA09-DADDE5652ACB}"/>
                </a:ext>
              </a:extLst>
            </p:cNvPr>
            <p:cNvSpPr txBox="1"/>
            <p:nvPr/>
          </p:nvSpPr>
          <p:spPr bwMode="gray">
            <a:xfrm>
              <a:off x="954368" y="3886242"/>
              <a:ext cx="3096000" cy="103014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600" b="1" i="0" u="none" strike="noStrike" kern="1200" cap="none" spc="0" normalizeH="0" baseline="0" noProof="0">
                  <a:ln>
                    <a:noFill/>
                  </a:ln>
                  <a:solidFill>
                    <a:srgbClr val="FFFFFF"/>
                  </a:solidFill>
                  <a:effectLst/>
                  <a:uLnTx/>
                  <a:uFillTx/>
                  <a:latin typeface="ABBvoice"/>
                  <a:ea typeface="ABBvoice"/>
                  <a:cs typeface="ABBvoice"/>
                </a:rPr>
                <a:t>01.</a:t>
              </a:r>
            </a:p>
          </p:txBody>
        </p:sp>
        <p:pic>
          <p:nvPicPr>
            <p:cNvPr id="58" name="Graphic 57">
              <a:hlinkClick r:id="" action="ppaction://noaction"/>
              <a:extLst>
                <a:ext uri="{FF2B5EF4-FFF2-40B4-BE49-F238E27FC236}">
                  <a16:creationId xmlns:a16="http://schemas.microsoft.com/office/drawing/2014/main" id="{5138F306-28A6-F678-DEC8-C8E52B1EE0D5}"/>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631400" y="4563662"/>
              <a:ext cx="1371600" cy="1371600"/>
            </a:xfrm>
            <a:prstGeom prst="rect">
              <a:avLst/>
            </a:prstGeom>
          </p:spPr>
        </p:pic>
        <p:sp>
          <p:nvSpPr>
            <p:cNvPr id="69" name="TextBox 68">
              <a:hlinkClick r:id="" action="ppaction://noaction"/>
              <a:extLst>
                <a:ext uri="{FF2B5EF4-FFF2-40B4-BE49-F238E27FC236}">
                  <a16:creationId xmlns:a16="http://schemas.microsoft.com/office/drawing/2014/main" id="{BD91192E-CBB1-2132-F081-E4B95B408414}"/>
                </a:ext>
              </a:extLst>
            </p:cNvPr>
            <p:cNvSpPr txBox="1"/>
            <p:nvPr/>
          </p:nvSpPr>
          <p:spPr bwMode="gray">
            <a:xfrm>
              <a:off x="583200" y="2277035"/>
              <a:ext cx="3204000" cy="36479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ABBvoice"/>
                  <a:ea typeface="ABBvoice"/>
                  <a:cs typeface="ABBvoice"/>
                </a:rPr>
                <a:t>ABB Motion High Power overview</a:t>
              </a:r>
            </a:p>
          </p:txBody>
        </p:sp>
      </p:grpSp>
      <p:sp>
        <p:nvSpPr>
          <p:cNvPr id="28" name="Footer Placeholder 2">
            <a:extLst>
              <a:ext uri="{FF2B5EF4-FFF2-40B4-BE49-F238E27FC236}">
                <a16:creationId xmlns:a16="http://schemas.microsoft.com/office/drawing/2014/main" id="{6B36CE7C-8AEA-A2AB-EBDA-5E8A2F830FCA}"/>
              </a:ext>
            </a:extLst>
          </p:cNvPr>
          <p:cNvSpPr>
            <a:spLocks noGrp="1"/>
          </p:cNvSpPr>
          <p:nvPr>
            <p:ph type="ftr" sz="quarter" idx="10"/>
          </p:nvPr>
        </p:nvSpPr>
        <p:spPr>
          <a:xfrm>
            <a:off x="331200" y="6343200"/>
            <a:ext cx="9789113" cy="158400"/>
          </a:xfrm>
        </p:spPr>
        <p:txBody>
          <a:bodyPr lIns="0" tIns="0" rIns="0" bIns="0"/>
          <a:lstStyle/>
          <a:p>
            <a:endParaRPr lang="en-US" noProof="0"/>
          </a:p>
        </p:txBody>
      </p:sp>
    </p:spTree>
    <p:custDataLst>
      <p:custData r:id="rId1"/>
      <p:custData r:id="rId2"/>
    </p:custDataLst>
    <p:extLst>
      <p:ext uri="{BB962C8B-B14F-4D97-AF65-F5344CB8AC3E}">
        <p14:creationId xmlns:p14="http://schemas.microsoft.com/office/powerpoint/2010/main" val="1527454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417A019-228D-AC0B-C96A-D10CD4109BC1}"/>
              </a:ext>
            </a:extLst>
          </p:cNvPr>
          <p:cNvSpPr/>
          <p:nvPr/>
        </p:nvSpPr>
        <p:spPr bwMode="gray">
          <a:xfrm>
            <a:off x="1" y="0"/>
            <a:ext cx="12192000" cy="6857999"/>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6" name="TextBox 5">
            <a:extLst>
              <a:ext uri="{FF2B5EF4-FFF2-40B4-BE49-F238E27FC236}">
                <a16:creationId xmlns:a16="http://schemas.microsoft.com/office/drawing/2014/main" id="{4178757E-B811-FCA5-F147-06C6C63B4B7B}"/>
              </a:ext>
            </a:extLst>
          </p:cNvPr>
          <p:cNvSpPr txBox="1"/>
          <p:nvPr/>
        </p:nvSpPr>
        <p:spPr bwMode="gray">
          <a:xfrm>
            <a:off x="5920899" y="2225018"/>
            <a:ext cx="6277584" cy="5002605"/>
          </a:xfrm>
          <a:prstGeom prst="rect">
            <a:avLst/>
          </a:prstGeom>
          <a:noFill/>
        </p:spPr>
        <p:txBody>
          <a:bodyPr wrap="square" lIns="0" tIns="0" rIns="0" bIns="0" rtlCol="0">
            <a:noAutofit/>
          </a:bodyPr>
          <a:lstStyle/>
          <a:p>
            <a:pPr algn="l">
              <a:spcBef>
                <a:spcPts val="600"/>
              </a:spcBef>
            </a:pPr>
            <a:r>
              <a:rPr lang="en-US" sz="34400" b="1">
                <a:solidFill>
                  <a:schemeClr val="bg1"/>
                </a:solidFill>
              </a:rPr>
              <a:t>01.</a:t>
            </a:r>
          </a:p>
        </p:txBody>
      </p:sp>
      <p:pic>
        <p:nvPicPr>
          <p:cNvPr id="5" name="Graphic 4">
            <a:hlinkClick r:id="rId2" action="ppaction://hlinksldjump"/>
            <a:extLst>
              <a:ext uri="{FF2B5EF4-FFF2-40B4-BE49-F238E27FC236}">
                <a16:creationId xmlns:a16="http://schemas.microsoft.com/office/drawing/2014/main" id="{AC7D42A9-83CA-BD1B-3709-4AFCA63294C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6188242" y="4150581"/>
            <a:ext cx="2286000" cy="2286000"/>
          </a:xfrm>
          <a:prstGeom prst="rect">
            <a:avLst/>
          </a:prstGeom>
        </p:spPr>
      </p:pic>
      <p:sp>
        <p:nvSpPr>
          <p:cNvPr id="3" name="Title 3">
            <a:extLst>
              <a:ext uri="{FF2B5EF4-FFF2-40B4-BE49-F238E27FC236}">
                <a16:creationId xmlns:a16="http://schemas.microsoft.com/office/drawing/2014/main" id="{D9AED64F-727E-46D9-8F1E-E211B54B3365}"/>
              </a:ext>
            </a:extLst>
          </p:cNvPr>
          <p:cNvSpPr txBox="1">
            <a:spLocks/>
          </p:cNvSpPr>
          <p:nvPr/>
        </p:nvSpPr>
        <p:spPr>
          <a:xfrm>
            <a:off x="647125" y="369624"/>
            <a:ext cx="7515800" cy="3780957"/>
          </a:xfrm>
          <a:prstGeom prst="rect">
            <a:avLst/>
          </a:prstGeom>
        </p:spPr>
        <p:txBody>
          <a:bodyPr anchor="t"/>
          <a:lstStyle>
            <a:lvl1pPr algn="l" defTabSz="914491" rtl="0" eaLnBrk="1" latinLnBrk="0" hangingPunct="1">
              <a:spcBef>
                <a:spcPct val="0"/>
              </a:spcBef>
              <a:buNone/>
              <a:defRPr sz="2400" b="1" kern="1200">
                <a:solidFill>
                  <a:schemeClr val="tx1"/>
                </a:solidFill>
                <a:latin typeface="+mj-lt"/>
                <a:ea typeface="+mj-ea"/>
                <a:cs typeface="+mj-cs"/>
              </a:defRPr>
            </a:lvl1pPr>
          </a:lstStyle>
          <a:p>
            <a:pPr marL="0" marR="0" lvl="0" indent="0" algn="l" defTabSz="914491"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a:ln>
                  <a:noFill/>
                </a:ln>
                <a:solidFill>
                  <a:srgbClr val="FF000F"/>
                </a:solidFill>
                <a:effectLst/>
                <a:uLnTx/>
                <a:uFillTx/>
                <a:latin typeface="ABBvoice"/>
                <a:ea typeface="ABBvoice"/>
                <a:cs typeface="ABBvoice"/>
              </a:rPr>
              <a:t>—</a:t>
            </a:r>
            <a:br>
              <a:rPr kumimoji="0" lang="pl-PL" sz="5400" b="1" i="0" u="none" strike="noStrike" kern="1200" cap="none" spc="0" normalizeH="0" baseline="0" noProof="0">
                <a:ln>
                  <a:noFill/>
                </a:ln>
                <a:solidFill>
                  <a:srgbClr val="000000"/>
                </a:solidFill>
                <a:effectLst/>
                <a:uLnTx/>
                <a:uFillTx/>
                <a:latin typeface="ABBvoice"/>
                <a:ea typeface="ABBvoice"/>
                <a:cs typeface="ABBvoice"/>
              </a:rPr>
            </a:br>
            <a:r>
              <a:rPr kumimoji="0" lang="en-US" sz="5400" b="1" i="0" u="none" strike="noStrike" kern="1200" cap="none" spc="0" normalizeH="0" baseline="0" noProof="0">
                <a:ln>
                  <a:noFill/>
                </a:ln>
                <a:solidFill>
                  <a:srgbClr val="000000"/>
                </a:solidFill>
                <a:effectLst/>
                <a:uLnTx/>
                <a:uFillTx/>
                <a:latin typeface="ABBvoice"/>
                <a:ea typeface="ABBvoice"/>
                <a:cs typeface="ABBvoice"/>
              </a:rPr>
              <a:t>ABB Motion High Power overview</a:t>
            </a:r>
            <a:br>
              <a:rPr lang="en-US" sz="5400">
                <a:solidFill>
                  <a:srgbClr val="000000"/>
                </a:solidFill>
                <a:latin typeface="ABBvoice"/>
                <a:ea typeface="ABBvoice"/>
                <a:cs typeface="ABBvoice"/>
              </a:rPr>
            </a:br>
            <a:r>
              <a:rPr kumimoji="0" lang="en-US" sz="54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t>The trusted global market leader</a:t>
            </a:r>
          </a:p>
        </p:txBody>
      </p:sp>
    </p:spTree>
    <p:extLst>
      <p:ext uri="{BB962C8B-B14F-4D97-AF65-F5344CB8AC3E}">
        <p14:creationId xmlns:p14="http://schemas.microsoft.com/office/powerpoint/2010/main" val="241717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850B7-2A8A-0025-E199-07671371DC7D}"/>
            </a:ext>
          </a:extLst>
        </p:cNvPr>
        <p:cNvGrpSpPr/>
        <p:nvPr/>
      </p:nvGrpSpPr>
      <p:grpSpPr>
        <a:xfrm>
          <a:off x="0" y="0"/>
          <a:ext cx="0" cy="0"/>
          <a:chOff x="0" y="0"/>
          <a:chExt cx="0" cy="0"/>
        </a:xfrm>
      </p:grpSpPr>
      <p:pic>
        <p:nvPicPr>
          <p:cNvPr id="16" name="Picture 15" descr="A few workers in safety vests&#10;&#10;Description automatically generated">
            <a:extLst>
              <a:ext uri="{FF2B5EF4-FFF2-40B4-BE49-F238E27FC236}">
                <a16:creationId xmlns:a16="http://schemas.microsoft.com/office/drawing/2014/main" id="{A2C58686-7C86-1515-CA29-F8FA55CF453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flipH="1">
            <a:off x="-18936" y="0"/>
            <a:ext cx="5029085" cy="6858000"/>
          </a:xfrm>
          <a:prstGeom prst="rect">
            <a:avLst/>
          </a:prstGeom>
        </p:spPr>
      </p:pic>
      <p:pic>
        <p:nvPicPr>
          <p:cNvPr id="38" name="LogoFooter">
            <a:extLst>
              <a:ext uri="{FF2B5EF4-FFF2-40B4-BE49-F238E27FC236}">
                <a16:creationId xmlns:a16="http://schemas.microsoft.com/office/drawing/2014/main" id="{0F74FC0E-6D4D-58A8-FF9B-FAB3306011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54200" y="6456066"/>
            <a:ext cx="507600" cy="192272"/>
          </a:xfrm>
          <a:prstGeom prst="rect">
            <a:avLst/>
          </a:prstGeom>
        </p:spPr>
      </p:pic>
      <p:grpSp>
        <p:nvGrpSpPr>
          <p:cNvPr id="20" name="Group 19">
            <a:extLst>
              <a:ext uri="{FF2B5EF4-FFF2-40B4-BE49-F238E27FC236}">
                <a16:creationId xmlns:a16="http://schemas.microsoft.com/office/drawing/2014/main" id="{3A0E9D91-1181-65AE-EA08-A8EFDCA1383A}"/>
              </a:ext>
            </a:extLst>
          </p:cNvPr>
          <p:cNvGrpSpPr/>
          <p:nvPr/>
        </p:nvGrpSpPr>
        <p:grpSpPr>
          <a:xfrm>
            <a:off x="8696005" y="2459107"/>
            <a:ext cx="2724912" cy="1746717"/>
            <a:chOff x="5621471" y="2596478"/>
            <a:chExt cx="2724912" cy="1746717"/>
          </a:xfrm>
        </p:grpSpPr>
        <p:sp>
          <p:nvSpPr>
            <p:cNvPr id="39" name="TextBox 38">
              <a:extLst>
                <a:ext uri="{FF2B5EF4-FFF2-40B4-BE49-F238E27FC236}">
                  <a16:creationId xmlns:a16="http://schemas.microsoft.com/office/drawing/2014/main" id="{30909739-D0E5-BF91-A503-211D63EABBFA}"/>
                </a:ext>
              </a:extLst>
            </p:cNvPr>
            <p:cNvSpPr txBox="1"/>
            <p:nvPr/>
          </p:nvSpPr>
          <p:spPr bwMode="gray">
            <a:xfrm>
              <a:off x="5621471" y="3355643"/>
              <a:ext cx="2724912" cy="987552"/>
            </a:xfrm>
            <a:prstGeom prst="rect">
              <a:avLst/>
            </a:prstGeom>
            <a:noFill/>
            <a:ln>
              <a:noFill/>
            </a:ln>
          </p:spPr>
          <p:txBody>
            <a:bodyPr wrap="square" lIns="91440" tIns="45720" rIns="91440" bIns="4572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000F"/>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t>14</a:t>
              </a:r>
              <a:br>
                <a:rPr kumimoji="0" lang="en-US" sz="1600" b="1" i="0" u="none" strike="noStrike" kern="1200" cap="none" spc="0" normalizeH="0" baseline="0" noProof="0">
                  <a:ln>
                    <a:noFill/>
                  </a:ln>
                  <a:solidFill>
                    <a:srgbClr val="000000"/>
                  </a:solidFill>
                  <a:effectLst/>
                  <a:uLnTx/>
                  <a:uFillTx/>
                  <a:latin typeface="ABBvoice Light"/>
                  <a:ea typeface="ABBvoice Light" panose="020D0403020503020204" pitchFamily="34" charset="0"/>
                  <a:cs typeface="ABBvoice Light" panose="020D0403020503020204" pitchFamily="34" charset="0"/>
                </a:rPr>
              </a:br>
              <a:r>
                <a:rPr kumimoji="0" lang="en-US" sz="1400" b="0" i="0" u="none" strike="noStrike" kern="1200" cap="none" spc="0" normalizeH="0" baseline="0" noProof="0">
                  <a:ln>
                    <a:noFill/>
                  </a:ln>
                  <a:solidFill>
                    <a:srgbClr val="000000"/>
                  </a:solidFill>
                  <a:effectLst/>
                  <a:uLnTx/>
                  <a:uFillTx/>
                  <a:latin typeface="ABBvoice Light"/>
                  <a:ea typeface="ABBvoice Light" panose="020D0403020503020204" pitchFamily="34" charset="0"/>
                  <a:cs typeface="ABBvoice Light" panose="020D0403020503020204" pitchFamily="34" charset="0"/>
                </a:rPr>
                <a:t>factories</a:t>
              </a:r>
            </a:p>
          </p:txBody>
        </p:sp>
        <p:pic>
          <p:nvPicPr>
            <p:cNvPr id="45" name="Graphic 44">
              <a:extLst>
                <a:ext uri="{FF2B5EF4-FFF2-40B4-BE49-F238E27FC236}">
                  <a16:creationId xmlns:a16="http://schemas.microsoft.com/office/drawing/2014/main" id="{BA4396AB-763B-3331-2C37-2091AACC278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41027" y="2596478"/>
              <a:ext cx="685800" cy="685800"/>
            </a:xfrm>
            <a:prstGeom prst="rect">
              <a:avLst/>
            </a:prstGeom>
          </p:spPr>
        </p:pic>
      </p:grpSp>
      <p:grpSp>
        <p:nvGrpSpPr>
          <p:cNvPr id="18" name="Group 17">
            <a:extLst>
              <a:ext uri="{FF2B5EF4-FFF2-40B4-BE49-F238E27FC236}">
                <a16:creationId xmlns:a16="http://schemas.microsoft.com/office/drawing/2014/main" id="{FA20B12A-4DB6-106A-3C03-00EADA6ACB94}"/>
              </a:ext>
            </a:extLst>
          </p:cNvPr>
          <p:cNvGrpSpPr/>
          <p:nvPr/>
        </p:nvGrpSpPr>
        <p:grpSpPr>
          <a:xfrm>
            <a:off x="5621471" y="4429619"/>
            <a:ext cx="2724912" cy="1802594"/>
            <a:chOff x="5621471" y="4468808"/>
            <a:chExt cx="2724912" cy="1802594"/>
          </a:xfrm>
        </p:grpSpPr>
        <p:sp>
          <p:nvSpPr>
            <p:cNvPr id="42" name="TextBox 41">
              <a:extLst>
                <a:ext uri="{FF2B5EF4-FFF2-40B4-BE49-F238E27FC236}">
                  <a16:creationId xmlns:a16="http://schemas.microsoft.com/office/drawing/2014/main" id="{5F35F4A6-47D3-9DEE-45F5-014A646E5E84}"/>
                </a:ext>
              </a:extLst>
            </p:cNvPr>
            <p:cNvSpPr txBox="1"/>
            <p:nvPr/>
          </p:nvSpPr>
          <p:spPr bwMode="gray">
            <a:xfrm>
              <a:off x="5621471" y="5283850"/>
              <a:ext cx="2724912" cy="987552"/>
            </a:xfrm>
            <a:prstGeom prst="rect">
              <a:avLst/>
            </a:prstGeom>
            <a:noFill/>
            <a:ln>
              <a:noFill/>
            </a:ln>
          </p:spPr>
          <p:txBody>
            <a:bodyPr wrap="square" lIns="91440" tIns="45720" rIns="91440" bIns="4572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+100 countries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BBvoice Light"/>
                  <a:ea typeface="ABBvoice"/>
                  <a:cs typeface="ABBvoice"/>
                </a:rPr>
                <a:t>with local representatives</a:t>
              </a:r>
            </a:p>
          </p:txBody>
        </p:sp>
        <p:pic>
          <p:nvPicPr>
            <p:cNvPr id="46" name="Graphic 45">
              <a:extLst>
                <a:ext uri="{FF2B5EF4-FFF2-40B4-BE49-F238E27FC236}">
                  <a16:creationId xmlns:a16="http://schemas.microsoft.com/office/drawing/2014/main" id="{9B38B6EF-FCA0-F936-424E-F33E30D9A15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41027" y="4468808"/>
              <a:ext cx="685800" cy="685800"/>
            </a:xfrm>
            <a:prstGeom prst="rect">
              <a:avLst/>
            </a:prstGeom>
          </p:spPr>
        </p:pic>
      </p:grpSp>
      <p:grpSp>
        <p:nvGrpSpPr>
          <p:cNvPr id="22" name="Group 21">
            <a:extLst>
              <a:ext uri="{FF2B5EF4-FFF2-40B4-BE49-F238E27FC236}">
                <a16:creationId xmlns:a16="http://schemas.microsoft.com/office/drawing/2014/main" id="{292F73B2-CD71-C917-91AC-717A51FDEE1A}"/>
              </a:ext>
            </a:extLst>
          </p:cNvPr>
          <p:cNvGrpSpPr/>
          <p:nvPr/>
        </p:nvGrpSpPr>
        <p:grpSpPr>
          <a:xfrm>
            <a:off x="5621471" y="410218"/>
            <a:ext cx="2724912" cy="1746717"/>
            <a:chOff x="5621471" y="371029"/>
            <a:chExt cx="2724912" cy="1746717"/>
          </a:xfrm>
        </p:grpSpPr>
        <p:sp>
          <p:nvSpPr>
            <p:cNvPr id="41" name="TextBox 40">
              <a:extLst>
                <a:ext uri="{FF2B5EF4-FFF2-40B4-BE49-F238E27FC236}">
                  <a16:creationId xmlns:a16="http://schemas.microsoft.com/office/drawing/2014/main" id="{35F29084-8667-F948-1B92-941AC093B64B}"/>
                </a:ext>
              </a:extLst>
            </p:cNvPr>
            <p:cNvSpPr txBox="1"/>
            <p:nvPr/>
          </p:nvSpPr>
          <p:spPr bwMode="gray">
            <a:xfrm>
              <a:off x="5621471" y="1130194"/>
              <a:ext cx="2724912" cy="987552"/>
            </a:xfrm>
            <a:prstGeom prst="rect">
              <a:avLst/>
            </a:prstGeom>
            <a:noFill/>
            <a:ln>
              <a:noFill/>
            </a:ln>
          </p:spPr>
          <p:txBody>
            <a:bodyPr wrap="square" lIns="91440" tIns="45720" rIns="91440" bIns="4572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140 years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BBvoice Light"/>
                  <a:ea typeface="ABBvoice Light" panose="020D0403020503020204" pitchFamily="34" charset="0"/>
                  <a:cs typeface="ABBvoice Light" panose="020D0403020503020204" pitchFamily="34" charset="0"/>
                </a:rPr>
                <a:t>of technology and innovation</a:t>
              </a:r>
            </a:p>
          </p:txBody>
        </p:sp>
        <p:pic>
          <p:nvPicPr>
            <p:cNvPr id="47" name="Graphic 46">
              <a:extLst>
                <a:ext uri="{FF2B5EF4-FFF2-40B4-BE49-F238E27FC236}">
                  <a16:creationId xmlns:a16="http://schemas.microsoft.com/office/drawing/2014/main" id="{5B82E0B8-477A-C0B9-F9C2-6BDC2962C00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41027" y="371029"/>
              <a:ext cx="685800" cy="685800"/>
            </a:xfrm>
            <a:prstGeom prst="rect">
              <a:avLst/>
            </a:prstGeom>
          </p:spPr>
        </p:pic>
      </p:grpSp>
      <p:grpSp>
        <p:nvGrpSpPr>
          <p:cNvPr id="21" name="Group 20">
            <a:extLst>
              <a:ext uri="{FF2B5EF4-FFF2-40B4-BE49-F238E27FC236}">
                <a16:creationId xmlns:a16="http://schemas.microsoft.com/office/drawing/2014/main" id="{8AB5C803-A046-519E-7477-95666DE2743B}"/>
              </a:ext>
            </a:extLst>
          </p:cNvPr>
          <p:cNvGrpSpPr/>
          <p:nvPr/>
        </p:nvGrpSpPr>
        <p:grpSpPr>
          <a:xfrm>
            <a:off x="5572907" y="2459108"/>
            <a:ext cx="2724912" cy="1746717"/>
            <a:chOff x="8696005" y="2596478"/>
            <a:chExt cx="2724912" cy="1746717"/>
          </a:xfrm>
        </p:grpSpPr>
        <p:sp>
          <p:nvSpPr>
            <p:cNvPr id="40" name="TextBox 39">
              <a:extLst>
                <a:ext uri="{FF2B5EF4-FFF2-40B4-BE49-F238E27FC236}">
                  <a16:creationId xmlns:a16="http://schemas.microsoft.com/office/drawing/2014/main" id="{202B37E5-32E4-1156-4007-A358DAE82B68}"/>
                </a:ext>
              </a:extLst>
            </p:cNvPr>
            <p:cNvSpPr txBox="1"/>
            <p:nvPr/>
          </p:nvSpPr>
          <p:spPr bwMode="gray">
            <a:xfrm>
              <a:off x="8696005" y="3355643"/>
              <a:ext cx="2724912" cy="987552"/>
            </a:xfrm>
            <a:prstGeom prst="rect">
              <a:avLst/>
            </a:prstGeom>
            <a:noFill/>
            <a:ln>
              <a:noFill/>
            </a:ln>
          </p:spPr>
          <p:txBody>
            <a:bodyPr wrap="square" lIns="91440" tIns="45720" rIns="91440" bIns="4572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000F"/>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t>$7 billion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BBvoice Light"/>
                  <a:ea typeface="ABBvoice Light" panose="020D0403020503020204" pitchFamily="34" charset="0"/>
                  <a:cs typeface="ABBvoice Light" panose="020D0403020503020204" pitchFamily="34" charset="0"/>
                </a:rPr>
                <a:t>e</a:t>
              </a:r>
              <a:r>
                <a:rPr kumimoji="0" lang="en-US" sz="1400" b="0" i="0" u="none" strike="noStrike" kern="1200" cap="none" spc="0" normalizeH="0" baseline="0" noProof="0" err="1">
                  <a:ln>
                    <a:noFill/>
                  </a:ln>
                  <a:solidFill>
                    <a:srgbClr val="000000"/>
                  </a:solidFill>
                  <a:effectLst/>
                  <a:uLnTx/>
                  <a:uFillTx/>
                  <a:latin typeface="ABBvoice Light"/>
                  <a:ea typeface="ABBvoice Light" panose="020D0403020503020204" pitchFamily="34" charset="0"/>
                  <a:cs typeface="ABBvoice Light" panose="020D0403020503020204" pitchFamily="34" charset="0"/>
                </a:rPr>
                <a:t>stimated</a:t>
              </a:r>
              <a:r>
                <a:rPr kumimoji="0" lang="en-US" sz="1400" b="0" i="0" u="none" strike="noStrike" kern="1200" cap="none" spc="0" normalizeH="0" baseline="0" noProof="0">
                  <a:ln>
                    <a:noFill/>
                  </a:ln>
                  <a:solidFill>
                    <a:srgbClr val="000000"/>
                  </a:solidFill>
                  <a:effectLst/>
                  <a:uLnTx/>
                  <a:uFillTx/>
                  <a:latin typeface="ABBvoice Light"/>
                  <a:ea typeface="ABBvoice Light" panose="020D0403020503020204" pitchFamily="34" charset="0"/>
                  <a:cs typeface="ABBvoice Light" panose="020D0403020503020204" pitchFamily="34" charset="0"/>
                </a:rPr>
                <a:t> global opportunity</a:t>
              </a:r>
              <a:r>
                <a:rPr kumimoji="0" lang="en-US" sz="1400" b="0" i="0" u="none" strike="noStrike" kern="1200" cap="none" spc="0" normalizeH="0" baseline="30000" noProof="0">
                  <a:ln>
                    <a:noFill/>
                  </a:ln>
                  <a:solidFill>
                    <a:srgbClr val="000000"/>
                  </a:solidFill>
                  <a:effectLst/>
                  <a:uLnTx/>
                  <a:uFillTx/>
                  <a:latin typeface="ABBvoice Light"/>
                  <a:ea typeface="ABBvoice Light" panose="020D0403020503020204" pitchFamily="34" charset="0"/>
                  <a:cs typeface="ABBvoice Light" panose="020D0403020503020204" pitchFamily="34" charset="0"/>
                </a:rPr>
                <a:t>1</a:t>
              </a:r>
              <a:endParaRPr kumimoji="0" lang="en-US" sz="1400" b="0" i="0" u="none" strike="noStrike" kern="1200" cap="none" spc="0" normalizeH="0" baseline="3000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endParaRPr>
            </a:p>
          </p:txBody>
        </p:sp>
        <p:pic>
          <p:nvPicPr>
            <p:cNvPr id="48" name="Graphic 47">
              <a:extLst>
                <a:ext uri="{FF2B5EF4-FFF2-40B4-BE49-F238E27FC236}">
                  <a16:creationId xmlns:a16="http://schemas.microsoft.com/office/drawing/2014/main" id="{14AF48A7-2F1F-17A7-9A0E-9C5C6E867F9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715561" y="2596478"/>
              <a:ext cx="685800" cy="685800"/>
            </a:xfrm>
            <a:prstGeom prst="rect">
              <a:avLst/>
            </a:prstGeom>
          </p:spPr>
        </p:pic>
      </p:grpSp>
      <p:grpSp>
        <p:nvGrpSpPr>
          <p:cNvPr id="23" name="Group 22">
            <a:extLst>
              <a:ext uri="{FF2B5EF4-FFF2-40B4-BE49-F238E27FC236}">
                <a16:creationId xmlns:a16="http://schemas.microsoft.com/office/drawing/2014/main" id="{F22FFE28-A883-F74D-2B4D-AA2ABBBC3774}"/>
              </a:ext>
            </a:extLst>
          </p:cNvPr>
          <p:cNvGrpSpPr/>
          <p:nvPr/>
        </p:nvGrpSpPr>
        <p:grpSpPr>
          <a:xfrm>
            <a:off x="8696005" y="410218"/>
            <a:ext cx="2724912" cy="1746717"/>
            <a:chOff x="8696005" y="371029"/>
            <a:chExt cx="2724912" cy="1746717"/>
          </a:xfrm>
        </p:grpSpPr>
        <p:sp>
          <p:nvSpPr>
            <p:cNvPr id="44" name="TextBox 43">
              <a:extLst>
                <a:ext uri="{FF2B5EF4-FFF2-40B4-BE49-F238E27FC236}">
                  <a16:creationId xmlns:a16="http://schemas.microsoft.com/office/drawing/2014/main" id="{AFB42FA5-44AB-463D-CB50-4298EC7F6287}"/>
                </a:ext>
              </a:extLst>
            </p:cNvPr>
            <p:cNvSpPr txBox="1"/>
            <p:nvPr/>
          </p:nvSpPr>
          <p:spPr bwMode="gray">
            <a:xfrm>
              <a:off x="8696005" y="1130194"/>
              <a:ext cx="2724912" cy="987552"/>
            </a:xfrm>
            <a:prstGeom prst="rect">
              <a:avLst/>
            </a:prstGeom>
            <a:noFill/>
            <a:ln>
              <a:noFill/>
            </a:ln>
          </p:spPr>
          <p:txBody>
            <a:bodyPr wrap="square" lIns="91440" tIns="45720" rIns="91440" bIns="4572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000F"/>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t>Global leader </a:t>
              </a:r>
              <a:br>
                <a:rPr kumimoji="0" lang="en-US" sz="2400" b="0" i="0" u="none" strike="noStrike" kern="1200" cap="none" spc="0" normalizeH="0" baseline="0" noProof="0">
                  <a:ln>
                    <a:noFill/>
                  </a:ln>
                  <a:solidFill>
                    <a:srgbClr val="FF000F"/>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br>
              <a:r>
                <a:rPr kumimoji="0" lang="en-US" sz="1400" b="0" i="0" u="none" strike="noStrike" kern="1200" cap="none" spc="0" normalizeH="0" baseline="0" noProof="0">
                  <a:ln>
                    <a:noFill/>
                  </a:ln>
                  <a:solidFill>
                    <a:srgbClr val="000000"/>
                  </a:solidFill>
                  <a:effectLst/>
                  <a:uLnTx/>
                  <a:uFillTx/>
                  <a:latin typeface="ABBvoice Light"/>
                  <a:ea typeface="ABBvoice Light" panose="020D0403020503020204" pitchFamily="34" charset="0"/>
                  <a:cs typeface="ABBvoice Light" panose="020D0403020503020204" pitchFamily="34" charset="0"/>
                </a:rPr>
                <a:t>in high power portfolio </a:t>
              </a:r>
            </a:p>
          </p:txBody>
        </p:sp>
        <p:pic>
          <p:nvPicPr>
            <p:cNvPr id="49" name="Graphic 48">
              <a:extLst>
                <a:ext uri="{FF2B5EF4-FFF2-40B4-BE49-F238E27FC236}">
                  <a16:creationId xmlns:a16="http://schemas.microsoft.com/office/drawing/2014/main" id="{6C39BE5B-CC21-3A73-BC4E-A27E0671421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715561" y="371029"/>
              <a:ext cx="685800" cy="685800"/>
            </a:xfrm>
            <a:prstGeom prst="rect">
              <a:avLst/>
            </a:prstGeom>
          </p:spPr>
        </p:pic>
      </p:grpSp>
      <p:grpSp>
        <p:nvGrpSpPr>
          <p:cNvPr id="19" name="Group 18">
            <a:extLst>
              <a:ext uri="{FF2B5EF4-FFF2-40B4-BE49-F238E27FC236}">
                <a16:creationId xmlns:a16="http://schemas.microsoft.com/office/drawing/2014/main" id="{BD8A224A-E8DA-1725-BD2A-7951885B8DD7}"/>
              </a:ext>
            </a:extLst>
          </p:cNvPr>
          <p:cNvGrpSpPr/>
          <p:nvPr/>
        </p:nvGrpSpPr>
        <p:grpSpPr>
          <a:xfrm>
            <a:off x="8696005" y="4429619"/>
            <a:ext cx="2724912" cy="1802594"/>
            <a:chOff x="8696005" y="4468808"/>
            <a:chExt cx="2724912" cy="1802594"/>
          </a:xfrm>
        </p:grpSpPr>
        <p:sp>
          <p:nvSpPr>
            <p:cNvPr id="43" name="TextBox 42">
              <a:extLst>
                <a:ext uri="{FF2B5EF4-FFF2-40B4-BE49-F238E27FC236}">
                  <a16:creationId xmlns:a16="http://schemas.microsoft.com/office/drawing/2014/main" id="{166A80E6-7ECE-1269-7C18-D21059D459B5}"/>
                </a:ext>
              </a:extLst>
            </p:cNvPr>
            <p:cNvSpPr txBox="1"/>
            <p:nvPr/>
          </p:nvSpPr>
          <p:spPr bwMode="gray">
            <a:xfrm>
              <a:off x="8696005" y="5283850"/>
              <a:ext cx="2724912" cy="987552"/>
            </a:xfrm>
            <a:prstGeom prst="rect">
              <a:avLst/>
            </a:prstGeom>
            <a:noFill/>
            <a:ln>
              <a:noFill/>
            </a:ln>
          </p:spPr>
          <p:txBody>
            <a:bodyPr wrap="square" lIns="91440" tIns="45720" rIns="91440" bIns="4572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000F"/>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t>&gt;6.4k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BBvoice Light"/>
                  <a:ea typeface="ABBvoice Light" panose="020D0403020503020204" pitchFamily="34" charset="0"/>
                  <a:cs typeface="ABBvoice Light" panose="020D0403020503020204" pitchFamily="34" charset="0"/>
                </a:rPr>
                <a:t>employees globally</a:t>
              </a:r>
              <a:endParaRPr kumimoji="0" lang="en-US" sz="14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endParaRPr>
            </a:p>
          </p:txBody>
        </p:sp>
        <p:pic>
          <p:nvPicPr>
            <p:cNvPr id="50" name="Graphic 49">
              <a:extLst>
                <a:ext uri="{FF2B5EF4-FFF2-40B4-BE49-F238E27FC236}">
                  <a16:creationId xmlns:a16="http://schemas.microsoft.com/office/drawing/2014/main" id="{1F85B7C9-4D20-DFA2-6F44-908C2452F67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715561" y="4468808"/>
              <a:ext cx="685800" cy="685800"/>
            </a:xfrm>
            <a:prstGeom prst="rect">
              <a:avLst/>
            </a:prstGeom>
          </p:spPr>
        </p:pic>
      </p:grpSp>
      <p:sp>
        <p:nvSpPr>
          <p:cNvPr id="4" name="Rectangle 3">
            <a:extLst>
              <a:ext uri="{FF2B5EF4-FFF2-40B4-BE49-F238E27FC236}">
                <a16:creationId xmlns:a16="http://schemas.microsoft.com/office/drawing/2014/main" id="{F2EF9E9C-2206-3448-1E01-601171E99E50}"/>
              </a:ext>
            </a:extLst>
          </p:cNvPr>
          <p:cNvSpPr/>
          <p:nvPr/>
        </p:nvSpPr>
        <p:spPr bwMode="gray">
          <a:xfrm rot="10800000">
            <a:off x="-18937" y="-1"/>
            <a:ext cx="5029084" cy="3076575"/>
          </a:xfrm>
          <a:prstGeom prst="rect">
            <a:avLst/>
          </a:prstGeom>
          <a:gradFill>
            <a:gsLst>
              <a:gs pos="0">
                <a:schemeClr val="tx1">
                  <a:alpha val="0"/>
                </a:schemeClr>
              </a:gs>
              <a:gs pos="50000">
                <a:schemeClr val="tx1">
                  <a:alpha val="47000"/>
                </a:schemeClr>
              </a:gs>
              <a:gs pos="100000">
                <a:schemeClr val="tx1">
                  <a:alpha val="53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8" name="Rectangle 7">
            <a:extLst>
              <a:ext uri="{FF2B5EF4-FFF2-40B4-BE49-F238E27FC236}">
                <a16:creationId xmlns:a16="http://schemas.microsoft.com/office/drawing/2014/main" id="{C6204B45-5EA2-22DD-FFAE-B362A33BCCDB}"/>
              </a:ext>
            </a:extLst>
          </p:cNvPr>
          <p:cNvSpPr/>
          <p:nvPr/>
        </p:nvSpPr>
        <p:spPr bwMode="gray">
          <a:xfrm>
            <a:off x="-18938" y="3076576"/>
            <a:ext cx="5029084" cy="3781424"/>
          </a:xfrm>
          <a:prstGeom prst="rect">
            <a:avLst/>
          </a:prstGeom>
          <a:gradFill>
            <a:gsLst>
              <a:gs pos="0">
                <a:schemeClr val="tx1">
                  <a:alpha val="0"/>
                </a:schemeClr>
              </a:gs>
              <a:gs pos="50000">
                <a:schemeClr val="tx1">
                  <a:alpha val="56000"/>
                </a:schemeClr>
              </a:gs>
              <a:gs pos="100000">
                <a:schemeClr val="tx1">
                  <a:alpha val="53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11" name="Title 6">
            <a:hlinkClick r:id="rId17"/>
            <a:extLst>
              <a:ext uri="{FF2B5EF4-FFF2-40B4-BE49-F238E27FC236}">
                <a16:creationId xmlns:a16="http://schemas.microsoft.com/office/drawing/2014/main" id="{09D2C904-5EDD-D25C-3FAB-C4DEE6902FC7}"/>
              </a:ext>
            </a:extLst>
          </p:cNvPr>
          <p:cNvSpPr txBox="1">
            <a:spLocks/>
          </p:cNvSpPr>
          <p:nvPr/>
        </p:nvSpPr>
        <p:spPr>
          <a:xfrm>
            <a:off x="330200" y="6015512"/>
            <a:ext cx="1299049" cy="252000"/>
          </a:xfrm>
          <a:prstGeom prst="roundRect">
            <a:avLst>
              <a:gd name="adj" fmla="val 50000"/>
            </a:avLst>
          </a:prstGeom>
          <a:solidFill>
            <a:schemeClr val="bg2"/>
          </a:solidFill>
        </p:spPr>
        <p:txBody>
          <a:bodyPr lIns="0" tIns="0" rIns="0" bIns="0" anchor="ctr"/>
          <a:lstStyle>
            <a:lvl1pPr algn="l" defTabSz="914491" rtl="0" eaLnBrk="1" latinLnBrk="0" hangingPunct="1">
              <a:spcBef>
                <a:spcPct val="0"/>
              </a:spcBef>
              <a:buNone/>
              <a:defRPr sz="3200" b="0" kern="1200">
                <a:solidFill>
                  <a:schemeClr val="tx1"/>
                </a:solidFill>
                <a:latin typeface="+mj-lt"/>
                <a:ea typeface="+mj-ea"/>
                <a:cs typeface="+mj-cs"/>
              </a:defRPr>
            </a:lvl1pPr>
          </a:lstStyle>
          <a:p>
            <a:pPr marL="0" marR="0" lvl="0" indent="0" algn="ctr" defTabSz="914491" rtl="0" eaLnBrk="1" fontAlgn="auto" latinLnBrk="0" hangingPunct="1">
              <a:lnSpc>
                <a:spcPct val="100000"/>
              </a:lnSpc>
              <a:spcBef>
                <a:spcPct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BBvoice"/>
                <a:ea typeface="ABBvoice"/>
                <a:cs typeface="ABBvoice Display SemiBold" panose="020D0704020603060204" pitchFamily="34" charset="0"/>
              </a:rPr>
              <a:t>Contact us</a:t>
            </a:r>
          </a:p>
        </p:txBody>
      </p:sp>
      <p:sp>
        <p:nvSpPr>
          <p:cNvPr id="17" name="Rectangle 16">
            <a:extLst>
              <a:ext uri="{FF2B5EF4-FFF2-40B4-BE49-F238E27FC236}">
                <a16:creationId xmlns:a16="http://schemas.microsoft.com/office/drawing/2014/main" id="{864997AA-1BAC-601C-397D-4933C1AE0C30}"/>
              </a:ext>
            </a:extLst>
          </p:cNvPr>
          <p:cNvSpPr/>
          <p:nvPr/>
        </p:nvSpPr>
        <p:spPr bwMode="gray">
          <a:xfrm>
            <a:off x="330200" y="4837867"/>
            <a:ext cx="4437743" cy="1014293"/>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BBvoice"/>
                <a:ea typeface="ABBvoice"/>
                <a:cs typeface="ABBvoice"/>
              </a:rPr>
              <a:t>Who we 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BBvoice"/>
                <a:ea typeface="ABBvoice"/>
                <a:cs typeface="ABBvoice"/>
              </a:rPr>
              <a:t>Global market leader in high-power, high-performance motors, drives, generators, power conversion and packaged solutions. </a:t>
            </a:r>
          </a:p>
        </p:txBody>
      </p:sp>
      <p:sp>
        <p:nvSpPr>
          <p:cNvPr id="2" name="Rectangle 1">
            <a:extLst>
              <a:ext uri="{FF2B5EF4-FFF2-40B4-BE49-F238E27FC236}">
                <a16:creationId xmlns:a16="http://schemas.microsoft.com/office/drawing/2014/main" id="{B5CFBEFF-C6F1-8F9B-35AA-43CA53F61DE6}"/>
              </a:ext>
            </a:extLst>
          </p:cNvPr>
          <p:cNvSpPr/>
          <p:nvPr/>
        </p:nvSpPr>
        <p:spPr bwMode="gray">
          <a:xfrm>
            <a:off x="5216552" y="6552202"/>
            <a:ext cx="6109108" cy="19227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BBvoice"/>
                <a:ea typeface="ABBvoice"/>
                <a:cs typeface="ABBvoice"/>
              </a:rPr>
              <a:t> </a:t>
            </a:r>
            <a:r>
              <a:rPr kumimoji="0" lang="en-US" sz="900" b="0" i="0" u="none" strike="noStrike" kern="1200" cap="none" spc="0" normalizeH="0" baseline="30000" noProof="0">
                <a:ln>
                  <a:noFill/>
                </a:ln>
                <a:solidFill>
                  <a:srgbClr val="000000"/>
                </a:solidFill>
                <a:effectLst/>
                <a:uLnTx/>
                <a:uFillTx/>
                <a:latin typeface="ABBvoice"/>
                <a:ea typeface="ABBvoice"/>
                <a:cs typeface="ABBvoice"/>
              </a:rPr>
              <a:t>1 </a:t>
            </a:r>
            <a:r>
              <a:rPr kumimoji="0" lang="en-US" sz="900" b="0" i="0" u="none" strike="noStrike" kern="1200" cap="none" spc="0" normalizeH="0" baseline="0" noProof="0">
                <a:ln>
                  <a:noFill/>
                </a:ln>
                <a:solidFill>
                  <a:srgbClr val="000000"/>
                </a:solidFill>
                <a:effectLst/>
                <a:uLnTx/>
                <a:uFillTx/>
                <a:latin typeface="ABBvoice"/>
                <a:ea typeface="ABBvoice"/>
                <a:cs typeface="ABBvoice"/>
              </a:rPr>
              <a:t>Estimated power generation market size</a:t>
            </a:r>
          </a:p>
        </p:txBody>
      </p:sp>
      <p:sp>
        <p:nvSpPr>
          <p:cNvPr id="5" name="Title Placeholder 1">
            <a:extLst>
              <a:ext uri="{FF2B5EF4-FFF2-40B4-BE49-F238E27FC236}">
                <a16:creationId xmlns:a16="http://schemas.microsoft.com/office/drawing/2014/main" id="{CFD12119-5E53-A53E-9FBD-FB4209639BD7}"/>
              </a:ext>
            </a:extLst>
          </p:cNvPr>
          <p:cNvSpPr txBox="1">
            <a:spLocks/>
          </p:cNvSpPr>
          <p:nvPr/>
        </p:nvSpPr>
        <p:spPr bwMode="gray">
          <a:xfrm>
            <a:off x="331200" y="691200"/>
            <a:ext cx="4356414" cy="363600"/>
          </a:xfrm>
          <a:prstGeom prst="rect">
            <a:avLst/>
          </a:prstGeom>
        </p:spPr>
        <p:txBody>
          <a:bodyPr vert="horz" lIns="0" tIns="0" rIns="0" bIns="0" rtlCol="0" anchor="t">
            <a:noAutofit/>
          </a:bodyPr>
          <a:lstStyle>
            <a:lvl1pPr algn="l" defTabSz="914491" rtl="0" eaLnBrk="1" latinLnBrk="0" hangingPunct="1">
              <a:spcBef>
                <a:spcPct val="0"/>
              </a:spcBef>
              <a:buNone/>
              <a:defRPr sz="2400" b="1" kern="1200">
                <a:solidFill>
                  <a:schemeClr val="tx1"/>
                </a:solidFill>
                <a:latin typeface="+mj-lt"/>
                <a:ea typeface="+mj-ea"/>
                <a:cs typeface="+mj-cs"/>
              </a:defRPr>
            </a:lvl1pPr>
          </a:lstStyle>
          <a:p>
            <a:r>
              <a:rPr lang="en-US">
                <a:solidFill>
                  <a:schemeClr val="bg1"/>
                </a:solidFill>
              </a:rPr>
              <a:t>Get to know us</a:t>
            </a:r>
          </a:p>
        </p:txBody>
      </p:sp>
      <p:sp>
        <p:nvSpPr>
          <p:cNvPr id="6" name="Text Placeholder 6">
            <a:extLst>
              <a:ext uri="{FF2B5EF4-FFF2-40B4-BE49-F238E27FC236}">
                <a16:creationId xmlns:a16="http://schemas.microsoft.com/office/drawing/2014/main" id="{64456EE8-40F0-9E31-7A6E-4A8F99582376}"/>
              </a:ext>
            </a:extLst>
          </p:cNvPr>
          <p:cNvSpPr txBox="1">
            <a:spLocks/>
          </p:cNvSpPr>
          <p:nvPr/>
        </p:nvSpPr>
        <p:spPr>
          <a:xfrm>
            <a:off x="33120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noProof="0"/>
              <a:t>—</a:t>
            </a:r>
            <a:endParaRPr lang="en-US"/>
          </a:p>
        </p:txBody>
      </p:sp>
    </p:spTree>
    <p:extLst>
      <p:ext uri="{BB962C8B-B14F-4D97-AF65-F5344CB8AC3E}">
        <p14:creationId xmlns:p14="http://schemas.microsoft.com/office/powerpoint/2010/main" val="2675810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group of white and green tanks&#10;&#10;AI-generated content may be incorrect.">
            <a:extLst>
              <a:ext uri="{FF2B5EF4-FFF2-40B4-BE49-F238E27FC236}">
                <a16:creationId xmlns:a16="http://schemas.microsoft.com/office/drawing/2014/main" id="{3CBDB176-3E0C-3842-4008-3CCA5A9FA960}"/>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8160000" y="717454"/>
            <a:ext cx="4032000" cy="3213100"/>
          </a:xfrm>
          <a:prstGeom prst="rect">
            <a:avLst/>
          </a:prstGeom>
        </p:spPr>
      </p:pic>
      <p:pic>
        <p:nvPicPr>
          <p:cNvPr id="14" name="Picture 13" descr="A wind turbines in a field with Codrington Wind Farm in the background&#10;&#10;AI-generated content may be incorrect.">
            <a:extLst>
              <a:ext uri="{FF2B5EF4-FFF2-40B4-BE49-F238E27FC236}">
                <a16:creationId xmlns:a16="http://schemas.microsoft.com/office/drawing/2014/main" id="{D634ABB9-FB7A-BE14-2551-44200A24C705}"/>
              </a:ext>
            </a:extLst>
          </p:cNvPr>
          <p:cNvPicPr>
            <a:picLocks noChangeAspect="1"/>
          </p:cNvPicPr>
          <p:nvPr/>
        </p:nvPicPr>
        <p:blipFill>
          <a:blip r:embed="rId3" cstate="screen">
            <a:extLst>
              <a:ext uri="{28A0092B-C50C-407E-A947-70E740481C1C}">
                <a14:useLocalDpi xmlns:a14="http://schemas.microsoft.com/office/drawing/2010/main"/>
              </a:ext>
            </a:extLst>
          </a:blip>
          <a:srcRect t="-1" b="-4487"/>
          <a:stretch>
            <a:fillRect/>
          </a:stretch>
        </p:blipFill>
        <p:spPr>
          <a:xfrm>
            <a:off x="0" y="1927225"/>
            <a:ext cx="4032000" cy="2808548"/>
          </a:xfrm>
          <a:prstGeom prst="rect">
            <a:avLst/>
          </a:prstGeom>
        </p:spPr>
      </p:pic>
      <p:sp>
        <p:nvSpPr>
          <p:cNvPr id="4" name="Text Placeholder 11">
            <a:extLst>
              <a:ext uri="{FF2B5EF4-FFF2-40B4-BE49-F238E27FC236}">
                <a16:creationId xmlns:a16="http://schemas.microsoft.com/office/drawing/2014/main" id="{45CEC461-EFF5-1144-3527-AC0D21B471C6}"/>
              </a:ext>
            </a:extLst>
          </p:cNvPr>
          <p:cNvSpPr txBox="1">
            <a:spLocks/>
          </p:cNvSpPr>
          <p:nvPr/>
        </p:nvSpPr>
        <p:spPr>
          <a:xfrm>
            <a:off x="8160000" y="3930554"/>
            <a:ext cx="4032000" cy="2927445"/>
          </a:xfrm>
          <a:prstGeom prst="rect">
            <a:avLst/>
          </a:prstGeom>
          <a:solidFill>
            <a:schemeClr val="accent5"/>
          </a:solidFill>
        </p:spPr>
        <p:txBody>
          <a:bodyPr lIns="324000" tIns="180000" rIns="180000" bIns="180000"/>
          <a:lstStyle>
            <a:lvl1pPr marL="0" indent="0" algn="l" defTabSz="914491" rtl="0" eaLnBrk="1" latinLnBrk="0" hangingPunct="1">
              <a:spcBef>
                <a:spcPts val="600"/>
              </a:spcBef>
              <a:buFont typeface="ABBvoice" panose="020B0604020202020204" pitchFamily="34" charset="0"/>
              <a:buNone/>
              <a:defRPr sz="1400" b="0" kern="1200">
                <a:solidFill>
                  <a:schemeClr val="tx1"/>
                </a:solidFill>
                <a:latin typeface="+mn-lt"/>
                <a:ea typeface="ABBvoice Light" panose="020D0403020503020204" pitchFamily="34" charset="0"/>
                <a:cs typeface="ABBvoice Light" panose="020D0403020503020204" pitchFamily="34" charset="0"/>
              </a:defRPr>
            </a:lvl1pPr>
            <a:lvl2pPr marL="2844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2pPr>
            <a:lvl3pPr marL="5688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3pPr>
            <a:lvl4pPr marL="5688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4pPr>
            <a:lvl5pPr marL="5688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sz="1800" b="1" noProof="0"/>
              <a:t>Energy efficiency and</a:t>
            </a:r>
            <a:br>
              <a:rPr lang="en-US" sz="1800" b="1" noProof="0"/>
            </a:br>
            <a:r>
              <a:rPr lang="en-US" sz="1800" b="1" noProof="0"/>
              <a:t>productivity lead our agenda</a:t>
            </a:r>
          </a:p>
          <a:p>
            <a:r>
              <a:rPr lang="en-US" noProof="0"/>
              <a:t>Our Top Industrial Efficiency (TIE) initiative offers you the highest efficiency available without compromising </a:t>
            </a:r>
            <a:br>
              <a:rPr lang="en-US" noProof="0"/>
            </a:br>
            <a:r>
              <a:rPr lang="en-US" noProof="0"/>
              <a:t>on reliability, helping you reduce emissions and lower the total cost </a:t>
            </a:r>
            <a:br>
              <a:rPr lang="en-US" noProof="0"/>
            </a:br>
            <a:r>
              <a:rPr lang="en-US" noProof="0"/>
              <a:t>of ownership  </a:t>
            </a:r>
          </a:p>
        </p:txBody>
      </p:sp>
      <p:sp>
        <p:nvSpPr>
          <p:cNvPr id="7" name="Text Placeholder 11">
            <a:extLst>
              <a:ext uri="{FF2B5EF4-FFF2-40B4-BE49-F238E27FC236}">
                <a16:creationId xmlns:a16="http://schemas.microsoft.com/office/drawing/2014/main" id="{6D3E1A86-2150-E458-C6E6-9BEB4E640C86}"/>
              </a:ext>
            </a:extLst>
          </p:cNvPr>
          <p:cNvSpPr txBox="1">
            <a:spLocks/>
          </p:cNvSpPr>
          <p:nvPr/>
        </p:nvSpPr>
        <p:spPr>
          <a:xfrm>
            <a:off x="4031155" y="1926842"/>
            <a:ext cx="4129691" cy="2721007"/>
          </a:xfrm>
          <a:prstGeom prst="rect">
            <a:avLst/>
          </a:prstGeom>
          <a:solidFill>
            <a:schemeClr val="accent5"/>
          </a:solidFill>
          <a:ln>
            <a:noFill/>
          </a:ln>
        </p:spPr>
        <p:txBody>
          <a:bodyPr lIns="324000" tIns="180000" rIns="180000" bIns="180000"/>
          <a:lstStyle>
            <a:lvl1pPr marL="0" indent="0" algn="l" defTabSz="914491" rtl="0" eaLnBrk="1" latinLnBrk="0" hangingPunct="1">
              <a:spcBef>
                <a:spcPts val="600"/>
              </a:spcBef>
              <a:buFont typeface="ABBvoice" panose="020B0604020202020204" pitchFamily="34" charset="0"/>
              <a:buNone/>
              <a:defRPr sz="1400" b="0" kern="1200">
                <a:solidFill>
                  <a:schemeClr val="tx1"/>
                </a:solidFill>
                <a:latin typeface="+mn-lt"/>
                <a:ea typeface="ABBvoice Light" panose="020D0403020503020204" pitchFamily="34" charset="0"/>
                <a:cs typeface="ABBvoice Light" panose="020D0403020503020204" pitchFamily="34" charset="0"/>
              </a:defRPr>
            </a:lvl1pPr>
            <a:lvl2pPr marL="2844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2pPr>
            <a:lvl3pPr marL="5688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3pPr>
            <a:lvl4pPr marL="5688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4pPr>
            <a:lvl5pPr marL="5688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sz="1800" b="1" noProof="0"/>
              <a:t>Performance and reliability for mission critical applications</a:t>
            </a:r>
          </a:p>
          <a:p>
            <a:r>
              <a:rPr lang="en-US" noProof="0"/>
              <a:t>Backed by decades of experience in critical industries, we offer a unique high-power portfolio spanning from standard products to complete tailor-made systems, to help you outrun your operations performance with unmatched reliability and precision</a:t>
            </a:r>
          </a:p>
        </p:txBody>
      </p:sp>
      <p:sp>
        <p:nvSpPr>
          <p:cNvPr id="8" name="Text Placeholder 11">
            <a:extLst>
              <a:ext uri="{FF2B5EF4-FFF2-40B4-BE49-F238E27FC236}">
                <a16:creationId xmlns:a16="http://schemas.microsoft.com/office/drawing/2014/main" id="{708C67D1-3BE4-CB64-EA09-10B807BF83D2}"/>
              </a:ext>
            </a:extLst>
          </p:cNvPr>
          <p:cNvSpPr txBox="1">
            <a:spLocks/>
          </p:cNvSpPr>
          <p:nvPr/>
        </p:nvSpPr>
        <p:spPr>
          <a:xfrm>
            <a:off x="0" y="4517408"/>
            <a:ext cx="4032000" cy="2340591"/>
          </a:xfrm>
          <a:prstGeom prst="rect">
            <a:avLst/>
          </a:prstGeom>
          <a:solidFill>
            <a:schemeClr val="accent5"/>
          </a:solidFill>
        </p:spPr>
        <p:txBody>
          <a:bodyPr lIns="324000" tIns="180000" rIns="180000" bIns="180000"/>
          <a:lstStyle>
            <a:lvl1pPr marL="0" indent="0" algn="l" defTabSz="914491" rtl="0" eaLnBrk="1" latinLnBrk="0" hangingPunct="1">
              <a:spcBef>
                <a:spcPts val="600"/>
              </a:spcBef>
              <a:buFont typeface="ABBvoice" panose="020B0604020202020204" pitchFamily="34" charset="0"/>
              <a:buNone/>
              <a:defRPr sz="1400" b="0" kern="1200">
                <a:solidFill>
                  <a:schemeClr val="tx1"/>
                </a:solidFill>
                <a:latin typeface="+mn-lt"/>
                <a:ea typeface="ABBvoice Light" panose="020D0403020503020204" pitchFamily="34" charset="0"/>
                <a:cs typeface="ABBvoice Light" panose="020D0403020503020204" pitchFamily="34" charset="0"/>
              </a:defRPr>
            </a:lvl1pPr>
            <a:lvl2pPr marL="2844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2pPr>
            <a:lvl3pPr marL="5688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3pPr>
            <a:lvl4pPr marL="5688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4pPr>
            <a:lvl5pPr marL="5688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sz="1800" b="1" noProof="0"/>
              <a:t>We’re driving towards net zero</a:t>
            </a:r>
          </a:p>
          <a:p>
            <a:r>
              <a:rPr lang="en-US" noProof="0"/>
              <a:t>We apply our technology and experience to produce solutions that will help you reduce your carbon emissions while  increasing productivity and competitiveness</a:t>
            </a:r>
          </a:p>
          <a:p>
            <a:endParaRPr lang="en-US" noProof="0"/>
          </a:p>
          <a:p>
            <a:endParaRPr lang="en-US" noProof="0"/>
          </a:p>
          <a:p>
            <a:endParaRPr lang="en-US" noProof="0"/>
          </a:p>
        </p:txBody>
      </p:sp>
      <p:pic>
        <p:nvPicPr>
          <p:cNvPr id="10" name="Picture 9" descr="A person shaking hands with a group of people&#10;&#10;AI-generated content may be incorrect.">
            <a:extLst>
              <a:ext uri="{FF2B5EF4-FFF2-40B4-BE49-F238E27FC236}">
                <a16:creationId xmlns:a16="http://schemas.microsoft.com/office/drawing/2014/main" id="{F271BF2E-DA83-A283-BAC7-831312E5E8F0}"/>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021385" y="4647850"/>
            <a:ext cx="4129691" cy="2210150"/>
          </a:xfrm>
          <a:prstGeom prst="rect">
            <a:avLst/>
          </a:prstGeom>
        </p:spPr>
      </p:pic>
      <p:sp>
        <p:nvSpPr>
          <p:cNvPr id="3" name="Title Placeholder 1">
            <a:extLst>
              <a:ext uri="{FF2B5EF4-FFF2-40B4-BE49-F238E27FC236}">
                <a16:creationId xmlns:a16="http://schemas.microsoft.com/office/drawing/2014/main" id="{18155197-5F0A-2BC4-39BA-16B27CDC047C}"/>
              </a:ext>
            </a:extLst>
          </p:cNvPr>
          <p:cNvSpPr txBox="1">
            <a:spLocks/>
          </p:cNvSpPr>
          <p:nvPr/>
        </p:nvSpPr>
        <p:spPr bwMode="gray">
          <a:xfrm>
            <a:off x="331200" y="691200"/>
            <a:ext cx="4356414" cy="363600"/>
          </a:xfrm>
          <a:prstGeom prst="rect">
            <a:avLst/>
          </a:prstGeom>
        </p:spPr>
        <p:txBody>
          <a:bodyPr vert="horz" lIns="0" tIns="0" rIns="0" bIns="0" rtlCol="0" anchor="t">
            <a:noAutofit/>
          </a:bodyPr>
          <a:lstStyle>
            <a:lvl1pPr algn="l" defTabSz="914491" rtl="0" eaLnBrk="1" latinLnBrk="0" hangingPunct="1">
              <a:spcBef>
                <a:spcPct val="0"/>
              </a:spcBef>
              <a:buNone/>
              <a:defRPr sz="2400" b="1" kern="1200">
                <a:solidFill>
                  <a:schemeClr val="tx1"/>
                </a:solidFill>
                <a:latin typeface="+mj-lt"/>
                <a:ea typeface="+mj-ea"/>
                <a:cs typeface="+mj-cs"/>
              </a:defRPr>
            </a:lvl1pPr>
          </a:lstStyle>
          <a:p>
            <a:r>
              <a:rPr lang="en-US"/>
              <a:t>What we promise</a:t>
            </a:r>
          </a:p>
        </p:txBody>
      </p:sp>
      <p:sp>
        <p:nvSpPr>
          <p:cNvPr id="5" name="Text Placeholder 6">
            <a:extLst>
              <a:ext uri="{FF2B5EF4-FFF2-40B4-BE49-F238E27FC236}">
                <a16:creationId xmlns:a16="http://schemas.microsoft.com/office/drawing/2014/main" id="{D0A1F7A9-88D3-8B35-F461-239445DF5C4F}"/>
              </a:ext>
            </a:extLst>
          </p:cNvPr>
          <p:cNvSpPr txBox="1">
            <a:spLocks/>
          </p:cNvSpPr>
          <p:nvPr/>
        </p:nvSpPr>
        <p:spPr>
          <a:xfrm>
            <a:off x="33120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noProof="0"/>
              <a:t>—</a:t>
            </a:r>
            <a:endParaRPr lang="en-US"/>
          </a:p>
        </p:txBody>
      </p:sp>
    </p:spTree>
    <p:extLst>
      <p:ext uri="{BB962C8B-B14F-4D97-AF65-F5344CB8AC3E}">
        <p14:creationId xmlns:p14="http://schemas.microsoft.com/office/powerpoint/2010/main" val="2264827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E2CD1E-09EE-138A-DFD6-34C0C125659E}"/>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10164280" y="3487164"/>
            <a:ext cx="2043027" cy="3383280"/>
          </a:xfrm>
          <a:prstGeom prst="rect">
            <a:avLst/>
          </a:prstGeom>
        </p:spPr>
      </p:pic>
      <p:pic>
        <p:nvPicPr>
          <p:cNvPr id="4" name="Picture 3" descr="Sparks flying from a metal object&#10;&#10;AI-generated content may be incorrect.">
            <a:extLst>
              <a:ext uri="{FF2B5EF4-FFF2-40B4-BE49-F238E27FC236}">
                <a16:creationId xmlns:a16="http://schemas.microsoft.com/office/drawing/2014/main" id="{47BAFFC1-2D0C-EB64-5095-5E484D5BFF47}"/>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6391" y="3480942"/>
            <a:ext cx="2053112" cy="3377058"/>
          </a:xfrm>
          <a:prstGeom prst="rect">
            <a:avLst/>
          </a:prstGeom>
        </p:spPr>
      </p:pic>
      <p:pic>
        <p:nvPicPr>
          <p:cNvPr id="5" name="Picture 4">
            <a:extLst>
              <a:ext uri="{FF2B5EF4-FFF2-40B4-BE49-F238E27FC236}">
                <a16:creationId xmlns:a16="http://schemas.microsoft.com/office/drawing/2014/main" id="{F7010E03-ECBD-F2CB-8C28-EE42EC4D4E99}"/>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4065697" y="3483252"/>
            <a:ext cx="2040542" cy="3374748"/>
          </a:xfrm>
          <a:prstGeom prst="rect">
            <a:avLst/>
          </a:prstGeom>
        </p:spPr>
      </p:pic>
      <p:pic>
        <p:nvPicPr>
          <p:cNvPr id="6" name="Picture 5">
            <a:extLst>
              <a:ext uri="{FF2B5EF4-FFF2-40B4-BE49-F238E27FC236}">
                <a16:creationId xmlns:a16="http://schemas.microsoft.com/office/drawing/2014/main" id="{DBA53C89-7F29-02B6-89E1-A919C1222552}"/>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2033315" y="3480942"/>
            <a:ext cx="2030422" cy="3377058"/>
          </a:xfrm>
          <a:prstGeom prst="rect">
            <a:avLst/>
          </a:prstGeom>
        </p:spPr>
      </p:pic>
      <p:pic>
        <p:nvPicPr>
          <p:cNvPr id="11" name="Picture 10">
            <a:extLst>
              <a:ext uri="{FF2B5EF4-FFF2-40B4-BE49-F238E27FC236}">
                <a16:creationId xmlns:a16="http://schemas.microsoft.com/office/drawing/2014/main" id="{B3A7EB13-8A70-5B37-EBA4-6651E1BDFC57}"/>
              </a:ext>
            </a:extLst>
          </p:cNvPr>
          <p:cNvPicPr>
            <a:picLocks noChangeAspect="1"/>
          </p:cNvPicPr>
          <p:nvPr/>
        </p:nvPicPr>
        <p:blipFill>
          <a:blip r:embed="rId6" cstate="print">
            <a:extLst>
              <a:ext uri="{28A0092B-C50C-407E-A947-70E740481C1C}">
                <a14:useLocalDpi xmlns:a14="http://schemas.microsoft.com/office/drawing/2010/main"/>
              </a:ext>
            </a:extLst>
          </a:blip>
          <a:srcRect/>
          <a:stretch>
            <a:fillRect/>
          </a:stretch>
        </p:blipFill>
        <p:spPr>
          <a:xfrm>
            <a:off x="6103438" y="3474720"/>
            <a:ext cx="2040542" cy="3383280"/>
          </a:xfrm>
          <a:prstGeom prst="rect">
            <a:avLst/>
          </a:prstGeom>
        </p:spPr>
      </p:pic>
      <p:pic>
        <p:nvPicPr>
          <p:cNvPr id="12" name="Picture 11">
            <a:extLst>
              <a:ext uri="{FF2B5EF4-FFF2-40B4-BE49-F238E27FC236}">
                <a16:creationId xmlns:a16="http://schemas.microsoft.com/office/drawing/2014/main" id="{C2C83F5C-139A-605F-E45D-0D4C3045A249}"/>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8133858" y="3474720"/>
            <a:ext cx="2023719" cy="3383280"/>
          </a:xfrm>
          <a:prstGeom prst="rect">
            <a:avLst/>
          </a:prstGeom>
        </p:spPr>
      </p:pic>
      <p:sp>
        <p:nvSpPr>
          <p:cNvPr id="13" name="Rectangle 12">
            <a:extLst>
              <a:ext uri="{FF2B5EF4-FFF2-40B4-BE49-F238E27FC236}">
                <a16:creationId xmlns:a16="http://schemas.microsoft.com/office/drawing/2014/main" id="{E44EF364-852D-2907-8F1B-6F8EABDD8F2E}"/>
              </a:ext>
            </a:extLst>
          </p:cNvPr>
          <p:cNvSpPr/>
          <p:nvPr/>
        </p:nvSpPr>
        <p:spPr bwMode="gray">
          <a:xfrm rot="5400000">
            <a:off x="5726570" y="-2258572"/>
            <a:ext cx="741220" cy="12220252"/>
          </a:xfrm>
          <a:prstGeom prst="rect">
            <a:avLst/>
          </a:prstGeom>
          <a:gradFill flip="none" rotWithShape="1">
            <a:gsLst>
              <a:gs pos="49000">
                <a:srgbClr val="000000">
                  <a:alpha val="30000"/>
                </a:srgbClr>
              </a:gs>
              <a:gs pos="6000">
                <a:schemeClr val="tx1">
                  <a:alpha val="50000"/>
                </a:schemeClr>
              </a:gs>
              <a:gs pos="100000">
                <a:schemeClr val="tx1">
                  <a:alpha val="0"/>
                </a:scheme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b="1" noProof="0">
              <a:solidFill>
                <a:schemeClr val="tx1"/>
              </a:solidFill>
            </a:endParaRPr>
          </a:p>
        </p:txBody>
      </p:sp>
      <p:sp>
        <p:nvSpPr>
          <p:cNvPr id="15" name="Rounded Rectangle 7">
            <a:extLst>
              <a:ext uri="{FF2B5EF4-FFF2-40B4-BE49-F238E27FC236}">
                <a16:creationId xmlns:a16="http://schemas.microsoft.com/office/drawing/2014/main" id="{5521F5F7-BF53-4528-8EB2-33F2D6099B45}"/>
              </a:ext>
            </a:extLst>
          </p:cNvPr>
          <p:cNvSpPr/>
          <p:nvPr/>
        </p:nvSpPr>
        <p:spPr bwMode="gray">
          <a:xfrm>
            <a:off x="4021674" y="2743200"/>
            <a:ext cx="2539939" cy="658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52000" tIns="180000" rIns="180000" bIns="180000" rtlCol="0" anchor="ctr"/>
          <a:lstStyle/>
          <a:p>
            <a:pPr>
              <a:spcBef>
                <a:spcPts val="600"/>
              </a:spcBef>
            </a:pPr>
            <a:r>
              <a:rPr lang="en-US" b="1" noProof="0">
                <a:solidFill>
                  <a:schemeClr val="bg1"/>
                </a:solidFill>
              </a:rPr>
              <a:t>Infrastructure</a:t>
            </a:r>
          </a:p>
        </p:txBody>
      </p:sp>
      <p:pic>
        <p:nvPicPr>
          <p:cNvPr id="16" name="Picture 15">
            <a:extLst>
              <a:ext uri="{FF2B5EF4-FFF2-40B4-BE49-F238E27FC236}">
                <a16:creationId xmlns:a16="http://schemas.microsoft.com/office/drawing/2014/main" id="{88B92131-9A6E-8EE1-B744-5B684226339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4065696" y="-9646"/>
            <a:ext cx="2037379" cy="3492898"/>
          </a:xfrm>
          <a:prstGeom prst="rect">
            <a:avLst/>
          </a:prstGeom>
        </p:spPr>
      </p:pic>
      <p:pic>
        <p:nvPicPr>
          <p:cNvPr id="17" name="Picture 16">
            <a:extLst>
              <a:ext uri="{FF2B5EF4-FFF2-40B4-BE49-F238E27FC236}">
                <a16:creationId xmlns:a16="http://schemas.microsoft.com/office/drawing/2014/main" id="{B3DC6DD8-FC06-5B9E-728B-6E14CC5119CB}"/>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a:xfrm>
            <a:off x="6103077" y="-24882"/>
            <a:ext cx="2037379" cy="3512046"/>
          </a:xfrm>
          <a:prstGeom prst="rect">
            <a:avLst/>
          </a:prstGeom>
        </p:spPr>
      </p:pic>
      <p:pic>
        <p:nvPicPr>
          <p:cNvPr id="19" name="Picture 18">
            <a:extLst>
              <a:ext uri="{FF2B5EF4-FFF2-40B4-BE49-F238E27FC236}">
                <a16:creationId xmlns:a16="http://schemas.microsoft.com/office/drawing/2014/main" id="{A9136282-EFFE-B833-93F0-FE62C73C16BE}"/>
              </a:ext>
            </a:extLst>
          </p:cNvPr>
          <p:cNvPicPr>
            <a:picLocks noChangeAspect="1"/>
          </p:cNvPicPr>
          <p:nvPr/>
        </p:nvPicPr>
        <p:blipFill>
          <a:blip r:embed="rId10" cstate="screen">
            <a:extLst>
              <a:ext uri="{28A0092B-C50C-407E-A947-70E740481C1C}">
                <a14:useLocalDpi xmlns:a14="http://schemas.microsoft.com/office/drawing/2010/main"/>
              </a:ext>
            </a:extLst>
          </a:blip>
          <a:srcRect l="-1"/>
          <a:stretch>
            <a:fillRect/>
          </a:stretch>
        </p:blipFill>
        <p:spPr>
          <a:xfrm>
            <a:off x="8140456" y="-24882"/>
            <a:ext cx="2031144" cy="3512046"/>
          </a:xfrm>
          <a:prstGeom prst="rect">
            <a:avLst/>
          </a:prstGeom>
        </p:spPr>
      </p:pic>
      <p:pic>
        <p:nvPicPr>
          <p:cNvPr id="21" name="Picture 20">
            <a:extLst>
              <a:ext uri="{FF2B5EF4-FFF2-40B4-BE49-F238E27FC236}">
                <a16:creationId xmlns:a16="http://schemas.microsoft.com/office/drawing/2014/main" id="{1F93644C-B0A2-E590-CD8F-2558BBB28856}"/>
              </a:ext>
            </a:extLst>
          </p:cNvPr>
          <p:cNvPicPr>
            <a:picLocks noChangeAspect="1"/>
          </p:cNvPicPr>
          <p:nvPr/>
        </p:nvPicPr>
        <p:blipFill>
          <a:blip r:embed="rId11" cstate="screen">
            <a:extLst>
              <a:ext uri="{28A0092B-C50C-407E-A947-70E740481C1C}">
                <a14:useLocalDpi xmlns:a14="http://schemas.microsoft.com/office/drawing/2010/main"/>
              </a:ext>
            </a:extLst>
          </a:blip>
          <a:srcRect b="-1"/>
          <a:stretch>
            <a:fillRect/>
          </a:stretch>
        </p:blipFill>
        <p:spPr>
          <a:xfrm>
            <a:off x="10164280" y="-24882"/>
            <a:ext cx="2043027" cy="3512302"/>
          </a:xfrm>
          <a:prstGeom prst="rect">
            <a:avLst/>
          </a:prstGeom>
        </p:spPr>
      </p:pic>
      <p:sp>
        <p:nvSpPr>
          <p:cNvPr id="23" name="Rectangle 22">
            <a:extLst>
              <a:ext uri="{FF2B5EF4-FFF2-40B4-BE49-F238E27FC236}">
                <a16:creationId xmlns:a16="http://schemas.microsoft.com/office/drawing/2014/main" id="{3B214160-EB91-52CF-4845-279765FA6609}"/>
              </a:ext>
            </a:extLst>
          </p:cNvPr>
          <p:cNvSpPr/>
          <p:nvPr/>
        </p:nvSpPr>
        <p:spPr bwMode="gray">
          <a:xfrm rot="16200000">
            <a:off x="7765894" y="-956998"/>
            <a:ext cx="741217" cy="8141611"/>
          </a:xfrm>
          <a:prstGeom prst="rect">
            <a:avLst/>
          </a:prstGeom>
          <a:gradFill flip="none" rotWithShape="1">
            <a:gsLst>
              <a:gs pos="51000">
                <a:srgbClr val="000000">
                  <a:alpha val="30000"/>
                </a:srgbClr>
              </a:gs>
              <a:gs pos="19000">
                <a:schemeClr val="tx1">
                  <a:alpha val="50000"/>
                </a:schemeClr>
              </a:gs>
              <a:gs pos="100000">
                <a:schemeClr val="tx1">
                  <a:alpha val="0"/>
                </a:scheme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b="1" noProof="0">
              <a:solidFill>
                <a:schemeClr val="tx1"/>
              </a:solidFill>
            </a:endParaRPr>
          </a:p>
        </p:txBody>
      </p:sp>
      <p:sp>
        <p:nvSpPr>
          <p:cNvPr id="33" name="Rectangle 32">
            <a:extLst>
              <a:ext uri="{FF2B5EF4-FFF2-40B4-BE49-F238E27FC236}">
                <a16:creationId xmlns:a16="http://schemas.microsoft.com/office/drawing/2014/main" id="{FF1254A2-25C6-A6EB-762F-4F6C95B46007}"/>
              </a:ext>
            </a:extLst>
          </p:cNvPr>
          <p:cNvSpPr/>
          <p:nvPr/>
        </p:nvSpPr>
        <p:spPr bwMode="gray">
          <a:xfrm>
            <a:off x="4058621" y="2870717"/>
            <a:ext cx="2037379" cy="4572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200" b="1" noProof="0">
                <a:solidFill>
                  <a:schemeClr val="bg1"/>
                </a:solidFill>
              </a:rPr>
              <a:t>Pulp and</a:t>
            </a:r>
            <a:br>
              <a:rPr lang="en-US" sz="1200" b="1" noProof="0">
                <a:solidFill>
                  <a:schemeClr val="bg1"/>
                </a:solidFill>
              </a:rPr>
            </a:br>
            <a:r>
              <a:rPr lang="en-US" sz="1200" b="1" noProof="0">
                <a:solidFill>
                  <a:schemeClr val="bg1"/>
                </a:solidFill>
              </a:rPr>
              <a:t>paper</a:t>
            </a:r>
          </a:p>
        </p:txBody>
      </p:sp>
      <p:sp>
        <p:nvSpPr>
          <p:cNvPr id="34" name="Rectangle 33">
            <a:extLst>
              <a:ext uri="{FF2B5EF4-FFF2-40B4-BE49-F238E27FC236}">
                <a16:creationId xmlns:a16="http://schemas.microsoft.com/office/drawing/2014/main" id="{2FE517F1-21F9-7F72-68BD-70CE6D14782F}"/>
              </a:ext>
            </a:extLst>
          </p:cNvPr>
          <p:cNvSpPr/>
          <p:nvPr/>
        </p:nvSpPr>
        <p:spPr bwMode="gray">
          <a:xfrm>
            <a:off x="6091103" y="2870717"/>
            <a:ext cx="2037379" cy="4572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200" b="1" noProof="0">
                <a:solidFill>
                  <a:schemeClr val="bg1"/>
                </a:solidFill>
              </a:rPr>
              <a:t>Power</a:t>
            </a:r>
          </a:p>
        </p:txBody>
      </p:sp>
      <p:sp>
        <p:nvSpPr>
          <p:cNvPr id="35" name="Rectangle 34">
            <a:extLst>
              <a:ext uri="{FF2B5EF4-FFF2-40B4-BE49-F238E27FC236}">
                <a16:creationId xmlns:a16="http://schemas.microsoft.com/office/drawing/2014/main" id="{DE431EBD-5C3C-EBBD-B796-29D1A9973E61}"/>
              </a:ext>
            </a:extLst>
          </p:cNvPr>
          <p:cNvSpPr/>
          <p:nvPr/>
        </p:nvSpPr>
        <p:spPr bwMode="gray">
          <a:xfrm>
            <a:off x="8111403" y="2870717"/>
            <a:ext cx="2037379" cy="4572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200" b="1" noProof="0">
                <a:solidFill>
                  <a:schemeClr val="bg1"/>
                </a:solidFill>
              </a:rPr>
              <a:t>Data center</a:t>
            </a:r>
          </a:p>
        </p:txBody>
      </p:sp>
      <p:sp>
        <p:nvSpPr>
          <p:cNvPr id="36" name="Rectangle 35">
            <a:extLst>
              <a:ext uri="{FF2B5EF4-FFF2-40B4-BE49-F238E27FC236}">
                <a16:creationId xmlns:a16="http://schemas.microsoft.com/office/drawing/2014/main" id="{CE732F5B-3664-FADB-A43C-EC3443BC879F}"/>
              </a:ext>
            </a:extLst>
          </p:cNvPr>
          <p:cNvSpPr/>
          <p:nvPr/>
        </p:nvSpPr>
        <p:spPr bwMode="gray">
          <a:xfrm>
            <a:off x="10155380" y="2870717"/>
            <a:ext cx="2037379" cy="4572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spcBef>
                <a:spcPts val="600"/>
              </a:spcBef>
            </a:pPr>
            <a:r>
              <a:rPr lang="en-US" sz="1200" b="1" noProof="0">
                <a:solidFill>
                  <a:schemeClr val="bg1"/>
                </a:solidFill>
              </a:rPr>
              <a:t>Food and</a:t>
            </a:r>
            <a:br>
              <a:rPr lang="en-US" sz="1200" b="1" noProof="0"/>
            </a:br>
            <a:r>
              <a:rPr lang="en-US" sz="1200" b="1">
                <a:solidFill>
                  <a:schemeClr val="bg1"/>
                </a:solidFill>
              </a:rPr>
              <a:t>beverage</a:t>
            </a:r>
            <a:endParaRPr lang="en-US" sz="1200" b="1" noProof="0">
              <a:solidFill>
                <a:schemeClr val="bg1"/>
              </a:solidFill>
            </a:endParaRPr>
          </a:p>
        </p:txBody>
      </p:sp>
      <p:sp>
        <p:nvSpPr>
          <p:cNvPr id="37" name="Rectangle 36">
            <a:extLst>
              <a:ext uri="{FF2B5EF4-FFF2-40B4-BE49-F238E27FC236}">
                <a16:creationId xmlns:a16="http://schemas.microsoft.com/office/drawing/2014/main" id="{50F7E8F6-5E76-D723-7F28-3BB181A1ADAC}"/>
              </a:ext>
            </a:extLst>
          </p:cNvPr>
          <p:cNvSpPr/>
          <p:nvPr/>
        </p:nvSpPr>
        <p:spPr bwMode="gray">
          <a:xfrm rot="16200000">
            <a:off x="5316936" y="-19937"/>
            <a:ext cx="1560505" cy="12220253"/>
          </a:xfrm>
          <a:prstGeom prst="rect">
            <a:avLst/>
          </a:prstGeom>
          <a:gradFill flip="none" rotWithShape="1">
            <a:gsLst>
              <a:gs pos="51000">
                <a:srgbClr val="000000">
                  <a:alpha val="30000"/>
                </a:srgbClr>
              </a:gs>
              <a:gs pos="19000">
                <a:schemeClr val="tx1">
                  <a:alpha val="50000"/>
                </a:schemeClr>
              </a:gs>
              <a:gs pos="100000">
                <a:schemeClr val="tx1">
                  <a:alpha val="0"/>
                </a:scheme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noProof="0">
              <a:solidFill>
                <a:schemeClr val="tx1"/>
              </a:solidFill>
            </a:endParaRPr>
          </a:p>
        </p:txBody>
      </p:sp>
      <p:sp>
        <p:nvSpPr>
          <p:cNvPr id="38" name="TextBox 37">
            <a:extLst>
              <a:ext uri="{FF2B5EF4-FFF2-40B4-BE49-F238E27FC236}">
                <a16:creationId xmlns:a16="http://schemas.microsoft.com/office/drawing/2014/main" id="{C32E2EB3-2FA3-0875-42E1-FFBABC30E2FF}"/>
              </a:ext>
            </a:extLst>
          </p:cNvPr>
          <p:cNvSpPr txBox="1"/>
          <p:nvPr/>
        </p:nvSpPr>
        <p:spPr bwMode="gray">
          <a:xfrm>
            <a:off x="7542126" y="5955488"/>
            <a:ext cx="4575002" cy="369332"/>
          </a:xfrm>
          <a:prstGeom prst="rect">
            <a:avLst/>
          </a:prstGeom>
          <a:noFill/>
        </p:spPr>
        <p:txBody>
          <a:bodyPr wrap="square" lIns="0" tIns="0" rIns="0" bIns="0">
            <a:spAutoFit/>
          </a:bodyPr>
          <a:lstStyle/>
          <a:p>
            <a:r>
              <a:rPr lang="en-US" sz="2400" noProof="0">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t>across all  industries</a:t>
            </a:r>
          </a:p>
        </p:txBody>
      </p:sp>
      <p:sp>
        <p:nvSpPr>
          <p:cNvPr id="39" name="Rectangle 38">
            <a:extLst>
              <a:ext uri="{FF2B5EF4-FFF2-40B4-BE49-F238E27FC236}">
                <a16:creationId xmlns:a16="http://schemas.microsoft.com/office/drawing/2014/main" id="{BEB0D0D1-3F02-9BC5-A889-9D4EF6C4F554}"/>
              </a:ext>
            </a:extLst>
          </p:cNvPr>
          <p:cNvSpPr/>
          <p:nvPr/>
        </p:nvSpPr>
        <p:spPr bwMode="gray">
          <a:xfrm>
            <a:off x="2019539" y="3559886"/>
            <a:ext cx="2037379" cy="4572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200" b="1" noProof="0">
                <a:solidFill>
                  <a:schemeClr val="bg1"/>
                </a:solidFill>
              </a:rPr>
              <a:t>Chemical, oil</a:t>
            </a:r>
            <a:br>
              <a:rPr lang="en-US" sz="1200" b="1" noProof="0">
                <a:solidFill>
                  <a:schemeClr val="bg1"/>
                </a:solidFill>
              </a:rPr>
            </a:br>
            <a:r>
              <a:rPr lang="en-US" sz="1200" b="1" noProof="0">
                <a:solidFill>
                  <a:schemeClr val="bg1"/>
                </a:solidFill>
              </a:rPr>
              <a:t>and gas</a:t>
            </a:r>
          </a:p>
        </p:txBody>
      </p:sp>
      <p:sp>
        <p:nvSpPr>
          <p:cNvPr id="40" name="Rectangle 39">
            <a:extLst>
              <a:ext uri="{FF2B5EF4-FFF2-40B4-BE49-F238E27FC236}">
                <a16:creationId xmlns:a16="http://schemas.microsoft.com/office/drawing/2014/main" id="{27D231E6-F795-9CC6-866F-2E1F8C2EA4A0}"/>
              </a:ext>
            </a:extLst>
          </p:cNvPr>
          <p:cNvSpPr/>
          <p:nvPr/>
        </p:nvSpPr>
        <p:spPr bwMode="gray">
          <a:xfrm>
            <a:off x="4058621" y="3559886"/>
            <a:ext cx="2037379" cy="4572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200" b="1" noProof="0">
                <a:solidFill>
                  <a:schemeClr val="bg1"/>
                </a:solidFill>
              </a:rPr>
              <a:t>Cement</a:t>
            </a:r>
            <a:br>
              <a:rPr lang="en-US" sz="1200" b="1" noProof="0">
                <a:solidFill>
                  <a:schemeClr val="bg1"/>
                </a:solidFill>
              </a:rPr>
            </a:br>
            <a:r>
              <a:rPr lang="en-US" sz="1200" b="1" noProof="0">
                <a:solidFill>
                  <a:schemeClr val="bg1"/>
                </a:solidFill>
              </a:rPr>
              <a:t>and mining</a:t>
            </a:r>
          </a:p>
        </p:txBody>
      </p:sp>
      <p:sp>
        <p:nvSpPr>
          <p:cNvPr id="41" name="Rectangle 40">
            <a:extLst>
              <a:ext uri="{FF2B5EF4-FFF2-40B4-BE49-F238E27FC236}">
                <a16:creationId xmlns:a16="http://schemas.microsoft.com/office/drawing/2014/main" id="{A6AEA98B-394F-ECF4-3E02-26F500F1DB80}"/>
              </a:ext>
            </a:extLst>
          </p:cNvPr>
          <p:cNvSpPr/>
          <p:nvPr/>
        </p:nvSpPr>
        <p:spPr bwMode="gray">
          <a:xfrm>
            <a:off x="6091103" y="3559886"/>
            <a:ext cx="2037379" cy="4572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200" b="1" noProof="0">
                <a:solidFill>
                  <a:schemeClr val="bg1"/>
                </a:solidFill>
              </a:rPr>
              <a:t>Marine</a:t>
            </a:r>
          </a:p>
        </p:txBody>
      </p:sp>
      <p:sp>
        <p:nvSpPr>
          <p:cNvPr id="42" name="Rectangle 41">
            <a:extLst>
              <a:ext uri="{FF2B5EF4-FFF2-40B4-BE49-F238E27FC236}">
                <a16:creationId xmlns:a16="http://schemas.microsoft.com/office/drawing/2014/main" id="{BF728CFA-FB84-5329-E978-6DC62E789711}"/>
              </a:ext>
            </a:extLst>
          </p:cNvPr>
          <p:cNvSpPr/>
          <p:nvPr/>
        </p:nvSpPr>
        <p:spPr bwMode="gray">
          <a:xfrm>
            <a:off x="8111403" y="3559886"/>
            <a:ext cx="2037379" cy="4572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200" b="1" noProof="0">
                <a:solidFill>
                  <a:schemeClr val="bg1"/>
                </a:solidFill>
              </a:rPr>
              <a:t>Water and</a:t>
            </a:r>
            <a:br>
              <a:rPr lang="en-US" sz="1200" b="1" noProof="0">
                <a:solidFill>
                  <a:schemeClr val="bg1"/>
                </a:solidFill>
              </a:rPr>
            </a:br>
            <a:r>
              <a:rPr lang="en-US" sz="1200" b="1" noProof="0">
                <a:solidFill>
                  <a:schemeClr val="bg1"/>
                </a:solidFill>
              </a:rPr>
              <a:t>wastewater</a:t>
            </a:r>
          </a:p>
        </p:txBody>
      </p:sp>
      <p:sp>
        <p:nvSpPr>
          <p:cNvPr id="43" name="Rectangle 42">
            <a:extLst>
              <a:ext uri="{FF2B5EF4-FFF2-40B4-BE49-F238E27FC236}">
                <a16:creationId xmlns:a16="http://schemas.microsoft.com/office/drawing/2014/main" id="{87D80657-88B8-CD42-374D-6AFEE13AA96C}"/>
              </a:ext>
            </a:extLst>
          </p:cNvPr>
          <p:cNvSpPr/>
          <p:nvPr/>
        </p:nvSpPr>
        <p:spPr bwMode="gray">
          <a:xfrm>
            <a:off x="10155380" y="3559886"/>
            <a:ext cx="2037379" cy="4572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400" b="1" noProof="0">
                <a:solidFill>
                  <a:schemeClr val="bg1"/>
                </a:solidFill>
              </a:rPr>
              <a:t>HVAC</a:t>
            </a:r>
          </a:p>
        </p:txBody>
      </p:sp>
      <p:sp>
        <p:nvSpPr>
          <p:cNvPr id="44" name="Rectangle 43">
            <a:extLst>
              <a:ext uri="{FF2B5EF4-FFF2-40B4-BE49-F238E27FC236}">
                <a16:creationId xmlns:a16="http://schemas.microsoft.com/office/drawing/2014/main" id="{6241D706-79DE-D83D-8B3A-9FE62A5F3A6F}"/>
              </a:ext>
            </a:extLst>
          </p:cNvPr>
          <p:cNvSpPr/>
          <p:nvPr/>
        </p:nvSpPr>
        <p:spPr bwMode="gray">
          <a:xfrm>
            <a:off x="-12943" y="3559886"/>
            <a:ext cx="2037379" cy="4572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200" b="1" noProof="0">
                <a:solidFill>
                  <a:schemeClr val="bg1"/>
                </a:solidFill>
              </a:rPr>
              <a:t>Metals</a:t>
            </a:r>
          </a:p>
        </p:txBody>
      </p:sp>
      <p:sp>
        <p:nvSpPr>
          <p:cNvPr id="2" name="Title Placeholder 1">
            <a:extLst>
              <a:ext uri="{FF2B5EF4-FFF2-40B4-BE49-F238E27FC236}">
                <a16:creationId xmlns:a16="http://schemas.microsoft.com/office/drawing/2014/main" id="{BBAFC98C-2090-C8F5-C89F-121E572D7DE8}"/>
              </a:ext>
            </a:extLst>
          </p:cNvPr>
          <p:cNvSpPr txBox="1">
            <a:spLocks/>
          </p:cNvSpPr>
          <p:nvPr/>
        </p:nvSpPr>
        <p:spPr bwMode="gray">
          <a:xfrm>
            <a:off x="331200" y="691200"/>
            <a:ext cx="3243026" cy="780248"/>
          </a:xfrm>
          <a:prstGeom prst="rect">
            <a:avLst/>
          </a:prstGeom>
        </p:spPr>
        <p:txBody>
          <a:bodyPr vert="horz" lIns="0" tIns="0" rIns="0" bIns="0" rtlCol="0" anchor="t">
            <a:noAutofit/>
          </a:bodyPr>
          <a:lstStyle>
            <a:lvl1pPr algn="l" defTabSz="914491" rtl="0" eaLnBrk="1" latinLnBrk="0" hangingPunct="1">
              <a:spcBef>
                <a:spcPct val="0"/>
              </a:spcBef>
              <a:buNone/>
              <a:defRPr sz="2400" b="1" kern="1200">
                <a:solidFill>
                  <a:schemeClr val="tx1"/>
                </a:solidFill>
                <a:latin typeface="+mj-lt"/>
                <a:ea typeface="+mj-ea"/>
                <a:cs typeface="+mj-cs"/>
              </a:defRPr>
            </a:lvl1pPr>
          </a:lstStyle>
          <a:p>
            <a:r>
              <a:rPr lang="en-US"/>
              <a:t>Where can you</a:t>
            </a:r>
            <a:br>
              <a:rPr lang="en-US"/>
            </a:br>
            <a:r>
              <a:rPr lang="en-US"/>
              <a:t>find our solutions?</a:t>
            </a:r>
          </a:p>
        </p:txBody>
      </p:sp>
      <p:sp>
        <p:nvSpPr>
          <p:cNvPr id="7" name="Text Placeholder 6">
            <a:extLst>
              <a:ext uri="{FF2B5EF4-FFF2-40B4-BE49-F238E27FC236}">
                <a16:creationId xmlns:a16="http://schemas.microsoft.com/office/drawing/2014/main" id="{7036A318-EA6B-D382-14C5-BFAC2E37D833}"/>
              </a:ext>
            </a:extLst>
          </p:cNvPr>
          <p:cNvSpPr txBox="1">
            <a:spLocks/>
          </p:cNvSpPr>
          <p:nvPr/>
        </p:nvSpPr>
        <p:spPr>
          <a:xfrm>
            <a:off x="33120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noProof="0"/>
              <a:t>—</a:t>
            </a:r>
            <a:endParaRPr lang="en-US"/>
          </a:p>
        </p:txBody>
      </p:sp>
    </p:spTree>
    <p:extLst>
      <p:ext uri="{BB962C8B-B14F-4D97-AF65-F5344CB8AC3E}">
        <p14:creationId xmlns:p14="http://schemas.microsoft.com/office/powerpoint/2010/main" val="2685892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C466B-1CA6-92DD-6D6E-44C88BBDBFD0}"/>
            </a:ext>
          </a:extLst>
        </p:cNvPr>
        <p:cNvGrpSpPr/>
        <p:nvPr/>
      </p:nvGrpSpPr>
      <p:grpSpPr>
        <a:xfrm>
          <a:off x="0" y="0"/>
          <a:ext cx="0" cy="0"/>
          <a:chOff x="0" y="0"/>
          <a:chExt cx="0" cy="0"/>
        </a:xfrm>
      </p:grpSpPr>
      <p:pic>
        <p:nvPicPr>
          <p:cNvPr id="2" name="Picture Placeholder 43" descr="A close-up of a turbine&#10;&#10;AI-generated content may be incorrect.">
            <a:extLst>
              <a:ext uri="{FF2B5EF4-FFF2-40B4-BE49-F238E27FC236}">
                <a16:creationId xmlns:a16="http://schemas.microsoft.com/office/drawing/2014/main" id="{8DF99B9B-050A-F6D4-849C-4F305F4C5AA8}"/>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4161982" y="3429000"/>
            <a:ext cx="3867912" cy="3429000"/>
          </a:xfrm>
          <a:prstGeom prst="rect">
            <a:avLst/>
          </a:prstGeom>
        </p:spPr>
      </p:pic>
      <p:pic>
        <p:nvPicPr>
          <p:cNvPr id="3" name="Picture Placeholder 39" descr="A large red cylindrical object on a road&#10;&#10;AI-generated content may be incorrect.">
            <a:extLst>
              <a:ext uri="{FF2B5EF4-FFF2-40B4-BE49-F238E27FC236}">
                <a16:creationId xmlns:a16="http://schemas.microsoft.com/office/drawing/2014/main" id="{6CEE5BA1-200B-DDC8-D7FF-8A0D460722B4}"/>
              </a:ext>
            </a:extLst>
          </p:cNvPr>
          <p:cNvPicPr>
            <a:picLocks noChangeAspect="1"/>
          </p:cNvPicPr>
          <p:nvPr/>
        </p:nvPicPr>
        <p:blipFill>
          <a:blip r:embed="rId3" cstate="screen">
            <a:extLst>
              <a:ext uri="{28A0092B-C50C-407E-A947-70E740481C1C}">
                <a14:useLocalDpi xmlns:a14="http://schemas.microsoft.com/office/drawing/2010/main"/>
              </a:ext>
            </a:extLst>
          </a:blip>
          <a:srcRect l="-512"/>
          <a:stretch>
            <a:fillRect/>
          </a:stretch>
        </p:blipFill>
        <p:spPr>
          <a:xfrm>
            <a:off x="8010190" y="3429000"/>
            <a:ext cx="4181810" cy="3429000"/>
          </a:xfrm>
          <a:prstGeom prst="rect">
            <a:avLst/>
          </a:prstGeom>
        </p:spPr>
      </p:pic>
      <p:sp>
        <p:nvSpPr>
          <p:cNvPr id="4" name="Rectangle 3">
            <a:extLst>
              <a:ext uri="{FF2B5EF4-FFF2-40B4-BE49-F238E27FC236}">
                <a16:creationId xmlns:a16="http://schemas.microsoft.com/office/drawing/2014/main" id="{5F22B40C-2873-D59E-537A-4A7C8F0171F6}"/>
              </a:ext>
            </a:extLst>
          </p:cNvPr>
          <p:cNvSpPr/>
          <p:nvPr/>
        </p:nvSpPr>
        <p:spPr bwMode="gray">
          <a:xfrm rot="16200000">
            <a:off x="5100712" y="-233290"/>
            <a:ext cx="1990577" cy="12191999"/>
          </a:xfrm>
          <a:prstGeom prst="rect">
            <a:avLst/>
          </a:prstGeom>
          <a:gradFill flip="none" rotWithShape="1">
            <a:gsLst>
              <a:gs pos="49000">
                <a:srgbClr val="000000">
                  <a:alpha val="30000"/>
                </a:srgbClr>
              </a:gs>
              <a:gs pos="6000">
                <a:schemeClr val="tx1">
                  <a:alpha val="50000"/>
                </a:schemeClr>
              </a:gs>
              <a:gs pos="100000">
                <a:schemeClr val="tx1">
                  <a:alpha val="0"/>
                </a:scheme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noProof="0">
              <a:solidFill>
                <a:schemeClr val="tx1"/>
              </a:solidFill>
            </a:endParaRPr>
          </a:p>
        </p:txBody>
      </p:sp>
      <p:sp>
        <p:nvSpPr>
          <p:cNvPr id="6"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E3C2A0A8-EE73-11C6-DC4D-92381863B4B6}"/>
              </a:ext>
            </a:extLst>
          </p:cNvPr>
          <p:cNvSpPr txBox="1"/>
          <p:nvPr/>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bg1"/>
                </a:solidFill>
                <a:effectLst/>
                <a:uLnTx/>
                <a:uFillTx/>
                <a:latin typeface="+mn-lt"/>
                <a:ea typeface="+mn-ea"/>
                <a:cs typeface="+mn-cs"/>
              </a:rPr>
              <a:t>© 2026 ABB. All rights reserved.</a:t>
            </a:r>
          </a:p>
        </p:txBody>
      </p:sp>
      <p:sp>
        <p:nvSpPr>
          <p:cNvPr id="7" name="Slide number">
            <a:extLst>
              <a:ext uri="{FF2B5EF4-FFF2-40B4-BE49-F238E27FC236}">
                <a16:creationId xmlns:a16="http://schemas.microsoft.com/office/drawing/2014/main" id="{0E31B3F5-0EA6-6590-C0DD-170E6B96F949}"/>
              </a:ext>
            </a:extLst>
          </p:cNvPr>
          <p:cNvSpPr/>
          <p:nvPr/>
        </p:nvSpPr>
        <p:spPr bwMode="gray">
          <a:xfrm>
            <a:off x="2181600"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noProof="0">
                <a:solidFill>
                  <a:schemeClr val="bg1"/>
                </a:solidFill>
              </a:rPr>
              <a:t>Slide </a:t>
            </a:r>
            <a:fld id="{6ACD6C49-4324-4266-B7DB-7E26C75ACED4}" type="slidenum">
              <a:rPr lang="en-US" sz="800" noProof="0" smtClean="0">
                <a:solidFill>
                  <a:schemeClr val="bg1"/>
                </a:solidFill>
              </a:rPr>
              <a:t>7</a:t>
            </a:fld>
            <a:endParaRPr lang="en-US" sz="800" noProof="0">
              <a:solidFill>
                <a:schemeClr val="bg1"/>
              </a:solidFill>
            </a:endParaRPr>
          </a:p>
        </p:txBody>
      </p:sp>
      <p:pic>
        <p:nvPicPr>
          <p:cNvPr id="8" name="Picture 7" descr="A person working on a machine&#10;&#10;AI-generated content may be incorrect.">
            <a:extLst>
              <a:ext uri="{FF2B5EF4-FFF2-40B4-BE49-F238E27FC236}">
                <a16:creationId xmlns:a16="http://schemas.microsoft.com/office/drawing/2014/main" id="{D5E82B4E-637B-F78A-E3D4-C37B612476FB}"/>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0" y="3428998"/>
            <a:ext cx="4160396" cy="3399296"/>
          </a:xfrm>
          <a:prstGeom prst="rect">
            <a:avLst/>
          </a:prstGeom>
        </p:spPr>
      </p:pic>
      <p:pic>
        <p:nvPicPr>
          <p:cNvPr id="11" name="Graphic 10">
            <a:extLst>
              <a:ext uri="{FF2B5EF4-FFF2-40B4-BE49-F238E27FC236}">
                <a16:creationId xmlns:a16="http://schemas.microsoft.com/office/drawing/2014/main" id="{4960847B-CFC2-79D0-7CC7-356E52B422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10190" y="2183415"/>
            <a:ext cx="457200" cy="457200"/>
          </a:xfrm>
          <a:prstGeom prst="rect">
            <a:avLst/>
          </a:prstGeom>
        </p:spPr>
      </p:pic>
      <p:sp>
        <p:nvSpPr>
          <p:cNvPr id="20" name="TextBox 19">
            <a:extLst>
              <a:ext uri="{FF2B5EF4-FFF2-40B4-BE49-F238E27FC236}">
                <a16:creationId xmlns:a16="http://schemas.microsoft.com/office/drawing/2014/main" id="{F9AD638E-9BDE-2062-6992-028D3D49EB07}"/>
              </a:ext>
            </a:extLst>
          </p:cNvPr>
          <p:cNvSpPr txBox="1"/>
          <p:nvPr/>
        </p:nvSpPr>
        <p:spPr bwMode="gray">
          <a:xfrm>
            <a:off x="121138" y="2794775"/>
            <a:ext cx="11949724" cy="191740"/>
          </a:xfrm>
          <a:prstGeom prst="rect">
            <a:avLst/>
          </a:prstGeom>
          <a:noFill/>
        </p:spPr>
        <p:txBody>
          <a:bodyPr wrap="square" lIns="0" tIns="0" rIns="0" bIns="0" numCol="14" rtlCol="0">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ea typeface="ABBvoice"/>
                <a:cs typeface="ABBvoice"/>
              </a:rPr>
              <a:t>Fans</a:t>
            </a:r>
          </a:p>
          <a:p>
            <a:pPr algn="ctr">
              <a:spcBef>
                <a:spcPts val="600"/>
              </a:spcBef>
              <a:defRPr/>
            </a:pPr>
            <a:r>
              <a:rPr lang="en-US" sz="900" b="1" noProof="0">
                <a:solidFill>
                  <a:srgbClr val="000000"/>
                </a:solidFill>
              </a:rPr>
              <a:t>Pumps</a:t>
            </a:r>
          </a:p>
          <a:p>
            <a:pPr algn="ctr">
              <a:spcBef>
                <a:spcPts val="600"/>
              </a:spcBef>
              <a:defRPr/>
            </a:pPr>
            <a:r>
              <a:rPr lang="en-US" sz="900" b="1" noProof="0">
                <a:solidFill>
                  <a:srgbClr val="000000"/>
                </a:solidFill>
              </a:rPr>
              <a:t>Compressors</a:t>
            </a:r>
          </a:p>
          <a:p>
            <a:pPr lvl="0" algn="ctr">
              <a:spcBef>
                <a:spcPts val="600"/>
              </a:spcBef>
              <a:defRPr/>
            </a:pPr>
            <a:r>
              <a:rPr lang="en-US" sz="900" b="1" noProof="0">
                <a:solidFill>
                  <a:srgbClr val="000000"/>
                </a:solidFill>
              </a:rPr>
              <a:t>Extruders</a:t>
            </a:r>
          </a:p>
          <a:p>
            <a:pPr algn="ctr">
              <a:spcBef>
                <a:spcPts val="600"/>
              </a:spcBef>
              <a:defRPr/>
            </a:pPr>
            <a:r>
              <a:rPr lang="en-US" sz="900" b="1" noProof="0">
                <a:solidFill>
                  <a:srgbClr val="000000"/>
                </a:solidFill>
              </a:rPr>
              <a:t>Thrusters</a:t>
            </a:r>
          </a:p>
          <a:p>
            <a:pPr lvl="0" algn="ctr">
              <a:spcBef>
                <a:spcPts val="600"/>
              </a:spcBef>
              <a:defRPr/>
            </a:pPr>
            <a:r>
              <a:rPr lang="en-US" sz="900" b="1" noProof="0">
                <a:solidFill>
                  <a:srgbClr val="000000"/>
                </a:solidFill>
              </a:rPr>
              <a:t>Propulsions</a:t>
            </a:r>
          </a:p>
          <a:p>
            <a:pPr lvl="0" algn="ctr">
              <a:spcBef>
                <a:spcPts val="600"/>
              </a:spcBef>
              <a:defRPr/>
            </a:pPr>
            <a:r>
              <a:rPr lang="en-US" sz="900" b="1" noProof="0">
                <a:solidFill>
                  <a:srgbClr val="000000"/>
                </a:solidFill>
              </a:rPr>
              <a:t>Conveyors</a:t>
            </a:r>
          </a:p>
          <a:p>
            <a:pPr algn="ctr">
              <a:spcBef>
                <a:spcPts val="600"/>
              </a:spcBef>
              <a:defRPr/>
            </a:pPr>
            <a:r>
              <a:rPr lang="en-US" sz="900" b="1" noProof="0">
                <a:solidFill>
                  <a:srgbClr val="000000"/>
                </a:solidFill>
              </a:rPr>
              <a:t>Rolling</a:t>
            </a:r>
            <a:br>
              <a:rPr lang="en-US" sz="900" b="1" noProof="0">
                <a:solidFill>
                  <a:srgbClr val="000000"/>
                </a:solidFill>
              </a:rPr>
            </a:br>
            <a:r>
              <a:rPr lang="en-US" sz="900" b="1" noProof="0">
                <a:solidFill>
                  <a:srgbClr val="000000"/>
                </a:solidFill>
              </a:rPr>
              <a:t>mills</a:t>
            </a:r>
          </a:p>
          <a:p>
            <a:pPr algn="ctr">
              <a:spcBef>
                <a:spcPts val="600"/>
              </a:spcBef>
              <a:defRPr/>
            </a:pPr>
            <a:r>
              <a:rPr lang="en-US" sz="900" b="1" noProof="0">
                <a:solidFill>
                  <a:srgbClr val="000000"/>
                </a:solidFill>
              </a:rPr>
              <a:t>Shredders</a:t>
            </a:r>
          </a:p>
          <a:p>
            <a:pPr algn="ctr">
              <a:spcBef>
                <a:spcPts val="600"/>
              </a:spcBef>
              <a:defRPr/>
            </a:pPr>
            <a:r>
              <a:rPr lang="en-US" sz="900" b="1" noProof="0">
                <a:solidFill>
                  <a:srgbClr val="000000"/>
                </a:solidFill>
              </a:rPr>
              <a:t>Centrifuges</a:t>
            </a:r>
          </a:p>
          <a:p>
            <a:pPr lvl="0" algn="ctr">
              <a:spcBef>
                <a:spcPts val="600"/>
              </a:spcBef>
              <a:defRPr/>
            </a:pPr>
            <a:r>
              <a:rPr lang="en-US" sz="900" b="1" noProof="0">
                <a:solidFill>
                  <a:srgbClr val="000000"/>
                </a:solidFill>
              </a:rPr>
              <a:t>Electrolyzers</a:t>
            </a:r>
          </a:p>
          <a:p>
            <a:pPr algn="ctr">
              <a:spcBef>
                <a:spcPts val="600"/>
              </a:spcBef>
              <a:defRPr/>
            </a:pPr>
            <a:r>
              <a:rPr lang="en-US" sz="900" b="1" noProof="0">
                <a:solidFill>
                  <a:srgbClr val="000000"/>
                </a:solidFill>
              </a:rPr>
              <a:t>Electric</a:t>
            </a:r>
            <a:br>
              <a:rPr lang="en-US" sz="900" b="1" noProof="0">
                <a:solidFill>
                  <a:srgbClr val="000000"/>
                </a:solidFill>
              </a:rPr>
            </a:br>
            <a:r>
              <a:rPr lang="en-US" sz="900" b="1" noProof="0" err="1">
                <a:solidFill>
                  <a:srgbClr val="000000"/>
                </a:solidFill>
              </a:rPr>
              <a:t>heatings</a:t>
            </a:r>
            <a:endParaRPr lang="en-US" sz="900" b="1" noProof="0">
              <a:solidFill>
                <a:srgbClr val="000000"/>
              </a:solidFill>
            </a:endParaRPr>
          </a:p>
          <a:p>
            <a:pPr algn="ctr">
              <a:spcBef>
                <a:spcPts val="600"/>
              </a:spcBef>
              <a:defRPr/>
            </a:pPr>
            <a:r>
              <a:rPr lang="en-US" sz="900" b="1" noProof="0">
                <a:solidFill>
                  <a:srgbClr val="000000"/>
                </a:solidFill>
              </a:rPr>
              <a:t>Wind</a:t>
            </a:r>
            <a:br>
              <a:rPr lang="en-US" sz="900" b="1" noProof="0">
                <a:solidFill>
                  <a:srgbClr val="000000"/>
                </a:solidFill>
              </a:rPr>
            </a:br>
            <a:r>
              <a:rPr lang="en-US" sz="900" b="1" noProof="0">
                <a:solidFill>
                  <a:srgbClr val="000000"/>
                </a:solidFill>
              </a:rPr>
              <a:t>turbines</a:t>
            </a:r>
          </a:p>
          <a:p>
            <a:pPr algn="ctr">
              <a:spcBef>
                <a:spcPts val="600"/>
              </a:spcBef>
              <a:defRPr/>
            </a:pPr>
            <a:r>
              <a:rPr lang="en-US" sz="900" b="1" noProof="0">
                <a:solidFill>
                  <a:srgbClr val="000000"/>
                </a:solidFill>
              </a:rPr>
              <a:t>Heat</a:t>
            </a:r>
            <a:br>
              <a:rPr lang="en-US" sz="900" b="1" noProof="0">
                <a:solidFill>
                  <a:srgbClr val="000000"/>
                </a:solidFill>
              </a:rPr>
            </a:br>
            <a:r>
              <a:rPr lang="en-US" sz="900" b="1" noProof="0">
                <a:solidFill>
                  <a:srgbClr val="000000"/>
                </a:solidFill>
              </a:rPr>
              <a:t>pumps</a:t>
            </a:r>
          </a:p>
        </p:txBody>
      </p:sp>
      <p:pic>
        <p:nvPicPr>
          <p:cNvPr id="21" name="Graphic 20">
            <a:extLst>
              <a:ext uri="{FF2B5EF4-FFF2-40B4-BE49-F238E27FC236}">
                <a16:creationId xmlns:a16="http://schemas.microsoft.com/office/drawing/2014/main" id="{755DA9D3-D1A4-3889-7688-FF8EF1D407A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21724" y="2183415"/>
            <a:ext cx="457200" cy="457200"/>
          </a:xfrm>
          <a:prstGeom prst="rect">
            <a:avLst/>
          </a:prstGeom>
        </p:spPr>
      </p:pic>
      <p:pic>
        <p:nvPicPr>
          <p:cNvPr id="22" name="Graphic 21">
            <a:extLst>
              <a:ext uri="{FF2B5EF4-FFF2-40B4-BE49-F238E27FC236}">
                <a16:creationId xmlns:a16="http://schemas.microsoft.com/office/drawing/2014/main" id="{0EA57ADC-B3A8-6A98-1A32-B2A4C3D4D49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75998" y="2183415"/>
            <a:ext cx="457200" cy="457200"/>
          </a:xfrm>
          <a:prstGeom prst="rect">
            <a:avLst/>
          </a:prstGeom>
        </p:spPr>
      </p:pic>
      <p:pic>
        <p:nvPicPr>
          <p:cNvPr id="23" name="Graphic 22">
            <a:extLst>
              <a:ext uri="{FF2B5EF4-FFF2-40B4-BE49-F238E27FC236}">
                <a16:creationId xmlns:a16="http://schemas.microsoft.com/office/drawing/2014/main" id="{9C81A823-A116-4277-C206-422A25C9C81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884546" y="2183415"/>
            <a:ext cx="457200" cy="457200"/>
          </a:xfrm>
          <a:prstGeom prst="rect">
            <a:avLst/>
          </a:prstGeom>
        </p:spPr>
      </p:pic>
      <p:pic>
        <p:nvPicPr>
          <p:cNvPr id="24" name="Graphic 23">
            <a:extLst>
              <a:ext uri="{FF2B5EF4-FFF2-40B4-BE49-F238E27FC236}">
                <a16:creationId xmlns:a16="http://schemas.microsoft.com/office/drawing/2014/main" id="{A022150C-3B45-5E3C-5889-0FB17286F74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738820" y="2183415"/>
            <a:ext cx="457200" cy="457200"/>
          </a:xfrm>
          <a:prstGeom prst="rect">
            <a:avLst/>
          </a:prstGeom>
        </p:spPr>
      </p:pic>
      <p:pic>
        <p:nvPicPr>
          <p:cNvPr id="25" name="Graphic 24">
            <a:extLst>
              <a:ext uri="{FF2B5EF4-FFF2-40B4-BE49-F238E27FC236}">
                <a16:creationId xmlns:a16="http://schemas.microsoft.com/office/drawing/2014/main" id="{B8B27162-0E46-7B08-A9AB-5C26A403F58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030272" y="2183415"/>
            <a:ext cx="457200" cy="457200"/>
          </a:xfrm>
          <a:prstGeom prst="rect">
            <a:avLst/>
          </a:prstGeom>
        </p:spPr>
      </p:pic>
      <p:pic>
        <p:nvPicPr>
          <p:cNvPr id="26" name="Graphic 25">
            <a:extLst>
              <a:ext uri="{FF2B5EF4-FFF2-40B4-BE49-F238E27FC236}">
                <a16:creationId xmlns:a16="http://schemas.microsoft.com/office/drawing/2014/main" id="{75214581-8809-366B-EF75-0FE515C8705C}"/>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593094" y="2183415"/>
            <a:ext cx="457200" cy="457200"/>
          </a:xfrm>
          <a:prstGeom prst="rect">
            <a:avLst/>
          </a:prstGeom>
        </p:spPr>
      </p:pic>
      <p:pic>
        <p:nvPicPr>
          <p:cNvPr id="27" name="Graphic 26">
            <a:extLst>
              <a:ext uri="{FF2B5EF4-FFF2-40B4-BE49-F238E27FC236}">
                <a16:creationId xmlns:a16="http://schemas.microsoft.com/office/drawing/2014/main" id="{31968681-6446-5AFE-DA12-6D93A5676704}"/>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155916" y="2183415"/>
            <a:ext cx="457200" cy="457200"/>
          </a:xfrm>
          <a:prstGeom prst="rect">
            <a:avLst/>
          </a:prstGeom>
        </p:spPr>
      </p:pic>
      <p:pic>
        <p:nvPicPr>
          <p:cNvPr id="28" name="Graphic 27">
            <a:extLst>
              <a:ext uri="{FF2B5EF4-FFF2-40B4-BE49-F238E27FC236}">
                <a16:creationId xmlns:a16="http://schemas.microsoft.com/office/drawing/2014/main" id="{84D31264-8126-3128-197A-7BC835647430}"/>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447368" y="2183415"/>
            <a:ext cx="457200" cy="457200"/>
          </a:xfrm>
          <a:prstGeom prst="rect">
            <a:avLst/>
          </a:prstGeom>
        </p:spPr>
      </p:pic>
      <p:pic>
        <p:nvPicPr>
          <p:cNvPr id="29" name="Graphic 25">
            <a:extLst>
              <a:ext uri="{FF2B5EF4-FFF2-40B4-BE49-F238E27FC236}">
                <a16:creationId xmlns:a16="http://schemas.microsoft.com/office/drawing/2014/main" id="{5A472083-1692-5B04-148E-3D7503CD1563}"/>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301642" y="2183415"/>
            <a:ext cx="457200" cy="457200"/>
          </a:xfrm>
          <a:prstGeom prst="rect">
            <a:avLst/>
          </a:prstGeom>
        </p:spPr>
      </p:pic>
      <p:pic>
        <p:nvPicPr>
          <p:cNvPr id="30" name="Graphic 29">
            <a:extLst>
              <a:ext uri="{FF2B5EF4-FFF2-40B4-BE49-F238E27FC236}">
                <a16:creationId xmlns:a16="http://schemas.microsoft.com/office/drawing/2014/main" id="{687AA951-CA81-2D80-7261-8CD76068D7CE}"/>
              </a:ext>
            </a:extLst>
          </p:cNvPr>
          <p:cNvPicPr>
            <a:picLocks noChangeAspect="1"/>
          </p:cNvPicPr>
          <p:nvPr/>
        </p:nvPicPr>
        <p:blipFill>
          <a:blip r:embed="rId25">
            <a:extLst>
              <a:ext uri="{96DAC541-7B7A-43D3-8B79-37D633B846F1}">
                <asvg:svgBlip xmlns:asvg="http://schemas.microsoft.com/office/drawing/2016/SVG/main" r:embed="rId26"/>
              </a:ext>
            </a:extLst>
          </a:blip>
          <a:srcRect/>
          <a:stretch/>
        </p:blipFill>
        <p:spPr>
          <a:xfrm>
            <a:off x="8864464" y="2183415"/>
            <a:ext cx="457200" cy="457200"/>
          </a:xfrm>
          <a:prstGeom prst="rect">
            <a:avLst/>
          </a:prstGeom>
        </p:spPr>
      </p:pic>
      <p:pic>
        <p:nvPicPr>
          <p:cNvPr id="31" name="Graphic 30">
            <a:extLst>
              <a:ext uri="{FF2B5EF4-FFF2-40B4-BE49-F238E27FC236}">
                <a16:creationId xmlns:a16="http://schemas.microsoft.com/office/drawing/2014/main" id="{5FC7FA88-40F7-E2D7-583D-32BD7EF30AE9}"/>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718738" y="2183415"/>
            <a:ext cx="457200" cy="457200"/>
          </a:xfrm>
          <a:prstGeom prst="rect">
            <a:avLst/>
          </a:prstGeom>
        </p:spPr>
      </p:pic>
      <p:pic>
        <p:nvPicPr>
          <p:cNvPr id="32" name="Graphic 31">
            <a:extLst>
              <a:ext uri="{FF2B5EF4-FFF2-40B4-BE49-F238E27FC236}">
                <a16:creationId xmlns:a16="http://schemas.microsoft.com/office/drawing/2014/main" id="{945CD33B-86C2-38E7-37B2-2517E0C1DC01}"/>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0573012" y="2183415"/>
            <a:ext cx="457200" cy="457200"/>
          </a:xfrm>
          <a:prstGeom prst="rect">
            <a:avLst/>
          </a:prstGeom>
        </p:spPr>
      </p:pic>
      <p:pic>
        <p:nvPicPr>
          <p:cNvPr id="34" name="Graphic 33">
            <a:extLst>
              <a:ext uri="{FF2B5EF4-FFF2-40B4-BE49-F238E27FC236}">
                <a16:creationId xmlns:a16="http://schemas.microsoft.com/office/drawing/2014/main" id="{58A3972C-AA32-4BB8-31CC-CE8634321126}"/>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1427290" y="2183415"/>
            <a:ext cx="457200" cy="457200"/>
          </a:xfrm>
          <a:prstGeom prst="rect">
            <a:avLst/>
          </a:prstGeom>
        </p:spPr>
      </p:pic>
      <p:sp>
        <p:nvSpPr>
          <p:cNvPr id="5" name="Title Placeholder 1">
            <a:extLst>
              <a:ext uri="{FF2B5EF4-FFF2-40B4-BE49-F238E27FC236}">
                <a16:creationId xmlns:a16="http://schemas.microsoft.com/office/drawing/2014/main" id="{B1D5AE9C-88FA-4E5B-409C-721D2457FFF3}"/>
              </a:ext>
            </a:extLst>
          </p:cNvPr>
          <p:cNvSpPr txBox="1">
            <a:spLocks/>
          </p:cNvSpPr>
          <p:nvPr/>
        </p:nvSpPr>
        <p:spPr bwMode="gray">
          <a:xfrm>
            <a:off x="331199" y="691200"/>
            <a:ext cx="11398345" cy="780248"/>
          </a:xfrm>
          <a:prstGeom prst="rect">
            <a:avLst/>
          </a:prstGeom>
        </p:spPr>
        <p:txBody>
          <a:bodyPr vert="horz" lIns="0" tIns="0" rIns="0" bIns="0" rtlCol="0" anchor="t">
            <a:noAutofit/>
          </a:bodyPr>
          <a:lstStyle>
            <a:lvl1pPr algn="l" defTabSz="914491" rtl="0" eaLnBrk="1" latinLnBrk="0" hangingPunct="1">
              <a:spcBef>
                <a:spcPct val="0"/>
              </a:spcBef>
              <a:buNone/>
              <a:defRPr sz="2400" b="1" kern="1200">
                <a:solidFill>
                  <a:schemeClr val="tx1"/>
                </a:solidFill>
                <a:latin typeface="+mj-lt"/>
                <a:ea typeface="+mj-ea"/>
                <a:cs typeface="+mj-cs"/>
              </a:defRPr>
            </a:lvl1pPr>
          </a:lstStyle>
          <a:p>
            <a:r>
              <a:rPr lang="en-US"/>
              <a:t>Powering the world’s mission critical applications</a:t>
            </a:r>
          </a:p>
        </p:txBody>
      </p:sp>
      <p:sp>
        <p:nvSpPr>
          <p:cNvPr id="9" name="Text Placeholder 6">
            <a:extLst>
              <a:ext uri="{FF2B5EF4-FFF2-40B4-BE49-F238E27FC236}">
                <a16:creationId xmlns:a16="http://schemas.microsoft.com/office/drawing/2014/main" id="{E18357F9-4D10-9C26-6B1D-7AE6B4851CE1}"/>
              </a:ext>
            </a:extLst>
          </p:cNvPr>
          <p:cNvSpPr txBox="1">
            <a:spLocks/>
          </p:cNvSpPr>
          <p:nvPr/>
        </p:nvSpPr>
        <p:spPr>
          <a:xfrm>
            <a:off x="33120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noProof="0"/>
              <a:t>—</a:t>
            </a:r>
            <a:endParaRPr lang="en-US"/>
          </a:p>
        </p:txBody>
      </p:sp>
    </p:spTree>
    <p:extLst>
      <p:ext uri="{BB962C8B-B14F-4D97-AF65-F5344CB8AC3E}">
        <p14:creationId xmlns:p14="http://schemas.microsoft.com/office/powerpoint/2010/main" val="1735775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D7744-F4D9-6CE4-534E-31F80468D20F}"/>
            </a:ext>
          </a:extLst>
        </p:cNvPr>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C5410284-002C-48A7-60AE-BE62738C14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6" imgH="426" progId="TCLayout.ActiveDocument.1">
                  <p:embed/>
                </p:oleObj>
              </mc:Choice>
              <mc:Fallback>
                <p:oleObj name="think-cell Slide" r:id="rId4" imgW="426" imgH="426" progId="TCLayout.ActiveDocument.1">
                  <p:embed/>
                  <p:pic>
                    <p:nvPicPr>
                      <p:cNvPr id="23" name="think-cell data - do not delete" hidden="1">
                        <a:extLst>
                          <a:ext uri="{FF2B5EF4-FFF2-40B4-BE49-F238E27FC236}">
                            <a16:creationId xmlns:a16="http://schemas.microsoft.com/office/drawing/2014/main" id="{C5410284-002C-48A7-60AE-BE62738C14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1" name="Group 10">
            <a:extLst>
              <a:ext uri="{FF2B5EF4-FFF2-40B4-BE49-F238E27FC236}">
                <a16:creationId xmlns:a16="http://schemas.microsoft.com/office/drawing/2014/main" id="{E646BFE4-6C65-F553-69A7-CF8C53949568}"/>
              </a:ext>
            </a:extLst>
          </p:cNvPr>
          <p:cNvGrpSpPr/>
          <p:nvPr/>
        </p:nvGrpSpPr>
        <p:grpSpPr>
          <a:xfrm>
            <a:off x="-4" y="-2"/>
            <a:ext cx="5010154" cy="6858002"/>
            <a:chOff x="-4" y="-2"/>
            <a:chExt cx="5010154" cy="6858002"/>
          </a:xfrm>
        </p:grpSpPr>
        <p:pic>
          <p:nvPicPr>
            <p:cNvPr id="9" name="Picture 8" descr="A road going through the woods&#10;&#10;AI-generated content may be incorrect.">
              <a:extLst>
                <a:ext uri="{FF2B5EF4-FFF2-40B4-BE49-F238E27FC236}">
                  <a16:creationId xmlns:a16="http://schemas.microsoft.com/office/drawing/2014/main" id="{EC237593-4071-936B-E091-AF107FEBCD43}"/>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0" y="0"/>
              <a:ext cx="5010150" cy="6858000"/>
            </a:xfrm>
            <a:prstGeom prst="rect">
              <a:avLst/>
            </a:prstGeom>
          </p:spPr>
        </p:pic>
        <p:sp>
          <p:nvSpPr>
            <p:cNvPr id="10" name="Rectangle 9">
              <a:extLst>
                <a:ext uri="{FF2B5EF4-FFF2-40B4-BE49-F238E27FC236}">
                  <a16:creationId xmlns:a16="http://schemas.microsoft.com/office/drawing/2014/main" id="{CD959A28-783B-16F5-1877-FFB33AAA4222}"/>
                </a:ext>
              </a:extLst>
            </p:cNvPr>
            <p:cNvSpPr/>
            <p:nvPr/>
          </p:nvSpPr>
          <p:spPr bwMode="gray">
            <a:xfrm rot="10800000">
              <a:off x="-4" y="-2"/>
              <a:ext cx="5010151" cy="2552702"/>
            </a:xfrm>
            <a:prstGeom prst="rect">
              <a:avLst/>
            </a:prstGeom>
            <a:gradFill>
              <a:gsLst>
                <a:gs pos="0">
                  <a:schemeClr val="tx1">
                    <a:alpha val="0"/>
                  </a:schemeClr>
                </a:gs>
                <a:gs pos="50000">
                  <a:schemeClr val="tx1">
                    <a:alpha val="47000"/>
                  </a:schemeClr>
                </a:gs>
                <a:gs pos="100000">
                  <a:schemeClr val="tx1">
                    <a:alpha val="53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grpSp>
      <p:sp>
        <p:nvSpPr>
          <p:cNvPr id="4" name="Title Placeholder 1">
            <a:extLst>
              <a:ext uri="{FF2B5EF4-FFF2-40B4-BE49-F238E27FC236}">
                <a16:creationId xmlns:a16="http://schemas.microsoft.com/office/drawing/2014/main" id="{BED3BBF0-6580-1A4D-31DE-BE3667B7121A}"/>
              </a:ext>
            </a:extLst>
          </p:cNvPr>
          <p:cNvSpPr txBox="1">
            <a:spLocks/>
          </p:cNvSpPr>
          <p:nvPr/>
        </p:nvSpPr>
        <p:spPr bwMode="gray">
          <a:xfrm>
            <a:off x="331200" y="691199"/>
            <a:ext cx="3915363" cy="1236025"/>
          </a:xfrm>
          <a:prstGeom prst="rect">
            <a:avLst/>
          </a:prstGeom>
        </p:spPr>
        <p:txBody>
          <a:bodyPr vert="horz" lIns="0" tIns="0" rIns="0" bIns="0" rtlCol="0" anchor="t">
            <a:noAutofit/>
          </a:bodyPr>
          <a:lstStyle>
            <a:lvl1pPr algn="l" defTabSz="914491" rtl="0" eaLnBrk="1" latinLnBrk="0" hangingPunct="1">
              <a:spcBef>
                <a:spcPct val="0"/>
              </a:spcBef>
              <a:buNone/>
              <a:defRPr sz="2400" b="1" kern="1200">
                <a:solidFill>
                  <a:schemeClr val="tx1"/>
                </a:solidFill>
                <a:latin typeface="+mj-lt"/>
                <a:ea typeface="+mj-ea"/>
                <a:cs typeface="+mj-cs"/>
              </a:defRPr>
            </a:lvl1pPr>
          </a:lstStyle>
          <a:p>
            <a:pPr marL="0" marR="0" lvl="0" indent="0" algn="l" defTabSz="914491"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BBvoice"/>
                <a:ea typeface="ABBvoice"/>
                <a:cs typeface="ABBvoice"/>
              </a:rPr>
              <a:t>Energy efficiency </a:t>
            </a:r>
            <a:br>
              <a:rPr kumimoji="0" lang="en-US" sz="2400" b="1" i="0" u="none" strike="noStrike" kern="1200" cap="none" spc="0" normalizeH="0" baseline="0" noProof="0">
                <a:ln>
                  <a:noFill/>
                </a:ln>
                <a:solidFill>
                  <a:srgbClr val="FFFFFF"/>
                </a:solidFill>
                <a:effectLst/>
                <a:uLnTx/>
                <a:uFillTx/>
                <a:latin typeface="ABBvoice"/>
                <a:ea typeface="ABBvoice"/>
                <a:cs typeface="ABBvoice"/>
              </a:rPr>
            </a:br>
            <a:r>
              <a:rPr kumimoji="0" lang="en-US" sz="2400" b="1" i="0" u="none" strike="noStrike" kern="1200" cap="none" spc="0" normalizeH="0" baseline="0" noProof="0">
                <a:ln>
                  <a:noFill/>
                </a:ln>
                <a:solidFill>
                  <a:srgbClr val="FFFFFF"/>
                </a:solidFill>
                <a:effectLst/>
                <a:uLnTx/>
                <a:uFillTx/>
                <a:latin typeface="ABBvoice"/>
                <a:ea typeface="ABBvoice"/>
                <a:cs typeface="ABBvoice"/>
              </a:rPr>
              <a:t>makes the difference</a:t>
            </a:r>
          </a:p>
        </p:txBody>
      </p:sp>
      <p:sp>
        <p:nvSpPr>
          <p:cNvPr id="5" name="Text Placeholder 6">
            <a:extLst>
              <a:ext uri="{FF2B5EF4-FFF2-40B4-BE49-F238E27FC236}">
                <a16:creationId xmlns:a16="http://schemas.microsoft.com/office/drawing/2014/main" id="{67C059AC-68A8-618E-0C15-E30A0C4F5574}"/>
              </a:ext>
            </a:extLst>
          </p:cNvPr>
          <p:cNvSpPr txBox="1">
            <a:spLocks/>
          </p:cNvSpPr>
          <p:nvPr/>
        </p:nvSpPr>
        <p:spPr>
          <a:xfrm>
            <a:off x="33120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2400" b="1" i="0" u="none" strike="noStrike" kern="1200" cap="none" spc="0" normalizeH="0" baseline="0" noProof="0">
                <a:ln>
                  <a:noFill/>
                </a:ln>
                <a:solidFill>
                  <a:srgbClr val="FF0000"/>
                </a:solidFill>
                <a:effectLst/>
                <a:uLnTx/>
                <a:uFillTx/>
                <a:latin typeface="ABBvoice"/>
                <a:ea typeface="ABBvoice"/>
                <a:cs typeface="ABBvoice"/>
              </a:rPr>
              <a:t>—</a:t>
            </a:r>
          </a:p>
        </p:txBody>
      </p:sp>
      <p:pic>
        <p:nvPicPr>
          <p:cNvPr id="12" name="LogoFooter">
            <a:extLst>
              <a:ext uri="{FF2B5EF4-FFF2-40B4-BE49-F238E27FC236}">
                <a16:creationId xmlns:a16="http://schemas.microsoft.com/office/drawing/2014/main" id="{6D23932C-B7AA-48F9-5757-C76837D7A5A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354200" y="6456066"/>
            <a:ext cx="507600" cy="192272"/>
          </a:xfrm>
          <a:prstGeom prst="rect">
            <a:avLst/>
          </a:prstGeom>
        </p:spPr>
      </p:pic>
      <p:sp>
        <p:nvSpPr>
          <p:cNvPr id="13" name="Text Placeholder 11">
            <a:extLst>
              <a:ext uri="{FF2B5EF4-FFF2-40B4-BE49-F238E27FC236}">
                <a16:creationId xmlns:a16="http://schemas.microsoft.com/office/drawing/2014/main" id="{19E6EA06-1BC8-042F-6ED5-26082769A0B8}"/>
              </a:ext>
            </a:extLst>
          </p:cNvPr>
          <p:cNvSpPr txBox="1">
            <a:spLocks/>
          </p:cNvSpPr>
          <p:nvPr/>
        </p:nvSpPr>
        <p:spPr>
          <a:xfrm>
            <a:off x="6482894" y="1196385"/>
            <a:ext cx="5377906" cy="4601230"/>
          </a:xfrm>
          <a:prstGeom prst="rect">
            <a:avLst/>
          </a:prstGeom>
        </p:spPr>
        <p:txBody>
          <a:bodyPr lIns="0" tIns="0" rIns="0" bIns="0" anchor="ctr"/>
          <a:lstStyle>
            <a:lvl1pPr marL="0" indent="0" algn="l" defTabSz="914491" rtl="0" eaLnBrk="1" latinLnBrk="0" hangingPunct="1">
              <a:spcBef>
                <a:spcPts val="600"/>
              </a:spcBef>
              <a:buFont typeface="ABBvoice" panose="020B0604020202020204" pitchFamily="34" charset="0"/>
              <a:buNone/>
              <a:defRPr sz="1400" b="0" kern="1200">
                <a:solidFill>
                  <a:schemeClr val="tx1"/>
                </a:solidFill>
                <a:latin typeface="+mn-lt"/>
                <a:ea typeface="ABBvoice Light" panose="020D0403020503020204" pitchFamily="34" charset="0"/>
                <a:cs typeface="ABBvoice Light" panose="020D0403020503020204" pitchFamily="34" charset="0"/>
              </a:defRPr>
            </a:lvl1pPr>
            <a:lvl2pPr marL="2844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2pPr>
            <a:lvl3pPr marL="5688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3pPr>
            <a:lvl4pPr marL="5688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4pPr>
            <a:lvl5pPr marL="568800" indent="-284400" algn="l" defTabSz="914491" rtl="0" eaLnBrk="1" latinLnBrk="0" hangingPunct="1">
              <a:spcBef>
                <a:spcPts val="600"/>
              </a:spcBef>
              <a:buFont typeface="ABBvoice" panose="020D0603020503020204" pitchFamily="34" charset="0"/>
              <a:buChar char="•"/>
              <a:defRPr sz="1400" b="0" kern="1200">
                <a:solidFill>
                  <a:schemeClr val="tx1"/>
                </a:solidFill>
                <a:latin typeface="+mn-lt"/>
                <a:ea typeface="ABBvoice Light" panose="020D0403020503020204" pitchFamily="34" charset="0"/>
                <a:cs typeface="ABBvoice Light" panose="020D0403020503020204" pitchFamily="34" charset="0"/>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1200"/>
              </a:spcBef>
              <a:spcAft>
                <a:spcPts val="0"/>
              </a:spcAft>
              <a:buClrTx/>
              <a:buSzTx/>
              <a:buFont typeface="ABBvoice"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t>Enhancing the energy efficiency of industrial motors is crucial for reducing energy waste and electricity costs</a:t>
            </a:r>
          </a:p>
          <a:p>
            <a:pPr marL="0" marR="0" lvl="0" indent="0" algn="l" defTabSz="914491" rtl="0" eaLnBrk="1" fontAlgn="auto" latinLnBrk="0" hangingPunct="1">
              <a:lnSpc>
                <a:spcPct val="100000"/>
              </a:lnSpc>
              <a:spcBef>
                <a:spcPts val="1800"/>
              </a:spcBef>
              <a:spcAft>
                <a:spcPts val="0"/>
              </a:spcAft>
              <a:buClrTx/>
              <a:buSzTx/>
              <a:buFont typeface="ABBvoice"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t>For example, by committing to our high efficiency motor and generators solutions, you could reach </a:t>
            </a:r>
            <a:r>
              <a:rPr kumimoji="0" lang="en-US" sz="1800" b="1" i="0" u="none" strike="noStrike" kern="1200" cap="none" spc="0" normalizeH="0" baseline="0" noProof="0">
                <a:ln>
                  <a:noFill/>
                </a:ln>
                <a:solidFill>
                  <a:srgbClr val="FF000F"/>
                </a:solidFill>
                <a:effectLst/>
                <a:uLnTx/>
                <a:uFillTx/>
                <a:latin typeface="ABBvoice"/>
                <a:ea typeface="ABBvoice Light" panose="020D0403020503020204" pitchFamily="34" charset="0"/>
                <a:cs typeface="ABBvoice Light" panose="020D0403020503020204" pitchFamily="34" charset="0"/>
              </a:rPr>
              <a:t>1,6TWh</a:t>
            </a:r>
            <a:r>
              <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t> in </a:t>
            </a:r>
            <a:r>
              <a:rPr kumimoji="0" lang="en-US" sz="1800" b="1"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t>electricity savings </a:t>
            </a:r>
            <a:br>
              <a:rPr kumimoji="0" lang="en-US" sz="1800" b="1"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br>
            <a:r>
              <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t>during a product's lifetime</a:t>
            </a:r>
          </a:p>
          <a:p>
            <a:pPr marL="0" marR="0" lvl="0" indent="0" algn="l" defTabSz="914491" rtl="0" eaLnBrk="1" fontAlgn="auto" latinLnBrk="0" hangingPunct="1">
              <a:lnSpc>
                <a:spcPct val="100000"/>
              </a:lnSpc>
              <a:spcBef>
                <a:spcPts val="1800"/>
              </a:spcBef>
              <a:spcAft>
                <a:spcPts val="0"/>
              </a:spcAft>
              <a:buClrTx/>
              <a:buSzTx/>
              <a:buFont typeface="ABBvoice"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t>Increased motor or generator efficiency </a:t>
            </a:r>
            <a:br>
              <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br>
            <a:r>
              <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t>can also </a:t>
            </a:r>
            <a:r>
              <a:rPr kumimoji="0" lang="en-US" sz="1800" b="1"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t>reduce your energy-related </a:t>
            </a:r>
            <a:br>
              <a:rPr kumimoji="0" lang="en-US" sz="1800" b="1"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br>
            <a:r>
              <a:rPr kumimoji="0" lang="en-US" sz="1800" b="1"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t>CO₂ emissions by </a:t>
            </a:r>
            <a:r>
              <a:rPr kumimoji="0" lang="en-US" sz="1800" b="1" i="0" u="none" strike="noStrike" kern="1200" cap="none" spc="0" normalizeH="0" baseline="0" noProof="0">
                <a:ln>
                  <a:noFill/>
                </a:ln>
                <a:solidFill>
                  <a:srgbClr val="FF000F"/>
                </a:solidFill>
                <a:effectLst/>
                <a:uLnTx/>
                <a:uFillTx/>
                <a:latin typeface="ABBvoice"/>
                <a:ea typeface="ABBvoice Light" panose="020D0403020503020204" pitchFamily="34" charset="0"/>
                <a:cs typeface="ABBvoice Light" panose="020D0403020503020204" pitchFamily="34" charset="0"/>
              </a:rPr>
              <a:t>40%</a:t>
            </a:r>
            <a:endPar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endParaRPr>
          </a:p>
          <a:p>
            <a:pPr marL="0" marR="0" lvl="0" indent="0" algn="l" defTabSz="914491" rtl="0" eaLnBrk="1" fontAlgn="auto" latinLnBrk="0" hangingPunct="1">
              <a:lnSpc>
                <a:spcPct val="100000"/>
              </a:lnSpc>
              <a:spcBef>
                <a:spcPts val="1800"/>
              </a:spcBef>
              <a:spcAft>
                <a:spcPts val="0"/>
              </a:spcAft>
              <a:buClrTx/>
              <a:buSzTx/>
              <a:buFont typeface="ABBvoice"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t>Adding a drive to a motor can further </a:t>
            </a:r>
            <a:r>
              <a:rPr kumimoji="0" lang="en-US" sz="1800" b="1"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t>reduce</a:t>
            </a:r>
            <a:r>
              <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t> </a:t>
            </a:r>
            <a:r>
              <a:rPr kumimoji="0" lang="en-US" sz="1800" b="1"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t>energy usage</a:t>
            </a:r>
            <a:r>
              <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t> by </a:t>
            </a:r>
            <a:r>
              <a:rPr kumimoji="0" lang="en-US" sz="1800" b="1" i="0" u="none" strike="noStrike" kern="1200" cap="none" spc="0" normalizeH="0" baseline="0" noProof="0">
                <a:ln>
                  <a:noFill/>
                </a:ln>
                <a:solidFill>
                  <a:srgbClr val="FF000F"/>
                </a:solidFill>
                <a:effectLst/>
                <a:uLnTx/>
                <a:uFillTx/>
                <a:latin typeface="ABBvoice"/>
                <a:ea typeface="ABBvoice Light" panose="020D0403020503020204" pitchFamily="34" charset="0"/>
                <a:cs typeface="ABBvoice Light" panose="020D0403020503020204" pitchFamily="34" charset="0"/>
              </a:rPr>
              <a:t>25%. </a:t>
            </a:r>
            <a:r>
              <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t>Yet more than </a:t>
            </a:r>
            <a:r>
              <a:rPr kumimoji="0" lang="en-US" sz="1800" b="1" i="0" u="none" strike="noStrike" kern="1200" cap="none" spc="0" normalizeH="0" baseline="0" noProof="0">
                <a:ln>
                  <a:noFill/>
                </a:ln>
                <a:solidFill>
                  <a:srgbClr val="FF000F"/>
                </a:solidFill>
                <a:effectLst/>
                <a:uLnTx/>
                <a:uFillTx/>
                <a:latin typeface="ABBvoice"/>
                <a:ea typeface="ABBvoice Light" panose="020D0403020503020204" pitchFamily="34" charset="0"/>
                <a:cs typeface="ABBvoice Light" panose="020D0403020503020204" pitchFamily="34" charset="0"/>
              </a:rPr>
              <a:t>75% </a:t>
            </a:r>
            <a:r>
              <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rPr>
              <a:t>of the world’s motors are</a:t>
            </a:r>
            <a:r>
              <a:rPr kumimoji="0" lang="en-US" sz="1800" b="0"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t> </a:t>
            </a:r>
            <a:r>
              <a:rPr kumimoji="0" lang="en-US" sz="1800" b="1"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t>not connected with a drive</a:t>
            </a:r>
            <a:endParaRPr kumimoji="0" lang="en-US" sz="18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endParaRPr>
          </a:p>
        </p:txBody>
      </p:sp>
      <p:grpSp>
        <p:nvGrpSpPr>
          <p:cNvPr id="22" name="Group 21">
            <a:extLst>
              <a:ext uri="{FF2B5EF4-FFF2-40B4-BE49-F238E27FC236}">
                <a16:creationId xmlns:a16="http://schemas.microsoft.com/office/drawing/2014/main" id="{BE9F7800-860E-0BAD-FE18-893B648D1A67}"/>
              </a:ext>
            </a:extLst>
          </p:cNvPr>
          <p:cNvGrpSpPr/>
          <p:nvPr/>
        </p:nvGrpSpPr>
        <p:grpSpPr>
          <a:xfrm>
            <a:off x="5504308" y="1413595"/>
            <a:ext cx="792000" cy="792000"/>
            <a:chOff x="5574294" y="1843800"/>
            <a:chExt cx="792000" cy="792000"/>
          </a:xfrm>
        </p:grpSpPr>
        <p:sp>
          <p:nvSpPr>
            <p:cNvPr id="17" name="Oval 16">
              <a:extLst>
                <a:ext uri="{FF2B5EF4-FFF2-40B4-BE49-F238E27FC236}">
                  <a16:creationId xmlns:a16="http://schemas.microsoft.com/office/drawing/2014/main" id="{77A27822-1607-3636-773D-4771C2F71659}"/>
                </a:ext>
              </a:extLst>
            </p:cNvPr>
            <p:cNvSpPr/>
            <p:nvPr/>
          </p:nvSpPr>
          <p:spPr bwMode="gray">
            <a:xfrm>
              <a:off x="5574294" y="1843800"/>
              <a:ext cx="792000" cy="792000"/>
            </a:xfrm>
            <a:prstGeom prst="ellipse">
              <a:avLst/>
            </a:prstGeom>
            <a:solidFill>
              <a:schemeClr val="bg1"/>
            </a:solidFill>
            <a:ln w="12700">
              <a:noFill/>
            </a:ln>
            <a:effectLst>
              <a:outerShdw blurRad="50800" dist="38100" dir="2700000" algn="tl"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pic>
          <p:nvPicPr>
            <p:cNvPr id="14" name="Graphic 13">
              <a:extLst>
                <a:ext uri="{FF2B5EF4-FFF2-40B4-BE49-F238E27FC236}">
                  <a16:creationId xmlns:a16="http://schemas.microsoft.com/office/drawing/2014/main" id="{19303906-33E4-E7B8-60D3-E486BBEEA01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741694" y="2011200"/>
              <a:ext cx="457200" cy="457200"/>
            </a:xfrm>
            <a:prstGeom prst="rect">
              <a:avLst/>
            </a:prstGeom>
          </p:spPr>
        </p:pic>
      </p:grpSp>
      <p:grpSp>
        <p:nvGrpSpPr>
          <p:cNvPr id="21" name="Group 20">
            <a:extLst>
              <a:ext uri="{FF2B5EF4-FFF2-40B4-BE49-F238E27FC236}">
                <a16:creationId xmlns:a16="http://schemas.microsoft.com/office/drawing/2014/main" id="{3731D429-2060-F317-F5A5-D382394026AD}"/>
              </a:ext>
            </a:extLst>
          </p:cNvPr>
          <p:cNvGrpSpPr/>
          <p:nvPr/>
        </p:nvGrpSpPr>
        <p:grpSpPr>
          <a:xfrm>
            <a:off x="5523494" y="2566246"/>
            <a:ext cx="792000" cy="792000"/>
            <a:chOff x="5574294" y="3061225"/>
            <a:chExt cx="792000" cy="792000"/>
          </a:xfrm>
        </p:grpSpPr>
        <p:sp>
          <p:nvSpPr>
            <p:cNvPr id="18" name="Oval 17">
              <a:extLst>
                <a:ext uri="{FF2B5EF4-FFF2-40B4-BE49-F238E27FC236}">
                  <a16:creationId xmlns:a16="http://schemas.microsoft.com/office/drawing/2014/main" id="{2E8AE2FD-AB00-2770-39E2-B902621D2206}"/>
                </a:ext>
              </a:extLst>
            </p:cNvPr>
            <p:cNvSpPr/>
            <p:nvPr/>
          </p:nvSpPr>
          <p:spPr bwMode="gray">
            <a:xfrm>
              <a:off x="5574294" y="3061225"/>
              <a:ext cx="792000" cy="792000"/>
            </a:xfrm>
            <a:prstGeom prst="ellipse">
              <a:avLst/>
            </a:prstGeom>
            <a:solidFill>
              <a:schemeClr val="bg1"/>
            </a:solidFill>
            <a:ln w="12700">
              <a:noFill/>
            </a:ln>
            <a:effectLst>
              <a:outerShdw blurRad="50800" dist="38100" dir="2700000" algn="tl"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pic>
          <p:nvPicPr>
            <p:cNvPr id="16" name="Graphic 15">
              <a:extLst>
                <a:ext uri="{FF2B5EF4-FFF2-40B4-BE49-F238E27FC236}">
                  <a16:creationId xmlns:a16="http://schemas.microsoft.com/office/drawing/2014/main" id="{7B088C4C-A94E-DB31-6E1B-2046EE3B20C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741694" y="3228625"/>
              <a:ext cx="457200" cy="457200"/>
            </a:xfrm>
            <a:prstGeom prst="rect">
              <a:avLst/>
            </a:prstGeom>
          </p:spPr>
        </p:pic>
      </p:grpSp>
      <p:grpSp>
        <p:nvGrpSpPr>
          <p:cNvPr id="20" name="Group 19">
            <a:extLst>
              <a:ext uri="{FF2B5EF4-FFF2-40B4-BE49-F238E27FC236}">
                <a16:creationId xmlns:a16="http://schemas.microsoft.com/office/drawing/2014/main" id="{26B81E61-D0B6-16FE-9C7C-C548258C5AD8}"/>
              </a:ext>
            </a:extLst>
          </p:cNvPr>
          <p:cNvGrpSpPr/>
          <p:nvPr/>
        </p:nvGrpSpPr>
        <p:grpSpPr>
          <a:xfrm>
            <a:off x="5523494" y="3768657"/>
            <a:ext cx="792000" cy="792000"/>
            <a:chOff x="5543694" y="4278650"/>
            <a:chExt cx="792000" cy="792000"/>
          </a:xfrm>
        </p:grpSpPr>
        <p:sp>
          <p:nvSpPr>
            <p:cNvPr id="19" name="Oval 18">
              <a:extLst>
                <a:ext uri="{FF2B5EF4-FFF2-40B4-BE49-F238E27FC236}">
                  <a16:creationId xmlns:a16="http://schemas.microsoft.com/office/drawing/2014/main" id="{2856FD9F-CE1E-2AB9-E4CE-21EED98A6A9E}"/>
                </a:ext>
              </a:extLst>
            </p:cNvPr>
            <p:cNvSpPr/>
            <p:nvPr/>
          </p:nvSpPr>
          <p:spPr bwMode="gray">
            <a:xfrm>
              <a:off x="5543694" y="4278650"/>
              <a:ext cx="792000" cy="792000"/>
            </a:xfrm>
            <a:prstGeom prst="ellipse">
              <a:avLst/>
            </a:prstGeom>
            <a:solidFill>
              <a:schemeClr val="bg1"/>
            </a:solidFill>
            <a:ln w="12700">
              <a:noFill/>
            </a:ln>
            <a:effectLst>
              <a:outerShdw blurRad="50800" dist="38100" dir="2700000" algn="tl"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pic>
          <p:nvPicPr>
            <p:cNvPr id="15" name="Graphic 14">
              <a:extLst>
                <a:ext uri="{FF2B5EF4-FFF2-40B4-BE49-F238E27FC236}">
                  <a16:creationId xmlns:a16="http://schemas.microsoft.com/office/drawing/2014/main" id="{B8682308-37D9-922C-B5F3-B977F6A9628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711094" y="4446050"/>
              <a:ext cx="457200" cy="457200"/>
            </a:xfrm>
            <a:prstGeom prst="rect">
              <a:avLst/>
            </a:prstGeom>
          </p:spPr>
        </p:pic>
      </p:grpSp>
      <p:grpSp>
        <p:nvGrpSpPr>
          <p:cNvPr id="26" name="Group 25">
            <a:extLst>
              <a:ext uri="{FF2B5EF4-FFF2-40B4-BE49-F238E27FC236}">
                <a16:creationId xmlns:a16="http://schemas.microsoft.com/office/drawing/2014/main" id="{BB95796A-7E33-6786-74AF-B4C612FADFDF}"/>
              </a:ext>
            </a:extLst>
          </p:cNvPr>
          <p:cNvGrpSpPr/>
          <p:nvPr/>
        </p:nvGrpSpPr>
        <p:grpSpPr>
          <a:xfrm>
            <a:off x="5504308" y="4802415"/>
            <a:ext cx="792000" cy="792000"/>
            <a:chOff x="5523494" y="3485912"/>
            <a:chExt cx="792000" cy="792000"/>
          </a:xfrm>
        </p:grpSpPr>
        <p:sp>
          <p:nvSpPr>
            <p:cNvPr id="8" name="Oval 7">
              <a:extLst>
                <a:ext uri="{FF2B5EF4-FFF2-40B4-BE49-F238E27FC236}">
                  <a16:creationId xmlns:a16="http://schemas.microsoft.com/office/drawing/2014/main" id="{E8630B8C-6743-E1E4-62F7-0284A8A03120}"/>
                </a:ext>
              </a:extLst>
            </p:cNvPr>
            <p:cNvSpPr/>
            <p:nvPr/>
          </p:nvSpPr>
          <p:spPr bwMode="gray">
            <a:xfrm>
              <a:off x="5523494" y="3485912"/>
              <a:ext cx="792000" cy="792000"/>
            </a:xfrm>
            <a:prstGeom prst="ellipse">
              <a:avLst/>
            </a:prstGeom>
            <a:solidFill>
              <a:schemeClr val="bg1"/>
            </a:solidFill>
            <a:ln w="12700">
              <a:noFill/>
            </a:ln>
            <a:effectLst>
              <a:outerShdw blurRad="50800" dist="38100" dir="2700000" algn="tl"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pic>
          <p:nvPicPr>
            <p:cNvPr id="25" name="Grafika 64">
              <a:extLst>
                <a:ext uri="{FF2B5EF4-FFF2-40B4-BE49-F238E27FC236}">
                  <a16:creationId xmlns:a16="http://schemas.microsoft.com/office/drawing/2014/main" id="{EFEA1615-3048-DB71-CA4A-49838916935F}"/>
                </a:ext>
              </a:extLst>
            </p:cNvPr>
            <p:cNvPicPr>
              <a:picLocks noChangeAspect="1"/>
            </p:cNvPicPr>
            <p:nvPr/>
          </p:nvPicPr>
          <p:blipFill>
            <a:blip r:embed="rId15">
              <a:extLst>
                <a:ext uri="{96DAC541-7B7A-43D3-8B79-37D633B846F1}">
                  <asvg:svgBlip xmlns:asvg="http://schemas.microsoft.com/office/drawing/2016/SVG/main" r:embed="rId16"/>
                </a:ext>
              </a:extLst>
            </a:blip>
            <a:srcRect/>
            <a:stretch/>
          </p:blipFill>
          <p:spPr>
            <a:xfrm>
              <a:off x="5690894" y="3605184"/>
              <a:ext cx="457200" cy="457200"/>
            </a:xfrm>
            <a:prstGeom prst="rect">
              <a:avLst/>
            </a:prstGeom>
          </p:spPr>
        </p:pic>
      </p:grpSp>
    </p:spTree>
    <p:extLst>
      <p:ext uri="{BB962C8B-B14F-4D97-AF65-F5344CB8AC3E}">
        <p14:creationId xmlns:p14="http://schemas.microsoft.com/office/powerpoint/2010/main" val="318336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solar panels in a field&#10;&#10;AI-generated content may be incorrect.">
            <a:extLst>
              <a:ext uri="{FF2B5EF4-FFF2-40B4-BE49-F238E27FC236}">
                <a16:creationId xmlns:a16="http://schemas.microsoft.com/office/drawing/2014/main" id="{D19DBE3C-4C6B-610E-08E5-3759A15DA7C5}"/>
              </a:ext>
            </a:extLst>
          </p:cNvPr>
          <p:cNvPicPr>
            <a:picLocks noGrp="1" noChangeAspect="1"/>
          </p:cNvPicPr>
          <p:nvPr>
            <p:ph type="pic" sz="quarter" idx="17"/>
          </p:nvPr>
        </p:nvPicPr>
        <p:blipFill>
          <a:blip r:embed="rId2" cstate="screen">
            <a:extLst>
              <a:ext uri="{28A0092B-C50C-407E-A947-70E740481C1C}">
                <a14:useLocalDpi xmlns:a14="http://schemas.microsoft.com/office/drawing/2010/main"/>
              </a:ext>
            </a:extLst>
          </a:blip>
          <a:srcRect/>
          <a:stretch>
            <a:fillRect/>
          </a:stretch>
        </p:blipFill>
        <p:spPr>
          <a:xfrm>
            <a:off x="7185025" y="0"/>
            <a:ext cx="5006975" cy="6858000"/>
          </a:xfrm>
        </p:spPr>
      </p:pic>
      <p:sp>
        <p:nvSpPr>
          <p:cNvPr id="2" name="Title 1">
            <a:extLst>
              <a:ext uri="{FF2B5EF4-FFF2-40B4-BE49-F238E27FC236}">
                <a16:creationId xmlns:a16="http://schemas.microsoft.com/office/drawing/2014/main" id="{F97C2B49-A4EB-73D4-AAC8-C662407A338A}"/>
              </a:ext>
            </a:extLst>
          </p:cNvPr>
          <p:cNvSpPr>
            <a:spLocks noGrp="1"/>
          </p:cNvSpPr>
          <p:nvPr>
            <p:ph type="title"/>
          </p:nvPr>
        </p:nvSpPr>
        <p:spPr/>
        <p:txBody>
          <a:bodyPr/>
          <a:lstStyle/>
          <a:p>
            <a:r>
              <a:rPr lang="en-US" noProof="0"/>
              <a:t>Energy efficiency and TCO – what it means to you</a:t>
            </a:r>
          </a:p>
        </p:txBody>
      </p:sp>
      <p:sp>
        <p:nvSpPr>
          <p:cNvPr id="9" name="Content Placeholder 8">
            <a:extLst>
              <a:ext uri="{FF2B5EF4-FFF2-40B4-BE49-F238E27FC236}">
                <a16:creationId xmlns:a16="http://schemas.microsoft.com/office/drawing/2014/main" id="{A36CD43B-9501-D172-1FB3-0B4CAD442B2F}"/>
              </a:ext>
            </a:extLst>
          </p:cNvPr>
          <p:cNvSpPr>
            <a:spLocks noGrp="1"/>
          </p:cNvSpPr>
          <p:nvPr>
            <p:ph sz="quarter" idx="18"/>
          </p:nvPr>
        </p:nvSpPr>
        <p:spPr>
          <a:xfrm>
            <a:off x="331200" y="4470400"/>
            <a:ext cx="3848914" cy="1452900"/>
          </a:xfrm>
        </p:spPr>
        <p:txBody>
          <a:bodyPr/>
          <a:lstStyle/>
          <a:p>
            <a:r>
              <a:rPr lang="en-US" sz="2400" noProof="0">
                <a:solidFill>
                  <a:schemeClr val="bg2"/>
                </a:solidFill>
                <a:latin typeface="ABBvoice Display SemiBold" panose="020D0704020603060204" pitchFamily="34" charset="0"/>
                <a:cs typeface="ABBvoice Display SemiBold" panose="020D0704020603060204" pitchFamily="34" charset="0"/>
              </a:rPr>
              <a:t>99.13% </a:t>
            </a:r>
            <a:br>
              <a:rPr lang="en-US" sz="2400" noProof="0">
                <a:solidFill>
                  <a:schemeClr val="bg2"/>
                </a:solidFill>
                <a:latin typeface="ABBvoice Display SemiBold" panose="020D0704020603060204" pitchFamily="34" charset="0"/>
                <a:cs typeface="ABBvoice Display SemiBold" panose="020D0704020603060204" pitchFamily="34" charset="0"/>
              </a:rPr>
            </a:br>
            <a:r>
              <a:rPr lang="en-US" sz="2400" noProof="0">
                <a:solidFill>
                  <a:schemeClr val="bg2"/>
                </a:solidFill>
                <a:latin typeface="ABBvoice Display SemiBold" panose="020D0704020603060204" pitchFamily="34" charset="0"/>
                <a:cs typeface="ABBvoice Display SemiBold" panose="020D0704020603060204" pitchFamily="34" charset="0"/>
              </a:rPr>
              <a:t>efficiency</a:t>
            </a:r>
            <a:r>
              <a:rPr lang="en-US" sz="2400" baseline="30000" noProof="0">
                <a:solidFill>
                  <a:schemeClr val="bg2"/>
                </a:solidFill>
                <a:latin typeface="ABBvoice Display SemiBold" panose="020D0704020603060204" pitchFamily="34" charset="0"/>
                <a:cs typeface="ABBvoice Display SemiBold" panose="020D0704020603060204" pitchFamily="34" charset="0"/>
              </a:rPr>
              <a:t>1</a:t>
            </a:r>
          </a:p>
          <a:p>
            <a:r>
              <a:rPr lang="en-US" noProof="0"/>
              <a:t>With such high-efficiency ratings, </a:t>
            </a:r>
            <a:br>
              <a:rPr lang="en-US" noProof="0"/>
            </a:br>
            <a:r>
              <a:rPr lang="en-US" noProof="0"/>
              <a:t>our motors and drives are capable of producing massive energy savings</a:t>
            </a:r>
          </a:p>
        </p:txBody>
      </p:sp>
      <p:sp>
        <p:nvSpPr>
          <p:cNvPr id="4" name="Footer Placeholder 3">
            <a:extLst>
              <a:ext uri="{FF2B5EF4-FFF2-40B4-BE49-F238E27FC236}">
                <a16:creationId xmlns:a16="http://schemas.microsoft.com/office/drawing/2014/main" id="{6D60D62B-8F45-4F4E-3ED6-43ED44CAF6A2}"/>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BBvoice"/>
                <a:ea typeface="ABBvoice"/>
                <a:cs typeface="ABBvoice"/>
              </a:rPr>
              <a:t>1. FAT test results for AMS Synchronous Motor</a:t>
            </a:r>
          </a:p>
        </p:txBody>
      </p:sp>
      <p:sp>
        <p:nvSpPr>
          <p:cNvPr id="5" name="Date Placeholder 4">
            <a:extLst>
              <a:ext uri="{FF2B5EF4-FFF2-40B4-BE49-F238E27FC236}">
                <a16:creationId xmlns:a16="http://schemas.microsoft.com/office/drawing/2014/main" id="{88C2ED1F-239E-0AC0-8FC9-CE72640E3F4B}"/>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A38730-8F41-4295-B8CF-123547F4AF8F}" type="datetime4">
              <a:rPr kumimoji="0" lang="en-US" sz="100" b="0" i="0" u="none" strike="noStrike" kern="1200" cap="none" spc="0" normalizeH="0" baseline="0" noProof="0" smtClean="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6" name="Slide Number Placeholder 5">
            <a:extLst>
              <a:ext uri="{FF2B5EF4-FFF2-40B4-BE49-F238E27FC236}">
                <a16:creationId xmlns:a16="http://schemas.microsoft.com/office/drawing/2014/main" id="{497ED690-1FD6-760D-C9F2-EA26DBF0F42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smtClean="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sp>
        <p:nvSpPr>
          <p:cNvPr id="12" name="Content Placeholder 8">
            <a:extLst>
              <a:ext uri="{FF2B5EF4-FFF2-40B4-BE49-F238E27FC236}">
                <a16:creationId xmlns:a16="http://schemas.microsoft.com/office/drawing/2014/main" id="{1FD9250C-F1E7-526F-E889-E30DC02465A2}"/>
              </a:ext>
            </a:extLst>
          </p:cNvPr>
          <p:cNvSpPr txBox="1">
            <a:spLocks/>
          </p:cNvSpPr>
          <p:nvPr/>
        </p:nvSpPr>
        <p:spPr bwMode="gray">
          <a:xfrm>
            <a:off x="3746927" y="4470400"/>
            <a:ext cx="3133298" cy="2177938"/>
          </a:xfrm>
          <a:prstGeom prst="rect">
            <a:avLst/>
          </a:prstGeom>
        </p:spPr>
        <p:txBody>
          <a:bodyPr vert="horz" lIns="0" tIns="0" rIns="0" bIns="0" rtlCol="0">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2400" b="0" i="0" u="none" strike="noStrike" kern="1200" cap="none" spc="0" normalizeH="0" baseline="0" noProof="0">
                <a:ln>
                  <a:noFill/>
                </a:ln>
                <a:solidFill>
                  <a:srgbClr val="000000"/>
                </a:solidFill>
                <a:effectLst/>
                <a:uLnTx/>
                <a:uFillTx/>
                <a:latin typeface="ABBvoice Display SemiBold" panose="020D0704020603060204" pitchFamily="34" charset="0"/>
                <a:ea typeface="ABBvoice"/>
                <a:cs typeface="ABBvoice Display SemiBold" panose="020D0704020603060204" pitchFamily="34" charset="0"/>
              </a:rPr>
              <a:t>How we can lower the TCO</a:t>
            </a:r>
          </a:p>
          <a:p>
            <a:pPr marL="266700" marR="0" lvl="1" indent="-266700" algn="l" defTabSz="914491" rtl="0" eaLnBrk="1" fontAlgn="auto" latinLnBrk="0" hangingPunct="1">
              <a:lnSpc>
                <a:spcPct val="100000"/>
              </a:lnSpc>
              <a:spcBef>
                <a:spcPts val="600"/>
              </a:spcBef>
              <a:spcAft>
                <a:spcPts val="0"/>
              </a:spcAft>
              <a:buClrTx/>
              <a:buSzTx/>
              <a:buFont typeface="ABBvoice" panose="020D0603020503020204" pitchFamily="34" charset="0"/>
              <a:buChar char="•"/>
              <a:tabLst/>
              <a:defRPr/>
            </a:pPr>
            <a:r>
              <a:rPr kumimoji="0" lang="en-US" sz="1400" b="0" i="0" u="none" strike="noStrike" kern="1200" cap="none" spc="0" normalizeH="0" baseline="0" noProof="0">
                <a:ln>
                  <a:noFill/>
                </a:ln>
                <a:solidFill>
                  <a:srgbClr val="000000"/>
                </a:solidFill>
                <a:effectLst/>
                <a:uLnTx/>
                <a:uFillTx/>
                <a:latin typeface="ABBvoice"/>
                <a:ea typeface="ABBvoice"/>
                <a:cs typeface="ABBvoice"/>
              </a:rPr>
              <a:t>Highly reliable components </a:t>
            </a:r>
          </a:p>
          <a:p>
            <a:pPr marL="266700" marR="0" lvl="1" indent="-266700" algn="l" defTabSz="914491" rtl="0" eaLnBrk="1" fontAlgn="auto" latinLnBrk="0" hangingPunct="1">
              <a:lnSpc>
                <a:spcPct val="100000"/>
              </a:lnSpc>
              <a:spcBef>
                <a:spcPts val="300"/>
              </a:spcBef>
              <a:spcAft>
                <a:spcPts val="0"/>
              </a:spcAft>
              <a:buClrTx/>
              <a:buSzTx/>
              <a:buFont typeface="ABBvoice" panose="020D0603020503020204" pitchFamily="34" charset="0"/>
              <a:buChar char="•"/>
              <a:tabLst/>
              <a:defRPr/>
            </a:pPr>
            <a:r>
              <a:rPr kumimoji="0" lang="en-US" sz="1400" b="0" i="0" u="none" strike="noStrike" kern="1200" cap="none" spc="0" normalizeH="0" baseline="0" noProof="0">
                <a:ln>
                  <a:noFill/>
                </a:ln>
                <a:solidFill>
                  <a:srgbClr val="000000"/>
                </a:solidFill>
                <a:effectLst/>
                <a:uLnTx/>
                <a:uFillTx/>
                <a:latin typeface="ABBvoice"/>
                <a:ea typeface="ABBvoice"/>
                <a:cs typeface="ABBvoice"/>
              </a:rPr>
              <a:t>Process optimization</a:t>
            </a:r>
          </a:p>
          <a:p>
            <a:pPr marL="266700" marR="0" lvl="1" indent="-266700" algn="l" defTabSz="914491" rtl="0" eaLnBrk="1" fontAlgn="auto" latinLnBrk="0" hangingPunct="1">
              <a:lnSpc>
                <a:spcPct val="100000"/>
              </a:lnSpc>
              <a:spcBef>
                <a:spcPts val="300"/>
              </a:spcBef>
              <a:spcAft>
                <a:spcPts val="0"/>
              </a:spcAft>
              <a:buClrTx/>
              <a:buSzTx/>
              <a:buFont typeface="ABBvoice" panose="020D0603020503020204" pitchFamily="34" charset="0"/>
              <a:buChar char="•"/>
              <a:tabLst/>
              <a:defRPr/>
            </a:pPr>
            <a:r>
              <a:rPr kumimoji="0" lang="en-US" sz="1400" b="0" i="0" u="none" strike="noStrike" kern="1200" cap="none" spc="0" normalizeH="0" baseline="0" noProof="0">
                <a:ln>
                  <a:noFill/>
                </a:ln>
                <a:solidFill>
                  <a:srgbClr val="000000"/>
                </a:solidFill>
                <a:effectLst/>
                <a:uLnTx/>
                <a:uFillTx/>
                <a:latin typeface="ABBvoice"/>
                <a:ea typeface="ABBvoice"/>
                <a:cs typeface="ABBvoice"/>
              </a:rPr>
              <a:t>Equipment protection</a:t>
            </a:r>
          </a:p>
          <a:p>
            <a:pPr marL="266700" marR="0" lvl="1" indent="-266700" algn="l" defTabSz="914491" rtl="0" eaLnBrk="1" fontAlgn="auto" latinLnBrk="0" hangingPunct="1">
              <a:lnSpc>
                <a:spcPct val="100000"/>
              </a:lnSpc>
              <a:spcBef>
                <a:spcPts val="300"/>
              </a:spcBef>
              <a:spcAft>
                <a:spcPts val="0"/>
              </a:spcAft>
              <a:buClrTx/>
              <a:buSzTx/>
              <a:buFont typeface="ABBvoice" panose="020D0603020503020204" pitchFamily="34" charset="0"/>
              <a:buChar char="•"/>
              <a:tabLst/>
              <a:defRPr/>
            </a:pPr>
            <a:r>
              <a:rPr kumimoji="0" lang="en-US" sz="1400" b="0" i="0" u="none" strike="noStrike" kern="1200" cap="none" spc="0" normalizeH="0" baseline="0" noProof="0">
                <a:ln>
                  <a:noFill/>
                </a:ln>
                <a:solidFill>
                  <a:srgbClr val="000000"/>
                </a:solidFill>
                <a:effectLst/>
                <a:uLnTx/>
                <a:uFillTx/>
                <a:latin typeface="ABBvoice"/>
                <a:ea typeface="ABBvoice"/>
                <a:cs typeface="ABBvoice"/>
              </a:rPr>
              <a:t>High-efficiency drives and motors </a:t>
            </a:r>
          </a:p>
          <a:p>
            <a:pPr marL="0" marR="0" lvl="1" indent="0" algn="l" defTabSz="914491" rtl="0" eaLnBrk="1" fontAlgn="auto" latinLnBrk="0" hangingPunct="1">
              <a:lnSpc>
                <a:spcPct val="100000"/>
              </a:lnSpc>
              <a:spcBef>
                <a:spcPts val="300"/>
              </a:spcBef>
              <a:spcAft>
                <a:spcPts val="0"/>
              </a:spcAft>
              <a:buClrTx/>
              <a:buSzTx/>
              <a:buFont typeface="ABBvoice" panose="020D0603020503020204" pitchFamily="34" charset="0"/>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a:p>
            <a:pPr marL="266700" marR="0" lvl="1" indent="-266700" algn="l" defTabSz="914491" rtl="0" eaLnBrk="1" fontAlgn="auto" latinLnBrk="0" hangingPunct="1">
              <a:lnSpc>
                <a:spcPct val="100000"/>
              </a:lnSpc>
              <a:spcBef>
                <a:spcPts val="300"/>
              </a:spcBef>
              <a:spcAft>
                <a:spcPts val="0"/>
              </a:spcAft>
              <a:buClrTx/>
              <a:buSzTx/>
              <a:buFont typeface="ABBvoice" panose="020D0603020503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a:p>
            <a:pPr marL="266700" marR="0" lvl="1" indent="-266700" algn="l" defTabSz="914491" rtl="0" eaLnBrk="1" fontAlgn="auto" latinLnBrk="0" hangingPunct="1">
              <a:lnSpc>
                <a:spcPct val="100000"/>
              </a:lnSpc>
              <a:spcBef>
                <a:spcPts val="300"/>
              </a:spcBef>
              <a:spcAft>
                <a:spcPts val="0"/>
              </a:spcAft>
              <a:buClrTx/>
              <a:buSzTx/>
              <a:buFont typeface="ABBvoice" panose="020D0603020503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pic>
        <p:nvPicPr>
          <p:cNvPr id="13" name="Picture 12">
            <a:extLst>
              <a:ext uri="{FF2B5EF4-FFF2-40B4-BE49-F238E27FC236}">
                <a16:creationId xmlns:a16="http://schemas.microsoft.com/office/drawing/2014/main" id="{33E5F5B9-ACC4-DB78-12E4-CCBBD05285C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55357" y="1809789"/>
            <a:ext cx="5407576" cy="2038311"/>
          </a:xfrm>
          <a:prstGeom prst="rect">
            <a:avLst/>
          </a:prstGeom>
        </p:spPr>
      </p:pic>
      <p:graphicFrame>
        <p:nvGraphicFramePr>
          <p:cNvPr id="16" name="Chart 15">
            <a:extLst>
              <a:ext uri="{FF2B5EF4-FFF2-40B4-BE49-F238E27FC236}">
                <a16:creationId xmlns:a16="http://schemas.microsoft.com/office/drawing/2014/main" id="{114AB62B-E26E-04A1-D2AF-A3DBD5354CDC}"/>
              </a:ext>
            </a:extLst>
          </p:cNvPr>
          <p:cNvGraphicFramePr/>
          <p:nvPr/>
        </p:nvGraphicFramePr>
        <p:xfrm>
          <a:off x="7451146" y="1364343"/>
          <a:ext cx="4436054" cy="4172881"/>
        </p:xfrm>
        <a:graphic>
          <a:graphicData uri="http://schemas.openxmlformats.org/drawingml/2006/chart">
            <c:chart xmlns:c="http://schemas.openxmlformats.org/drawingml/2006/chart" xmlns:r="http://schemas.openxmlformats.org/officeDocument/2006/relationships" r:id="rId4"/>
          </a:graphicData>
        </a:graphic>
      </p:graphicFrame>
      <p:pic>
        <p:nvPicPr>
          <p:cNvPr id="17" name="LogoFooter">
            <a:extLst>
              <a:ext uri="{FF2B5EF4-FFF2-40B4-BE49-F238E27FC236}">
                <a16:creationId xmlns:a16="http://schemas.microsoft.com/office/drawing/2014/main" id="{D8EDA952-0D46-F96D-3122-EBC7FFB27DD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54200" y="6456066"/>
            <a:ext cx="507600" cy="192272"/>
          </a:xfrm>
          <a:prstGeom prst="rect">
            <a:avLst/>
          </a:prstGeom>
        </p:spPr>
      </p:pic>
    </p:spTree>
    <p:extLst>
      <p:ext uri="{BB962C8B-B14F-4D97-AF65-F5344CB8AC3E}">
        <p14:creationId xmlns:p14="http://schemas.microsoft.com/office/powerpoint/2010/main" val="2009662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47D246F-A47E-A8E3-2278-797554B278C6}"/>
              </a:ext>
            </a:extLst>
          </p:cNvPr>
          <p:cNvGraphicFramePr>
            <a:graphicFrameLocks noChangeAspect="1"/>
          </p:cNvGraphicFramePr>
          <p:nvPr>
            <p:custDataLst>
              <p:tags r:id="rId1"/>
            </p:custDataLst>
          </p:nvPr>
        </p:nvGraphicFramePr>
        <p:xfrm>
          <a:off x="2381" y="2034"/>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747D246F-A47E-A8E3-2278-797554B278C6}"/>
                          </a:ext>
                        </a:extLst>
                      </p:cNvPr>
                      <p:cNvPicPr/>
                      <p:nvPr/>
                    </p:nvPicPr>
                    <p:blipFill>
                      <a:blip r:embed="rId4"/>
                      <a:stretch>
                        <a:fillRect/>
                      </a:stretch>
                    </p:blipFill>
                    <p:spPr>
                      <a:xfrm>
                        <a:off x="2381" y="2034"/>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0FF2302-698D-40FC-FD92-C7296F60A04A}"/>
              </a:ext>
            </a:extLst>
          </p:cNvPr>
          <p:cNvSpPr>
            <a:spLocks noGrp="1"/>
          </p:cNvSpPr>
          <p:nvPr>
            <p:ph type="title"/>
          </p:nvPr>
        </p:nvSpPr>
        <p:spPr/>
        <p:txBody>
          <a:bodyPr vert="horz"/>
          <a:lstStyle/>
          <a:p>
            <a:r>
              <a:rPr lang="en-US" noProof="0"/>
              <a:t>The Top Industrial Efficiency option in numbers</a:t>
            </a:r>
          </a:p>
        </p:txBody>
      </p:sp>
      <p:sp>
        <p:nvSpPr>
          <p:cNvPr id="3" name="Text Placeholder 2">
            <a:extLst>
              <a:ext uri="{FF2B5EF4-FFF2-40B4-BE49-F238E27FC236}">
                <a16:creationId xmlns:a16="http://schemas.microsoft.com/office/drawing/2014/main" id="{955E4D42-5553-0385-3C14-523B02DDD979}"/>
              </a:ext>
            </a:extLst>
          </p:cNvPr>
          <p:cNvSpPr>
            <a:spLocks noGrp="1"/>
          </p:cNvSpPr>
          <p:nvPr>
            <p:ph type="body" sz="quarter" idx="14"/>
          </p:nvPr>
        </p:nvSpPr>
        <p:spPr/>
        <p:txBody>
          <a:bodyPr/>
          <a:lstStyle/>
          <a:p>
            <a:r>
              <a:rPr lang="en-US" noProof="0"/>
              <a:t>Based on data from more than 100 cases</a:t>
            </a:r>
          </a:p>
        </p:txBody>
      </p:sp>
      <p:sp>
        <p:nvSpPr>
          <p:cNvPr id="4" name="Footer Placeholder 3">
            <a:extLst>
              <a:ext uri="{FF2B5EF4-FFF2-40B4-BE49-F238E27FC236}">
                <a16:creationId xmlns:a16="http://schemas.microsoft.com/office/drawing/2014/main" id="{7053DBDE-3633-788B-124F-5006B30759EA}"/>
              </a:ext>
            </a:extLst>
          </p:cNvPr>
          <p:cNvSpPr>
            <a:spLocks noGrp="1"/>
          </p:cNvSpPr>
          <p:nvPr>
            <p:ph type="ftr" sz="quarter" idx="10"/>
          </p:nvPr>
        </p:nvSpPr>
        <p:spPr/>
        <p:txBody>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5" name="Date Placeholder 4">
            <a:extLst>
              <a:ext uri="{FF2B5EF4-FFF2-40B4-BE49-F238E27FC236}">
                <a16:creationId xmlns:a16="http://schemas.microsoft.com/office/drawing/2014/main" id="{8E5524C3-CF84-F885-CDDA-A4C991ED2F45}"/>
              </a:ext>
            </a:extLst>
          </p:cNvPr>
          <p:cNvSpPr>
            <a:spLocks noGrp="1"/>
          </p:cNvSpPr>
          <p:nvPr>
            <p:ph type="dt" sz="half" idx="11"/>
          </p:nvPr>
        </p:nvSpPr>
        <p:spPr/>
        <p:txBody>
          <a:bodyPr/>
          <a:lstStyle/>
          <a:p>
            <a:pPr marL="0" marR="0" lvl="0" indent="0" algn="l" defTabSz="914309" rtl="0" eaLnBrk="1" fontAlgn="auto" latinLnBrk="0" hangingPunct="1">
              <a:lnSpc>
                <a:spcPct val="100000"/>
              </a:lnSpc>
              <a:spcBef>
                <a:spcPts val="0"/>
              </a:spcBef>
              <a:spcAft>
                <a:spcPts val="0"/>
              </a:spcAft>
              <a:buClrTx/>
              <a:buSzTx/>
              <a:buFontTx/>
              <a:buNone/>
              <a:tabLst/>
              <a:defRPr/>
            </a:pPr>
            <a:fld id="{94A38730-8F41-4295-B8CF-123547F4AF8F}" type="datetime4">
              <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rPr>
              <a:pPr marL="0" marR="0" lvl="0" indent="0" algn="l" defTabSz="914309"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6" name="Slide Number Placeholder 5">
            <a:extLst>
              <a:ext uri="{FF2B5EF4-FFF2-40B4-BE49-F238E27FC236}">
                <a16:creationId xmlns:a16="http://schemas.microsoft.com/office/drawing/2014/main" id="{045074CE-B057-9FEF-A8BE-DC7A65069160}"/>
              </a:ext>
            </a:extLst>
          </p:cNvPr>
          <p:cNvSpPr>
            <a:spLocks noGrp="1"/>
          </p:cNvSpPr>
          <p:nvPr>
            <p:ph type="sldNum" sz="quarter" idx="12"/>
          </p:nvPr>
        </p:nvSpPr>
        <p:spPr/>
        <p: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a:ln>
                  <a:noFill/>
                </a:ln>
                <a:noFill/>
                <a:effectLst/>
                <a:uLnTx/>
                <a:uFillTx/>
                <a:latin typeface="ABBvoice" panose="020B0604020202020204"/>
                <a:ea typeface="ABBvoice"/>
                <a:cs typeface="ABBvoice"/>
              </a:rPr>
              <a:pPr marL="0" marR="0" lvl="0" indent="0" algn="l" defTabSz="914309" rtl="0" eaLnBrk="1" fontAlgn="auto" latinLnBrk="0" hangingPunct="1">
                <a:lnSpc>
                  <a:spcPct val="100000"/>
                </a:lnSpc>
                <a:spcBef>
                  <a:spcPts val="0"/>
                </a:spcBef>
                <a:spcAft>
                  <a:spcPts val="0"/>
                </a:spcAft>
                <a:buClrTx/>
                <a:buSzTx/>
                <a:buFontTx/>
                <a:buNone/>
                <a:tabLst/>
                <a:defRPr/>
              </a:pPr>
              <a:t>10</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grpSp>
        <p:nvGrpSpPr>
          <p:cNvPr id="23" name="Group 22">
            <a:extLst>
              <a:ext uri="{FF2B5EF4-FFF2-40B4-BE49-F238E27FC236}">
                <a16:creationId xmlns:a16="http://schemas.microsoft.com/office/drawing/2014/main" id="{D8D1631B-4596-4AC2-B140-2A1BD5F6D2E3}"/>
              </a:ext>
            </a:extLst>
          </p:cNvPr>
          <p:cNvGrpSpPr/>
          <p:nvPr/>
        </p:nvGrpSpPr>
        <p:grpSpPr>
          <a:xfrm>
            <a:off x="356943" y="1893649"/>
            <a:ext cx="2915872" cy="1740595"/>
            <a:chOff x="331200" y="2439628"/>
            <a:chExt cx="2916252" cy="1740822"/>
          </a:xfrm>
        </p:grpSpPr>
        <p:sp>
          <p:nvSpPr>
            <p:cNvPr id="10" name="TextBox 9">
              <a:extLst>
                <a:ext uri="{FF2B5EF4-FFF2-40B4-BE49-F238E27FC236}">
                  <a16:creationId xmlns:a16="http://schemas.microsoft.com/office/drawing/2014/main" id="{35236533-31A0-4C58-75AE-39EFBCCF5593}"/>
                </a:ext>
              </a:extLst>
            </p:cNvPr>
            <p:cNvSpPr txBox="1"/>
            <p:nvPr/>
          </p:nvSpPr>
          <p:spPr bwMode="gray">
            <a:xfrm>
              <a:off x="331201" y="2439628"/>
              <a:ext cx="2721562" cy="646331"/>
            </a:xfrm>
            <a:prstGeom prst="rect">
              <a:avLst/>
            </a:prstGeom>
            <a:noFill/>
          </p:spPr>
          <p:txBody>
            <a:bodyPr wrap="square" lIns="0" tIns="0" rIns="0" bIns="0" rtlCol="0" anchor="t">
              <a:noAutofit/>
            </a:bodyPr>
            <a:lstStyle/>
            <a:p>
              <a:pPr marL="0" marR="0" lvl="0" indent="0" algn="l" defTabSz="914309"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BBvoice"/>
                  <a:ea typeface="ABBvoice"/>
                  <a:cs typeface="ABBvoice"/>
                </a:rPr>
                <a:t>Average payback time of:</a:t>
              </a:r>
            </a:p>
          </p:txBody>
        </p:sp>
        <p:sp>
          <p:nvSpPr>
            <p:cNvPr id="11" name="TextBox 10">
              <a:extLst>
                <a:ext uri="{FF2B5EF4-FFF2-40B4-BE49-F238E27FC236}">
                  <a16:creationId xmlns:a16="http://schemas.microsoft.com/office/drawing/2014/main" id="{470FD2C2-F19F-0A4E-7143-1F47D0678424}"/>
                </a:ext>
              </a:extLst>
            </p:cNvPr>
            <p:cNvSpPr txBox="1"/>
            <p:nvPr/>
          </p:nvSpPr>
          <p:spPr bwMode="gray">
            <a:xfrm>
              <a:off x="331201" y="3534119"/>
              <a:ext cx="2721562" cy="646331"/>
            </a:xfrm>
            <a:prstGeom prst="rect">
              <a:avLst/>
            </a:prstGeom>
            <a:noFill/>
          </p:spPr>
          <p:txBody>
            <a:bodyPr wrap="square" lIns="0" tIns="0" rIns="0" bIns="0" rtlCol="0" anchor="t">
              <a:noAutofit/>
            </a:bodyPr>
            <a:lstStyle/>
            <a:p>
              <a:pPr marL="0" marR="0" lvl="0" indent="0" algn="l" defTabSz="914309"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BBvoice"/>
                  <a:ea typeface="ABBvoice"/>
                  <a:cs typeface="ABBvoice"/>
                </a:rPr>
                <a:t>Investing just ~5% more in the TIE option can deliver:</a:t>
              </a:r>
            </a:p>
          </p:txBody>
        </p:sp>
        <p:sp>
          <p:nvSpPr>
            <p:cNvPr id="12" name="TextBox 11">
              <a:extLst>
                <a:ext uri="{FF2B5EF4-FFF2-40B4-BE49-F238E27FC236}">
                  <a16:creationId xmlns:a16="http://schemas.microsoft.com/office/drawing/2014/main" id="{D260DA33-2B2F-23E7-BE15-7C574086DAE6}"/>
                </a:ext>
              </a:extLst>
            </p:cNvPr>
            <p:cNvSpPr txBox="1"/>
            <p:nvPr/>
          </p:nvSpPr>
          <p:spPr bwMode="gray">
            <a:xfrm>
              <a:off x="331200" y="2753310"/>
              <a:ext cx="2916252" cy="923330"/>
            </a:xfrm>
            <a:prstGeom prst="rect">
              <a:avLst/>
            </a:prstGeom>
            <a:noFill/>
          </p:spPr>
          <p:txBody>
            <a:bodyPr wrap="square" lIns="0" tIns="0" rIns="0" bIns="0" rtlCol="0" anchor="t">
              <a:noAutofit/>
            </a:bodyPr>
            <a:lstStyle/>
            <a:p>
              <a:pPr marL="0" marR="0" lvl="0" indent="0" algn="l" defTabSz="914309" rtl="0" eaLnBrk="1" fontAlgn="auto" latinLnBrk="0" hangingPunct="1">
                <a:lnSpc>
                  <a:spcPct val="100000"/>
                </a:lnSpc>
                <a:spcBef>
                  <a:spcPts val="600"/>
                </a:spcBef>
                <a:spcAft>
                  <a:spcPts val="0"/>
                </a:spcAft>
                <a:buClrTx/>
                <a:buSzTx/>
                <a:buFontTx/>
                <a:buNone/>
                <a:tabLst/>
                <a:defRPr/>
              </a:pPr>
              <a:r>
                <a:rPr kumimoji="0" lang="en-US" sz="4000" b="1"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0.5-3</a:t>
              </a:r>
              <a:r>
                <a:rPr kumimoji="0" lang="en-US" sz="1400" b="1" i="0" u="none" strike="noStrike" kern="1200" cap="none" spc="0" normalizeH="0" baseline="0" noProof="0">
                  <a:ln>
                    <a:noFill/>
                  </a:ln>
                  <a:solidFill>
                    <a:srgbClr val="000000"/>
                  </a:solidFill>
                  <a:effectLst/>
                  <a:uLnTx/>
                  <a:uFillTx/>
                  <a:latin typeface="ABBvoice Display SemiBold" panose="020D0704020603060204" pitchFamily="34" charset="0"/>
                  <a:ea typeface="ABBvoice"/>
                  <a:cs typeface="ABBvoice Display SemiBold" panose="020D0704020603060204" pitchFamily="34" charset="0"/>
                </a:rPr>
                <a:t> </a:t>
              </a:r>
              <a:r>
                <a:rPr kumimoji="0" lang="en-US" sz="1400" b="1"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rPr>
                <a:t>years</a:t>
              </a:r>
            </a:p>
          </p:txBody>
        </p:sp>
      </p:grpSp>
      <p:sp>
        <p:nvSpPr>
          <p:cNvPr id="13" name="TextBox 12">
            <a:extLst>
              <a:ext uri="{FF2B5EF4-FFF2-40B4-BE49-F238E27FC236}">
                <a16:creationId xmlns:a16="http://schemas.microsoft.com/office/drawing/2014/main" id="{DE1B7020-42AB-BE6B-796A-0A0DBCDCC977}"/>
              </a:ext>
            </a:extLst>
          </p:cNvPr>
          <p:cNvSpPr txBox="1"/>
          <p:nvPr/>
        </p:nvSpPr>
        <p:spPr bwMode="gray">
          <a:xfrm>
            <a:off x="4159683" y="1867200"/>
            <a:ext cx="4130201" cy="2015674"/>
          </a:xfrm>
          <a:prstGeom prst="rect">
            <a:avLst/>
          </a:prstGeom>
          <a:noFill/>
        </p:spPr>
        <p:txBody>
          <a:bodyPr wrap="square" lIns="0" tIns="0" rIns="0" bIns="0" rtlCol="0" anchor="t">
            <a:noAutofit/>
          </a:bodyPr>
          <a:lstStyle/>
          <a:p>
            <a:pPr marL="0" marR="0" lvl="0" indent="0" algn="l" defTabSz="914309" rtl="0" eaLnBrk="1" fontAlgn="auto" latinLnBrk="0" hangingPunct="1">
              <a:lnSpc>
                <a:spcPct val="100000"/>
              </a:lnSpc>
              <a:spcBef>
                <a:spcPts val="600"/>
              </a:spcBef>
              <a:spcAft>
                <a:spcPts val="0"/>
              </a:spcAft>
              <a:buClrTx/>
              <a:buSzTx/>
              <a:buFontTx/>
              <a:buNone/>
              <a:tabLst/>
              <a:defRPr/>
            </a:pPr>
            <a:r>
              <a:rPr kumimoji="0" lang="en-US" sz="4000" b="1"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$66,880</a:t>
            </a:r>
            <a:r>
              <a:rPr kumimoji="0" lang="en-US" sz="4000" b="0" i="0" u="none" strike="noStrike" kern="1200" cap="none" spc="0" normalizeH="0" baseline="3000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1</a:t>
            </a:r>
            <a:r>
              <a:rPr kumimoji="0" lang="en-US" sz="1000" b="0" i="0" u="none" strike="noStrike" kern="1200" cap="none" spc="0" normalizeH="0" baseline="0" noProof="0">
                <a:ln>
                  <a:noFill/>
                </a:ln>
                <a:solidFill>
                  <a:srgbClr val="000000"/>
                </a:solidFill>
                <a:effectLst/>
                <a:uLnTx/>
                <a:uFillTx/>
                <a:latin typeface="ABBvoice"/>
                <a:ea typeface="ABBvoice"/>
                <a:cs typeface="ABBvoice"/>
              </a:rPr>
              <a:t> </a:t>
            </a:r>
            <a:r>
              <a:rPr kumimoji="0" lang="en-US" sz="1400" b="1"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rPr>
              <a:t>annual savings </a:t>
            </a:r>
          </a:p>
          <a:p>
            <a:pPr marL="0" marR="0" lvl="0" indent="0" algn="ctr" defTabSz="914309"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BBvoice"/>
                <a:ea typeface="ABBvoice"/>
                <a:cs typeface="ABBvoice"/>
              </a:rPr>
              <a:t>and </a:t>
            </a:r>
          </a:p>
          <a:p>
            <a:pPr marL="0" marR="0" lvl="0" indent="0" algn="l" defTabSz="914309" rtl="0" eaLnBrk="1" fontAlgn="auto" latinLnBrk="0" hangingPunct="1">
              <a:lnSpc>
                <a:spcPct val="100000"/>
              </a:lnSpc>
              <a:spcBef>
                <a:spcPts val="600"/>
              </a:spcBef>
              <a:spcAft>
                <a:spcPts val="0"/>
              </a:spcAft>
              <a:buClrTx/>
              <a:buSzTx/>
              <a:buFontTx/>
              <a:buNone/>
              <a:tabLst/>
              <a:defRPr/>
            </a:pPr>
            <a:r>
              <a:rPr kumimoji="0" lang="en-US" sz="4000" b="1"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160,000</a:t>
            </a:r>
            <a:r>
              <a:rPr kumimoji="0" lang="en-US" sz="1200" b="1"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 </a:t>
            </a:r>
            <a:r>
              <a:rPr kumimoji="0" lang="en-US" sz="1400" b="1"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rPr>
              <a:t>kg CO</a:t>
            </a:r>
            <a:r>
              <a:rPr kumimoji="0" lang="en-US" sz="1400" b="1" i="0" u="none" strike="noStrike" kern="1200" cap="none" spc="0" normalizeH="0" baseline="-25000" noProof="0">
                <a:ln>
                  <a:noFill/>
                </a:ln>
                <a:solidFill>
                  <a:srgbClr val="000000"/>
                </a:solidFill>
                <a:effectLst/>
                <a:uLnTx/>
                <a:uFillTx/>
                <a:latin typeface="ABBvoice"/>
                <a:ea typeface="ABBvoice"/>
                <a:cs typeface="ABBvoice Display SemiBold" panose="020D0704020603060204" pitchFamily="34" charset="0"/>
              </a:rPr>
              <a:t>2 </a:t>
            </a:r>
            <a:r>
              <a:rPr kumimoji="0" lang="en-US" sz="1400" b="1"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rPr>
              <a:t>emissions avoided </a:t>
            </a:r>
            <a:r>
              <a:rPr kumimoji="0" lang="en-US" sz="1600" b="0"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t>(</a:t>
            </a:r>
            <a:r>
              <a:rPr kumimoji="0" lang="en-US" sz="1400" b="0" i="0" u="none" strike="noStrike" kern="1200" cap="none" spc="0" normalizeH="0" baseline="0" noProof="0">
                <a:ln>
                  <a:noFill/>
                </a:ln>
                <a:solidFill>
                  <a:srgbClr val="000000"/>
                </a:solidFill>
                <a:effectLst/>
                <a:uLnTx/>
                <a:uFillTx/>
                <a:latin typeface="ABBvoice"/>
                <a:ea typeface="ABBvoice Light" panose="020D0403020503020204" pitchFamily="34" charset="0"/>
                <a:cs typeface="ABBvoice Light" panose="020D0403020503020204" pitchFamily="34" charset="0"/>
              </a:rPr>
              <a:t>equivalent to powering 33 homes for a year)</a:t>
            </a:r>
            <a:endParaRPr kumimoji="0" lang="en-US" sz="1400" b="0"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endParaRPr>
          </a:p>
          <a:p>
            <a:pPr marL="0" marR="0" lvl="0" indent="0" algn="l" defTabSz="914309"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BBvoice"/>
                <a:ea typeface="ABBvoice"/>
                <a:cs typeface="ABBvoice"/>
              </a:rPr>
              <a:t>1. assuming an electricity cost of $0.2/kWh</a:t>
            </a:r>
          </a:p>
        </p:txBody>
      </p:sp>
      <p:grpSp>
        <p:nvGrpSpPr>
          <p:cNvPr id="24" name="Group 23">
            <a:extLst>
              <a:ext uri="{FF2B5EF4-FFF2-40B4-BE49-F238E27FC236}">
                <a16:creationId xmlns:a16="http://schemas.microsoft.com/office/drawing/2014/main" id="{57CD6EEF-7DE9-0F82-1FD1-4DB149A56FF5}"/>
              </a:ext>
            </a:extLst>
          </p:cNvPr>
          <p:cNvGrpSpPr/>
          <p:nvPr/>
        </p:nvGrpSpPr>
        <p:grpSpPr>
          <a:xfrm>
            <a:off x="9371414" y="1835729"/>
            <a:ext cx="2625955" cy="2012237"/>
            <a:chOff x="9155113" y="1933575"/>
            <a:chExt cx="2626297" cy="2012499"/>
          </a:xfrm>
        </p:grpSpPr>
        <p:sp>
          <p:nvSpPr>
            <p:cNvPr id="14" name="TextBox 13">
              <a:extLst>
                <a:ext uri="{FF2B5EF4-FFF2-40B4-BE49-F238E27FC236}">
                  <a16:creationId xmlns:a16="http://schemas.microsoft.com/office/drawing/2014/main" id="{835E0B3B-4B0D-BB06-7B0A-CAED2A5FBEBD}"/>
                </a:ext>
              </a:extLst>
            </p:cNvPr>
            <p:cNvSpPr txBox="1"/>
            <p:nvPr/>
          </p:nvSpPr>
          <p:spPr bwMode="gray">
            <a:xfrm>
              <a:off x="9155113" y="1933575"/>
              <a:ext cx="2417731" cy="723275"/>
            </a:xfrm>
            <a:prstGeom prst="rect">
              <a:avLst/>
            </a:prstGeom>
            <a:noFill/>
          </p:spPr>
          <p:txBody>
            <a:bodyPr wrap="square" lIns="0" tIns="0" rIns="0" bIns="0" rtlCol="0" anchor="t">
              <a:noAutofit/>
            </a:bodyPr>
            <a:lstStyle/>
            <a:p>
              <a:pPr marL="0" marR="0" lvl="0" indent="0" algn="l" defTabSz="914309"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BBvoice"/>
                  <a:ea typeface="ABBvoice"/>
                  <a:cs typeface="ABBvoice"/>
                </a:rPr>
                <a:t>Your decision today impacts </a:t>
              </a:r>
              <a:br>
                <a:rPr kumimoji="0" lang="en-US" sz="1400" b="0" i="0" u="none" strike="noStrike" kern="1200" cap="none" spc="0" normalizeH="0" baseline="0" noProof="0">
                  <a:ln>
                    <a:noFill/>
                  </a:ln>
                  <a:solidFill>
                    <a:srgbClr val="000000"/>
                  </a:solidFill>
                  <a:effectLst/>
                  <a:uLnTx/>
                  <a:uFillTx/>
                  <a:latin typeface="ABBvoice"/>
                  <a:ea typeface="ABBvoice"/>
                  <a:cs typeface="ABBvoice"/>
                </a:rPr>
              </a:br>
              <a:r>
                <a:rPr kumimoji="0" lang="en-US" sz="1400" b="0" i="0" u="none" strike="noStrike" kern="1200" cap="none" spc="0" normalizeH="0" baseline="0" noProof="0">
                  <a:ln>
                    <a:noFill/>
                  </a:ln>
                  <a:solidFill>
                    <a:srgbClr val="000000"/>
                  </a:solidFill>
                  <a:effectLst/>
                  <a:uLnTx/>
                  <a:uFillTx/>
                  <a:latin typeface="ABBvoice"/>
                  <a:ea typeface="ABBvoice"/>
                  <a:cs typeface="ABBvoice"/>
                </a:rPr>
                <a:t>your future for</a:t>
              </a:r>
            </a:p>
          </p:txBody>
        </p:sp>
        <p:sp>
          <p:nvSpPr>
            <p:cNvPr id="15" name="TextBox 14">
              <a:extLst>
                <a:ext uri="{FF2B5EF4-FFF2-40B4-BE49-F238E27FC236}">
                  <a16:creationId xmlns:a16="http://schemas.microsoft.com/office/drawing/2014/main" id="{EA5B23B5-6737-A716-40FB-B8F4A3B25C2A}"/>
                </a:ext>
              </a:extLst>
            </p:cNvPr>
            <p:cNvSpPr txBox="1"/>
            <p:nvPr/>
          </p:nvSpPr>
          <p:spPr bwMode="gray">
            <a:xfrm>
              <a:off x="9155113" y="2619685"/>
              <a:ext cx="2626297" cy="1326389"/>
            </a:xfrm>
            <a:prstGeom prst="rect">
              <a:avLst/>
            </a:prstGeom>
            <a:noFill/>
          </p:spPr>
          <p:txBody>
            <a:bodyPr wrap="square" lIns="0" tIns="0" rIns="0" bIns="0" rtlCol="0" anchor="t">
              <a:noAutofit/>
            </a:bodyPr>
            <a:lstStyle/>
            <a:p>
              <a:pPr marL="0" marR="0" lvl="0" indent="0" algn="l" defTabSz="914309" rtl="0" eaLnBrk="1" fontAlgn="auto" latinLnBrk="0" hangingPunct="1">
                <a:lnSpc>
                  <a:spcPts val="5000"/>
                </a:lnSpc>
                <a:spcBef>
                  <a:spcPts val="600"/>
                </a:spcBef>
                <a:spcAft>
                  <a:spcPts val="0"/>
                </a:spcAft>
                <a:buClrTx/>
                <a:buSzTx/>
                <a:buFontTx/>
                <a:buNone/>
                <a:tabLst/>
                <a:defRPr/>
              </a:pPr>
              <a:r>
                <a:rPr kumimoji="0" lang="en-US" sz="4000" b="1"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25</a:t>
              </a:r>
              <a:r>
                <a:rPr kumimoji="0" lang="en-US" sz="4000" b="1" i="0" u="none" strike="noStrike" kern="1200" cap="none" spc="0" normalizeH="0" baseline="0" noProof="0">
                  <a:ln>
                    <a:noFill/>
                  </a:ln>
                  <a:solidFill>
                    <a:srgbClr val="000000"/>
                  </a:solidFill>
                  <a:effectLst/>
                  <a:uLnTx/>
                  <a:uFillTx/>
                  <a:latin typeface="ABBvoice Display SemiBold" panose="020D0704020603060204" pitchFamily="34" charset="0"/>
                  <a:ea typeface="ABBvoice"/>
                  <a:cs typeface="ABBvoice Display SemiBold" panose="020D0704020603060204" pitchFamily="34" charset="0"/>
                </a:rPr>
                <a:t> years</a:t>
              </a:r>
            </a:p>
          </p:txBody>
        </p:sp>
      </p:grpSp>
      <p:sp>
        <p:nvSpPr>
          <p:cNvPr id="21" name="TextBox 20">
            <a:extLst>
              <a:ext uri="{FF2B5EF4-FFF2-40B4-BE49-F238E27FC236}">
                <a16:creationId xmlns:a16="http://schemas.microsoft.com/office/drawing/2014/main" id="{91F7B93C-0EF3-F44A-673E-BD89644EA350}"/>
              </a:ext>
            </a:extLst>
          </p:cNvPr>
          <p:cNvSpPr txBox="1"/>
          <p:nvPr/>
        </p:nvSpPr>
        <p:spPr bwMode="gray">
          <a:xfrm>
            <a:off x="3334148" y="2345054"/>
            <a:ext cx="475975" cy="923210"/>
          </a:xfrm>
          <a:prstGeom prst="rect">
            <a:avLst/>
          </a:prstGeom>
          <a:noFill/>
        </p:spPr>
        <p:txBody>
          <a:bodyPr wrap="square" lIns="0" tIns="0" rIns="0" bIns="0" rtlCol="0" anchor="ctr">
            <a:noAutofit/>
          </a:bodyPr>
          <a:lstStyle/>
          <a:p>
            <a:pPr marL="0" marR="0" lvl="0" indent="0" algn="ctr" defTabSz="914309" rtl="0" eaLnBrk="1" fontAlgn="auto" latinLnBrk="0" hangingPunct="1">
              <a:lnSpc>
                <a:spcPct val="100000"/>
              </a:lnSpc>
              <a:spcBef>
                <a:spcPts val="600"/>
              </a:spcBef>
              <a:spcAft>
                <a:spcPts val="0"/>
              </a:spcAft>
              <a:buClrTx/>
              <a:buSzTx/>
              <a:buFontTx/>
              <a:buNone/>
              <a:tabLst/>
              <a:defRPr/>
            </a:pPr>
            <a:r>
              <a:rPr kumimoji="0" lang="en-US" sz="9599" b="1" i="0" u="none" strike="noStrike" kern="1200" cap="none" spc="0" normalizeH="0" baseline="0" noProof="0">
                <a:ln>
                  <a:noFill/>
                </a:ln>
                <a:solidFill>
                  <a:srgbClr val="D2D2D2"/>
                </a:solidFill>
                <a:effectLst/>
                <a:uLnTx/>
                <a:uFillTx/>
                <a:latin typeface="ABBvoice"/>
                <a:ea typeface="ABBvoice" panose="020D0603020503020204" pitchFamily="34" charset="0"/>
                <a:cs typeface="ABBvoice" panose="020D0603020503020204" pitchFamily="34" charset="0"/>
              </a:rPr>
              <a:t>→</a:t>
            </a:r>
            <a:endParaRPr kumimoji="0" lang="en-US" sz="2800" b="1" i="0" u="none" strike="noStrike" kern="1200" cap="none" spc="0" normalizeH="0" baseline="0" noProof="0">
              <a:ln>
                <a:noFill/>
              </a:ln>
              <a:solidFill>
                <a:srgbClr val="D2D2D2"/>
              </a:solidFill>
              <a:effectLst/>
              <a:uLnTx/>
              <a:uFillTx/>
              <a:latin typeface="ABBvoice"/>
              <a:ea typeface="ABBvoice"/>
              <a:cs typeface="ABBvoice"/>
            </a:endParaRPr>
          </a:p>
        </p:txBody>
      </p:sp>
      <p:sp>
        <p:nvSpPr>
          <p:cNvPr id="22" name="TextBox 21">
            <a:extLst>
              <a:ext uri="{FF2B5EF4-FFF2-40B4-BE49-F238E27FC236}">
                <a16:creationId xmlns:a16="http://schemas.microsoft.com/office/drawing/2014/main" id="{DAA60DB9-9B5D-CE03-5B11-A56CBF52A5AB}"/>
              </a:ext>
            </a:extLst>
          </p:cNvPr>
          <p:cNvSpPr txBox="1"/>
          <p:nvPr/>
        </p:nvSpPr>
        <p:spPr bwMode="gray">
          <a:xfrm>
            <a:off x="8322963" y="2345054"/>
            <a:ext cx="475975" cy="923210"/>
          </a:xfrm>
          <a:prstGeom prst="rect">
            <a:avLst/>
          </a:prstGeom>
          <a:noFill/>
        </p:spPr>
        <p:txBody>
          <a:bodyPr wrap="square" lIns="0" tIns="0" rIns="0" bIns="0" rtlCol="0" anchor="ctr">
            <a:noAutofit/>
          </a:bodyPr>
          <a:lstStyle/>
          <a:p>
            <a:pPr marL="0" marR="0" lvl="0" indent="0" algn="ctr" defTabSz="914309" rtl="0" eaLnBrk="1" fontAlgn="auto" latinLnBrk="0" hangingPunct="1">
              <a:lnSpc>
                <a:spcPct val="100000"/>
              </a:lnSpc>
              <a:spcBef>
                <a:spcPts val="600"/>
              </a:spcBef>
              <a:spcAft>
                <a:spcPts val="0"/>
              </a:spcAft>
              <a:buClrTx/>
              <a:buSzTx/>
              <a:buFontTx/>
              <a:buNone/>
              <a:tabLst/>
              <a:defRPr/>
            </a:pPr>
            <a:r>
              <a:rPr kumimoji="0" lang="en-US" sz="9599" b="1" i="0" u="none" strike="noStrike" kern="1200" cap="none" spc="0" normalizeH="0" baseline="0" noProof="0">
                <a:ln>
                  <a:noFill/>
                </a:ln>
                <a:solidFill>
                  <a:srgbClr val="D2D2D2"/>
                </a:solidFill>
                <a:effectLst/>
                <a:uLnTx/>
                <a:uFillTx/>
                <a:latin typeface="ABBvoice"/>
                <a:ea typeface="ABBvoice" panose="020D0603020503020204" pitchFamily="34" charset="0"/>
                <a:cs typeface="ABBvoice" panose="020D0603020503020204" pitchFamily="34" charset="0"/>
              </a:rPr>
              <a:t>→</a:t>
            </a:r>
            <a:endParaRPr kumimoji="0" lang="en-US" sz="2800" b="1" i="0" u="none" strike="noStrike" kern="1200" cap="none" spc="0" normalizeH="0" baseline="0" noProof="0">
              <a:ln>
                <a:noFill/>
              </a:ln>
              <a:solidFill>
                <a:srgbClr val="D2D2D2"/>
              </a:solidFill>
              <a:effectLst/>
              <a:uLnTx/>
              <a:uFillTx/>
              <a:latin typeface="ABBvoice"/>
              <a:ea typeface="ABBvoice"/>
              <a:cs typeface="ABBvoice"/>
            </a:endParaRPr>
          </a:p>
        </p:txBody>
      </p:sp>
      <p:pic>
        <p:nvPicPr>
          <p:cNvPr id="102" name="Picture 101" descr="A road through a forest&#10;&#10;AI-generated content may be incorrect.">
            <a:extLst>
              <a:ext uri="{FF2B5EF4-FFF2-40B4-BE49-F238E27FC236}">
                <a16:creationId xmlns:a16="http://schemas.microsoft.com/office/drawing/2014/main" id="{A573F3E9-B795-FEA0-BF4A-5AFEFBD9A1AC}"/>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794" y="4425638"/>
            <a:ext cx="12190413" cy="2446291"/>
          </a:xfrm>
          <a:prstGeom prst="rect">
            <a:avLst/>
          </a:prstGeom>
        </p:spPr>
      </p:pic>
    </p:spTree>
    <p:extLst>
      <p:ext uri="{BB962C8B-B14F-4D97-AF65-F5344CB8AC3E}">
        <p14:creationId xmlns:p14="http://schemas.microsoft.com/office/powerpoint/2010/main" val="1989326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E9E87-30B1-8A44-7BC4-6E10EDB2C987}"/>
            </a:ext>
          </a:extLst>
        </p:cNvPr>
        <p:cNvGrpSpPr/>
        <p:nvPr/>
      </p:nvGrpSpPr>
      <p:grpSpPr>
        <a:xfrm>
          <a:off x="0" y="0"/>
          <a:ext cx="0" cy="0"/>
          <a:chOff x="0" y="0"/>
          <a:chExt cx="0" cy="0"/>
        </a:xfrm>
      </p:grpSpPr>
      <p:pic>
        <p:nvPicPr>
          <p:cNvPr id="12" name="Picture 11" descr="A picture containing factory, sky, building, outdoor&#10;&#10;Description automatically generated">
            <a:extLst>
              <a:ext uri="{FF2B5EF4-FFF2-40B4-BE49-F238E27FC236}">
                <a16:creationId xmlns:a16="http://schemas.microsoft.com/office/drawing/2014/main" id="{80AA63BC-1AAF-185C-0683-60F370E1E2F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095200" y="1927692"/>
            <a:ext cx="3049200" cy="4372539"/>
          </a:xfrm>
          <a:prstGeom prst="rect">
            <a:avLst/>
          </a:prstGeom>
        </p:spPr>
      </p:pic>
      <p:pic>
        <p:nvPicPr>
          <p:cNvPr id="13" name="Picture 12" descr="A picture containing indoor, floor&#10;&#10;Description automatically generated">
            <a:extLst>
              <a:ext uri="{FF2B5EF4-FFF2-40B4-BE49-F238E27FC236}">
                <a16:creationId xmlns:a16="http://schemas.microsoft.com/office/drawing/2014/main" id="{803CEDCE-2FC6-5FB5-93AB-D4ADB825CA7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b="-13"/>
          <a:stretch/>
        </p:blipFill>
        <p:spPr>
          <a:xfrm>
            <a:off x="9142800" y="1927692"/>
            <a:ext cx="3049200" cy="4370503"/>
          </a:xfrm>
          <a:prstGeom prst="rect">
            <a:avLst/>
          </a:prstGeom>
        </p:spPr>
      </p:pic>
      <p:pic>
        <p:nvPicPr>
          <p:cNvPr id="15" name="Picture 14" descr="A picture containing text&#10;&#10;Description automatically generated">
            <a:extLst>
              <a:ext uri="{FF2B5EF4-FFF2-40B4-BE49-F238E27FC236}">
                <a16:creationId xmlns:a16="http://schemas.microsoft.com/office/drawing/2014/main" id="{53561355-76A2-A923-40D0-9EFA0E97D02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125"/>
          <a:stretch/>
        </p:blipFill>
        <p:spPr>
          <a:xfrm>
            <a:off x="3047600" y="1927692"/>
            <a:ext cx="3049200" cy="4370503"/>
          </a:xfrm>
          <a:prstGeom prst="rect">
            <a:avLst/>
          </a:prstGeom>
        </p:spPr>
      </p:pic>
      <p:pic>
        <p:nvPicPr>
          <p:cNvPr id="21" name="Picture 20" descr="A group of wind turbines in the ocean&#10;&#10;Description automatically generated with low confidence">
            <a:extLst>
              <a:ext uri="{FF2B5EF4-FFF2-40B4-BE49-F238E27FC236}">
                <a16:creationId xmlns:a16="http://schemas.microsoft.com/office/drawing/2014/main" id="{6C1B5E67-CBDA-0709-792D-1BE0E73A2795}"/>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114"/>
          <a:stretch/>
        </p:blipFill>
        <p:spPr>
          <a:xfrm>
            <a:off x="0" y="1925656"/>
            <a:ext cx="3049200" cy="4372539"/>
          </a:xfrm>
          <a:prstGeom prst="rect">
            <a:avLst/>
          </a:prstGeom>
        </p:spPr>
      </p:pic>
      <p:sp>
        <p:nvSpPr>
          <p:cNvPr id="20" name="Rectangle 19">
            <a:extLst>
              <a:ext uri="{FF2B5EF4-FFF2-40B4-BE49-F238E27FC236}">
                <a16:creationId xmlns:a16="http://schemas.microsoft.com/office/drawing/2014/main" id="{DD2C0918-9163-619A-BF7D-6EB6EE52E34B}"/>
              </a:ext>
            </a:extLst>
          </p:cNvPr>
          <p:cNvSpPr/>
          <p:nvPr/>
        </p:nvSpPr>
        <p:spPr bwMode="gray">
          <a:xfrm>
            <a:off x="0" y="1940531"/>
            <a:ext cx="12192000" cy="2101265"/>
          </a:xfrm>
          <a:prstGeom prst="rect">
            <a:avLst/>
          </a:prstGeom>
          <a:gradFill>
            <a:gsLst>
              <a:gs pos="0">
                <a:schemeClr val="tx1">
                  <a:alpha val="0"/>
                </a:schemeClr>
              </a:gs>
              <a:gs pos="87000">
                <a:schemeClr val="tx1">
                  <a:alpha val="40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2" name="Title 1">
            <a:extLst>
              <a:ext uri="{FF2B5EF4-FFF2-40B4-BE49-F238E27FC236}">
                <a16:creationId xmlns:a16="http://schemas.microsoft.com/office/drawing/2014/main" id="{93C8135F-A628-EC8F-F4F3-A65681D487DB}"/>
              </a:ext>
            </a:extLst>
          </p:cNvPr>
          <p:cNvSpPr>
            <a:spLocks noGrp="1"/>
          </p:cNvSpPr>
          <p:nvPr>
            <p:ph type="title"/>
          </p:nvPr>
        </p:nvSpPr>
        <p:spPr/>
        <p:txBody>
          <a:bodyPr/>
          <a:lstStyle/>
          <a:p>
            <a:r>
              <a:rPr lang="en-US"/>
              <a:t>Decarbonizing industry</a:t>
            </a:r>
          </a:p>
        </p:txBody>
      </p:sp>
      <p:sp>
        <p:nvSpPr>
          <p:cNvPr id="3" name="Text Placeholder 2">
            <a:extLst>
              <a:ext uri="{FF2B5EF4-FFF2-40B4-BE49-F238E27FC236}">
                <a16:creationId xmlns:a16="http://schemas.microsoft.com/office/drawing/2014/main" id="{187B9210-1C1F-95F3-C85A-6131B6CA7A54}"/>
              </a:ext>
            </a:extLst>
          </p:cNvPr>
          <p:cNvSpPr>
            <a:spLocks noGrp="1"/>
          </p:cNvSpPr>
          <p:nvPr>
            <p:ph type="body" sz="quarter" idx="14"/>
          </p:nvPr>
        </p:nvSpPr>
        <p:spPr/>
        <p:txBody>
          <a:bodyPr/>
          <a:lstStyle/>
          <a:p>
            <a:r>
              <a:rPr lang="pl-PL"/>
              <a:t>across the value chain</a:t>
            </a:r>
            <a:endParaRPr lang="en-US"/>
          </a:p>
        </p:txBody>
      </p:sp>
      <p:pic>
        <p:nvPicPr>
          <p:cNvPr id="24" name="LogoFooter">
            <a:extLst>
              <a:ext uri="{FF2B5EF4-FFF2-40B4-BE49-F238E27FC236}">
                <a16:creationId xmlns:a16="http://schemas.microsoft.com/office/drawing/2014/main" id="{18580809-FFEE-CF5C-6FA7-BC8EACBC768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354200" y="6456066"/>
            <a:ext cx="507600" cy="192272"/>
          </a:xfrm>
          <a:prstGeom prst="rect">
            <a:avLst/>
          </a:prstGeom>
        </p:spPr>
      </p:pic>
      <p:sp>
        <p:nvSpPr>
          <p:cNvPr id="4" name="Content Placeholder 3">
            <a:extLst>
              <a:ext uri="{FF2B5EF4-FFF2-40B4-BE49-F238E27FC236}">
                <a16:creationId xmlns:a16="http://schemas.microsoft.com/office/drawing/2014/main" id="{079DF882-E643-DDFD-0360-C2AF14F0F4C3}"/>
              </a:ext>
            </a:extLst>
          </p:cNvPr>
          <p:cNvSpPr>
            <a:spLocks noGrp="1"/>
          </p:cNvSpPr>
          <p:nvPr>
            <p:ph sz="quarter" idx="17"/>
          </p:nvPr>
        </p:nvSpPr>
        <p:spPr>
          <a:xfrm>
            <a:off x="121332" y="3371407"/>
            <a:ext cx="2800430" cy="577516"/>
          </a:xfrm>
        </p:spPr>
        <p:txBody>
          <a:bodyPr/>
          <a:lstStyle/>
          <a:p>
            <a:r>
              <a:rPr lang="en-US" sz="1200" b="1">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t>Enabling renewable</a:t>
            </a:r>
            <a:br>
              <a:rPr lang="en-US" sz="1200" b="1">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br>
            <a:r>
              <a:rPr lang="en-US" sz="1200" b="1">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t>power generation</a:t>
            </a:r>
          </a:p>
        </p:txBody>
      </p:sp>
      <p:sp>
        <p:nvSpPr>
          <p:cNvPr id="5" name="Content Placeholder 4">
            <a:extLst>
              <a:ext uri="{FF2B5EF4-FFF2-40B4-BE49-F238E27FC236}">
                <a16:creationId xmlns:a16="http://schemas.microsoft.com/office/drawing/2014/main" id="{8D885CF7-C99B-D452-8BE4-791338E571F5}"/>
              </a:ext>
            </a:extLst>
          </p:cNvPr>
          <p:cNvSpPr>
            <a:spLocks noGrp="1"/>
          </p:cNvSpPr>
          <p:nvPr>
            <p:ph sz="quarter" idx="18"/>
          </p:nvPr>
        </p:nvSpPr>
        <p:spPr>
          <a:xfrm>
            <a:off x="3167325" y="3371407"/>
            <a:ext cx="2801855" cy="577516"/>
          </a:xfrm>
        </p:spPr>
        <p:txBody>
          <a:bodyPr/>
          <a:lstStyle/>
          <a:p>
            <a:r>
              <a:rPr lang="en-US" sz="1200" b="1">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t>Improving </a:t>
            </a:r>
            <a:br>
              <a:rPr lang="en-US" sz="1200" b="1">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br>
            <a:r>
              <a:rPr lang="en-US" sz="1200" b="1">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t>grid stability</a:t>
            </a:r>
          </a:p>
        </p:txBody>
      </p:sp>
      <p:sp>
        <p:nvSpPr>
          <p:cNvPr id="6" name="Content Placeholder 5">
            <a:extLst>
              <a:ext uri="{FF2B5EF4-FFF2-40B4-BE49-F238E27FC236}">
                <a16:creationId xmlns:a16="http://schemas.microsoft.com/office/drawing/2014/main" id="{7B3A3713-E800-3F86-0102-05009517F71E}"/>
              </a:ext>
            </a:extLst>
          </p:cNvPr>
          <p:cNvSpPr>
            <a:spLocks noGrp="1"/>
          </p:cNvSpPr>
          <p:nvPr>
            <p:ph sz="quarter" idx="19"/>
          </p:nvPr>
        </p:nvSpPr>
        <p:spPr>
          <a:xfrm>
            <a:off x="6214534" y="3371407"/>
            <a:ext cx="2801855" cy="577516"/>
          </a:xfrm>
        </p:spPr>
        <p:txBody>
          <a:bodyPr/>
          <a:lstStyle/>
          <a:p>
            <a:r>
              <a:rPr lang="en-US" sz="1200" b="1">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t>Developing emerging </a:t>
            </a:r>
            <a:br>
              <a:rPr lang="en-US" sz="1200" b="1">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br>
            <a:r>
              <a:rPr lang="en-US" sz="1200" b="1">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t>applications</a:t>
            </a:r>
          </a:p>
        </p:txBody>
      </p:sp>
      <p:sp>
        <p:nvSpPr>
          <p:cNvPr id="7" name="Content Placeholder 6">
            <a:extLst>
              <a:ext uri="{FF2B5EF4-FFF2-40B4-BE49-F238E27FC236}">
                <a16:creationId xmlns:a16="http://schemas.microsoft.com/office/drawing/2014/main" id="{0132C0ED-9FDB-B744-1E49-A7F483A2E75A}"/>
              </a:ext>
            </a:extLst>
          </p:cNvPr>
          <p:cNvSpPr>
            <a:spLocks noGrp="1"/>
          </p:cNvSpPr>
          <p:nvPr>
            <p:ph sz="quarter" idx="20"/>
          </p:nvPr>
        </p:nvSpPr>
        <p:spPr>
          <a:xfrm>
            <a:off x="9205472" y="3371407"/>
            <a:ext cx="2984928" cy="577516"/>
          </a:xfrm>
        </p:spPr>
        <p:txBody>
          <a:bodyPr/>
          <a:lstStyle/>
          <a:p>
            <a:r>
              <a:rPr lang="en-US" sz="1200" b="1">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t>Decarbonizing industrial </a:t>
            </a:r>
            <a:br>
              <a:rPr lang="en-US" sz="1200" b="1">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br>
            <a:r>
              <a:rPr lang="en-US" sz="1200" b="1">
                <a:solidFill>
                  <a:schemeClr val="bg1"/>
                </a:solidFill>
                <a:latin typeface="ABBvoice Display SemiBold" panose="020D0704020603060204" pitchFamily="34" charset="0"/>
                <a:ea typeface="ABBvoice Light" panose="020D0403020503020204" pitchFamily="34" charset="0"/>
                <a:cs typeface="ABBvoice Display SemiBold" panose="020D0704020603060204" pitchFamily="34" charset="0"/>
              </a:rPr>
              <a:t>process and transportation</a:t>
            </a:r>
          </a:p>
        </p:txBody>
      </p:sp>
      <p:cxnSp>
        <p:nvCxnSpPr>
          <p:cNvPr id="16" name="Straight Connector 15">
            <a:extLst>
              <a:ext uri="{FF2B5EF4-FFF2-40B4-BE49-F238E27FC236}">
                <a16:creationId xmlns:a16="http://schemas.microsoft.com/office/drawing/2014/main" id="{DC150421-DC5E-3BFC-B672-7DDED9A07464}"/>
              </a:ext>
            </a:extLst>
          </p:cNvPr>
          <p:cNvCxnSpPr>
            <a:cxnSpLocks/>
          </p:cNvCxnSpPr>
          <p:nvPr/>
        </p:nvCxnSpPr>
        <p:spPr bwMode="gray">
          <a:xfrm>
            <a:off x="-2" y="1927692"/>
            <a:ext cx="12192002" cy="0"/>
          </a:xfrm>
          <a:prstGeom prst="line">
            <a:avLst/>
          </a:prstGeom>
          <a:ln w="25400">
            <a:gradFill>
              <a:gsLst>
                <a:gs pos="52000">
                  <a:schemeClr val="bg2"/>
                </a:gs>
                <a:gs pos="100000">
                  <a:schemeClr val="tx2"/>
                </a:gs>
              </a:gsLst>
              <a:lin ang="0" scaled="0"/>
            </a:gradFill>
            <a:tailEnd type="none"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702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7866E-4873-4718-6A8E-F26D02F1960A}"/>
            </a:ext>
          </a:extLst>
        </p:cNvPr>
        <p:cNvGrpSpPr/>
        <p:nvPr/>
      </p:nvGrpSpPr>
      <p:grpSpPr>
        <a:xfrm>
          <a:off x="0" y="0"/>
          <a:ext cx="0" cy="0"/>
          <a:chOff x="0" y="0"/>
          <a:chExt cx="0" cy="0"/>
        </a:xfrm>
      </p:grpSpPr>
      <p:pic>
        <p:nvPicPr>
          <p:cNvPr id="4" name="Picture 26">
            <a:extLst>
              <a:ext uri="{FF2B5EF4-FFF2-40B4-BE49-F238E27FC236}">
                <a16:creationId xmlns:a16="http://schemas.microsoft.com/office/drawing/2014/main" id="{5035BE52-8E73-5B5A-D135-8448869BAF7B}"/>
              </a:ext>
            </a:extLst>
          </p:cNvPr>
          <p:cNvPicPr>
            <a:picLocks noChangeAspect="1"/>
          </p:cNvPicPr>
          <p:nvPr>
            <p:custDataLst>
              <p:tags r:id="rId1"/>
            </p:custDataLst>
          </p:nvPr>
        </p:nvPicPr>
        <p:blipFill rotWithShape="1">
          <a:blip r:embed="rId3" cstate="print">
            <a:extLst>
              <a:ext uri="{28A0092B-C50C-407E-A947-70E740481C1C}">
                <a14:useLocalDpi xmlns:a14="http://schemas.microsoft.com/office/drawing/2010/main"/>
              </a:ext>
            </a:extLst>
          </a:blip>
          <a:srcRect/>
          <a:stretch>
            <a:fillRect/>
          </a:stretch>
        </p:blipFill>
        <p:spPr>
          <a:xfrm>
            <a:off x="6205539" y="0"/>
            <a:ext cx="5986461" cy="6858000"/>
          </a:xfrm>
          <a:prstGeom prst="rect">
            <a:avLst/>
          </a:prstGeom>
        </p:spPr>
      </p:pic>
      <p:sp>
        <p:nvSpPr>
          <p:cNvPr id="6" name="Footer Placeholder 5">
            <a:extLst>
              <a:ext uri="{FF2B5EF4-FFF2-40B4-BE49-F238E27FC236}">
                <a16:creationId xmlns:a16="http://schemas.microsoft.com/office/drawing/2014/main" id="{03A4BFD4-7863-C02F-DCC3-BACDC4EF1767}"/>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3" name="Title 2">
            <a:extLst>
              <a:ext uri="{FF2B5EF4-FFF2-40B4-BE49-F238E27FC236}">
                <a16:creationId xmlns:a16="http://schemas.microsoft.com/office/drawing/2014/main" id="{50BED4A5-A9F1-A43A-FC61-22A0A086A415}"/>
              </a:ext>
            </a:extLst>
          </p:cNvPr>
          <p:cNvSpPr>
            <a:spLocks noGrp="1"/>
          </p:cNvSpPr>
          <p:nvPr>
            <p:ph type="title"/>
          </p:nvPr>
        </p:nvSpPr>
        <p:spPr>
          <a:xfrm>
            <a:off x="331200" y="691200"/>
            <a:ext cx="4896438" cy="756000"/>
          </a:xfrm>
        </p:spPr>
        <p:txBody>
          <a:bodyPr/>
          <a:lstStyle/>
          <a:p>
            <a:r>
              <a:rPr lang="en-US" noProof="0"/>
              <a:t>Technology leadership &amp; </a:t>
            </a:r>
            <a:br>
              <a:rPr lang="en-US" noProof="0"/>
            </a:br>
            <a:r>
              <a:rPr lang="en-US" noProof="0"/>
              <a:t>industry expertise</a:t>
            </a:r>
          </a:p>
        </p:txBody>
      </p:sp>
      <p:sp>
        <p:nvSpPr>
          <p:cNvPr id="5" name="Content Placeholder 4">
            <a:extLst>
              <a:ext uri="{FF2B5EF4-FFF2-40B4-BE49-F238E27FC236}">
                <a16:creationId xmlns:a16="http://schemas.microsoft.com/office/drawing/2014/main" id="{D7730A45-31BD-3EB9-1B64-E3200C6BC1ED}"/>
              </a:ext>
            </a:extLst>
          </p:cNvPr>
          <p:cNvSpPr>
            <a:spLocks noGrp="1"/>
          </p:cNvSpPr>
          <p:nvPr>
            <p:ph sz="quarter" idx="18"/>
          </p:nvPr>
        </p:nvSpPr>
        <p:spPr>
          <a:xfrm>
            <a:off x="331200" y="3636272"/>
            <a:ext cx="4896438" cy="2350528"/>
          </a:xfrm>
        </p:spPr>
        <p:txBody>
          <a:bodyPr/>
          <a:lstStyle/>
          <a:p>
            <a:pPr>
              <a:spcBef>
                <a:spcPts val="1200"/>
              </a:spcBef>
            </a:pPr>
            <a:r>
              <a:rPr lang="en-US" b="1" noProof="0">
                <a:solidFill>
                  <a:srgbClr val="FF0000"/>
                </a:solidFill>
              </a:rPr>
              <a:t>Trusted partner for over 140 years</a:t>
            </a:r>
          </a:p>
          <a:p>
            <a:pPr>
              <a:spcBef>
                <a:spcPts val="300"/>
              </a:spcBef>
            </a:pPr>
            <a:r>
              <a:rPr lang="en-US" noProof="0"/>
              <a:t>Proven expertise solving customers’ most demanding engineering challenges.</a:t>
            </a:r>
          </a:p>
          <a:p>
            <a:pPr>
              <a:spcBef>
                <a:spcPts val="1200"/>
              </a:spcBef>
            </a:pPr>
            <a:r>
              <a:rPr lang="en-US" b="1" noProof="0">
                <a:solidFill>
                  <a:srgbClr val="FF0000"/>
                </a:solidFill>
              </a:rPr>
              <a:t>Enabling the energy transition</a:t>
            </a:r>
          </a:p>
          <a:p>
            <a:pPr>
              <a:spcBef>
                <a:spcPts val="300"/>
              </a:spcBef>
            </a:pPr>
            <a:r>
              <a:rPr lang="en-US" noProof="0"/>
              <a:t>Supporting groundbreaking carbon capture, geothermal, and hydrogen projects with advanced technologies.</a:t>
            </a:r>
          </a:p>
          <a:p>
            <a:pPr>
              <a:spcBef>
                <a:spcPts val="1200"/>
              </a:spcBef>
            </a:pPr>
            <a:r>
              <a:rPr lang="en-US" b="1" noProof="0">
                <a:solidFill>
                  <a:srgbClr val="FF0000"/>
                </a:solidFill>
              </a:rPr>
              <a:t>Comprehensive, reliable portfolio</a:t>
            </a:r>
          </a:p>
          <a:p>
            <a:pPr>
              <a:spcBef>
                <a:spcPts val="300"/>
              </a:spcBef>
            </a:pPr>
            <a:r>
              <a:rPr lang="en-US" noProof="0"/>
              <a:t>Standard and customized solutions built for mission-critical performance and evolving customer needs.</a:t>
            </a:r>
          </a:p>
        </p:txBody>
      </p:sp>
      <p:sp>
        <p:nvSpPr>
          <p:cNvPr id="7" name="Date Placeholder 6">
            <a:extLst>
              <a:ext uri="{FF2B5EF4-FFF2-40B4-BE49-F238E27FC236}">
                <a16:creationId xmlns:a16="http://schemas.microsoft.com/office/drawing/2014/main" id="{C58F9A56-58E0-C859-E012-2F6964EE68C7}"/>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8E9236-4674-48BE-8000-E1CDB179538F}" type="datetime4">
              <a:rPr kumimoji="0" lang="en-US" sz="100" b="0" i="0" u="none" strike="noStrike" kern="1200" cap="none" spc="0" normalizeH="0" baseline="0" noProof="0" smtClean="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8" name="Slide Number Placeholder 7">
            <a:extLst>
              <a:ext uri="{FF2B5EF4-FFF2-40B4-BE49-F238E27FC236}">
                <a16:creationId xmlns:a16="http://schemas.microsoft.com/office/drawing/2014/main" id="{E978EDD0-3A5F-9C9F-7657-1534612138A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smtClean="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pic>
        <p:nvPicPr>
          <p:cNvPr id="11" name="Logo">
            <a:extLst>
              <a:ext uri="{FF2B5EF4-FFF2-40B4-BE49-F238E27FC236}">
                <a16:creationId xmlns:a16="http://schemas.microsoft.com/office/drawing/2014/main" id="{3CC5F2C9-F0E2-2AE3-4DFA-195E7585228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354200" y="6456066"/>
            <a:ext cx="507600" cy="192272"/>
          </a:xfrm>
          <a:prstGeom prst="rect">
            <a:avLst/>
          </a:prstGeom>
        </p:spPr>
      </p:pic>
      <p:pic>
        <p:nvPicPr>
          <p:cNvPr id="23" name="Graphic 22">
            <a:extLst>
              <a:ext uri="{FF2B5EF4-FFF2-40B4-BE49-F238E27FC236}">
                <a16:creationId xmlns:a16="http://schemas.microsoft.com/office/drawing/2014/main" id="{ADC57454-3E55-7D0A-3CD4-20C6305C429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0144" y="1943200"/>
            <a:ext cx="457200" cy="457200"/>
          </a:xfrm>
          <a:prstGeom prst="rect">
            <a:avLst/>
          </a:prstGeom>
        </p:spPr>
      </p:pic>
      <p:pic>
        <p:nvPicPr>
          <p:cNvPr id="24" name="Graphic 23">
            <a:extLst>
              <a:ext uri="{FF2B5EF4-FFF2-40B4-BE49-F238E27FC236}">
                <a16:creationId xmlns:a16="http://schemas.microsoft.com/office/drawing/2014/main" id="{E864A165-CF60-4BCE-C591-84824F20D93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968420" y="1943200"/>
            <a:ext cx="457200" cy="457200"/>
          </a:xfrm>
          <a:prstGeom prst="rect">
            <a:avLst/>
          </a:prstGeom>
        </p:spPr>
      </p:pic>
      <p:pic>
        <p:nvPicPr>
          <p:cNvPr id="25" name="Graphic 24">
            <a:extLst>
              <a:ext uri="{FF2B5EF4-FFF2-40B4-BE49-F238E27FC236}">
                <a16:creationId xmlns:a16="http://schemas.microsoft.com/office/drawing/2014/main" id="{75860B0D-CF58-135E-16FA-CB25EF7D94E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0144" y="2654272"/>
            <a:ext cx="457200" cy="457200"/>
          </a:xfrm>
          <a:prstGeom prst="rect">
            <a:avLst/>
          </a:prstGeom>
        </p:spPr>
      </p:pic>
      <p:pic>
        <p:nvPicPr>
          <p:cNvPr id="26" name="Graphic 25">
            <a:extLst>
              <a:ext uri="{FF2B5EF4-FFF2-40B4-BE49-F238E27FC236}">
                <a16:creationId xmlns:a16="http://schemas.microsoft.com/office/drawing/2014/main" id="{3EB0E83F-7D50-84F7-8905-FF9A469A9D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981706" y="2654272"/>
            <a:ext cx="457200" cy="457200"/>
          </a:xfrm>
          <a:prstGeom prst="rect">
            <a:avLst/>
          </a:prstGeom>
        </p:spPr>
      </p:pic>
      <p:sp>
        <p:nvSpPr>
          <p:cNvPr id="27" name="Content Placeholder 3">
            <a:extLst>
              <a:ext uri="{FF2B5EF4-FFF2-40B4-BE49-F238E27FC236}">
                <a16:creationId xmlns:a16="http://schemas.microsoft.com/office/drawing/2014/main" id="{02B92A46-6880-DEDB-6C29-19B124E54890}"/>
              </a:ext>
            </a:extLst>
          </p:cNvPr>
          <p:cNvSpPr txBox="1">
            <a:spLocks/>
          </p:cNvSpPr>
          <p:nvPr/>
        </p:nvSpPr>
        <p:spPr bwMode="gray">
          <a:xfrm>
            <a:off x="967087" y="1943200"/>
            <a:ext cx="1858726" cy="486000"/>
          </a:xfrm>
          <a:prstGeom prst="rect">
            <a:avLst/>
          </a:prstGeom>
        </p:spPr>
        <p:txBody>
          <a:bodyPr vert="horz" lIns="0" tIns="0" rIns="0" bIns="0" rtlCol="0" anchor="t">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100" b="1" i="0" u="none" strike="noStrike" kern="1200" cap="none" spc="0" normalizeH="0" baseline="0" noProof="0">
                <a:ln>
                  <a:noFill/>
                </a:ln>
                <a:solidFill>
                  <a:srgbClr val="000000"/>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t>Market leading </a:t>
            </a:r>
            <a:br>
              <a:rPr kumimoji="0" lang="en-US" sz="1100" b="1" i="0" u="none" strike="noStrike" kern="1200" cap="none" spc="0" normalizeH="0" baseline="0" noProof="0">
                <a:ln>
                  <a:noFill/>
                </a:ln>
                <a:solidFill>
                  <a:srgbClr val="000000"/>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br>
            <a:r>
              <a:rPr kumimoji="0" lang="en-US" sz="1100" b="1" i="0" u="none" strike="noStrike" kern="1200" cap="none" spc="0" normalizeH="0" baseline="0" noProof="0">
                <a:ln>
                  <a:noFill/>
                </a:ln>
                <a:solidFill>
                  <a:srgbClr val="000000"/>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t>investments in R&amp;D</a:t>
            </a:r>
          </a:p>
        </p:txBody>
      </p:sp>
      <p:sp>
        <p:nvSpPr>
          <p:cNvPr id="28" name="Content Placeholder 4">
            <a:extLst>
              <a:ext uri="{FF2B5EF4-FFF2-40B4-BE49-F238E27FC236}">
                <a16:creationId xmlns:a16="http://schemas.microsoft.com/office/drawing/2014/main" id="{CF10D145-6D14-3023-7307-7A915CD95B39}"/>
              </a:ext>
            </a:extLst>
          </p:cNvPr>
          <p:cNvSpPr txBox="1">
            <a:spLocks/>
          </p:cNvSpPr>
          <p:nvPr/>
        </p:nvSpPr>
        <p:spPr bwMode="gray">
          <a:xfrm>
            <a:off x="3656738" y="1943200"/>
            <a:ext cx="1883463" cy="486000"/>
          </a:xfrm>
          <a:prstGeom prst="rect">
            <a:avLst/>
          </a:prstGeom>
        </p:spPr>
        <p:txBody>
          <a:bodyPr vert="horz" lIns="0" tIns="0" rIns="0" bIns="0" rtlCol="0" anchor="t">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100" b="1" i="0" u="none" strike="noStrike" kern="1200" cap="none" spc="0" normalizeH="0" baseline="0" noProof="0">
                <a:ln>
                  <a:noFill/>
                </a:ln>
                <a:solidFill>
                  <a:srgbClr val="000000"/>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t>Digitally enabled portfolio</a:t>
            </a:r>
          </a:p>
        </p:txBody>
      </p:sp>
      <p:sp>
        <p:nvSpPr>
          <p:cNvPr id="29" name="Content Placeholder 5">
            <a:extLst>
              <a:ext uri="{FF2B5EF4-FFF2-40B4-BE49-F238E27FC236}">
                <a16:creationId xmlns:a16="http://schemas.microsoft.com/office/drawing/2014/main" id="{8B6FF9D2-2F52-ADC0-55A1-B7D00ABEE396}"/>
              </a:ext>
            </a:extLst>
          </p:cNvPr>
          <p:cNvSpPr txBox="1">
            <a:spLocks/>
          </p:cNvSpPr>
          <p:nvPr/>
        </p:nvSpPr>
        <p:spPr bwMode="gray">
          <a:xfrm>
            <a:off x="967087" y="2654272"/>
            <a:ext cx="1858726" cy="486000"/>
          </a:xfrm>
          <a:prstGeom prst="rect">
            <a:avLst/>
          </a:prstGeom>
        </p:spPr>
        <p:txBody>
          <a:bodyPr vert="horz" lIns="0" tIns="0" rIns="0" bIns="0" rtlCol="0" anchor="t">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100" b="1" i="0" u="none" strike="noStrike" kern="1200" cap="none" spc="0" normalizeH="0" baseline="0" noProof="0">
                <a:ln>
                  <a:noFill/>
                </a:ln>
                <a:solidFill>
                  <a:srgbClr val="000000"/>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t>Market leading </a:t>
            </a:r>
            <a:br>
              <a:rPr kumimoji="0" lang="en-US" sz="1100" b="1" i="0" u="none" strike="noStrike" kern="1200" cap="none" spc="0" normalizeH="0" baseline="0" noProof="0">
                <a:ln>
                  <a:noFill/>
                </a:ln>
                <a:solidFill>
                  <a:srgbClr val="000000"/>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br>
            <a:r>
              <a:rPr kumimoji="0" lang="en-US" sz="1100" b="1" i="0" u="none" strike="noStrike" kern="1200" cap="none" spc="0" normalizeH="0" baseline="0" noProof="0">
                <a:ln>
                  <a:noFill/>
                </a:ln>
                <a:solidFill>
                  <a:srgbClr val="000000"/>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t>Cybersecurity &amp; connectivity </a:t>
            </a:r>
          </a:p>
        </p:txBody>
      </p:sp>
      <p:sp>
        <p:nvSpPr>
          <p:cNvPr id="30" name="Content Placeholder 6">
            <a:extLst>
              <a:ext uri="{FF2B5EF4-FFF2-40B4-BE49-F238E27FC236}">
                <a16:creationId xmlns:a16="http://schemas.microsoft.com/office/drawing/2014/main" id="{7B211436-44C8-377A-90DA-32C6D757DC0E}"/>
              </a:ext>
            </a:extLst>
          </p:cNvPr>
          <p:cNvSpPr txBox="1">
            <a:spLocks/>
          </p:cNvSpPr>
          <p:nvPr/>
        </p:nvSpPr>
        <p:spPr bwMode="gray">
          <a:xfrm>
            <a:off x="3651427" y="2654272"/>
            <a:ext cx="1858726" cy="486000"/>
          </a:xfrm>
          <a:prstGeom prst="rect">
            <a:avLst/>
          </a:prstGeom>
        </p:spPr>
        <p:txBody>
          <a:bodyPr vert="horz" lIns="0" tIns="0" rIns="0" bIns="0" rtlCol="0" anchor="t">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100" b="1" i="0" u="none" strike="noStrike" kern="1200" cap="none" spc="0" normalizeH="0" baseline="0" noProof="0">
                <a:ln>
                  <a:noFill/>
                </a:ln>
                <a:solidFill>
                  <a:srgbClr val="000000"/>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t>Reliability as a </a:t>
            </a:r>
            <a:br>
              <a:rPr kumimoji="0" lang="en-US" sz="1100" b="1" i="0" u="none" strike="noStrike" kern="1200" cap="none" spc="0" normalizeH="0" baseline="0" noProof="0">
                <a:ln>
                  <a:noFill/>
                </a:ln>
                <a:solidFill>
                  <a:srgbClr val="000000"/>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br>
            <a:r>
              <a:rPr kumimoji="0" lang="en-US" sz="1100" b="1" i="0" u="none" strike="noStrike" kern="1200" cap="none" spc="0" normalizeH="0" baseline="0" noProof="0">
                <a:ln>
                  <a:noFill/>
                </a:ln>
                <a:solidFill>
                  <a:srgbClr val="000000"/>
                </a:solidFill>
                <a:effectLst/>
                <a:uLnTx/>
                <a:uFillTx/>
                <a:latin typeface="ABBvoice Display SemiBold" panose="020D0704020603060204" pitchFamily="34" charset="0"/>
                <a:ea typeface="ABBvoice Light" panose="020D0403020503020204" pitchFamily="34" charset="0"/>
                <a:cs typeface="ABBvoice Display SemiBold" panose="020D0704020603060204" pitchFamily="34" charset="0"/>
              </a:rPr>
              <a:t>competitive advantage</a:t>
            </a:r>
          </a:p>
        </p:txBody>
      </p:sp>
    </p:spTree>
    <p:extLst>
      <p:ext uri="{BB962C8B-B14F-4D97-AF65-F5344CB8AC3E}">
        <p14:creationId xmlns:p14="http://schemas.microsoft.com/office/powerpoint/2010/main" val="394369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B75E10A0-3C60-1B1D-362C-86E8FC661065}"/>
              </a:ext>
            </a:extLst>
          </p:cNvPr>
          <p:cNvSpPr/>
          <p:nvPr/>
        </p:nvSpPr>
        <p:spPr bwMode="gray">
          <a:xfrm>
            <a:off x="0" y="4069443"/>
            <a:ext cx="12192000" cy="2255315"/>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47" name="Oval 46">
            <a:extLst>
              <a:ext uri="{FF2B5EF4-FFF2-40B4-BE49-F238E27FC236}">
                <a16:creationId xmlns:a16="http://schemas.microsoft.com/office/drawing/2014/main" id="{CEACFE5F-73CD-D700-B9AD-43C54F6CA33D}"/>
              </a:ext>
            </a:extLst>
          </p:cNvPr>
          <p:cNvSpPr/>
          <p:nvPr/>
        </p:nvSpPr>
        <p:spPr bwMode="gray">
          <a:xfrm>
            <a:off x="2349267" y="4129237"/>
            <a:ext cx="1179576" cy="1183600"/>
          </a:xfrm>
          <a:prstGeom prst="ellipse">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pic>
        <p:nvPicPr>
          <p:cNvPr id="62" name="Picture 61">
            <a:extLst>
              <a:ext uri="{FF2B5EF4-FFF2-40B4-BE49-F238E27FC236}">
                <a16:creationId xmlns:a16="http://schemas.microsoft.com/office/drawing/2014/main" id="{450B8B30-1A3E-052F-7C76-473E03E2DA1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564440" y="4362045"/>
            <a:ext cx="597354" cy="578953"/>
          </a:xfrm>
          <a:prstGeom prst="rect">
            <a:avLst/>
          </a:prstGeom>
        </p:spPr>
      </p:pic>
      <p:sp>
        <p:nvSpPr>
          <p:cNvPr id="58" name="Rectangle 57">
            <a:extLst>
              <a:ext uri="{FF2B5EF4-FFF2-40B4-BE49-F238E27FC236}">
                <a16:creationId xmlns:a16="http://schemas.microsoft.com/office/drawing/2014/main" id="{21A99813-ED96-B6A5-90F5-4F11F3B5B9C3}"/>
              </a:ext>
            </a:extLst>
          </p:cNvPr>
          <p:cNvSpPr/>
          <p:nvPr/>
        </p:nvSpPr>
        <p:spPr bwMode="gray">
          <a:xfrm>
            <a:off x="-5055" y="4048085"/>
            <a:ext cx="487369" cy="229852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29" name="Rectangle 28">
            <a:extLst>
              <a:ext uri="{FF2B5EF4-FFF2-40B4-BE49-F238E27FC236}">
                <a16:creationId xmlns:a16="http://schemas.microsoft.com/office/drawing/2014/main" id="{70C1B60F-6DE0-95C4-AB07-C2F5113BEE20}"/>
              </a:ext>
            </a:extLst>
          </p:cNvPr>
          <p:cNvSpPr/>
          <p:nvPr/>
        </p:nvSpPr>
        <p:spPr bwMode="gray">
          <a:xfrm>
            <a:off x="0" y="1752481"/>
            <a:ext cx="12192000" cy="2255315"/>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56" name="Rectangle 55">
            <a:extLst>
              <a:ext uri="{FF2B5EF4-FFF2-40B4-BE49-F238E27FC236}">
                <a16:creationId xmlns:a16="http://schemas.microsoft.com/office/drawing/2014/main" id="{95E14366-2274-9FF3-C6FA-0A552DAF4AFF}"/>
              </a:ext>
            </a:extLst>
          </p:cNvPr>
          <p:cNvSpPr/>
          <p:nvPr/>
        </p:nvSpPr>
        <p:spPr bwMode="gray">
          <a:xfrm>
            <a:off x="-5054" y="1734040"/>
            <a:ext cx="492424" cy="229852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31" name="Oval 30">
            <a:extLst>
              <a:ext uri="{FF2B5EF4-FFF2-40B4-BE49-F238E27FC236}">
                <a16:creationId xmlns:a16="http://schemas.microsoft.com/office/drawing/2014/main" id="{BF40B830-C823-4718-FF26-D876A6B03690}"/>
              </a:ext>
            </a:extLst>
          </p:cNvPr>
          <p:cNvSpPr/>
          <p:nvPr/>
        </p:nvSpPr>
        <p:spPr bwMode="gray">
          <a:xfrm>
            <a:off x="4127666" y="1786866"/>
            <a:ext cx="1179576" cy="1183600"/>
          </a:xfrm>
          <a:prstGeom prst="ellipse">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30" name="Oval 29">
            <a:extLst>
              <a:ext uri="{FF2B5EF4-FFF2-40B4-BE49-F238E27FC236}">
                <a16:creationId xmlns:a16="http://schemas.microsoft.com/office/drawing/2014/main" id="{5FF0E5BE-53A5-731C-FAAC-CE662D92161B}"/>
              </a:ext>
            </a:extLst>
          </p:cNvPr>
          <p:cNvSpPr/>
          <p:nvPr/>
        </p:nvSpPr>
        <p:spPr bwMode="gray">
          <a:xfrm>
            <a:off x="1282586" y="1786866"/>
            <a:ext cx="1179576" cy="1183600"/>
          </a:xfrm>
          <a:prstGeom prst="ellipse">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17" name="Title 16">
            <a:extLst>
              <a:ext uri="{FF2B5EF4-FFF2-40B4-BE49-F238E27FC236}">
                <a16:creationId xmlns:a16="http://schemas.microsoft.com/office/drawing/2014/main" id="{675C4551-02E3-A8DE-2B3A-6CFBC787964C}"/>
              </a:ext>
            </a:extLst>
          </p:cNvPr>
          <p:cNvSpPr>
            <a:spLocks noGrp="1"/>
          </p:cNvSpPr>
          <p:nvPr>
            <p:ph type="title"/>
          </p:nvPr>
        </p:nvSpPr>
        <p:spPr/>
        <p:txBody>
          <a:bodyPr/>
          <a:lstStyle/>
          <a:p>
            <a:r>
              <a:rPr lang="en-US" noProof="0"/>
              <a:t>Motion High Power Portfolio for reliability and performance</a:t>
            </a:r>
            <a:br>
              <a:rPr lang="en-US" noProof="0"/>
            </a:br>
            <a:endParaRPr lang="en-US" noProof="0"/>
          </a:p>
        </p:txBody>
      </p:sp>
      <p:sp>
        <p:nvSpPr>
          <p:cNvPr id="18" name="Text Placeholder 17">
            <a:extLst>
              <a:ext uri="{FF2B5EF4-FFF2-40B4-BE49-F238E27FC236}">
                <a16:creationId xmlns:a16="http://schemas.microsoft.com/office/drawing/2014/main" id="{B025B68C-DB07-27D5-4D12-D38E67472C5F}"/>
              </a:ext>
            </a:extLst>
          </p:cNvPr>
          <p:cNvSpPr>
            <a:spLocks noGrp="1"/>
          </p:cNvSpPr>
          <p:nvPr>
            <p:ph type="body" sz="quarter" idx="14"/>
          </p:nvPr>
        </p:nvSpPr>
        <p:spPr/>
        <p:txBody>
          <a:bodyPr/>
          <a:lstStyle/>
          <a:p>
            <a:endParaRPr lang="en-US" noProof="0"/>
          </a:p>
        </p:txBody>
      </p:sp>
      <p:sp>
        <p:nvSpPr>
          <p:cNvPr id="5" name="Footer Placeholder 4">
            <a:extLst>
              <a:ext uri="{FF2B5EF4-FFF2-40B4-BE49-F238E27FC236}">
                <a16:creationId xmlns:a16="http://schemas.microsoft.com/office/drawing/2014/main" id="{6BAB590B-B377-1F58-4BD2-76BBFE541A8B}"/>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6" name="Date Placeholder 5">
            <a:extLst>
              <a:ext uri="{FF2B5EF4-FFF2-40B4-BE49-F238E27FC236}">
                <a16:creationId xmlns:a16="http://schemas.microsoft.com/office/drawing/2014/main" id="{24F78097-7AC4-2360-DCD7-64E1B1C68380}"/>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EE78E3-0FB5-4EDC-9795-648A78EAEBD6}" type="datetime4">
              <a:rPr kumimoji="0" lang="en-US" sz="100" b="0" i="0" u="none" strike="noStrike" kern="1200" cap="none" spc="0" normalizeH="0" baseline="0" noProof="0" smtClean="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7" name="Slide Number Placeholder 6">
            <a:extLst>
              <a:ext uri="{FF2B5EF4-FFF2-40B4-BE49-F238E27FC236}">
                <a16:creationId xmlns:a16="http://schemas.microsoft.com/office/drawing/2014/main" id="{B3E7CA1D-2DB9-483E-943C-7328C521C82B}"/>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smtClean="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pic>
        <p:nvPicPr>
          <p:cNvPr id="25" name="Picture 24">
            <a:extLst>
              <a:ext uri="{FF2B5EF4-FFF2-40B4-BE49-F238E27FC236}">
                <a16:creationId xmlns:a16="http://schemas.microsoft.com/office/drawing/2014/main" id="{D83C4869-0369-826D-E996-BE52212AD6E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343427" y="1909796"/>
            <a:ext cx="1005840" cy="754380"/>
          </a:xfrm>
          <a:prstGeom prst="rect">
            <a:avLst/>
          </a:prstGeom>
        </p:spPr>
      </p:pic>
      <p:pic>
        <p:nvPicPr>
          <p:cNvPr id="26" name="Picture 25" descr="A picture containing white, appliance&#10;&#10;Description automatically generated">
            <a:extLst>
              <a:ext uri="{FF2B5EF4-FFF2-40B4-BE49-F238E27FC236}">
                <a16:creationId xmlns:a16="http://schemas.microsoft.com/office/drawing/2014/main" id="{47DB8454-3E7F-710F-F87E-4059F757147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617889" y="2251989"/>
            <a:ext cx="731378" cy="630936"/>
          </a:xfrm>
          <a:prstGeom prst="rect">
            <a:avLst/>
          </a:prstGeom>
        </p:spPr>
      </p:pic>
      <p:pic>
        <p:nvPicPr>
          <p:cNvPr id="27" name="Picture 26" descr="A picture containing text, bunch, computer, store&#10;&#10;Description automatically generated">
            <a:extLst>
              <a:ext uri="{FF2B5EF4-FFF2-40B4-BE49-F238E27FC236}">
                <a16:creationId xmlns:a16="http://schemas.microsoft.com/office/drawing/2014/main" id="{60B49CFB-EAB1-8A1C-8077-4A4BFE3071A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246563" y="2112051"/>
            <a:ext cx="983511" cy="617966"/>
          </a:xfrm>
          <a:prstGeom prst="rect">
            <a:avLst/>
          </a:prstGeom>
        </p:spPr>
      </p:pic>
      <p:sp>
        <p:nvSpPr>
          <p:cNvPr id="32" name="Oval 31">
            <a:extLst>
              <a:ext uri="{FF2B5EF4-FFF2-40B4-BE49-F238E27FC236}">
                <a16:creationId xmlns:a16="http://schemas.microsoft.com/office/drawing/2014/main" id="{5FDA5F5B-18BE-29E2-DC10-349196B41192}"/>
              </a:ext>
            </a:extLst>
          </p:cNvPr>
          <p:cNvSpPr/>
          <p:nvPr/>
        </p:nvSpPr>
        <p:spPr bwMode="gray">
          <a:xfrm>
            <a:off x="6972746" y="1786866"/>
            <a:ext cx="1179576" cy="1183600"/>
          </a:xfrm>
          <a:prstGeom prst="ellipse">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33" name="Oval 32">
            <a:extLst>
              <a:ext uri="{FF2B5EF4-FFF2-40B4-BE49-F238E27FC236}">
                <a16:creationId xmlns:a16="http://schemas.microsoft.com/office/drawing/2014/main" id="{EE2EC7B1-8192-775E-EB9C-C6F21E9DB0CB}"/>
              </a:ext>
            </a:extLst>
          </p:cNvPr>
          <p:cNvSpPr/>
          <p:nvPr/>
        </p:nvSpPr>
        <p:spPr bwMode="gray">
          <a:xfrm>
            <a:off x="9817826" y="1786866"/>
            <a:ext cx="1179576" cy="1183600"/>
          </a:xfrm>
          <a:prstGeom prst="ellipse">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pic>
        <p:nvPicPr>
          <p:cNvPr id="36" name="Picture 4">
            <a:extLst>
              <a:ext uri="{FF2B5EF4-FFF2-40B4-BE49-F238E27FC236}">
                <a16:creationId xmlns:a16="http://schemas.microsoft.com/office/drawing/2014/main" id="{53F3DD89-F9DE-D31B-BCF6-0A78EF4FB58D}"/>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r="-1392"/>
          <a:stretch/>
        </p:blipFill>
        <p:spPr bwMode="auto">
          <a:xfrm>
            <a:off x="7143142" y="2146504"/>
            <a:ext cx="838784" cy="457200"/>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2B764EC1-F63B-C2BC-1B01-ABB04DC1339A}"/>
              </a:ext>
            </a:extLst>
          </p:cNvPr>
          <p:cNvSpPr txBox="1"/>
          <p:nvPr/>
        </p:nvSpPr>
        <p:spPr bwMode="gray">
          <a:xfrm>
            <a:off x="657765" y="3091908"/>
            <a:ext cx="2426398"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Medium Voltage System Drives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rPr>
              <a:t>Air-cooled and high-power MV drives</a:t>
            </a:r>
          </a:p>
        </p:txBody>
      </p:sp>
      <p:sp>
        <p:nvSpPr>
          <p:cNvPr id="41" name="TextBox 40">
            <a:extLst>
              <a:ext uri="{FF2B5EF4-FFF2-40B4-BE49-F238E27FC236}">
                <a16:creationId xmlns:a16="http://schemas.microsoft.com/office/drawing/2014/main" id="{C93E1E1B-C0C8-7F8C-A055-2931A3D1E7AF}"/>
              </a:ext>
            </a:extLst>
          </p:cNvPr>
          <p:cNvSpPr txBox="1"/>
          <p:nvPr/>
        </p:nvSpPr>
        <p:spPr bwMode="gray">
          <a:xfrm>
            <a:off x="3498169" y="3091907"/>
            <a:ext cx="3098629"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Low Voltage System Drives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rPr>
              <a:t>Power controllers, LV and DC drives, modules and cabinets for industry, infrastructure and utilities</a:t>
            </a:r>
          </a:p>
        </p:txBody>
      </p:sp>
      <p:sp>
        <p:nvSpPr>
          <p:cNvPr id="42" name="TextBox 41">
            <a:extLst>
              <a:ext uri="{FF2B5EF4-FFF2-40B4-BE49-F238E27FC236}">
                <a16:creationId xmlns:a16="http://schemas.microsoft.com/office/drawing/2014/main" id="{B7B13D86-71B6-855F-8869-B56290468968}"/>
              </a:ext>
            </a:extLst>
          </p:cNvPr>
          <p:cNvSpPr txBox="1"/>
          <p:nvPr/>
        </p:nvSpPr>
        <p:spPr bwMode="gray">
          <a:xfrm>
            <a:off x="6603008" y="3069185"/>
            <a:ext cx="2539406"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Packaging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rPr>
              <a:t>Optimized, high-end, and energy-efficient variable speed drive systems</a:t>
            </a:r>
          </a:p>
        </p:txBody>
      </p:sp>
      <p:pic>
        <p:nvPicPr>
          <p:cNvPr id="43" name="Picture 2">
            <a:extLst>
              <a:ext uri="{FF2B5EF4-FFF2-40B4-BE49-F238E27FC236}">
                <a16:creationId xmlns:a16="http://schemas.microsoft.com/office/drawing/2014/main" id="{1082DF24-FB38-F5E5-2ED7-3B4E5F653174}"/>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9858137" y="1997702"/>
            <a:ext cx="744516" cy="673223"/>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a:extLst>
              <a:ext uri="{FF2B5EF4-FFF2-40B4-BE49-F238E27FC236}">
                <a16:creationId xmlns:a16="http://schemas.microsoft.com/office/drawing/2014/main" id="{DFC45F8B-8BEF-0447-32BA-0AFBF6A25659}"/>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10207904" y="2225855"/>
            <a:ext cx="789498" cy="586261"/>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CF53BD44-40A4-B534-D571-0602F91D8777}"/>
              </a:ext>
            </a:extLst>
          </p:cNvPr>
          <p:cNvSpPr txBox="1"/>
          <p:nvPr/>
        </p:nvSpPr>
        <p:spPr bwMode="gray">
          <a:xfrm>
            <a:off x="9397504" y="3048775"/>
            <a:ext cx="2794496"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Renewable Power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rPr>
              <a:t>Wind turbine converters and power supply solution for </a:t>
            </a:r>
            <a:r>
              <a:rPr kumimoji="0" lang="en-US" sz="1100" b="0" i="0" u="none" strike="noStrike" kern="1200" cap="none" spc="0" normalizeH="0" baseline="0" noProof="0" err="1">
                <a:ln>
                  <a:noFill/>
                </a:ln>
                <a:solidFill>
                  <a:srgbClr val="000000"/>
                </a:solidFill>
                <a:effectLst/>
                <a:uLnTx/>
                <a:uFillTx/>
                <a:latin typeface="ABBvoice"/>
                <a:ea typeface="ABBvoice"/>
                <a:cs typeface="ABBvoice Display SemiBold" panose="020D0704020603060204" pitchFamily="34" charset="0"/>
              </a:rPr>
              <a:t>electrolyzers</a:t>
            </a:r>
            <a:r>
              <a:rPr kumimoji="0" lang="en-US" sz="1100" b="0"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rPr>
              <a:t>, incl. services and digital solutions</a:t>
            </a:r>
          </a:p>
        </p:txBody>
      </p:sp>
      <p:sp>
        <p:nvSpPr>
          <p:cNvPr id="48" name="Oval 47">
            <a:extLst>
              <a:ext uri="{FF2B5EF4-FFF2-40B4-BE49-F238E27FC236}">
                <a16:creationId xmlns:a16="http://schemas.microsoft.com/office/drawing/2014/main" id="{3C4C71FC-4972-CFC6-522E-A8DF306C7275}"/>
              </a:ext>
            </a:extLst>
          </p:cNvPr>
          <p:cNvSpPr/>
          <p:nvPr/>
        </p:nvSpPr>
        <p:spPr bwMode="gray">
          <a:xfrm>
            <a:off x="5886172" y="4129237"/>
            <a:ext cx="1179576" cy="1183600"/>
          </a:xfrm>
          <a:prstGeom prst="ellipse">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49" name="Oval 48">
            <a:extLst>
              <a:ext uri="{FF2B5EF4-FFF2-40B4-BE49-F238E27FC236}">
                <a16:creationId xmlns:a16="http://schemas.microsoft.com/office/drawing/2014/main" id="{3DFA8D71-0676-E6E1-E867-69476789DE69}"/>
              </a:ext>
            </a:extLst>
          </p:cNvPr>
          <p:cNvSpPr/>
          <p:nvPr/>
        </p:nvSpPr>
        <p:spPr bwMode="gray">
          <a:xfrm>
            <a:off x="9423077" y="4129237"/>
            <a:ext cx="1179576" cy="1183600"/>
          </a:xfrm>
          <a:prstGeom prst="ellipse">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51" name="TextBox 50">
            <a:extLst>
              <a:ext uri="{FF2B5EF4-FFF2-40B4-BE49-F238E27FC236}">
                <a16:creationId xmlns:a16="http://schemas.microsoft.com/office/drawing/2014/main" id="{D4BC785D-C23F-56C2-7F30-322314E2E125}"/>
              </a:ext>
            </a:extLst>
          </p:cNvPr>
          <p:cNvSpPr txBox="1"/>
          <p:nvPr/>
        </p:nvSpPr>
        <p:spPr bwMode="gray">
          <a:xfrm>
            <a:off x="1576429" y="5404481"/>
            <a:ext cx="3381291"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Induction Motors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rPr>
              <a:t>Induction motors (modular, rib-cooled and flame-proof motors) for efficiency, reliability and availability</a:t>
            </a:r>
          </a:p>
        </p:txBody>
      </p:sp>
      <p:sp>
        <p:nvSpPr>
          <p:cNvPr id="52" name="TextBox 51">
            <a:extLst>
              <a:ext uri="{FF2B5EF4-FFF2-40B4-BE49-F238E27FC236}">
                <a16:creationId xmlns:a16="http://schemas.microsoft.com/office/drawing/2014/main" id="{375C0B56-053A-115F-8F9D-3AFB794DA23A}"/>
              </a:ext>
            </a:extLst>
          </p:cNvPr>
          <p:cNvSpPr txBox="1"/>
          <p:nvPr/>
        </p:nvSpPr>
        <p:spPr bwMode="gray">
          <a:xfrm>
            <a:off x="5276892" y="5489119"/>
            <a:ext cx="3381291"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High-Speed Synchronous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rPr>
              <a:t>High-speed synchronous motors, steam and gas turbine generators and synchronous condensers</a:t>
            </a:r>
          </a:p>
        </p:txBody>
      </p:sp>
      <p:sp>
        <p:nvSpPr>
          <p:cNvPr id="57" name="Isosceles Triangle 56">
            <a:extLst>
              <a:ext uri="{FF2B5EF4-FFF2-40B4-BE49-F238E27FC236}">
                <a16:creationId xmlns:a16="http://schemas.microsoft.com/office/drawing/2014/main" id="{A7922E43-BCCB-611C-39CF-972C3528ECB9}"/>
              </a:ext>
            </a:extLst>
          </p:cNvPr>
          <p:cNvSpPr/>
          <p:nvPr/>
        </p:nvSpPr>
        <p:spPr bwMode="gray">
          <a:xfrm rot="5400000">
            <a:off x="-553230" y="2756195"/>
            <a:ext cx="2255315" cy="174120"/>
          </a:xfrm>
          <a:prstGeom prst="triangle">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59" name="Isosceles Triangle 58">
            <a:extLst>
              <a:ext uri="{FF2B5EF4-FFF2-40B4-BE49-F238E27FC236}">
                <a16:creationId xmlns:a16="http://schemas.microsoft.com/office/drawing/2014/main" id="{C516664B-126E-EB5D-BC0E-1E6CADC21ECB}"/>
              </a:ext>
            </a:extLst>
          </p:cNvPr>
          <p:cNvSpPr/>
          <p:nvPr/>
        </p:nvSpPr>
        <p:spPr bwMode="gray">
          <a:xfrm rot="5400000">
            <a:off x="-566312" y="5066835"/>
            <a:ext cx="2255315" cy="174120"/>
          </a:xfrm>
          <a:prstGeom prst="triangle">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60" name="TextBox 59">
            <a:extLst>
              <a:ext uri="{FF2B5EF4-FFF2-40B4-BE49-F238E27FC236}">
                <a16:creationId xmlns:a16="http://schemas.microsoft.com/office/drawing/2014/main" id="{DDC8E831-95CB-C740-FC80-DF4F347D8B34}"/>
              </a:ext>
            </a:extLst>
          </p:cNvPr>
          <p:cNvSpPr txBox="1"/>
          <p:nvPr/>
        </p:nvSpPr>
        <p:spPr bwMode="gray">
          <a:xfrm>
            <a:off x="8832715" y="5436176"/>
            <a:ext cx="3030673" cy="6001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Slow-Speed Synchronous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Display SemiBold" panose="020D0704020603060204" pitchFamily="34" charset="0"/>
              </a:rPr>
              <a:t>Slow-speed synchronous motors and engine generators</a:t>
            </a:r>
          </a:p>
        </p:txBody>
      </p:sp>
      <p:pic>
        <p:nvPicPr>
          <p:cNvPr id="61" name="Picture 60">
            <a:extLst>
              <a:ext uri="{FF2B5EF4-FFF2-40B4-BE49-F238E27FC236}">
                <a16:creationId xmlns:a16="http://schemas.microsoft.com/office/drawing/2014/main" id="{2D4FF92C-5406-5B1D-BBD9-28302779B0A0}"/>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831616" y="4514021"/>
            <a:ext cx="518561" cy="578953"/>
          </a:xfrm>
          <a:prstGeom prst="rect">
            <a:avLst/>
          </a:prstGeom>
        </p:spPr>
      </p:pic>
      <p:pic>
        <p:nvPicPr>
          <p:cNvPr id="63" name="Picture 62" descr="A large blue machine with many bolts&#10;&#10;Description automatically generated with medium confidence">
            <a:extLst>
              <a:ext uri="{FF2B5EF4-FFF2-40B4-BE49-F238E27FC236}">
                <a16:creationId xmlns:a16="http://schemas.microsoft.com/office/drawing/2014/main" id="{87340BF8-F497-F6B6-3008-77D353F5E749}"/>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093927" y="4362045"/>
            <a:ext cx="747835" cy="747835"/>
          </a:xfrm>
          <a:prstGeom prst="rect">
            <a:avLst/>
          </a:prstGeom>
        </p:spPr>
      </p:pic>
      <p:pic>
        <p:nvPicPr>
          <p:cNvPr id="64" name="Picture 63">
            <a:extLst>
              <a:ext uri="{FF2B5EF4-FFF2-40B4-BE49-F238E27FC236}">
                <a16:creationId xmlns:a16="http://schemas.microsoft.com/office/drawing/2014/main" id="{0AA62208-6AEC-721A-E8A5-0DBAA3C55AE1}"/>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9668760" y="4373460"/>
            <a:ext cx="738854" cy="689869"/>
          </a:xfrm>
          <a:prstGeom prst="rect">
            <a:avLst/>
          </a:prstGeom>
        </p:spPr>
      </p:pic>
    </p:spTree>
    <p:extLst>
      <p:ext uri="{BB962C8B-B14F-4D97-AF65-F5344CB8AC3E}">
        <p14:creationId xmlns:p14="http://schemas.microsoft.com/office/powerpoint/2010/main" val="412210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417A019-228D-AC0B-C96A-D10CD4109BC1}"/>
              </a:ext>
            </a:extLst>
          </p:cNvPr>
          <p:cNvSpPr/>
          <p:nvPr/>
        </p:nvSpPr>
        <p:spPr bwMode="gray">
          <a:xfrm>
            <a:off x="1" y="0"/>
            <a:ext cx="12192000" cy="6857999"/>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6" name="TextBox 5">
            <a:extLst>
              <a:ext uri="{FF2B5EF4-FFF2-40B4-BE49-F238E27FC236}">
                <a16:creationId xmlns:a16="http://schemas.microsoft.com/office/drawing/2014/main" id="{4178757E-B811-FCA5-F147-06C6C63B4B7B}"/>
              </a:ext>
            </a:extLst>
          </p:cNvPr>
          <p:cNvSpPr txBox="1"/>
          <p:nvPr/>
        </p:nvSpPr>
        <p:spPr bwMode="gray">
          <a:xfrm>
            <a:off x="5708295" y="2225018"/>
            <a:ext cx="6671171" cy="5002605"/>
          </a:xfrm>
          <a:prstGeom prst="rect">
            <a:avLst/>
          </a:prstGeom>
          <a:noFill/>
        </p:spPr>
        <p:txBody>
          <a:bodyPr wrap="square" lIns="0" tIns="0" rIns="0" bIns="0" rtlCol="0">
            <a:noAutofit/>
          </a:bodyPr>
          <a:lstStyle/>
          <a:p>
            <a:pPr algn="l">
              <a:spcBef>
                <a:spcPts val="600"/>
              </a:spcBef>
            </a:pPr>
            <a:r>
              <a:rPr lang="en-US" sz="34400" b="1">
                <a:solidFill>
                  <a:schemeClr val="bg1"/>
                </a:solidFill>
              </a:rPr>
              <a:t>02.</a:t>
            </a:r>
          </a:p>
        </p:txBody>
      </p:sp>
      <p:pic>
        <p:nvPicPr>
          <p:cNvPr id="5" name="Graphic 4">
            <a:hlinkClick r:id="rId2" action="ppaction://hlinksldjump"/>
            <a:extLst>
              <a:ext uri="{FF2B5EF4-FFF2-40B4-BE49-F238E27FC236}">
                <a16:creationId xmlns:a16="http://schemas.microsoft.com/office/drawing/2014/main" id="{AC7D42A9-83CA-BD1B-3709-4AFCA63294C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5711458" y="4150581"/>
            <a:ext cx="2286000" cy="2286000"/>
          </a:xfrm>
          <a:prstGeom prst="rect">
            <a:avLst/>
          </a:prstGeom>
        </p:spPr>
      </p:pic>
      <p:sp>
        <p:nvSpPr>
          <p:cNvPr id="3" name="Title 3">
            <a:extLst>
              <a:ext uri="{FF2B5EF4-FFF2-40B4-BE49-F238E27FC236}">
                <a16:creationId xmlns:a16="http://schemas.microsoft.com/office/drawing/2014/main" id="{D9AED64F-727E-46D9-8F1E-E211B54B3365}"/>
              </a:ext>
            </a:extLst>
          </p:cNvPr>
          <p:cNvSpPr txBox="1">
            <a:spLocks/>
          </p:cNvSpPr>
          <p:nvPr/>
        </p:nvSpPr>
        <p:spPr>
          <a:xfrm>
            <a:off x="647125" y="369624"/>
            <a:ext cx="5831496" cy="3780957"/>
          </a:xfrm>
          <a:prstGeom prst="rect">
            <a:avLst/>
          </a:prstGeom>
        </p:spPr>
        <p:txBody>
          <a:bodyPr lIns="91440" tIns="45720" rIns="91440" bIns="45720" anchor="t"/>
          <a:lstStyle>
            <a:lvl1pPr algn="l" defTabSz="914491" rtl="0" eaLnBrk="1" latinLnBrk="0" hangingPunct="1">
              <a:spcBef>
                <a:spcPct val="0"/>
              </a:spcBef>
              <a:buNone/>
              <a:defRPr sz="2400" b="1" kern="1200">
                <a:solidFill>
                  <a:schemeClr val="tx1"/>
                </a:solidFill>
                <a:latin typeface="+mj-lt"/>
                <a:ea typeface="+mj-ea"/>
                <a:cs typeface="+mj-cs"/>
              </a:defRPr>
            </a:lvl1pPr>
          </a:lstStyle>
          <a:p>
            <a:pPr marL="0" marR="0" lvl="0" indent="0" algn="l" defTabSz="914491"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a:ln>
                  <a:noFill/>
                </a:ln>
                <a:solidFill>
                  <a:srgbClr val="FF000F"/>
                </a:solidFill>
                <a:effectLst/>
                <a:uLnTx/>
                <a:uFillTx/>
                <a:latin typeface="ABBvoice"/>
                <a:ea typeface="ABBvoice"/>
                <a:cs typeface="ABBvoice"/>
              </a:rPr>
              <a:t>—</a:t>
            </a:r>
            <a:br>
              <a:rPr kumimoji="0" lang="en-US" sz="5400" b="1" i="0" u="none" strike="noStrike" kern="1200" cap="none" spc="0" normalizeH="0" baseline="0">
                <a:ln>
                  <a:noFill/>
                </a:ln>
                <a:solidFill>
                  <a:srgbClr val="000000"/>
                </a:solidFill>
                <a:effectLst/>
                <a:uLnTx/>
                <a:uFillTx/>
                <a:latin typeface="ABBvoice"/>
                <a:ea typeface="ABBvoice"/>
                <a:cs typeface="ABBvoice"/>
              </a:rPr>
            </a:br>
            <a:r>
              <a:rPr kumimoji="0" lang="en-US" sz="5400" b="1" i="0" u="none" strike="noStrike" kern="1200" cap="none" spc="0" normalizeH="0" baseline="0">
                <a:ln>
                  <a:noFill/>
                </a:ln>
                <a:solidFill>
                  <a:srgbClr val="000000"/>
                </a:solidFill>
                <a:effectLst/>
                <a:uLnTx/>
                <a:uFillTx/>
                <a:latin typeface="ABBvoice"/>
                <a:ea typeface="ABBvoice"/>
                <a:cs typeface="ABBvoice"/>
              </a:rPr>
              <a:t>Our </a:t>
            </a:r>
            <a:r>
              <a:rPr lang="en-US" sz="5400">
                <a:solidFill>
                  <a:srgbClr val="000000"/>
                </a:solidFill>
                <a:latin typeface="ABBvoice"/>
                <a:ea typeface="ABBvoice"/>
                <a:cs typeface="ABBvoice"/>
              </a:rPr>
              <a:t>approach</a:t>
            </a:r>
            <a:endParaRPr kumimoji="0" lang="en-US" sz="5400" b="0" i="0" u="none" strike="noStrike" kern="1200" cap="none" spc="0" normalizeH="0" baseline="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endParaRPr>
          </a:p>
        </p:txBody>
      </p:sp>
    </p:spTree>
    <p:extLst>
      <p:ext uri="{BB962C8B-B14F-4D97-AF65-F5344CB8AC3E}">
        <p14:creationId xmlns:p14="http://schemas.microsoft.com/office/powerpoint/2010/main" val="2345774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D032D8E-2960-3A7E-8746-2DA46FC240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23735" y="3687763"/>
            <a:ext cx="457200" cy="457200"/>
          </a:xfrm>
          <a:prstGeom prst="rect">
            <a:avLst/>
          </a:prstGeom>
        </p:spPr>
      </p:pic>
      <p:sp>
        <p:nvSpPr>
          <p:cNvPr id="4" name="Rectangle 3">
            <a:extLst>
              <a:ext uri="{FF2B5EF4-FFF2-40B4-BE49-F238E27FC236}">
                <a16:creationId xmlns:a16="http://schemas.microsoft.com/office/drawing/2014/main" id="{8C4285E2-B52D-A99B-BB2B-A24518E2ADAA}"/>
              </a:ext>
            </a:extLst>
          </p:cNvPr>
          <p:cNvSpPr/>
          <p:nvPr/>
        </p:nvSpPr>
        <p:spPr bwMode="gray">
          <a:xfrm>
            <a:off x="2235353" y="2370007"/>
            <a:ext cx="3380666" cy="3723742"/>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cxnSp>
        <p:nvCxnSpPr>
          <p:cNvPr id="41" name="Straight Connector 40">
            <a:extLst>
              <a:ext uri="{FF2B5EF4-FFF2-40B4-BE49-F238E27FC236}">
                <a16:creationId xmlns:a16="http://schemas.microsoft.com/office/drawing/2014/main" id="{C68FD911-2091-6BE1-3151-98DADD2C5526}"/>
              </a:ext>
            </a:extLst>
          </p:cNvPr>
          <p:cNvCxnSpPr>
            <a:cxnSpLocks/>
          </p:cNvCxnSpPr>
          <p:nvPr/>
        </p:nvCxnSpPr>
        <p:spPr bwMode="gray">
          <a:xfrm>
            <a:off x="2962935" y="3920235"/>
            <a:ext cx="990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pic>
        <p:nvPicPr>
          <p:cNvPr id="9" name="Picture Placeholder 5">
            <a:extLst>
              <a:ext uri="{FF2B5EF4-FFF2-40B4-BE49-F238E27FC236}">
                <a16:creationId xmlns:a16="http://schemas.microsoft.com/office/drawing/2014/main" id="{D27D955C-217B-7997-C97D-BBE275BF132B}"/>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bwMode="gray">
          <a:xfrm>
            <a:off x="6167438" y="0"/>
            <a:ext cx="6024562" cy="6858000"/>
          </a:xfrm>
          <a:prstGeom prst="rect">
            <a:avLst/>
          </a:prstGeom>
          <a:effectLst/>
        </p:spPr>
      </p:pic>
      <p:sp>
        <p:nvSpPr>
          <p:cNvPr id="5" name="Title 4">
            <a:extLst>
              <a:ext uri="{FF2B5EF4-FFF2-40B4-BE49-F238E27FC236}">
                <a16:creationId xmlns:a16="http://schemas.microsoft.com/office/drawing/2014/main" id="{3AB86763-DF22-4225-6242-BC732D3B6E91}"/>
              </a:ext>
            </a:extLst>
          </p:cNvPr>
          <p:cNvSpPr>
            <a:spLocks noGrp="1"/>
          </p:cNvSpPr>
          <p:nvPr>
            <p:ph type="title"/>
          </p:nvPr>
        </p:nvSpPr>
        <p:spPr/>
        <p:txBody>
          <a:bodyPr/>
          <a:lstStyle/>
          <a:p>
            <a:r>
              <a:rPr lang="en-US"/>
              <a:t>What are Variable Speed Drive Systems?</a:t>
            </a:r>
            <a:br>
              <a:rPr lang="en-US"/>
            </a:br>
            <a:endParaRPr lang="en-US"/>
          </a:p>
        </p:txBody>
      </p:sp>
      <p:sp>
        <p:nvSpPr>
          <p:cNvPr id="10" name="Text Placeholder 3">
            <a:extLst>
              <a:ext uri="{FF2B5EF4-FFF2-40B4-BE49-F238E27FC236}">
                <a16:creationId xmlns:a16="http://schemas.microsoft.com/office/drawing/2014/main" id="{25E36E97-0BEA-2204-2567-A672EBD62683}"/>
              </a:ext>
            </a:extLst>
          </p:cNvPr>
          <p:cNvSpPr txBox="1">
            <a:spLocks/>
          </p:cNvSpPr>
          <p:nvPr/>
        </p:nvSpPr>
        <p:spPr bwMode="gray">
          <a:xfrm>
            <a:off x="6816725" y="4798350"/>
            <a:ext cx="5111750" cy="1295400"/>
          </a:xfrm>
          <a:prstGeom prst="rect">
            <a:avLst/>
          </a:prstGeom>
          <a:noFill/>
        </p:spPr>
        <p:txBody>
          <a:bodyPr vert="horz" lIns="0" tIns="0" rIns="0" bIns="0" rtlCol="0" anchor="ctr"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0" indent="0" algn="l" defTabSz="914400" rtl="0" eaLnBrk="1" latinLnBrk="0" hangingPunct="1">
              <a:defRPr sz="1000" kern="1200">
                <a:solidFill>
                  <a:schemeClr val="accent3"/>
                </a:solidFill>
                <a:latin typeface="+mn-lt"/>
                <a:ea typeface="+mn-ea"/>
                <a:cs typeface="+mn-cs"/>
              </a:defRPr>
            </a:lvl2pPr>
            <a:lvl3pPr marL="0" indent="0" algn="l" defTabSz="914400" rtl="0" eaLnBrk="1" latinLnBrk="0" hangingPunct="1">
              <a:defRPr sz="1000" kern="1200">
                <a:solidFill>
                  <a:schemeClr val="accent3"/>
                </a:solidFill>
                <a:latin typeface="+mn-lt"/>
                <a:ea typeface="+mn-ea"/>
                <a:cs typeface="+mn-cs"/>
              </a:defRPr>
            </a:lvl3pPr>
            <a:lvl4pPr marL="0" indent="0" algn="l" defTabSz="914400" rtl="0" eaLnBrk="1" latinLnBrk="0" hangingPunct="1">
              <a:defRPr sz="1000" kern="1200">
                <a:solidFill>
                  <a:schemeClr val="accent3"/>
                </a:solidFill>
                <a:latin typeface="+mn-lt"/>
                <a:ea typeface="+mn-ea"/>
                <a:cs typeface="+mn-cs"/>
              </a:defRPr>
            </a:lvl4pPr>
            <a:lvl5pPr marL="0" indent="0" algn="l" defTabSz="914400" rtl="0" eaLnBrk="1" latinLnBrk="0" hangingPunct="1">
              <a:defRPr sz="1000" kern="1200">
                <a:solidFill>
                  <a:schemeClr val="accent3"/>
                </a:solidFill>
                <a:latin typeface="+mn-lt"/>
                <a:ea typeface="+mn-ea"/>
                <a:cs typeface="+mn-cs"/>
              </a:defRPr>
            </a:lvl5pPr>
            <a:lvl6pPr marL="0" indent="0" algn="l" defTabSz="914400" rtl="0" eaLnBrk="1" latinLnBrk="0" hangingPunct="1">
              <a:defRPr sz="1000" kern="1200">
                <a:solidFill>
                  <a:schemeClr val="accent3"/>
                </a:solidFill>
                <a:latin typeface="+mn-lt"/>
                <a:ea typeface="+mn-ea"/>
                <a:cs typeface="+mn-cs"/>
              </a:defRPr>
            </a:lvl6pPr>
            <a:lvl7pPr marL="0" indent="0" algn="l" defTabSz="914400" rtl="0" eaLnBrk="1" latinLnBrk="0" hangingPunct="1">
              <a:defRPr sz="1000" kern="1200">
                <a:solidFill>
                  <a:schemeClr val="accent3"/>
                </a:solidFill>
                <a:latin typeface="+mn-lt"/>
                <a:ea typeface="+mn-ea"/>
                <a:cs typeface="+mn-cs"/>
              </a:defRPr>
            </a:lvl7pPr>
            <a:lvl8pPr marL="0" indent="0" algn="l" defTabSz="914400" rtl="0" eaLnBrk="1" latinLnBrk="0" hangingPunct="1">
              <a:defRPr sz="1000" kern="1200">
                <a:solidFill>
                  <a:schemeClr val="accent3"/>
                </a:solidFill>
                <a:latin typeface="+mn-lt"/>
                <a:ea typeface="+mn-ea"/>
                <a:cs typeface="+mn-cs"/>
              </a:defRPr>
            </a:lvl8pPr>
            <a:lvl9pPr marL="0" indent="0" algn="l" defTabSz="914400" rtl="0" eaLnBrk="1" latinLnBrk="0" hangingPunct="1">
              <a:defRPr sz="1000" kern="1200">
                <a:solidFill>
                  <a:schemeClr val="accent3"/>
                </a:solidFill>
                <a:latin typeface="+mn-lt"/>
                <a:ea typeface="+mn-ea"/>
                <a:cs typeface="+mn-cs"/>
              </a:defRPr>
            </a:lvl9pPr>
          </a:lstStyle>
          <a:p>
            <a:r>
              <a:rPr lang="en-US" sz="2000" b="1">
                <a:solidFill>
                  <a:schemeClr val="bg1"/>
                </a:solidFill>
                <a:ea typeface="ABBvoice Light" panose="020D0403020503020204" pitchFamily="34" charset="0"/>
                <a:cs typeface="ABBvoice Light" panose="020D0403020503020204" pitchFamily="34" charset="0"/>
              </a:rPr>
              <a:t>We reduce risks, simplify design and equipment selections by providing complete, high-end and energy-efficient package solutions for our customers</a:t>
            </a:r>
          </a:p>
        </p:txBody>
      </p:sp>
      <p:sp>
        <p:nvSpPr>
          <p:cNvPr id="12" name="TextBox 11">
            <a:extLst>
              <a:ext uri="{FF2B5EF4-FFF2-40B4-BE49-F238E27FC236}">
                <a16:creationId xmlns:a16="http://schemas.microsoft.com/office/drawing/2014/main" id="{377495E8-89F6-BF0D-D6E9-630488D72BC8}"/>
              </a:ext>
            </a:extLst>
          </p:cNvPr>
          <p:cNvSpPr txBox="1"/>
          <p:nvPr/>
        </p:nvSpPr>
        <p:spPr bwMode="gray">
          <a:xfrm>
            <a:off x="3779142" y="2075543"/>
            <a:ext cx="379037" cy="159113"/>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Grid</a:t>
            </a:r>
          </a:p>
        </p:txBody>
      </p:sp>
      <p:pic>
        <p:nvPicPr>
          <p:cNvPr id="14" name="Graphic 13">
            <a:extLst>
              <a:ext uri="{FF2B5EF4-FFF2-40B4-BE49-F238E27FC236}">
                <a16:creationId xmlns:a16="http://schemas.microsoft.com/office/drawing/2014/main" id="{AE407E52-EB69-97D9-E5ED-51CD503962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730" y="5341709"/>
            <a:ext cx="457200" cy="457200"/>
          </a:xfrm>
          <a:prstGeom prst="rect">
            <a:avLst/>
          </a:prstGeom>
        </p:spPr>
      </p:pic>
      <p:cxnSp>
        <p:nvCxnSpPr>
          <p:cNvPr id="15" name="Straight Connector 14">
            <a:extLst>
              <a:ext uri="{FF2B5EF4-FFF2-40B4-BE49-F238E27FC236}">
                <a16:creationId xmlns:a16="http://schemas.microsoft.com/office/drawing/2014/main" id="{B329BC27-260E-0A05-5ED3-709FBB3F5F5B}"/>
              </a:ext>
            </a:extLst>
          </p:cNvPr>
          <p:cNvCxnSpPr>
            <a:cxnSpLocks/>
          </p:cNvCxnSpPr>
          <p:nvPr/>
        </p:nvCxnSpPr>
        <p:spPr bwMode="gray">
          <a:xfrm>
            <a:off x="3727972" y="2279782"/>
            <a:ext cx="481377"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FBFC298-3C6D-4B82-3707-6E6FC1BDA906}"/>
              </a:ext>
            </a:extLst>
          </p:cNvPr>
          <p:cNvCxnSpPr>
            <a:cxnSpLocks/>
          </p:cNvCxnSpPr>
          <p:nvPr/>
        </p:nvCxnSpPr>
        <p:spPr bwMode="gray">
          <a:xfrm>
            <a:off x="2962936" y="4512447"/>
            <a:ext cx="720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C349203-C0B5-77F6-5003-850E518869EC}"/>
              </a:ext>
            </a:extLst>
          </p:cNvPr>
          <p:cNvSpPr txBox="1"/>
          <p:nvPr/>
        </p:nvSpPr>
        <p:spPr bwMode="gray">
          <a:xfrm>
            <a:off x="2274524" y="4750306"/>
            <a:ext cx="729116" cy="338823"/>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ABBvoice"/>
                <a:ea typeface="ABBvoice"/>
                <a:cs typeface="ABBvoice"/>
              </a:rPr>
              <a:t>Cooling</a:t>
            </a:r>
            <a:endParaRPr kumimoji="0" lang="en-US" sz="12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23" name="TextBox 22">
            <a:extLst>
              <a:ext uri="{FF2B5EF4-FFF2-40B4-BE49-F238E27FC236}">
                <a16:creationId xmlns:a16="http://schemas.microsoft.com/office/drawing/2014/main" id="{4352D62E-C382-2C82-C9E7-A053C7B869B8}"/>
              </a:ext>
            </a:extLst>
          </p:cNvPr>
          <p:cNvSpPr txBox="1"/>
          <p:nvPr/>
        </p:nvSpPr>
        <p:spPr bwMode="gray">
          <a:xfrm>
            <a:off x="4267020" y="4432891"/>
            <a:ext cx="473772" cy="159113"/>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Drive</a:t>
            </a:r>
          </a:p>
        </p:txBody>
      </p:sp>
      <p:cxnSp>
        <p:nvCxnSpPr>
          <p:cNvPr id="16" name="Straight Connector 15">
            <a:extLst>
              <a:ext uri="{FF2B5EF4-FFF2-40B4-BE49-F238E27FC236}">
                <a16:creationId xmlns:a16="http://schemas.microsoft.com/office/drawing/2014/main" id="{19448E5A-F6C7-7680-F5BE-3CC6D2A6F27A}"/>
              </a:ext>
            </a:extLst>
          </p:cNvPr>
          <p:cNvCxnSpPr>
            <a:cxnSpLocks/>
          </p:cNvCxnSpPr>
          <p:nvPr/>
        </p:nvCxnSpPr>
        <p:spPr bwMode="gray">
          <a:xfrm flipV="1">
            <a:off x="3955786" y="2927081"/>
            <a:ext cx="0" cy="35164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E134A26-10EE-375C-D2B4-5165D7AAD218}"/>
              </a:ext>
            </a:extLst>
          </p:cNvPr>
          <p:cNvCxnSpPr>
            <a:cxnSpLocks/>
          </p:cNvCxnSpPr>
          <p:nvPr/>
        </p:nvCxnSpPr>
        <p:spPr bwMode="gray">
          <a:xfrm flipV="1">
            <a:off x="3955786" y="3767596"/>
            <a:ext cx="0" cy="474204"/>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98853BD-A19D-A513-A466-AD3364CE991D}"/>
              </a:ext>
            </a:extLst>
          </p:cNvPr>
          <p:cNvCxnSpPr>
            <a:cxnSpLocks/>
          </p:cNvCxnSpPr>
          <p:nvPr/>
        </p:nvCxnSpPr>
        <p:spPr bwMode="gray">
          <a:xfrm flipV="1">
            <a:off x="3955786" y="4769455"/>
            <a:ext cx="0" cy="551607"/>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76C37F1-48B7-9BDE-D8A6-4E657D884C5B}"/>
              </a:ext>
            </a:extLst>
          </p:cNvPr>
          <p:cNvSpPr txBox="1"/>
          <p:nvPr/>
        </p:nvSpPr>
        <p:spPr bwMode="gray">
          <a:xfrm>
            <a:off x="4810700" y="4141815"/>
            <a:ext cx="639178" cy="159113"/>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E-House</a:t>
            </a:r>
          </a:p>
        </p:txBody>
      </p:sp>
      <p:sp>
        <p:nvSpPr>
          <p:cNvPr id="25" name="TextBox 24">
            <a:extLst>
              <a:ext uri="{FF2B5EF4-FFF2-40B4-BE49-F238E27FC236}">
                <a16:creationId xmlns:a16="http://schemas.microsoft.com/office/drawing/2014/main" id="{37E1B456-A53F-3FBE-0977-E6DC9DF0F00E}"/>
              </a:ext>
            </a:extLst>
          </p:cNvPr>
          <p:cNvSpPr txBox="1"/>
          <p:nvPr/>
        </p:nvSpPr>
        <p:spPr bwMode="gray">
          <a:xfrm>
            <a:off x="4893309" y="5241505"/>
            <a:ext cx="541785" cy="159113"/>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Control</a:t>
            </a:r>
          </a:p>
        </p:txBody>
      </p:sp>
      <p:sp>
        <p:nvSpPr>
          <p:cNvPr id="22" name="TextBox 21">
            <a:extLst>
              <a:ext uri="{FF2B5EF4-FFF2-40B4-BE49-F238E27FC236}">
                <a16:creationId xmlns:a16="http://schemas.microsoft.com/office/drawing/2014/main" id="{F3620E92-A7E2-D6EE-4616-FD70DE89E7E3}"/>
              </a:ext>
            </a:extLst>
          </p:cNvPr>
          <p:cNvSpPr txBox="1"/>
          <p:nvPr/>
        </p:nvSpPr>
        <p:spPr bwMode="gray">
          <a:xfrm>
            <a:off x="3345457" y="5801762"/>
            <a:ext cx="1220659" cy="159113"/>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Electrical </a:t>
            </a:r>
            <a:r>
              <a:rPr lang="en-US" sz="1200">
                <a:solidFill>
                  <a:srgbClr val="000000"/>
                </a:solidFill>
                <a:latin typeface="ABBvoice"/>
                <a:ea typeface="ABBvoice"/>
                <a:cs typeface="ABBvoice"/>
              </a:rPr>
              <a:t>M</a:t>
            </a:r>
            <a:r>
              <a:rPr kumimoji="0" lang="en-US" sz="1200" b="0" i="0" u="none" strike="noStrike" kern="1200" cap="none" spc="0" normalizeH="0" baseline="0" noProof="0" err="1">
                <a:ln>
                  <a:noFill/>
                </a:ln>
                <a:solidFill>
                  <a:srgbClr val="000000"/>
                </a:solidFill>
                <a:effectLst/>
                <a:uLnTx/>
                <a:uFillTx/>
                <a:latin typeface="ABBvoice"/>
                <a:ea typeface="ABBvoice"/>
                <a:cs typeface="ABBvoice"/>
              </a:rPr>
              <a:t>otor</a:t>
            </a:r>
            <a:endParaRPr kumimoji="0" lang="en-US" sz="12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26" name="TextBox 25">
            <a:extLst>
              <a:ext uri="{FF2B5EF4-FFF2-40B4-BE49-F238E27FC236}">
                <a16:creationId xmlns:a16="http://schemas.microsoft.com/office/drawing/2014/main" id="{495562C4-0942-17E2-8DE6-720B40F16A8A}"/>
              </a:ext>
            </a:extLst>
          </p:cNvPr>
          <p:cNvSpPr txBox="1"/>
          <p:nvPr/>
        </p:nvSpPr>
        <p:spPr bwMode="gray">
          <a:xfrm>
            <a:off x="4253668" y="2613269"/>
            <a:ext cx="947835" cy="159113"/>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Switchgear</a:t>
            </a:r>
          </a:p>
        </p:txBody>
      </p:sp>
      <p:sp>
        <p:nvSpPr>
          <p:cNvPr id="27" name="TextBox 26">
            <a:extLst>
              <a:ext uri="{FF2B5EF4-FFF2-40B4-BE49-F238E27FC236}">
                <a16:creationId xmlns:a16="http://schemas.microsoft.com/office/drawing/2014/main" id="{79C67D3D-B835-0C48-F017-CBFDC71B0B2F}"/>
              </a:ext>
            </a:extLst>
          </p:cNvPr>
          <p:cNvSpPr txBox="1"/>
          <p:nvPr/>
        </p:nvSpPr>
        <p:spPr bwMode="gray">
          <a:xfrm>
            <a:off x="4253668" y="3433419"/>
            <a:ext cx="1050086" cy="159113"/>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Transformer</a:t>
            </a:r>
          </a:p>
        </p:txBody>
      </p:sp>
      <p:sp>
        <p:nvSpPr>
          <p:cNvPr id="29" name="TextBox 28">
            <a:extLst>
              <a:ext uri="{FF2B5EF4-FFF2-40B4-BE49-F238E27FC236}">
                <a16:creationId xmlns:a16="http://schemas.microsoft.com/office/drawing/2014/main" id="{FD0897D6-7D65-70A9-C7D3-9C0733456B60}"/>
              </a:ext>
            </a:extLst>
          </p:cNvPr>
          <p:cNvSpPr txBox="1"/>
          <p:nvPr/>
        </p:nvSpPr>
        <p:spPr bwMode="gray">
          <a:xfrm>
            <a:off x="359643" y="5801762"/>
            <a:ext cx="754442" cy="159113"/>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Process</a:t>
            </a:r>
          </a:p>
        </p:txBody>
      </p:sp>
      <p:cxnSp>
        <p:nvCxnSpPr>
          <p:cNvPr id="30" name="Straight Connector 29">
            <a:extLst>
              <a:ext uri="{FF2B5EF4-FFF2-40B4-BE49-F238E27FC236}">
                <a16:creationId xmlns:a16="http://schemas.microsoft.com/office/drawing/2014/main" id="{051BE4E4-4C47-F45A-0FDA-93DEC4BE3F48}"/>
              </a:ext>
            </a:extLst>
          </p:cNvPr>
          <p:cNvCxnSpPr>
            <a:cxnSpLocks/>
          </p:cNvCxnSpPr>
          <p:nvPr/>
        </p:nvCxnSpPr>
        <p:spPr bwMode="gray">
          <a:xfrm>
            <a:off x="2105247" y="5578071"/>
            <a:ext cx="1499190"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CB9E839-88E3-BFDD-DDA1-884ECADC8C39}"/>
              </a:ext>
            </a:extLst>
          </p:cNvPr>
          <p:cNvCxnSpPr>
            <a:cxnSpLocks/>
          </p:cNvCxnSpPr>
          <p:nvPr/>
        </p:nvCxnSpPr>
        <p:spPr bwMode="gray">
          <a:xfrm>
            <a:off x="1003069" y="5578071"/>
            <a:ext cx="1232284"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CC56C10E-45D5-4914-A7C9-C8E8E8E0F00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01689" y="3689573"/>
            <a:ext cx="457200" cy="457200"/>
          </a:xfrm>
          <a:prstGeom prst="rect">
            <a:avLst/>
          </a:prstGeom>
        </p:spPr>
      </p:pic>
      <p:pic>
        <p:nvPicPr>
          <p:cNvPr id="36" name="Graphic 35">
            <a:extLst>
              <a:ext uri="{FF2B5EF4-FFF2-40B4-BE49-F238E27FC236}">
                <a16:creationId xmlns:a16="http://schemas.microsoft.com/office/drawing/2014/main" id="{19F56957-C352-E9B8-C8A1-D997F81202F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410482" y="4276085"/>
            <a:ext cx="457200" cy="457200"/>
          </a:xfrm>
          <a:prstGeom prst="rect">
            <a:avLst/>
          </a:prstGeom>
        </p:spPr>
      </p:pic>
      <p:pic>
        <p:nvPicPr>
          <p:cNvPr id="32" name="Graphic 31">
            <a:extLst>
              <a:ext uri="{FF2B5EF4-FFF2-40B4-BE49-F238E27FC236}">
                <a16:creationId xmlns:a16="http://schemas.microsoft.com/office/drawing/2014/main" id="{48EA4DC8-C816-C0B8-4628-83D80DF7048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727186" y="2456464"/>
            <a:ext cx="457200" cy="457200"/>
          </a:xfrm>
          <a:prstGeom prst="rect">
            <a:avLst/>
          </a:prstGeom>
        </p:spPr>
      </p:pic>
      <p:pic>
        <p:nvPicPr>
          <p:cNvPr id="33" name="Graphic 32">
            <a:extLst>
              <a:ext uri="{FF2B5EF4-FFF2-40B4-BE49-F238E27FC236}">
                <a16:creationId xmlns:a16="http://schemas.microsoft.com/office/drawing/2014/main" id="{F8856EF2-39A5-0A3E-4D43-49967FA93F0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727186" y="3276614"/>
            <a:ext cx="457200" cy="457200"/>
          </a:xfrm>
          <a:prstGeom prst="rect">
            <a:avLst/>
          </a:prstGeom>
        </p:spPr>
      </p:pic>
      <p:pic>
        <p:nvPicPr>
          <p:cNvPr id="37" name="Graphic 36">
            <a:extLst>
              <a:ext uri="{FF2B5EF4-FFF2-40B4-BE49-F238E27FC236}">
                <a16:creationId xmlns:a16="http://schemas.microsoft.com/office/drawing/2014/main" id="{1F75E110-A127-8B11-9DE9-E57A36D7AE6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901689" y="4872896"/>
            <a:ext cx="457200" cy="457200"/>
          </a:xfrm>
          <a:prstGeom prst="rect">
            <a:avLst/>
          </a:prstGeom>
        </p:spPr>
      </p:pic>
      <p:sp>
        <p:nvSpPr>
          <p:cNvPr id="42" name="Freeform: Shape 41">
            <a:extLst>
              <a:ext uri="{FF2B5EF4-FFF2-40B4-BE49-F238E27FC236}">
                <a16:creationId xmlns:a16="http://schemas.microsoft.com/office/drawing/2014/main" id="{A0B37CE9-21BF-D2C0-97F7-5DB0ACC4C3FF}"/>
              </a:ext>
            </a:extLst>
          </p:cNvPr>
          <p:cNvSpPr/>
          <p:nvPr/>
        </p:nvSpPr>
        <p:spPr bwMode="gray">
          <a:xfrm flipV="1">
            <a:off x="4095040" y="3920234"/>
            <a:ext cx="730448" cy="321564"/>
          </a:xfrm>
          <a:custGeom>
            <a:avLst/>
            <a:gdLst>
              <a:gd name="connsiteX0" fmla="*/ 0 w 471488"/>
              <a:gd name="connsiteY0" fmla="*/ 0 h 338138"/>
              <a:gd name="connsiteX1" fmla="*/ 0 w 471488"/>
              <a:gd name="connsiteY1" fmla="*/ 338138 h 338138"/>
              <a:gd name="connsiteX2" fmla="*/ 471488 w 471488"/>
              <a:gd name="connsiteY2" fmla="*/ 338138 h 338138"/>
            </a:gdLst>
            <a:ahLst/>
            <a:cxnLst>
              <a:cxn ang="0">
                <a:pos x="connsiteX0" y="connsiteY0"/>
              </a:cxn>
              <a:cxn ang="0">
                <a:pos x="connsiteX1" y="connsiteY1"/>
              </a:cxn>
              <a:cxn ang="0">
                <a:pos x="connsiteX2" y="connsiteY2"/>
              </a:cxn>
            </a:cxnLst>
            <a:rect l="l" t="t" r="r" b="b"/>
            <a:pathLst>
              <a:path w="471488" h="338138">
                <a:moveTo>
                  <a:pt x="0" y="0"/>
                </a:moveTo>
                <a:lnTo>
                  <a:pt x="0" y="338138"/>
                </a:lnTo>
                <a:lnTo>
                  <a:pt x="471488" y="338138"/>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BBvoice"/>
              <a:ea typeface="ABBvoice"/>
              <a:cs typeface="ABBvoice"/>
            </a:endParaRPr>
          </a:p>
        </p:txBody>
      </p:sp>
      <p:pic>
        <p:nvPicPr>
          <p:cNvPr id="38" name="Graphic 37">
            <a:extLst>
              <a:ext uri="{FF2B5EF4-FFF2-40B4-BE49-F238E27FC236}">
                <a16:creationId xmlns:a16="http://schemas.microsoft.com/office/drawing/2014/main" id="{3F6ABCDF-A0F1-733D-4C0A-1451BB7734A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727186" y="5341709"/>
            <a:ext cx="457200" cy="457200"/>
          </a:xfrm>
          <a:prstGeom prst="rect">
            <a:avLst/>
          </a:prstGeom>
        </p:spPr>
      </p:pic>
      <p:sp>
        <p:nvSpPr>
          <p:cNvPr id="43" name="Freeform: Shape 42">
            <a:extLst>
              <a:ext uri="{FF2B5EF4-FFF2-40B4-BE49-F238E27FC236}">
                <a16:creationId xmlns:a16="http://schemas.microsoft.com/office/drawing/2014/main" id="{C3176BDA-F2B5-67E6-ED21-A1A02DC5A592}"/>
              </a:ext>
            </a:extLst>
          </p:cNvPr>
          <p:cNvSpPr/>
          <p:nvPr/>
        </p:nvSpPr>
        <p:spPr bwMode="gray">
          <a:xfrm>
            <a:off x="4095039" y="4773999"/>
            <a:ext cx="730445" cy="334179"/>
          </a:xfrm>
          <a:custGeom>
            <a:avLst/>
            <a:gdLst>
              <a:gd name="connsiteX0" fmla="*/ 0 w 471488"/>
              <a:gd name="connsiteY0" fmla="*/ 0 h 338138"/>
              <a:gd name="connsiteX1" fmla="*/ 0 w 471488"/>
              <a:gd name="connsiteY1" fmla="*/ 338138 h 338138"/>
              <a:gd name="connsiteX2" fmla="*/ 471488 w 471488"/>
              <a:gd name="connsiteY2" fmla="*/ 338138 h 338138"/>
            </a:gdLst>
            <a:ahLst/>
            <a:cxnLst>
              <a:cxn ang="0">
                <a:pos x="connsiteX0" y="connsiteY0"/>
              </a:cxn>
              <a:cxn ang="0">
                <a:pos x="connsiteX1" y="connsiteY1"/>
              </a:cxn>
              <a:cxn ang="0">
                <a:pos x="connsiteX2" y="connsiteY2"/>
              </a:cxn>
            </a:cxnLst>
            <a:rect l="l" t="t" r="r" b="b"/>
            <a:pathLst>
              <a:path w="471488" h="338138">
                <a:moveTo>
                  <a:pt x="0" y="0"/>
                </a:moveTo>
                <a:lnTo>
                  <a:pt x="0" y="338138"/>
                </a:lnTo>
                <a:lnTo>
                  <a:pt x="471488" y="338138"/>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BBvoice"/>
              <a:ea typeface="ABBvoice"/>
              <a:cs typeface="ABBvoice"/>
            </a:endParaRPr>
          </a:p>
        </p:txBody>
      </p:sp>
      <p:pic>
        <p:nvPicPr>
          <p:cNvPr id="40" name="Graphic 39">
            <a:extLst>
              <a:ext uri="{FF2B5EF4-FFF2-40B4-BE49-F238E27FC236}">
                <a16:creationId xmlns:a16="http://schemas.microsoft.com/office/drawing/2014/main" id="{A91A2FD1-7493-0BF4-7306-F029CA69F610}"/>
              </a:ext>
            </a:extLst>
          </p:cNvPr>
          <p:cNvPicPr>
            <a:picLocks noChangeAspect="1"/>
          </p:cNvPicPr>
          <p:nvPr/>
        </p:nvPicPr>
        <p:blipFill>
          <a:blip r:embed="rId19">
            <a:extLst>
              <a:ext uri="{96DAC541-7B7A-43D3-8B79-37D633B846F1}">
                <asvg:svgBlip xmlns:asvg="http://schemas.microsoft.com/office/drawing/2016/SVG/main" r:embed="rId20"/>
              </a:ext>
            </a:extLst>
          </a:blip>
          <a:srcRect/>
          <a:stretch/>
        </p:blipFill>
        <p:spPr>
          <a:xfrm>
            <a:off x="3727186" y="4276085"/>
            <a:ext cx="457200" cy="457200"/>
          </a:xfrm>
          <a:prstGeom prst="rect">
            <a:avLst/>
          </a:prstGeom>
        </p:spPr>
      </p:pic>
      <p:sp>
        <p:nvSpPr>
          <p:cNvPr id="2" name="TextBox 1">
            <a:extLst>
              <a:ext uri="{FF2B5EF4-FFF2-40B4-BE49-F238E27FC236}">
                <a16:creationId xmlns:a16="http://schemas.microsoft.com/office/drawing/2014/main" id="{7B4BB20C-2ECD-ED77-B89A-E571EC95A523}"/>
              </a:ext>
            </a:extLst>
          </p:cNvPr>
          <p:cNvSpPr txBox="1"/>
          <p:nvPr/>
        </p:nvSpPr>
        <p:spPr bwMode="gray">
          <a:xfrm>
            <a:off x="2274523" y="3335706"/>
            <a:ext cx="729118" cy="279057"/>
          </a:xfrm>
          <a:prstGeom prst="rect">
            <a:avLst/>
          </a:prstGeom>
          <a:noFill/>
        </p:spPr>
        <p:txBody>
          <a:bodyPr wrap="square" lIns="0" tIns="0" rIns="0" bIns="0" rtlCol="0" anchor="b">
            <a:noAutofit/>
          </a:bodyPr>
          <a:lstStyle/>
          <a:p>
            <a:pPr algn="ctr">
              <a:spcBef>
                <a:spcPts val="600"/>
              </a:spcBef>
            </a:pPr>
            <a:r>
              <a:rPr lang="en-US" sz="1200"/>
              <a:t>Power Cables</a:t>
            </a:r>
          </a:p>
        </p:txBody>
      </p:sp>
      <p:cxnSp>
        <p:nvCxnSpPr>
          <p:cNvPr id="7" name="Straight Connector 6">
            <a:extLst>
              <a:ext uri="{FF2B5EF4-FFF2-40B4-BE49-F238E27FC236}">
                <a16:creationId xmlns:a16="http://schemas.microsoft.com/office/drawing/2014/main" id="{093AD19E-0630-6459-8DB1-B449A332C684}"/>
              </a:ext>
            </a:extLst>
          </p:cNvPr>
          <p:cNvCxnSpPr>
            <a:cxnSpLocks/>
          </p:cNvCxnSpPr>
          <p:nvPr/>
        </p:nvCxnSpPr>
        <p:spPr bwMode="gray">
          <a:xfrm flipV="1">
            <a:off x="3968660" y="2279782"/>
            <a:ext cx="0" cy="176682"/>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3576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EF40C8C-84D0-5A13-3149-260B1538E7B9}"/>
              </a:ext>
            </a:extLst>
          </p:cNvPr>
          <p:cNvSpPr txBox="1">
            <a:spLocks/>
          </p:cNvSpPr>
          <p:nvPr/>
        </p:nvSpPr>
        <p:spPr>
          <a:xfrm>
            <a:off x="407987" y="2467486"/>
            <a:ext cx="6408737" cy="2945340"/>
          </a:xfrm>
          <a:prstGeom prst="rect">
            <a:avLst/>
          </a:prstGeom>
        </p:spPr>
        <p:txBody>
          <a:bodyPr lIns="0" tIns="0" rIns="0" bIns="0"/>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179388" marR="0" lvl="2" indent="-179388" algn="l" defTabSz="914491"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2" name="Text Placeholder 2">
            <a:extLst>
              <a:ext uri="{FF2B5EF4-FFF2-40B4-BE49-F238E27FC236}">
                <a16:creationId xmlns:a16="http://schemas.microsoft.com/office/drawing/2014/main" id="{C1CEB218-3346-9EE0-1AB6-DA38A9C34C6D}"/>
              </a:ext>
            </a:extLst>
          </p:cNvPr>
          <p:cNvSpPr txBox="1">
            <a:spLocks/>
          </p:cNvSpPr>
          <p:nvPr/>
        </p:nvSpPr>
        <p:spPr>
          <a:xfrm>
            <a:off x="407986" y="3800476"/>
            <a:ext cx="1639890" cy="1859200"/>
          </a:xfrm>
          <a:prstGeom prst="rect">
            <a:avLst/>
          </a:prstGeom>
        </p:spPr>
        <p:txBody>
          <a:bodyPr lIns="0" tIns="0" rIns="0" bIns="0"/>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0000"/>
                </a:solidFill>
                <a:effectLst/>
                <a:uLnTx/>
                <a:uFillTx/>
                <a:latin typeface="ABBvoice"/>
                <a:ea typeface="ABBvoice"/>
                <a:cs typeface="ABBvoice"/>
              </a:rPr>
              <a:t>Full ABB responsibility</a:t>
            </a:r>
          </a:p>
        </p:txBody>
      </p:sp>
      <p:sp>
        <p:nvSpPr>
          <p:cNvPr id="4" name="Text Placeholder 3">
            <a:extLst>
              <a:ext uri="{FF2B5EF4-FFF2-40B4-BE49-F238E27FC236}">
                <a16:creationId xmlns:a16="http://schemas.microsoft.com/office/drawing/2014/main" id="{1D03DF48-811D-0BC2-19FD-FE39506E8296}"/>
              </a:ext>
            </a:extLst>
          </p:cNvPr>
          <p:cNvSpPr txBox="1">
            <a:spLocks/>
          </p:cNvSpPr>
          <p:nvPr/>
        </p:nvSpPr>
        <p:spPr>
          <a:xfrm>
            <a:off x="2747365" y="3800476"/>
            <a:ext cx="1639890" cy="1859200"/>
          </a:xfrm>
          <a:prstGeom prst="rect">
            <a:avLst/>
          </a:prstGeom>
        </p:spPr>
        <p:txBody>
          <a:bodyPr lIns="0" tIns="0" rIns="0" bIns="0"/>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0000"/>
                </a:solidFill>
                <a:effectLst/>
                <a:uLnTx/>
                <a:uFillTx/>
                <a:latin typeface="ABBvoice"/>
                <a:ea typeface="ABBvoice"/>
                <a:cs typeface="ABBvoice"/>
              </a:rPr>
              <a:t>Sustainability and efficiency</a:t>
            </a:r>
          </a:p>
        </p:txBody>
      </p:sp>
      <p:sp>
        <p:nvSpPr>
          <p:cNvPr id="8" name="Text Placeholder 4">
            <a:extLst>
              <a:ext uri="{FF2B5EF4-FFF2-40B4-BE49-F238E27FC236}">
                <a16:creationId xmlns:a16="http://schemas.microsoft.com/office/drawing/2014/main" id="{20AB4C2F-A760-FEC9-4B78-A956A09CE8E5}"/>
              </a:ext>
            </a:extLst>
          </p:cNvPr>
          <p:cNvSpPr txBox="1">
            <a:spLocks/>
          </p:cNvSpPr>
          <p:nvPr/>
        </p:nvSpPr>
        <p:spPr>
          <a:xfrm>
            <a:off x="5031577" y="3800476"/>
            <a:ext cx="1639890" cy="1859200"/>
          </a:xfrm>
          <a:prstGeom prst="rect">
            <a:avLst/>
          </a:prstGeom>
        </p:spPr>
        <p:txBody>
          <a:bodyPr lIns="0" tIns="0" rIns="0" bIns="0"/>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0000"/>
                </a:solidFill>
                <a:effectLst/>
                <a:uLnTx/>
                <a:uFillTx/>
                <a:latin typeface="ABBvoice"/>
                <a:ea typeface="ABBvoice"/>
                <a:cs typeface="ABBvoice"/>
              </a:rPr>
              <a:t>Project simplification</a:t>
            </a:r>
          </a:p>
        </p:txBody>
      </p:sp>
      <p:sp>
        <p:nvSpPr>
          <p:cNvPr id="9" name="Text Placeholder 5">
            <a:extLst>
              <a:ext uri="{FF2B5EF4-FFF2-40B4-BE49-F238E27FC236}">
                <a16:creationId xmlns:a16="http://schemas.microsoft.com/office/drawing/2014/main" id="{8F42C3C1-16A5-EE9C-2BD8-6E358D4CE00A}"/>
              </a:ext>
            </a:extLst>
          </p:cNvPr>
          <p:cNvSpPr txBox="1">
            <a:spLocks/>
          </p:cNvSpPr>
          <p:nvPr/>
        </p:nvSpPr>
        <p:spPr>
          <a:xfrm>
            <a:off x="7360440" y="3800476"/>
            <a:ext cx="1639890" cy="1859200"/>
          </a:xfrm>
          <a:prstGeom prst="rect">
            <a:avLst/>
          </a:prstGeom>
        </p:spPr>
        <p:txBody>
          <a:bodyPr lIns="0" tIns="0" rIns="0" bIns="0"/>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0000"/>
                </a:solidFill>
                <a:effectLst/>
                <a:uLnTx/>
                <a:uFillTx/>
                <a:latin typeface="ABBvoice"/>
                <a:ea typeface="ABBvoice"/>
                <a:cs typeface="ABBvoice"/>
              </a:rPr>
              <a:t>Domain expertise and know-how</a:t>
            </a:r>
          </a:p>
        </p:txBody>
      </p:sp>
      <p:sp>
        <p:nvSpPr>
          <p:cNvPr id="10" name="Text Placeholder 6">
            <a:extLst>
              <a:ext uri="{FF2B5EF4-FFF2-40B4-BE49-F238E27FC236}">
                <a16:creationId xmlns:a16="http://schemas.microsoft.com/office/drawing/2014/main" id="{6A745E11-81CC-74C9-BDAE-F6656E36A22D}"/>
              </a:ext>
            </a:extLst>
          </p:cNvPr>
          <p:cNvSpPr txBox="1">
            <a:spLocks/>
          </p:cNvSpPr>
          <p:nvPr/>
        </p:nvSpPr>
        <p:spPr>
          <a:xfrm>
            <a:off x="9689304" y="3800476"/>
            <a:ext cx="1639890" cy="1859200"/>
          </a:xfrm>
          <a:prstGeom prst="rect">
            <a:avLst/>
          </a:prstGeom>
        </p:spPr>
        <p:txBody>
          <a:bodyPr lIns="0" tIns="0" rIns="0" bIns="0"/>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0000"/>
                </a:solidFill>
                <a:effectLst/>
                <a:uLnTx/>
                <a:uFillTx/>
                <a:latin typeface="ABBvoice"/>
                <a:ea typeface="ABBvoice"/>
                <a:cs typeface="ABBvoice"/>
              </a:rPr>
              <a:t>Profitability boost</a:t>
            </a:r>
          </a:p>
        </p:txBody>
      </p:sp>
      <p:sp>
        <p:nvSpPr>
          <p:cNvPr id="11" name="Text Placeholder 2">
            <a:extLst>
              <a:ext uri="{FF2B5EF4-FFF2-40B4-BE49-F238E27FC236}">
                <a16:creationId xmlns:a16="http://schemas.microsoft.com/office/drawing/2014/main" id="{4782A692-09C1-DD40-6EC6-07F54A90AB68}"/>
              </a:ext>
            </a:extLst>
          </p:cNvPr>
          <p:cNvSpPr txBox="1">
            <a:spLocks/>
          </p:cNvSpPr>
          <p:nvPr/>
        </p:nvSpPr>
        <p:spPr bwMode="gray">
          <a:xfrm>
            <a:off x="407986" y="4320382"/>
            <a:ext cx="2090545" cy="1574006"/>
          </a:xfrm>
          <a:prstGeom prst="rect">
            <a:avLst/>
          </a:prstGeom>
        </p:spPr>
        <p:txBody>
          <a:bodyPr vert="horz" lIns="0" tIns="0" rIns="0" bIns="0" rtlCol="0">
            <a:noAutofit/>
          </a:bodyPr>
          <a:lstStyle>
            <a:lvl1pPr marL="0" indent="0" algn="l" defTabSz="914491" rtl="0" eaLnBrk="1" latinLnBrk="0" hangingPunct="1">
              <a:spcBef>
                <a:spcPts val="600"/>
              </a:spcBef>
              <a:buFont typeface="Arial" panose="020B0604020202020204" pitchFamily="34" charset="0"/>
              <a:buNone/>
              <a:defRPr sz="12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2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Choose a supplier who will give you peace of mind. Let us take full responsibility for your Variable Speed Drive Systems.</a:t>
            </a:r>
            <a:endParaRPr kumimoji="0" lang="it-IT" sz="12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12" name="Text Placeholder 3">
            <a:extLst>
              <a:ext uri="{FF2B5EF4-FFF2-40B4-BE49-F238E27FC236}">
                <a16:creationId xmlns:a16="http://schemas.microsoft.com/office/drawing/2014/main" id="{33FAEB4C-2617-0391-5D85-B92CC485D0B5}"/>
              </a:ext>
            </a:extLst>
          </p:cNvPr>
          <p:cNvSpPr txBox="1">
            <a:spLocks/>
          </p:cNvSpPr>
          <p:nvPr/>
        </p:nvSpPr>
        <p:spPr bwMode="gray">
          <a:xfrm>
            <a:off x="2747365" y="4320382"/>
            <a:ext cx="2015734" cy="1574006"/>
          </a:xfrm>
          <a:prstGeom prst="rect">
            <a:avLst/>
          </a:prstGeom>
        </p:spPr>
        <p:txBody>
          <a:bodyPr vert="horz" lIns="0" tIns="0" rIns="0" bIns="0" rtlCol="0">
            <a:noAutofit/>
          </a:bodyPr>
          <a:lstStyle>
            <a:lvl1pPr marL="0" indent="0" algn="l" defTabSz="914491" rtl="0" eaLnBrk="1" latinLnBrk="0" hangingPunct="1">
              <a:spcBef>
                <a:spcPts val="600"/>
              </a:spcBef>
              <a:buFont typeface="Arial" panose="020B0604020202020204" pitchFamily="34" charset="0"/>
              <a:buNone/>
              <a:defRPr sz="12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2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Build and operate your plant in the most efficient way. Our solutions will help you to reach your energy efficiency, emissions, and OPEX targets.</a:t>
            </a:r>
            <a:endParaRPr kumimoji="0" lang="it-IT" sz="12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13" name="Text Placeholder 4">
            <a:extLst>
              <a:ext uri="{FF2B5EF4-FFF2-40B4-BE49-F238E27FC236}">
                <a16:creationId xmlns:a16="http://schemas.microsoft.com/office/drawing/2014/main" id="{CCD4ABAB-8B46-8ECD-5BBA-A30F98F1095E}"/>
              </a:ext>
            </a:extLst>
          </p:cNvPr>
          <p:cNvSpPr txBox="1">
            <a:spLocks/>
          </p:cNvSpPr>
          <p:nvPr/>
        </p:nvSpPr>
        <p:spPr bwMode="gray">
          <a:xfrm>
            <a:off x="5031577" y="4320382"/>
            <a:ext cx="2090545" cy="1574006"/>
          </a:xfrm>
          <a:prstGeom prst="rect">
            <a:avLst/>
          </a:prstGeom>
        </p:spPr>
        <p:txBody>
          <a:bodyPr vert="horz" lIns="0" tIns="0" rIns="0" bIns="0" rtlCol="0">
            <a:noAutofit/>
          </a:bodyPr>
          <a:lstStyle>
            <a:lvl1pPr marL="0" indent="0" algn="l" defTabSz="914491" rtl="0" eaLnBrk="1" latinLnBrk="0" hangingPunct="1">
              <a:spcBef>
                <a:spcPts val="600"/>
              </a:spcBef>
              <a:buFont typeface="Arial" panose="020B0604020202020204" pitchFamily="34" charset="0"/>
              <a:buNone/>
              <a:defRPr sz="12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2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Simplify the project and buying processes. The easiest, most flexible and efficient way to execute Variable Speed Drive Systems.</a:t>
            </a:r>
            <a:endParaRPr kumimoji="0" lang="it-IT" sz="12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14" name="Text Placeholder 5">
            <a:extLst>
              <a:ext uri="{FF2B5EF4-FFF2-40B4-BE49-F238E27FC236}">
                <a16:creationId xmlns:a16="http://schemas.microsoft.com/office/drawing/2014/main" id="{D4BEF1AD-6483-9F01-1E9D-FDCB6058079B}"/>
              </a:ext>
            </a:extLst>
          </p:cNvPr>
          <p:cNvSpPr txBox="1">
            <a:spLocks/>
          </p:cNvSpPr>
          <p:nvPr/>
        </p:nvSpPr>
        <p:spPr bwMode="gray">
          <a:xfrm>
            <a:off x="7360440" y="4320382"/>
            <a:ext cx="2090545" cy="1574006"/>
          </a:xfrm>
          <a:prstGeom prst="rect">
            <a:avLst/>
          </a:prstGeom>
        </p:spPr>
        <p:txBody>
          <a:bodyPr vert="horz" lIns="0" tIns="0" rIns="0" bIns="0" rtlCol="0">
            <a:noAutofit/>
          </a:bodyPr>
          <a:lstStyle>
            <a:lvl1pPr marL="0" indent="0" algn="l" defTabSz="914491" rtl="0" eaLnBrk="1" latinLnBrk="0" hangingPunct="1">
              <a:spcBef>
                <a:spcPts val="600"/>
              </a:spcBef>
              <a:buFont typeface="Arial" panose="020B0604020202020204" pitchFamily="34" charset="0"/>
              <a:buNone/>
              <a:defRPr sz="12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2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Benefit from our domain expertise and know–how. </a:t>
            </a:r>
            <a:br>
              <a:rPr kumimoji="0" lang="en-US" sz="1200" b="0" i="0" u="none" strike="noStrike" kern="1200" cap="none" spc="0" normalizeH="0" baseline="0" noProof="0">
                <a:ln>
                  <a:noFill/>
                </a:ln>
                <a:solidFill>
                  <a:srgbClr val="000000"/>
                </a:solidFill>
                <a:effectLst/>
                <a:uLnTx/>
                <a:uFillTx/>
                <a:latin typeface="ABBvoice"/>
                <a:ea typeface="ABBvoice"/>
                <a:cs typeface="ABBvoice"/>
              </a:rPr>
            </a:br>
            <a:r>
              <a:rPr kumimoji="0" lang="en-US" sz="1200" b="0" i="0" u="none" strike="noStrike" kern="1200" cap="none" spc="0" normalizeH="0" baseline="0" noProof="0">
                <a:ln>
                  <a:noFill/>
                </a:ln>
                <a:solidFill>
                  <a:srgbClr val="000000"/>
                </a:solidFill>
                <a:effectLst/>
                <a:uLnTx/>
                <a:uFillTx/>
                <a:latin typeface="ABBvoice"/>
                <a:ea typeface="ABBvoice"/>
                <a:cs typeface="ABBvoice"/>
              </a:rPr>
              <a:t>Our optimized solutions are based on extensive industry experience.</a:t>
            </a:r>
            <a:endParaRPr kumimoji="0" lang="it-IT" sz="12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15" name="Text Placeholder 6">
            <a:extLst>
              <a:ext uri="{FF2B5EF4-FFF2-40B4-BE49-F238E27FC236}">
                <a16:creationId xmlns:a16="http://schemas.microsoft.com/office/drawing/2014/main" id="{121FEA94-A8CF-8213-3DA9-AC39C8C15C9B}"/>
              </a:ext>
            </a:extLst>
          </p:cNvPr>
          <p:cNvSpPr txBox="1">
            <a:spLocks/>
          </p:cNvSpPr>
          <p:nvPr/>
        </p:nvSpPr>
        <p:spPr bwMode="gray">
          <a:xfrm>
            <a:off x="9689304" y="4320382"/>
            <a:ext cx="2090545" cy="1574006"/>
          </a:xfrm>
          <a:prstGeom prst="rect">
            <a:avLst/>
          </a:prstGeom>
        </p:spPr>
        <p:txBody>
          <a:bodyPr vert="horz" lIns="0" tIns="0" rIns="0" bIns="0" rtlCol="0">
            <a:noAutofit/>
          </a:bodyPr>
          <a:lstStyle>
            <a:lvl1pPr marL="0" indent="0" algn="l" defTabSz="914491" rtl="0" eaLnBrk="1" latinLnBrk="0" hangingPunct="1">
              <a:spcBef>
                <a:spcPts val="600"/>
              </a:spcBef>
              <a:buFont typeface="Arial" panose="020B0604020202020204" pitchFamily="34" charset="0"/>
              <a:buNone/>
              <a:defRPr sz="12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2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Cut production losses and boost profitability. </a:t>
            </a:r>
            <a:br>
              <a:rPr kumimoji="0" lang="en-US" sz="1200" b="0" i="0" u="none" strike="noStrike" kern="1200" cap="none" spc="0" normalizeH="0" baseline="0" noProof="0">
                <a:ln>
                  <a:noFill/>
                </a:ln>
                <a:solidFill>
                  <a:srgbClr val="000000"/>
                </a:solidFill>
                <a:effectLst/>
                <a:uLnTx/>
                <a:uFillTx/>
                <a:latin typeface="ABBvoice"/>
                <a:ea typeface="ABBvoice"/>
                <a:cs typeface="ABBvoice"/>
              </a:rPr>
            </a:br>
            <a:r>
              <a:rPr kumimoji="0" lang="en-US" sz="1200" b="0" i="0" u="none" strike="noStrike" kern="1200" cap="none" spc="0" normalizeH="0" baseline="0" noProof="0">
                <a:ln>
                  <a:noFill/>
                </a:ln>
                <a:solidFill>
                  <a:srgbClr val="000000"/>
                </a:solidFill>
                <a:effectLst/>
                <a:uLnTx/>
                <a:uFillTx/>
                <a:latin typeface="ABBvoice"/>
                <a:ea typeface="ABBvoice"/>
                <a:cs typeface="ABBvoice"/>
              </a:rPr>
              <a:t>Maximize uptimes and minimize unexpected costs thanks to our reliable products, global service network and digital services.</a:t>
            </a:r>
            <a:endParaRPr kumimoji="0" lang="it-IT" sz="1200" b="0" i="0" u="none" strike="noStrike" kern="1200" cap="none" spc="0" normalizeH="0" baseline="0" noProof="0">
              <a:ln>
                <a:noFill/>
              </a:ln>
              <a:solidFill>
                <a:srgbClr val="000000"/>
              </a:solidFill>
              <a:effectLst/>
              <a:uLnTx/>
              <a:uFillTx/>
              <a:latin typeface="ABBvoice"/>
              <a:ea typeface="ABBvoice"/>
              <a:cs typeface="ABBvoice"/>
            </a:endParaRPr>
          </a:p>
        </p:txBody>
      </p:sp>
      <p:pic>
        <p:nvPicPr>
          <p:cNvPr id="17" name="Picture 16">
            <a:extLst>
              <a:ext uri="{FF2B5EF4-FFF2-40B4-BE49-F238E27FC236}">
                <a16:creationId xmlns:a16="http://schemas.microsoft.com/office/drawing/2014/main" id="{B95DB11A-6BCD-6E53-CCF4-EDA3191FBCC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2203450"/>
            <a:ext cx="12192000" cy="1154114"/>
          </a:xfrm>
          <a:prstGeom prst="rect">
            <a:avLst/>
          </a:prstGeom>
        </p:spPr>
      </p:pic>
      <p:pic>
        <p:nvPicPr>
          <p:cNvPr id="18" name="Graphic 17">
            <a:extLst>
              <a:ext uri="{FF2B5EF4-FFF2-40B4-BE49-F238E27FC236}">
                <a16:creationId xmlns:a16="http://schemas.microsoft.com/office/drawing/2014/main" id="{25A0E256-8804-DF5E-1B1D-5BFC22A36C3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3525" y="2369619"/>
            <a:ext cx="914400" cy="914400"/>
          </a:xfrm>
          <a:prstGeom prst="rect">
            <a:avLst/>
          </a:prstGeom>
        </p:spPr>
      </p:pic>
      <p:pic>
        <p:nvPicPr>
          <p:cNvPr id="19" name="Graphic 18">
            <a:extLst>
              <a:ext uri="{FF2B5EF4-FFF2-40B4-BE49-F238E27FC236}">
                <a16:creationId xmlns:a16="http://schemas.microsoft.com/office/drawing/2014/main" id="{F966D276-89E3-C5EC-A8B4-2407FDDF64B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89304" y="2369619"/>
            <a:ext cx="914400" cy="914400"/>
          </a:xfrm>
          <a:prstGeom prst="rect">
            <a:avLst/>
          </a:prstGeom>
        </p:spPr>
      </p:pic>
      <p:pic>
        <p:nvPicPr>
          <p:cNvPr id="20" name="Graphic 19">
            <a:extLst>
              <a:ext uri="{FF2B5EF4-FFF2-40B4-BE49-F238E27FC236}">
                <a16:creationId xmlns:a16="http://schemas.microsoft.com/office/drawing/2014/main" id="{89BF347C-0399-1E98-623B-1566CC0C6D2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97670" y="2369619"/>
            <a:ext cx="914400" cy="914400"/>
          </a:xfrm>
          <a:prstGeom prst="rect">
            <a:avLst/>
          </a:prstGeom>
        </p:spPr>
      </p:pic>
      <p:pic>
        <p:nvPicPr>
          <p:cNvPr id="21" name="Graphic 20">
            <a:extLst>
              <a:ext uri="{FF2B5EF4-FFF2-40B4-BE49-F238E27FC236}">
                <a16:creationId xmlns:a16="http://schemas.microsoft.com/office/drawing/2014/main" id="{6B9CC2CD-DCD4-EF76-E3AF-D8F493A6A76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031577" y="2369619"/>
            <a:ext cx="914400" cy="914400"/>
          </a:xfrm>
          <a:prstGeom prst="rect">
            <a:avLst/>
          </a:prstGeom>
        </p:spPr>
      </p:pic>
      <p:pic>
        <p:nvPicPr>
          <p:cNvPr id="22" name="Graphic 21">
            <a:extLst>
              <a:ext uri="{FF2B5EF4-FFF2-40B4-BE49-F238E27FC236}">
                <a16:creationId xmlns:a16="http://schemas.microsoft.com/office/drawing/2014/main" id="{9B15EE73-1C6A-64CA-07DF-F225F694D48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360440" y="2369619"/>
            <a:ext cx="914400" cy="914400"/>
          </a:xfrm>
          <a:prstGeom prst="rect">
            <a:avLst/>
          </a:prstGeom>
        </p:spPr>
      </p:pic>
      <p:sp>
        <p:nvSpPr>
          <p:cNvPr id="6" name="Title 5">
            <a:extLst>
              <a:ext uri="{FF2B5EF4-FFF2-40B4-BE49-F238E27FC236}">
                <a16:creationId xmlns:a16="http://schemas.microsoft.com/office/drawing/2014/main" id="{DFE7ECFB-517B-9C7A-CC0C-06DBB510249C}"/>
              </a:ext>
            </a:extLst>
          </p:cNvPr>
          <p:cNvSpPr>
            <a:spLocks noGrp="1"/>
          </p:cNvSpPr>
          <p:nvPr>
            <p:ph type="title"/>
          </p:nvPr>
        </p:nvSpPr>
        <p:spPr/>
        <p:txBody>
          <a:bodyPr/>
          <a:lstStyle/>
          <a:p>
            <a:r>
              <a:rPr lang="en-US"/>
              <a:t>Optimized Variable Speed Drive Systems</a:t>
            </a:r>
            <a:br>
              <a:rPr lang="en-US"/>
            </a:br>
            <a:endParaRPr lang="en-US"/>
          </a:p>
        </p:txBody>
      </p:sp>
      <p:sp>
        <p:nvSpPr>
          <p:cNvPr id="7" name="Text Placeholder 6">
            <a:extLst>
              <a:ext uri="{FF2B5EF4-FFF2-40B4-BE49-F238E27FC236}">
                <a16:creationId xmlns:a16="http://schemas.microsoft.com/office/drawing/2014/main" id="{222D65FE-F5A4-4C4E-2592-FE72D83B1663}"/>
              </a:ext>
            </a:extLst>
          </p:cNvPr>
          <p:cNvSpPr>
            <a:spLocks noGrp="1"/>
          </p:cNvSpPr>
          <p:nvPr>
            <p:ph type="body" sz="quarter" idx="14"/>
          </p:nvPr>
        </p:nvSpPr>
        <p:spPr/>
        <p:txBody>
          <a:bodyPr/>
          <a:lstStyle/>
          <a:p>
            <a:r>
              <a:rPr lang="en-US"/>
              <a:t>One-stop shop for VSDS solutions</a:t>
            </a:r>
          </a:p>
        </p:txBody>
      </p:sp>
    </p:spTree>
    <p:extLst>
      <p:ext uri="{BB962C8B-B14F-4D97-AF65-F5344CB8AC3E}">
        <p14:creationId xmlns:p14="http://schemas.microsoft.com/office/powerpoint/2010/main" val="2286933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8965D-6632-65D6-7A9E-F387B7BEDB5D}"/>
              </a:ext>
            </a:extLst>
          </p:cNvPr>
          <p:cNvSpPr>
            <a:spLocks noGrp="1"/>
          </p:cNvSpPr>
          <p:nvPr>
            <p:ph type="title"/>
          </p:nvPr>
        </p:nvSpPr>
        <p:spPr/>
        <p:txBody>
          <a:bodyPr/>
          <a:lstStyle/>
          <a:p>
            <a:r>
              <a:rPr lang="en-US"/>
              <a:t>Value proposition proof points per segment</a:t>
            </a:r>
          </a:p>
        </p:txBody>
      </p:sp>
      <p:sp>
        <p:nvSpPr>
          <p:cNvPr id="4" name="Footer Placeholder 3">
            <a:extLst>
              <a:ext uri="{FF2B5EF4-FFF2-40B4-BE49-F238E27FC236}">
                <a16:creationId xmlns:a16="http://schemas.microsoft.com/office/drawing/2014/main" id="{95C41E5A-A158-2A02-3D87-191235EDE8C9}"/>
              </a:ext>
            </a:extLst>
          </p:cNvPr>
          <p:cNvSpPr>
            <a:spLocks noGrp="1"/>
          </p:cNvSpPr>
          <p:nvPr>
            <p:ph type="ftr" sz="quarter" idx="10"/>
          </p:nvPr>
        </p:nvSpPr>
        <p:spPr/>
        <p:txBody>
          <a:bodyPr/>
          <a:lstStyle/>
          <a:p>
            <a:endParaRPr lang="en-US" noProof="0"/>
          </a:p>
        </p:txBody>
      </p:sp>
      <p:sp>
        <p:nvSpPr>
          <p:cNvPr id="5" name="Date Placeholder 4">
            <a:extLst>
              <a:ext uri="{FF2B5EF4-FFF2-40B4-BE49-F238E27FC236}">
                <a16:creationId xmlns:a16="http://schemas.microsoft.com/office/drawing/2014/main" id="{E626B826-87CA-A95A-CDCD-495A8D186DA2}"/>
              </a:ext>
            </a:extLst>
          </p:cNvPr>
          <p:cNvSpPr>
            <a:spLocks noGrp="1"/>
          </p:cNvSpPr>
          <p:nvPr>
            <p:ph type="dt" sz="half" idx="11"/>
          </p:nvPr>
        </p:nvSpPr>
        <p:spPr/>
        <p:txBody>
          <a:bodyPr/>
          <a:lstStyle/>
          <a:p>
            <a:fld id="{FF7A1AB0-1A59-47D7-9E7E-F23820610FF3}" type="datetime4">
              <a:rPr lang="en-US" noProof="0" smtClean="0"/>
              <a:t>January 21, 2026</a:t>
            </a:fld>
            <a:endParaRPr lang="en-US" noProof="0"/>
          </a:p>
        </p:txBody>
      </p:sp>
      <p:sp>
        <p:nvSpPr>
          <p:cNvPr id="6" name="Slide Number Placeholder 5">
            <a:extLst>
              <a:ext uri="{FF2B5EF4-FFF2-40B4-BE49-F238E27FC236}">
                <a16:creationId xmlns:a16="http://schemas.microsoft.com/office/drawing/2014/main" id="{8710DD9A-0C56-7BC4-4CA1-BFA87931C5F6}"/>
              </a:ext>
            </a:extLst>
          </p:cNvPr>
          <p:cNvSpPr>
            <a:spLocks noGrp="1"/>
          </p:cNvSpPr>
          <p:nvPr>
            <p:ph type="sldNum" sz="quarter" idx="12"/>
          </p:nvPr>
        </p:nvSpPr>
        <p:spPr/>
        <p:txBody>
          <a:bodyPr/>
          <a:lstStyle/>
          <a:p>
            <a:r>
              <a:rPr lang="en-US" noProof="0"/>
              <a:t>Slide </a:t>
            </a:r>
            <a:fld id="{619F89D8-7AE3-494A-97F3-03D680869632}" type="slidenum">
              <a:rPr lang="en-US" noProof="0" smtClean="0"/>
              <a:pPr/>
              <a:t>17</a:t>
            </a:fld>
            <a:endParaRPr lang="en-US" noProof="0"/>
          </a:p>
        </p:txBody>
      </p:sp>
      <p:sp>
        <p:nvSpPr>
          <p:cNvPr id="9" name="TextBox 8">
            <a:extLst>
              <a:ext uri="{FF2B5EF4-FFF2-40B4-BE49-F238E27FC236}">
                <a16:creationId xmlns:a16="http://schemas.microsoft.com/office/drawing/2014/main" id="{DE54D336-D783-71E0-C699-869C9D4BDB30}"/>
              </a:ext>
            </a:extLst>
          </p:cNvPr>
          <p:cNvSpPr txBox="1"/>
          <p:nvPr/>
        </p:nvSpPr>
        <p:spPr bwMode="gray">
          <a:xfrm>
            <a:off x="1079499" y="2509284"/>
            <a:ext cx="6269073" cy="3334616"/>
          </a:xfrm>
          <a:prstGeom prst="rect">
            <a:avLst/>
          </a:prstGeom>
          <a:noFill/>
        </p:spPr>
        <p:txBody>
          <a:bodyPr wrap="square" lIns="0" tIns="0" rIns="0" bIns="0" rtlCol="0">
            <a:noAutofit/>
          </a:bodyPr>
          <a:lstStyle/>
          <a:p>
            <a:pPr algn="l">
              <a:spcBef>
                <a:spcPts val="2400"/>
              </a:spcBef>
            </a:pPr>
            <a:r>
              <a:rPr lang="en-US" sz="2000">
                <a:hlinkClick r:id="rId3"/>
              </a:rPr>
              <a:t>Value proposition for Chemical, Oil and Gas</a:t>
            </a:r>
            <a:endParaRPr lang="en-US" sz="2000"/>
          </a:p>
          <a:p>
            <a:pPr algn="l">
              <a:spcBef>
                <a:spcPts val="2400"/>
              </a:spcBef>
            </a:pPr>
            <a:r>
              <a:rPr lang="en-US" sz="2000">
                <a:hlinkClick r:id="rId4"/>
              </a:rPr>
              <a:t>Value proposition for Mining &amp; Cement</a:t>
            </a:r>
            <a:endParaRPr lang="en-US" sz="2000"/>
          </a:p>
          <a:p>
            <a:pPr algn="l">
              <a:spcBef>
                <a:spcPts val="2400"/>
              </a:spcBef>
            </a:pPr>
            <a:r>
              <a:rPr lang="en-US" sz="2000">
                <a:hlinkClick r:id="rId5"/>
              </a:rPr>
              <a:t>Value proposition for Metals</a:t>
            </a:r>
            <a:endParaRPr lang="en-US" sz="2000"/>
          </a:p>
          <a:p>
            <a:pPr algn="l">
              <a:spcBef>
                <a:spcPts val="2400"/>
              </a:spcBef>
            </a:pPr>
            <a:r>
              <a:rPr lang="en-US" sz="2000">
                <a:hlinkClick r:id="rId6"/>
              </a:rPr>
              <a:t>Value proposition for Special Applications</a:t>
            </a:r>
            <a:endParaRPr lang="en-US" sz="2000"/>
          </a:p>
        </p:txBody>
      </p:sp>
      <p:pic>
        <p:nvPicPr>
          <p:cNvPr id="10" name="Graphic 9">
            <a:extLst>
              <a:ext uri="{FF2B5EF4-FFF2-40B4-BE49-F238E27FC236}">
                <a16:creationId xmlns:a16="http://schemas.microsoft.com/office/drawing/2014/main" id="{68588274-DC77-017D-2BDD-B238F9CA583E}"/>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331199" y="2445967"/>
            <a:ext cx="457200" cy="457200"/>
          </a:xfrm>
          <a:prstGeom prst="rect">
            <a:avLst/>
          </a:prstGeom>
        </p:spPr>
      </p:pic>
      <p:pic>
        <p:nvPicPr>
          <p:cNvPr id="11" name="Graphic 10">
            <a:extLst>
              <a:ext uri="{FF2B5EF4-FFF2-40B4-BE49-F238E27FC236}">
                <a16:creationId xmlns:a16="http://schemas.microsoft.com/office/drawing/2014/main" id="{42C12CB1-199F-206D-AA75-5AE088BBFC61}"/>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331199" y="3059567"/>
            <a:ext cx="457200" cy="457200"/>
          </a:xfrm>
          <a:prstGeom prst="rect">
            <a:avLst/>
          </a:prstGeom>
        </p:spPr>
      </p:pic>
      <p:pic>
        <p:nvPicPr>
          <p:cNvPr id="12" name="Graphic 11">
            <a:extLst>
              <a:ext uri="{FF2B5EF4-FFF2-40B4-BE49-F238E27FC236}">
                <a16:creationId xmlns:a16="http://schemas.microsoft.com/office/drawing/2014/main" id="{CB0CB373-5D32-FF97-F366-F02C2F558AD0}"/>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331199" y="3673167"/>
            <a:ext cx="457200" cy="457200"/>
          </a:xfrm>
          <a:prstGeom prst="rect">
            <a:avLst/>
          </a:prstGeom>
        </p:spPr>
      </p:pic>
      <p:pic>
        <p:nvPicPr>
          <p:cNvPr id="13" name="Graphic 12">
            <a:extLst>
              <a:ext uri="{FF2B5EF4-FFF2-40B4-BE49-F238E27FC236}">
                <a16:creationId xmlns:a16="http://schemas.microsoft.com/office/drawing/2014/main" id="{5A2E572C-25BB-9B11-14E5-D314CA972413}"/>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331199" y="4286767"/>
            <a:ext cx="457200" cy="457200"/>
          </a:xfrm>
          <a:prstGeom prst="rect">
            <a:avLst/>
          </a:prstGeom>
        </p:spPr>
      </p:pic>
    </p:spTree>
    <p:extLst>
      <p:ext uri="{BB962C8B-B14F-4D97-AF65-F5344CB8AC3E}">
        <p14:creationId xmlns:p14="http://schemas.microsoft.com/office/powerpoint/2010/main" val="1019462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29EE5-5E20-EC12-2443-9F3FD06900F5}"/>
            </a:ext>
          </a:extLst>
        </p:cNvPr>
        <p:cNvGrpSpPr/>
        <p:nvPr/>
      </p:nvGrpSpPr>
      <p:grpSpPr>
        <a:xfrm>
          <a:off x="0" y="0"/>
          <a:ext cx="0" cy="0"/>
          <a:chOff x="0" y="0"/>
          <a:chExt cx="0" cy="0"/>
        </a:xfrm>
      </p:grpSpPr>
      <p:pic>
        <p:nvPicPr>
          <p:cNvPr id="663" name="Picture 662">
            <a:extLst>
              <a:ext uri="{FF2B5EF4-FFF2-40B4-BE49-F238E27FC236}">
                <a16:creationId xmlns:a16="http://schemas.microsoft.com/office/drawing/2014/main" id="{AEF9A3C3-E3B9-4183-CFB2-06A40623A717}"/>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a:ext>
            </a:extLst>
          </a:blip>
          <a:srcRect/>
          <a:stretch>
            <a:fillRect/>
          </a:stretch>
        </p:blipFill>
        <p:spPr>
          <a:xfrm>
            <a:off x="-1" y="4989140"/>
            <a:ext cx="12192001" cy="1868860"/>
          </a:xfrm>
          <a:prstGeom prst="rect">
            <a:avLst/>
          </a:prstGeom>
        </p:spPr>
      </p:pic>
      <p:sp>
        <p:nvSpPr>
          <p:cNvPr id="2" name="Title Placeholder 1">
            <a:extLst>
              <a:ext uri="{FF2B5EF4-FFF2-40B4-BE49-F238E27FC236}">
                <a16:creationId xmlns:a16="http://schemas.microsoft.com/office/drawing/2014/main" id="{E7E1C191-9FB6-544D-A4C9-F12D5C1C7321}"/>
              </a:ext>
            </a:extLst>
          </p:cNvPr>
          <p:cNvSpPr txBox="1">
            <a:spLocks/>
          </p:cNvSpPr>
          <p:nvPr/>
        </p:nvSpPr>
        <p:spPr bwMode="gray">
          <a:xfrm>
            <a:off x="331200" y="691199"/>
            <a:ext cx="3697875" cy="863741"/>
          </a:xfrm>
          <a:prstGeom prst="rect">
            <a:avLst/>
          </a:prstGeom>
        </p:spPr>
        <p:txBody>
          <a:bodyPr vert="horz" lIns="0" tIns="0" rIns="0" bIns="0" rtlCol="0" anchor="t">
            <a:noAutofit/>
          </a:bodyPr>
          <a:lstStyle>
            <a:lvl1pPr algn="l" defTabSz="914491" rtl="0" eaLnBrk="1" latinLnBrk="0" hangingPunct="1">
              <a:spcBef>
                <a:spcPct val="0"/>
              </a:spcBef>
              <a:buNone/>
              <a:defRPr sz="2400" b="1" kern="1200">
                <a:solidFill>
                  <a:schemeClr val="tx1"/>
                </a:solidFill>
                <a:latin typeface="+mj-lt"/>
                <a:ea typeface="+mj-ea"/>
                <a:cs typeface="+mj-cs"/>
              </a:defRPr>
            </a:lvl1pPr>
          </a:lstStyle>
          <a:p>
            <a:r>
              <a:rPr lang="en-US"/>
              <a:t>Business Line Packaging global presence</a:t>
            </a:r>
            <a:endParaRPr lang="en-US" b="0">
              <a:latin typeface="ABBvoice Light" panose="020D0403020503020204" pitchFamily="34" charset="0"/>
              <a:ea typeface="ABBvoice Light" panose="020D0403020503020204" pitchFamily="34" charset="0"/>
              <a:cs typeface="ABBvoice Light" panose="020D0403020503020204" pitchFamily="34" charset="0"/>
            </a:endParaRPr>
          </a:p>
        </p:txBody>
      </p:sp>
      <p:sp>
        <p:nvSpPr>
          <p:cNvPr id="3" name="Text Placeholder 6">
            <a:extLst>
              <a:ext uri="{FF2B5EF4-FFF2-40B4-BE49-F238E27FC236}">
                <a16:creationId xmlns:a16="http://schemas.microsoft.com/office/drawing/2014/main" id="{101419E1-DE04-A9C2-3018-5AEFCAC8EEAD}"/>
              </a:ext>
            </a:extLst>
          </p:cNvPr>
          <p:cNvSpPr txBox="1">
            <a:spLocks/>
          </p:cNvSpPr>
          <p:nvPr/>
        </p:nvSpPr>
        <p:spPr>
          <a:xfrm>
            <a:off x="33120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noProof="0"/>
              <a:t>—</a:t>
            </a:r>
            <a:endParaRPr lang="en-US"/>
          </a:p>
        </p:txBody>
      </p:sp>
      <p:grpSp>
        <p:nvGrpSpPr>
          <p:cNvPr id="1314" name="Group 1313">
            <a:extLst>
              <a:ext uri="{FF2B5EF4-FFF2-40B4-BE49-F238E27FC236}">
                <a16:creationId xmlns:a16="http://schemas.microsoft.com/office/drawing/2014/main" id="{6EB300F3-0E41-DF6C-C270-22790467870E}"/>
              </a:ext>
            </a:extLst>
          </p:cNvPr>
          <p:cNvGrpSpPr/>
          <p:nvPr/>
        </p:nvGrpSpPr>
        <p:grpSpPr>
          <a:xfrm>
            <a:off x="331200" y="4045962"/>
            <a:ext cx="2802147" cy="693547"/>
            <a:chOff x="1390165" y="4045962"/>
            <a:chExt cx="2802147" cy="693547"/>
          </a:xfrm>
        </p:grpSpPr>
        <p:grpSp>
          <p:nvGrpSpPr>
            <p:cNvPr id="699" name="Group 698">
              <a:extLst>
                <a:ext uri="{FF2B5EF4-FFF2-40B4-BE49-F238E27FC236}">
                  <a16:creationId xmlns:a16="http://schemas.microsoft.com/office/drawing/2014/main" id="{0DED7FE7-96B7-C719-9406-A1CC8CE7756F}"/>
                </a:ext>
              </a:extLst>
            </p:cNvPr>
            <p:cNvGrpSpPr/>
            <p:nvPr/>
          </p:nvGrpSpPr>
          <p:grpSpPr>
            <a:xfrm>
              <a:off x="1390165" y="4045962"/>
              <a:ext cx="1895836" cy="175719"/>
              <a:chOff x="1138426" y="4082325"/>
              <a:chExt cx="1895836" cy="175719"/>
            </a:xfrm>
          </p:grpSpPr>
          <p:sp>
            <p:nvSpPr>
              <p:cNvPr id="16" name="Oval 15">
                <a:extLst>
                  <a:ext uri="{FF2B5EF4-FFF2-40B4-BE49-F238E27FC236}">
                    <a16:creationId xmlns:a16="http://schemas.microsoft.com/office/drawing/2014/main" id="{2C814B2B-1BD9-36CE-93EE-8E3627624B2D}"/>
                  </a:ext>
                </a:extLst>
              </p:cNvPr>
              <p:cNvSpPr/>
              <p:nvPr/>
            </p:nvSpPr>
            <p:spPr bwMode="gray">
              <a:xfrm>
                <a:off x="1138426" y="4110280"/>
                <a:ext cx="119809" cy="119808"/>
              </a:xfrm>
              <a:prstGeom prst="ellipse">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17" name="Content Placeholder 3">
                <a:extLst>
                  <a:ext uri="{FF2B5EF4-FFF2-40B4-BE49-F238E27FC236}">
                    <a16:creationId xmlns:a16="http://schemas.microsoft.com/office/drawing/2014/main" id="{0B304864-5C2F-7833-FC62-FC4660083444}"/>
                  </a:ext>
                </a:extLst>
              </p:cNvPr>
              <p:cNvSpPr txBox="1">
                <a:spLocks/>
              </p:cNvSpPr>
              <p:nvPr/>
            </p:nvSpPr>
            <p:spPr bwMode="gray">
              <a:xfrm>
                <a:off x="1314750" y="4082325"/>
                <a:ext cx="1719512" cy="175719"/>
              </a:xfrm>
              <a:prstGeom prst="rect">
                <a:avLst/>
              </a:prstGeom>
            </p:spPr>
            <p:txBody>
              <a:bodyPr wrap="square" lIns="0" tIns="0" rIns="0" bIns="0" anchor="ctr">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000000"/>
                    </a:solidFill>
                    <a:effectLst/>
                    <a:uLnTx/>
                    <a:uFillTx/>
                    <a:latin typeface="ABBvoice"/>
                    <a:ea typeface="ABBvoice"/>
                    <a:cs typeface="ABBvoice"/>
                  </a:rPr>
                  <a:t>Tendering and Execution Center</a:t>
                </a:r>
              </a:p>
            </p:txBody>
          </p:sp>
        </p:grpSp>
        <p:grpSp>
          <p:nvGrpSpPr>
            <p:cNvPr id="700" name="Group 699">
              <a:extLst>
                <a:ext uri="{FF2B5EF4-FFF2-40B4-BE49-F238E27FC236}">
                  <a16:creationId xmlns:a16="http://schemas.microsoft.com/office/drawing/2014/main" id="{E18AA1DB-F277-4F61-1292-BBF23B210E3B}"/>
                </a:ext>
              </a:extLst>
            </p:cNvPr>
            <p:cNvGrpSpPr/>
            <p:nvPr/>
          </p:nvGrpSpPr>
          <p:grpSpPr>
            <a:xfrm>
              <a:off x="3286001" y="4045962"/>
              <a:ext cx="632796" cy="175719"/>
              <a:chOff x="331200" y="4178252"/>
              <a:chExt cx="632796" cy="175719"/>
            </a:xfrm>
          </p:grpSpPr>
          <p:sp>
            <p:nvSpPr>
              <p:cNvPr id="5" name="Oval 4">
                <a:extLst>
                  <a:ext uri="{FF2B5EF4-FFF2-40B4-BE49-F238E27FC236}">
                    <a16:creationId xmlns:a16="http://schemas.microsoft.com/office/drawing/2014/main" id="{5DF20294-59D5-FC29-2883-0457D06AF509}"/>
                  </a:ext>
                </a:extLst>
              </p:cNvPr>
              <p:cNvSpPr/>
              <p:nvPr/>
            </p:nvSpPr>
            <p:spPr bwMode="gray">
              <a:xfrm>
                <a:off x="331200" y="4234162"/>
                <a:ext cx="63898" cy="6389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18" name="Content Placeholder 3">
                <a:extLst>
                  <a:ext uri="{FF2B5EF4-FFF2-40B4-BE49-F238E27FC236}">
                    <a16:creationId xmlns:a16="http://schemas.microsoft.com/office/drawing/2014/main" id="{E587A106-C0E4-1490-BC33-CB3B91584778}"/>
                  </a:ext>
                </a:extLst>
              </p:cNvPr>
              <p:cNvSpPr txBox="1">
                <a:spLocks/>
              </p:cNvSpPr>
              <p:nvPr/>
            </p:nvSpPr>
            <p:spPr bwMode="gray">
              <a:xfrm>
                <a:off x="459996" y="4178252"/>
                <a:ext cx="504000" cy="175719"/>
              </a:xfrm>
              <a:prstGeom prst="rect">
                <a:avLst/>
              </a:prstGeom>
            </p:spPr>
            <p:txBody>
              <a:bodyPr wrap="square" lIns="0" tIns="0" rIns="0" bIns="0" anchor="ctr">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000000"/>
                    </a:solidFill>
                    <a:effectLst/>
                    <a:uLnTx/>
                    <a:uFillTx/>
                    <a:latin typeface="ABBvoice"/>
                    <a:ea typeface="ABBvoice"/>
                    <a:cs typeface="ABBvoice"/>
                  </a:rPr>
                  <a:t>Sales</a:t>
                </a:r>
              </a:p>
            </p:txBody>
          </p:sp>
        </p:grpSp>
        <p:grpSp>
          <p:nvGrpSpPr>
            <p:cNvPr id="703" name="Group 702">
              <a:extLst>
                <a:ext uri="{FF2B5EF4-FFF2-40B4-BE49-F238E27FC236}">
                  <a16:creationId xmlns:a16="http://schemas.microsoft.com/office/drawing/2014/main" id="{8658FF8B-C4E1-FA57-A1F5-8C4C4435E2FB}"/>
                </a:ext>
              </a:extLst>
            </p:cNvPr>
            <p:cNvGrpSpPr/>
            <p:nvPr/>
          </p:nvGrpSpPr>
          <p:grpSpPr>
            <a:xfrm>
              <a:off x="3226096" y="4304876"/>
              <a:ext cx="966216" cy="175719"/>
              <a:chOff x="6926059" y="4499268"/>
              <a:chExt cx="966216" cy="175719"/>
            </a:xfrm>
          </p:grpSpPr>
          <p:sp>
            <p:nvSpPr>
              <p:cNvPr id="14" name="Content Placeholder 3">
                <a:extLst>
                  <a:ext uri="{FF2B5EF4-FFF2-40B4-BE49-F238E27FC236}">
                    <a16:creationId xmlns:a16="http://schemas.microsoft.com/office/drawing/2014/main" id="{8C3E89ED-0F7F-A9CD-0779-A350FFCA7D71}"/>
                  </a:ext>
                </a:extLst>
              </p:cNvPr>
              <p:cNvSpPr txBox="1">
                <a:spLocks/>
              </p:cNvSpPr>
              <p:nvPr/>
            </p:nvSpPr>
            <p:spPr bwMode="gray">
              <a:xfrm>
                <a:off x="7114760" y="4499268"/>
                <a:ext cx="777515" cy="175719"/>
              </a:xfrm>
              <a:prstGeom prst="rect">
                <a:avLst/>
              </a:prstGeom>
            </p:spPr>
            <p:txBody>
              <a:bodyPr wrap="square" lIns="0" tIns="0" rIns="0" bIns="0" anchor="ctr">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000000"/>
                    </a:solidFill>
                    <a:effectLst/>
                    <a:uLnTx/>
                    <a:uFillTx/>
                    <a:latin typeface="ABBvoice"/>
                    <a:ea typeface="ABBvoice"/>
                    <a:cs typeface="ABBvoice"/>
                  </a:rPr>
                  <a:t>Domestic TEC</a:t>
                </a:r>
              </a:p>
            </p:txBody>
          </p:sp>
          <p:sp>
            <p:nvSpPr>
              <p:cNvPr id="15" name="Rectangle 14">
                <a:extLst>
                  <a:ext uri="{FF2B5EF4-FFF2-40B4-BE49-F238E27FC236}">
                    <a16:creationId xmlns:a16="http://schemas.microsoft.com/office/drawing/2014/main" id="{19921638-B4A4-23E3-C81D-70E9A571F3AE}"/>
                  </a:ext>
                </a:extLst>
              </p:cNvPr>
              <p:cNvSpPr/>
              <p:nvPr/>
            </p:nvSpPr>
            <p:spPr bwMode="gray">
              <a:xfrm>
                <a:off x="6926059" y="4527223"/>
                <a:ext cx="119809" cy="119808"/>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BBvoice"/>
                  <a:ea typeface="ABBvoice"/>
                  <a:cs typeface="ABBvoice"/>
                </a:endParaRPr>
              </a:p>
            </p:txBody>
          </p:sp>
        </p:grpSp>
        <p:grpSp>
          <p:nvGrpSpPr>
            <p:cNvPr id="702" name="Group 701">
              <a:extLst>
                <a:ext uri="{FF2B5EF4-FFF2-40B4-BE49-F238E27FC236}">
                  <a16:creationId xmlns:a16="http://schemas.microsoft.com/office/drawing/2014/main" id="{686EF066-1004-D53D-A9B2-0439EE94F588}"/>
                </a:ext>
              </a:extLst>
            </p:cNvPr>
            <p:cNvGrpSpPr/>
            <p:nvPr/>
          </p:nvGrpSpPr>
          <p:grpSpPr>
            <a:xfrm>
              <a:off x="1390165" y="4563790"/>
              <a:ext cx="1303530" cy="175719"/>
              <a:chOff x="5271736" y="4499268"/>
              <a:chExt cx="1303530" cy="175719"/>
            </a:xfrm>
          </p:grpSpPr>
          <p:sp>
            <p:nvSpPr>
              <p:cNvPr id="12" name="Oval 11">
                <a:extLst>
                  <a:ext uri="{FF2B5EF4-FFF2-40B4-BE49-F238E27FC236}">
                    <a16:creationId xmlns:a16="http://schemas.microsoft.com/office/drawing/2014/main" id="{34FCF0A7-E915-9809-0EB5-642DF6D1B234}"/>
                  </a:ext>
                </a:extLst>
              </p:cNvPr>
              <p:cNvSpPr/>
              <p:nvPr/>
            </p:nvSpPr>
            <p:spPr bwMode="gray">
              <a:xfrm>
                <a:off x="5271736" y="4527223"/>
                <a:ext cx="119809" cy="119808"/>
              </a:xfrm>
              <a:prstGeom prst="ellipse">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13" name="Content Placeholder 3">
                <a:extLst>
                  <a:ext uri="{FF2B5EF4-FFF2-40B4-BE49-F238E27FC236}">
                    <a16:creationId xmlns:a16="http://schemas.microsoft.com/office/drawing/2014/main" id="{B32992DB-B60C-6E54-3C2A-CE52622B9550}"/>
                  </a:ext>
                </a:extLst>
              </p:cNvPr>
              <p:cNvSpPr txBox="1">
                <a:spLocks/>
              </p:cNvSpPr>
              <p:nvPr/>
            </p:nvSpPr>
            <p:spPr bwMode="gray">
              <a:xfrm>
                <a:off x="5451414" y="4499268"/>
                <a:ext cx="1123852" cy="175719"/>
              </a:xfrm>
              <a:prstGeom prst="rect">
                <a:avLst/>
              </a:prstGeom>
            </p:spPr>
            <p:txBody>
              <a:bodyPr wrap="square" lIns="0" tIns="0" rIns="0" bIns="0" anchor="ctr">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000000"/>
                    </a:solidFill>
                    <a:effectLst/>
                    <a:uLnTx/>
                    <a:uFillTx/>
                    <a:latin typeface="ABBvoice"/>
                    <a:ea typeface="ABBvoice"/>
                    <a:cs typeface="ABBvoice"/>
                  </a:rPr>
                  <a:t>Global service center</a:t>
                </a:r>
              </a:p>
            </p:txBody>
          </p:sp>
        </p:grpSp>
        <p:grpSp>
          <p:nvGrpSpPr>
            <p:cNvPr id="701" name="Group 700">
              <a:extLst>
                <a:ext uri="{FF2B5EF4-FFF2-40B4-BE49-F238E27FC236}">
                  <a16:creationId xmlns:a16="http://schemas.microsoft.com/office/drawing/2014/main" id="{2555E468-6EA6-AAED-C168-20B964E4B989}"/>
                </a:ext>
              </a:extLst>
            </p:cNvPr>
            <p:cNvGrpSpPr/>
            <p:nvPr/>
          </p:nvGrpSpPr>
          <p:grpSpPr>
            <a:xfrm>
              <a:off x="1390165" y="4304876"/>
              <a:ext cx="1416078" cy="175719"/>
              <a:chOff x="3444960" y="4499268"/>
              <a:chExt cx="1416078" cy="175719"/>
            </a:xfrm>
          </p:grpSpPr>
          <p:sp>
            <p:nvSpPr>
              <p:cNvPr id="10" name="Oval 9">
                <a:extLst>
                  <a:ext uri="{FF2B5EF4-FFF2-40B4-BE49-F238E27FC236}">
                    <a16:creationId xmlns:a16="http://schemas.microsoft.com/office/drawing/2014/main" id="{2754C8D7-4151-B3F7-E284-D7BEBA9FE2EA}"/>
                  </a:ext>
                </a:extLst>
              </p:cNvPr>
              <p:cNvSpPr/>
              <p:nvPr/>
            </p:nvSpPr>
            <p:spPr bwMode="gray">
              <a:xfrm>
                <a:off x="3444960" y="4527223"/>
                <a:ext cx="119809" cy="119808"/>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11" name="Content Placeholder 3">
                <a:extLst>
                  <a:ext uri="{FF2B5EF4-FFF2-40B4-BE49-F238E27FC236}">
                    <a16:creationId xmlns:a16="http://schemas.microsoft.com/office/drawing/2014/main" id="{8BF317B0-9A4C-3AEB-4115-1C4C27D4F37E}"/>
                  </a:ext>
                </a:extLst>
              </p:cNvPr>
              <p:cNvSpPr txBox="1">
                <a:spLocks/>
              </p:cNvSpPr>
              <p:nvPr/>
            </p:nvSpPr>
            <p:spPr bwMode="gray">
              <a:xfrm>
                <a:off x="3624638" y="4499268"/>
                <a:ext cx="1236400" cy="175719"/>
              </a:xfrm>
              <a:prstGeom prst="rect">
                <a:avLst/>
              </a:prstGeom>
            </p:spPr>
            <p:txBody>
              <a:bodyPr wrap="square" lIns="0" tIns="0" rIns="0" bIns="0" anchor="ctr">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000000"/>
                    </a:solidFill>
                    <a:effectLst/>
                    <a:uLnTx/>
                    <a:uFillTx/>
                    <a:latin typeface="ABBvoice"/>
                    <a:ea typeface="ABBvoice"/>
                    <a:cs typeface="ABBvoice"/>
                  </a:rPr>
                  <a:t>Regional service center</a:t>
                </a:r>
              </a:p>
            </p:txBody>
          </p:sp>
        </p:grpSp>
      </p:grpSp>
      <p:sp>
        <p:nvSpPr>
          <p:cNvPr id="627" name="Oval 626">
            <a:extLst>
              <a:ext uri="{FF2B5EF4-FFF2-40B4-BE49-F238E27FC236}">
                <a16:creationId xmlns:a16="http://schemas.microsoft.com/office/drawing/2014/main" id="{9FD40322-EBA4-F21B-D03A-811AFE589919}"/>
              </a:ext>
            </a:extLst>
          </p:cNvPr>
          <p:cNvSpPr/>
          <p:nvPr/>
        </p:nvSpPr>
        <p:spPr bwMode="gray">
          <a:xfrm>
            <a:off x="6265108" y="2089628"/>
            <a:ext cx="94919" cy="94919"/>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pic>
        <p:nvPicPr>
          <p:cNvPr id="629" name="Picture 628" descr="A blurry image of a factory&#10;&#10;AI-generated content may be incorrect.">
            <a:extLst>
              <a:ext uri="{FF2B5EF4-FFF2-40B4-BE49-F238E27FC236}">
                <a16:creationId xmlns:a16="http://schemas.microsoft.com/office/drawing/2014/main" id="{D5E4750E-0205-ACB6-2B5E-14DD0663BAAD}"/>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0" y="4989141"/>
            <a:ext cx="3902697" cy="1868859"/>
          </a:xfrm>
          <a:prstGeom prst="rect">
            <a:avLst/>
          </a:prstGeom>
        </p:spPr>
      </p:pic>
      <p:grpSp>
        <p:nvGrpSpPr>
          <p:cNvPr id="20" name="Group 19">
            <a:extLst>
              <a:ext uri="{FF2B5EF4-FFF2-40B4-BE49-F238E27FC236}">
                <a16:creationId xmlns:a16="http://schemas.microsoft.com/office/drawing/2014/main" id="{AC72DA09-DEA9-7034-1C88-BB9C335FF92A}"/>
              </a:ext>
            </a:extLst>
          </p:cNvPr>
          <p:cNvGrpSpPr/>
          <p:nvPr/>
        </p:nvGrpSpPr>
        <p:grpSpPr>
          <a:xfrm>
            <a:off x="10802752" y="5321379"/>
            <a:ext cx="1170000" cy="1257880"/>
            <a:chOff x="10907527" y="5422979"/>
            <a:chExt cx="1170000" cy="1257880"/>
          </a:xfrm>
        </p:grpSpPr>
        <p:pic>
          <p:nvPicPr>
            <p:cNvPr id="670" name="Graphic 669">
              <a:extLst>
                <a:ext uri="{FF2B5EF4-FFF2-40B4-BE49-F238E27FC236}">
                  <a16:creationId xmlns:a16="http://schemas.microsoft.com/office/drawing/2014/main" id="{68793F66-C7EF-9F92-023C-ED51D785DD2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63927" y="5422979"/>
              <a:ext cx="457200" cy="457200"/>
            </a:xfrm>
            <a:prstGeom prst="rect">
              <a:avLst/>
            </a:prstGeom>
          </p:spPr>
        </p:pic>
        <p:sp>
          <p:nvSpPr>
            <p:cNvPr id="667" name="Text Placeholder 3">
              <a:extLst>
                <a:ext uri="{FF2B5EF4-FFF2-40B4-BE49-F238E27FC236}">
                  <a16:creationId xmlns:a16="http://schemas.microsoft.com/office/drawing/2014/main" id="{586A3C80-F625-5C69-2298-641BEEA39977}"/>
                </a:ext>
              </a:extLst>
            </p:cNvPr>
            <p:cNvSpPr txBox="1">
              <a:spLocks/>
            </p:cNvSpPr>
            <p:nvPr/>
          </p:nvSpPr>
          <p:spPr>
            <a:xfrm>
              <a:off x="10907527" y="5870049"/>
              <a:ext cx="1170000" cy="337752"/>
            </a:xfrm>
            <a:prstGeom prst="rect">
              <a:avLst/>
            </a:prstGeom>
          </p:spPr>
          <p:txBody>
            <a:bodyPr lIns="0" tIns="0" rIns="0" bIns="0" anchor="t"/>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2000" b="1" i="0" u="none" strike="noStrike" kern="1200" cap="none" spc="0" normalizeH="0" baseline="0" noProof="0">
                  <a:ln>
                    <a:noFill/>
                  </a:ln>
                  <a:solidFill>
                    <a:schemeClr val="bg1"/>
                  </a:solidFill>
                  <a:effectLst/>
                  <a:uLnTx/>
                  <a:uFillTx/>
                  <a:latin typeface="ABBvoice"/>
                  <a:ea typeface="ABBvoice"/>
                  <a:cs typeface="ABBvoice"/>
                </a:rPr>
                <a:t>~600</a:t>
              </a:r>
            </a:p>
          </p:txBody>
        </p:sp>
        <p:sp>
          <p:nvSpPr>
            <p:cNvPr id="668" name="Text Placeholder 3">
              <a:extLst>
                <a:ext uri="{FF2B5EF4-FFF2-40B4-BE49-F238E27FC236}">
                  <a16:creationId xmlns:a16="http://schemas.microsoft.com/office/drawing/2014/main" id="{C335F611-ECD2-6072-C871-D579463FE6D1}"/>
                </a:ext>
              </a:extLst>
            </p:cNvPr>
            <p:cNvSpPr txBox="1">
              <a:spLocks/>
            </p:cNvSpPr>
            <p:nvPr/>
          </p:nvSpPr>
          <p:spPr>
            <a:xfrm>
              <a:off x="11070252" y="6212859"/>
              <a:ext cx="844551" cy="468000"/>
            </a:xfrm>
            <a:prstGeom prst="rect">
              <a:avLst/>
            </a:prstGeom>
          </p:spPr>
          <p:txBody>
            <a:bodyPr lIns="0" tIns="0" rIns="0" bIns="0" anchor="t"/>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100">
                  <a:solidFill>
                    <a:schemeClr val="bg1"/>
                  </a:solidFill>
                  <a:latin typeface="ABBvoice"/>
                  <a:ea typeface="ABBvoice"/>
                  <a:cs typeface="ABBvoice"/>
                </a:rPr>
                <a:t>Service</a:t>
              </a:r>
              <a:r>
                <a:rPr kumimoji="0" lang="en-US" sz="1100" b="0" i="0" u="none" strike="noStrike" kern="1200" cap="none" spc="0" normalizeH="0" baseline="0" noProof="0">
                  <a:ln>
                    <a:noFill/>
                  </a:ln>
                  <a:solidFill>
                    <a:schemeClr val="bg1"/>
                  </a:solidFill>
                  <a:effectLst/>
                  <a:uLnTx/>
                  <a:uFillTx/>
                  <a:latin typeface="ABBvoice"/>
                  <a:ea typeface="ABBvoice"/>
                  <a:cs typeface="ABBvoice"/>
                </a:rPr>
                <a:t> </a:t>
              </a:r>
              <a:br>
                <a:rPr kumimoji="0" lang="en-US" sz="1100" b="0" i="0" u="none" strike="noStrike" kern="1200" cap="none" spc="0" normalizeH="0" baseline="0" noProof="0">
                  <a:ln>
                    <a:noFill/>
                  </a:ln>
                  <a:solidFill>
                    <a:schemeClr val="bg1"/>
                  </a:solidFill>
                  <a:effectLst/>
                  <a:uLnTx/>
                  <a:uFillTx/>
                  <a:latin typeface="ABBvoice"/>
                  <a:ea typeface="ABBvoice"/>
                  <a:cs typeface="ABBvoice"/>
                </a:rPr>
              </a:br>
              <a:r>
                <a:rPr kumimoji="0" lang="en-US" sz="1100" b="0" i="0" u="none" strike="noStrike" kern="1200" cap="none" spc="0" normalizeH="0" baseline="0" noProof="0">
                  <a:ln>
                    <a:noFill/>
                  </a:ln>
                  <a:solidFill>
                    <a:schemeClr val="bg1"/>
                  </a:solidFill>
                  <a:effectLst/>
                  <a:uLnTx/>
                  <a:uFillTx/>
                  <a:latin typeface="ABBvoice"/>
                  <a:ea typeface="ABBvoice"/>
                  <a:cs typeface="ABBvoice"/>
                </a:rPr>
                <a:t>partners</a:t>
              </a:r>
            </a:p>
          </p:txBody>
        </p:sp>
      </p:grpSp>
      <p:grpSp>
        <p:nvGrpSpPr>
          <p:cNvPr id="19" name="Group 18">
            <a:extLst>
              <a:ext uri="{FF2B5EF4-FFF2-40B4-BE49-F238E27FC236}">
                <a16:creationId xmlns:a16="http://schemas.microsoft.com/office/drawing/2014/main" id="{0A8F154E-A2A1-BD9D-1BEE-E40B036DEE1D}"/>
              </a:ext>
            </a:extLst>
          </p:cNvPr>
          <p:cNvGrpSpPr/>
          <p:nvPr/>
        </p:nvGrpSpPr>
        <p:grpSpPr>
          <a:xfrm>
            <a:off x="9372577" y="5245179"/>
            <a:ext cx="1468778" cy="1334080"/>
            <a:chOff x="9467827" y="5346779"/>
            <a:chExt cx="1468778" cy="1334080"/>
          </a:xfrm>
        </p:grpSpPr>
        <p:pic>
          <p:nvPicPr>
            <p:cNvPr id="677" name="Graphic 676">
              <a:extLst>
                <a:ext uri="{FF2B5EF4-FFF2-40B4-BE49-F238E27FC236}">
                  <a16:creationId xmlns:a16="http://schemas.microsoft.com/office/drawing/2014/main" id="{5B7C904C-014D-0E7F-752A-A06B5648BB0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73616" y="5346779"/>
              <a:ext cx="457200" cy="457200"/>
            </a:xfrm>
            <a:prstGeom prst="rect">
              <a:avLst/>
            </a:prstGeom>
          </p:spPr>
        </p:pic>
        <p:sp>
          <p:nvSpPr>
            <p:cNvPr id="674" name="Text Placeholder 3">
              <a:extLst>
                <a:ext uri="{FF2B5EF4-FFF2-40B4-BE49-F238E27FC236}">
                  <a16:creationId xmlns:a16="http://schemas.microsoft.com/office/drawing/2014/main" id="{97DE1B96-E7E7-5B03-3C55-E18ADD7A4F1F}"/>
                </a:ext>
              </a:extLst>
            </p:cNvPr>
            <p:cNvSpPr txBox="1">
              <a:spLocks/>
            </p:cNvSpPr>
            <p:nvPr/>
          </p:nvSpPr>
          <p:spPr>
            <a:xfrm>
              <a:off x="9617147" y="5870049"/>
              <a:ext cx="1170138" cy="337752"/>
            </a:xfrm>
            <a:prstGeom prst="rect">
              <a:avLst/>
            </a:prstGeom>
          </p:spPr>
          <p:txBody>
            <a:bodyPr lIns="0" tIns="0" rIns="0" bIns="0" anchor="t"/>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2000" b="1" i="0" u="none" strike="noStrike" kern="1200" cap="none" spc="0" normalizeH="0" baseline="0" noProof="0">
                  <a:ln>
                    <a:noFill/>
                  </a:ln>
                  <a:solidFill>
                    <a:schemeClr val="bg1"/>
                  </a:solidFill>
                  <a:effectLst/>
                  <a:uLnTx/>
                  <a:uFillTx/>
                  <a:latin typeface="ABBvoice"/>
                  <a:ea typeface="ABBvoice"/>
                  <a:cs typeface="ABBvoice"/>
                </a:rPr>
                <a:t>~1200</a:t>
              </a:r>
            </a:p>
          </p:txBody>
        </p:sp>
        <p:sp>
          <p:nvSpPr>
            <p:cNvPr id="675" name="Text Placeholder 3">
              <a:extLst>
                <a:ext uri="{FF2B5EF4-FFF2-40B4-BE49-F238E27FC236}">
                  <a16:creationId xmlns:a16="http://schemas.microsoft.com/office/drawing/2014/main" id="{151B31BA-38C6-C403-E4C0-D376FEF584E8}"/>
                </a:ext>
              </a:extLst>
            </p:cNvPr>
            <p:cNvSpPr txBox="1">
              <a:spLocks/>
            </p:cNvSpPr>
            <p:nvPr/>
          </p:nvSpPr>
          <p:spPr>
            <a:xfrm>
              <a:off x="9467827" y="6212859"/>
              <a:ext cx="1468778" cy="468000"/>
            </a:xfrm>
            <a:prstGeom prst="rect">
              <a:avLst/>
            </a:prstGeom>
          </p:spPr>
          <p:txBody>
            <a:bodyPr lIns="0" tIns="0" rIns="0" bIns="0" anchor="t"/>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chemeClr val="bg1"/>
                  </a:solidFill>
                  <a:effectLst/>
                  <a:uLnTx/>
                  <a:uFillTx/>
                  <a:latin typeface="ABBvoice"/>
                  <a:ea typeface="ABBvoice"/>
                  <a:cs typeface="ABBvoice"/>
                </a:rPr>
                <a:t>ABB field </a:t>
              </a:r>
              <a:br>
                <a:rPr kumimoji="0" lang="en-US" sz="1100" b="0" i="0" u="none" strike="noStrike" kern="1200" cap="none" spc="0" normalizeH="0" baseline="0" noProof="0">
                  <a:ln>
                    <a:noFill/>
                  </a:ln>
                  <a:solidFill>
                    <a:schemeClr val="bg1"/>
                  </a:solidFill>
                  <a:effectLst/>
                  <a:uLnTx/>
                  <a:uFillTx/>
                  <a:latin typeface="ABBvoice"/>
                  <a:ea typeface="ABBvoice"/>
                  <a:cs typeface="ABBvoice"/>
                </a:rPr>
              </a:br>
              <a:r>
                <a:rPr kumimoji="0" lang="en-US" sz="1100" b="0" i="0" u="none" strike="noStrike" kern="1200" cap="none" spc="0" normalizeH="0" baseline="0" noProof="0">
                  <a:ln>
                    <a:noFill/>
                  </a:ln>
                  <a:solidFill>
                    <a:schemeClr val="bg1"/>
                  </a:solidFill>
                  <a:effectLst/>
                  <a:uLnTx/>
                  <a:uFillTx/>
                  <a:latin typeface="ABBvoice"/>
                  <a:ea typeface="ABBvoice"/>
                  <a:cs typeface="ABBvoice"/>
                </a:rPr>
                <a:t>service engineers</a:t>
              </a:r>
            </a:p>
          </p:txBody>
        </p:sp>
      </p:grpSp>
      <p:grpSp>
        <p:nvGrpSpPr>
          <p:cNvPr id="9" name="Group 8">
            <a:extLst>
              <a:ext uri="{FF2B5EF4-FFF2-40B4-BE49-F238E27FC236}">
                <a16:creationId xmlns:a16="http://schemas.microsoft.com/office/drawing/2014/main" id="{5D9F741A-C708-98A3-63E3-A215A035166F}"/>
              </a:ext>
            </a:extLst>
          </p:cNvPr>
          <p:cNvGrpSpPr/>
          <p:nvPr/>
        </p:nvGrpSpPr>
        <p:grpSpPr>
          <a:xfrm>
            <a:off x="7653246" y="5245179"/>
            <a:ext cx="1665560" cy="1334080"/>
            <a:chOff x="7742146" y="5346779"/>
            <a:chExt cx="1665560" cy="1334080"/>
          </a:xfrm>
        </p:grpSpPr>
        <p:pic>
          <p:nvPicPr>
            <p:cNvPr id="694" name="Graphic 693">
              <a:extLst>
                <a:ext uri="{FF2B5EF4-FFF2-40B4-BE49-F238E27FC236}">
                  <a16:creationId xmlns:a16="http://schemas.microsoft.com/office/drawing/2014/main" id="{F2B634AB-ADD6-EAA3-ADE5-214B31AB1D48}"/>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8346326" y="5346779"/>
              <a:ext cx="457200" cy="457200"/>
            </a:xfrm>
            <a:prstGeom prst="rect">
              <a:avLst/>
            </a:prstGeom>
          </p:spPr>
        </p:pic>
        <p:sp>
          <p:nvSpPr>
            <p:cNvPr id="691" name="Text Placeholder 3">
              <a:extLst>
                <a:ext uri="{FF2B5EF4-FFF2-40B4-BE49-F238E27FC236}">
                  <a16:creationId xmlns:a16="http://schemas.microsoft.com/office/drawing/2014/main" id="{9FA54D65-AD06-97E0-B9A0-05ACF4710B68}"/>
                </a:ext>
              </a:extLst>
            </p:cNvPr>
            <p:cNvSpPr txBox="1">
              <a:spLocks/>
            </p:cNvSpPr>
            <p:nvPr/>
          </p:nvSpPr>
          <p:spPr>
            <a:xfrm>
              <a:off x="7989926" y="5870049"/>
              <a:ext cx="1170000" cy="337752"/>
            </a:xfrm>
            <a:prstGeom prst="rect">
              <a:avLst/>
            </a:prstGeom>
          </p:spPr>
          <p:txBody>
            <a:bodyPr lIns="0" tIns="0" rIns="0" bIns="0" anchor="t"/>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2000" b="1">
                  <a:solidFill>
                    <a:schemeClr val="bg1"/>
                  </a:solidFill>
                  <a:latin typeface="ABBvoice"/>
                  <a:ea typeface="ABBvoice"/>
                  <a:cs typeface="ABBvoice"/>
                </a:rPr>
                <a:t>80+</a:t>
              </a:r>
              <a:endParaRPr kumimoji="0" lang="en-US" sz="2000" b="1" i="0" u="none" strike="noStrike" kern="1200" cap="none" spc="0" normalizeH="0" baseline="0" noProof="0">
                <a:ln>
                  <a:noFill/>
                </a:ln>
                <a:solidFill>
                  <a:schemeClr val="bg1"/>
                </a:solidFill>
                <a:effectLst/>
                <a:uLnTx/>
                <a:uFillTx/>
                <a:latin typeface="ABBvoice"/>
                <a:ea typeface="ABBvoice"/>
                <a:cs typeface="ABBvoice"/>
              </a:endParaRPr>
            </a:p>
          </p:txBody>
        </p:sp>
        <p:sp>
          <p:nvSpPr>
            <p:cNvPr id="692" name="Text Placeholder 3">
              <a:extLst>
                <a:ext uri="{FF2B5EF4-FFF2-40B4-BE49-F238E27FC236}">
                  <a16:creationId xmlns:a16="http://schemas.microsoft.com/office/drawing/2014/main" id="{B6BC42FC-88D0-96A3-5ABF-7B73426A3D49}"/>
                </a:ext>
              </a:extLst>
            </p:cNvPr>
            <p:cNvSpPr txBox="1">
              <a:spLocks/>
            </p:cNvSpPr>
            <p:nvPr/>
          </p:nvSpPr>
          <p:spPr>
            <a:xfrm>
              <a:off x="7742146" y="6212859"/>
              <a:ext cx="1665560" cy="468000"/>
            </a:xfrm>
            <a:prstGeom prst="rect">
              <a:avLst/>
            </a:prstGeom>
          </p:spPr>
          <p:txBody>
            <a:bodyPr lIns="0" tIns="0" rIns="0" bIns="0" anchor="t"/>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100">
                  <a:solidFill>
                    <a:schemeClr val="bg1"/>
                  </a:solidFill>
                  <a:latin typeface="ABBvoice"/>
                  <a:ea typeface="ABBvoice"/>
                  <a:cs typeface="ABBvoice"/>
                </a:rPr>
                <a:t>Countries</a:t>
              </a:r>
              <a:r>
                <a:rPr kumimoji="0" lang="en-US" sz="1100" b="0" i="0" u="none" strike="noStrike" kern="1200" cap="none" spc="0" normalizeH="0" baseline="0" noProof="0">
                  <a:ln>
                    <a:noFill/>
                  </a:ln>
                  <a:solidFill>
                    <a:schemeClr val="bg1"/>
                  </a:solidFill>
                  <a:effectLst/>
                  <a:uLnTx/>
                  <a:uFillTx/>
                  <a:latin typeface="ABBvoice"/>
                  <a:ea typeface="ABBvoice"/>
                  <a:cs typeface="ABBvoice"/>
                </a:rPr>
                <a:t> with local </a:t>
              </a:r>
              <a:br>
                <a:rPr kumimoji="0" lang="en-US" sz="1100" b="0" i="0" u="none" strike="noStrike" kern="1200" cap="none" spc="0" normalizeH="0" baseline="0" noProof="0">
                  <a:ln>
                    <a:noFill/>
                  </a:ln>
                  <a:solidFill>
                    <a:schemeClr val="bg1"/>
                  </a:solidFill>
                  <a:effectLst/>
                  <a:uLnTx/>
                  <a:uFillTx/>
                  <a:latin typeface="ABBvoice"/>
                  <a:ea typeface="ABBvoice"/>
                  <a:cs typeface="ABBvoice"/>
                </a:rPr>
              </a:br>
              <a:r>
                <a:rPr kumimoji="0" lang="en-US" sz="1100" b="0" i="0" u="none" strike="noStrike" kern="1200" cap="none" spc="0" normalizeH="0" baseline="0" noProof="0">
                  <a:ln>
                    <a:noFill/>
                  </a:ln>
                  <a:solidFill>
                    <a:schemeClr val="bg1"/>
                  </a:solidFill>
                  <a:effectLst/>
                  <a:uLnTx/>
                  <a:uFillTx/>
                  <a:latin typeface="ABBvoice"/>
                  <a:ea typeface="ABBvoice"/>
                  <a:cs typeface="ABBvoice"/>
                </a:rPr>
                <a:t>representatives</a:t>
              </a:r>
            </a:p>
          </p:txBody>
        </p:sp>
      </p:grpSp>
      <p:sp>
        <p:nvSpPr>
          <p:cNvPr id="698" name="Title Placeholder 1">
            <a:extLst>
              <a:ext uri="{FF2B5EF4-FFF2-40B4-BE49-F238E27FC236}">
                <a16:creationId xmlns:a16="http://schemas.microsoft.com/office/drawing/2014/main" id="{CD40D84C-2B73-5A16-5426-16E666C60FC9}"/>
              </a:ext>
            </a:extLst>
          </p:cNvPr>
          <p:cNvSpPr txBox="1">
            <a:spLocks/>
          </p:cNvSpPr>
          <p:nvPr/>
        </p:nvSpPr>
        <p:spPr bwMode="gray">
          <a:xfrm>
            <a:off x="331200" y="3063711"/>
            <a:ext cx="3031125" cy="843817"/>
          </a:xfrm>
          <a:prstGeom prst="rect">
            <a:avLst/>
          </a:prstGeom>
        </p:spPr>
        <p:txBody>
          <a:bodyPr vert="horz" lIns="0" tIns="0" rIns="0" bIns="0" rtlCol="0" anchor="t">
            <a:noAutofit/>
          </a:bodyPr>
          <a:lstStyle>
            <a:lvl1pPr algn="l" defTabSz="914491" rtl="0" eaLnBrk="1" latinLnBrk="0" hangingPunct="1">
              <a:spcBef>
                <a:spcPct val="0"/>
              </a:spcBef>
              <a:buNone/>
              <a:defRPr sz="2400" b="1" kern="1200">
                <a:solidFill>
                  <a:schemeClr val="tx1"/>
                </a:solidFill>
                <a:latin typeface="+mj-lt"/>
                <a:ea typeface="+mj-ea"/>
                <a:cs typeface="+mj-cs"/>
              </a:defRPr>
            </a:lvl1pPr>
          </a:lstStyle>
          <a:p>
            <a:r>
              <a:rPr lang="en-US" sz="1800" b="0">
                <a:latin typeface="ABBvoice Light" panose="020D0403020503020204" pitchFamily="34" charset="0"/>
                <a:ea typeface="ABBvoice Light" panose="020D0403020503020204" pitchFamily="34" charset="0"/>
                <a:cs typeface="ABBvoice Light" panose="020D0403020503020204" pitchFamily="34" charset="0"/>
              </a:rPr>
              <a:t>Worldwide 14 Tendering </a:t>
            </a:r>
            <a:br>
              <a:rPr lang="en-US" sz="1800" b="0">
                <a:latin typeface="ABBvoice Light" panose="020D0403020503020204" pitchFamily="34" charset="0"/>
                <a:ea typeface="ABBvoice Light" panose="020D0403020503020204" pitchFamily="34" charset="0"/>
                <a:cs typeface="ABBvoice Light" panose="020D0403020503020204" pitchFamily="34" charset="0"/>
              </a:rPr>
            </a:br>
            <a:r>
              <a:rPr lang="en-US" sz="1800" b="0">
                <a:latin typeface="ABBvoice Light" panose="020D0403020503020204" pitchFamily="34" charset="0"/>
                <a:ea typeface="ABBvoice Light" panose="020D0403020503020204" pitchFamily="34" charset="0"/>
                <a:cs typeface="ABBvoice Light" panose="020D0403020503020204" pitchFamily="34" charset="0"/>
              </a:rPr>
              <a:t>and Execution Centers </a:t>
            </a:r>
            <a:br>
              <a:rPr lang="en-US" sz="1800" b="0">
                <a:latin typeface="ABBvoice Light" panose="020D0403020503020204" pitchFamily="34" charset="0"/>
                <a:ea typeface="ABBvoice Light" panose="020D0403020503020204" pitchFamily="34" charset="0"/>
                <a:cs typeface="ABBvoice Light" panose="020D0403020503020204" pitchFamily="34" charset="0"/>
              </a:rPr>
            </a:br>
            <a:r>
              <a:rPr lang="en-US" sz="1800" b="0">
                <a:latin typeface="ABBvoice Light" panose="020D0403020503020204" pitchFamily="34" charset="0"/>
                <a:ea typeface="ABBvoice Light" panose="020D0403020503020204" pitchFamily="34" charset="0"/>
                <a:cs typeface="ABBvoice Light" panose="020D0403020503020204" pitchFamily="34" charset="0"/>
              </a:rPr>
              <a:t>within Motion High Power</a:t>
            </a:r>
          </a:p>
        </p:txBody>
      </p:sp>
      <p:grpSp>
        <p:nvGrpSpPr>
          <p:cNvPr id="1313" name="Group 1312">
            <a:extLst>
              <a:ext uri="{FF2B5EF4-FFF2-40B4-BE49-F238E27FC236}">
                <a16:creationId xmlns:a16="http://schemas.microsoft.com/office/drawing/2014/main" id="{E74E5583-873D-D048-FBD4-50B8846B351A}"/>
              </a:ext>
            </a:extLst>
          </p:cNvPr>
          <p:cNvGrpSpPr/>
          <p:nvPr/>
        </p:nvGrpSpPr>
        <p:grpSpPr>
          <a:xfrm>
            <a:off x="3950574" y="641023"/>
            <a:ext cx="7964122" cy="4234845"/>
            <a:chOff x="5269393" y="515465"/>
            <a:chExt cx="6038625" cy="3210980"/>
          </a:xfrm>
        </p:grpSpPr>
        <p:grpSp>
          <p:nvGrpSpPr>
            <p:cNvPr id="704" name="Group 703">
              <a:extLst>
                <a:ext uri="{FF2B5EF4-FFF2-40B4-BE49-F238E27FC236}">
                  <a16:creationId xmlns:a16="http://schemas.microsoft.com/office/drawing/2014/main" id="{5D9ECE10-9916-AB40-AC35-412AEB24B2E0}"/>
                </a:ext>
              </a:extLst>
            </p:cNvPr>
            <p:cNvGrpSpPr/>
            <p:nvPr/>
          </p:nvGrpSpPr>
          <p:grpSpPr>
            <a:xfrm>
              <a:off x="5269393" y="515465"/>
              <a:ext cx="6038625" cy="3210980"/>
              <a:chOff x="5269393" y="515465"/>
              <a:chExt cx="6038625" cy="3210980"/>
            </a:xfrm>
          </p:grpSpPr>
          <p:grpSp>
            <p:nvGrpSpPr>
              <p:cNvPr id="705" name="Grupa 4">
                <a:extLst>
                  <a:ext uri="{FF2B5EF4-FFF2-40B4-BE49-F238E27FC236}">
                    <a16:creationId xmlns:a16="http://schemas.microsoft.com/office/drawing/2014/main" id="{B1CFE27D-A2AB-2BE4-2C1A-11354B5F9C1A}"/>
                  </a:ext>
                </a:extLst>
              </p:cNvPr>
              <p:cNvGrpSpPr/>
              <p:nvPr/>
            </p:nvGrpSpPr>
            <p:grpSpPr bwMode="gray">
              <a:xfrm>
                <a:off x="5269393" y="757016"/>
                <a:ext cx="5739933" cy="2969429"/>
                <a:chOff x="1707876" y="2296825"/>
                <a:chExt cx="5728270" cy="2963397"/>
              </a:xfrm>
              <a:solidFill>
                <a:schemeClr val="accent5"/>
              </a:solidFill>
            </p:grpSpPr>
            <p:grpSp>
              <p:nvGrpSpPr>
                <p:cNvPr id="931" name="Group 4">
                  <a:extLst>
                    <a:ext uri="{FF2B5EF4-FFF2-40B4-BE49-F238E27FC236}">
                      <a16:creationId xmlns:a16="http://schemas.microsoft.com/office/drawing/2014/main" id="{9EA9FFE8-844E-F7B6-9478-D402D82F6F2C}"/>
                    </a:ext>
                  </a:extLst>
                </p:cNvPr>
                <p:cNvGrpSpPr>
                  <a:grpSpLocks/>
                </p:cNvGrpSpPr>
                <p:nvPr/>
              </p:nvGrpSpPr>
              <p:grpSpPr bwMode="gray">
                <a:xfrm>
                  <a:off x="3102343" y="3902887"/>
                  <a:ext cx="784321" cy="1357335"/>
                  <a:chOff x="1529" y="2554"/>
                  <a:chExt cx="725" cy="1255"/>
                </a:xfrm>
                <a:grpFill/>
              </p:grpSpPr>
              <p:sp>
                <p:nvSpPr>
                  <p:cNvPr id="1289" name="Freeform 5">
                    <a:extLst>
                      <a:ext uri="{FF2B5EF4-FFF2-40B4-BE49-F238E27FC236}">
                        <a16:creationId xmlns:a16="http://schemas.microsoft.com/office/drawing/2014/main" id="{4A28F4EC-C0BA-3720-7E66-0DD1E73592B5}"/>
                      </a:ext>
                    </a:extLst>
                  </p:cNvPr>
                  <p:cNvSpPr>
                    <a:spLocks/>
                  </p:cNvSpPr>
                  <p:nvPr/>
                </p:nvSpPr>
                <p:spPr bwMode="gray">
                  <a:xfrm>
                    <a:off x="1692" y="3781"/>
                    <a:ext cx="22" cy="11"/>
                  </a:xfrm>
                  <a:custGeom>
                    <a:avLst/>
                    <a:gdLst>
                      <a:gd name="T0" fmla="*/ 10 w 32"/>
                      <a:gd name="T1" fmla="*/ 3 h 16"/>
                      <a:gd name="T2" fmla="*/ 8 w 32"/>
                      <a:gd name="T3" fmla="*/ 3 h 16"/>
                      <a:gd name="T4" fmla="*/ 8 w 32"/>
                      <a:gd name="T5" fmla="*/ 6 h 16"/>
                      <a:gd name="T6" fmla="*/ 3 w 32"/>
                      <a:gd name="T7" fmla="*/ 3 h 16"/>
                      <a:gd name="T8" fmla="*/ 0 w 32"/>
                      <a:gd name="T9" fmla="*/ 3 h 16"/>
                      <a:gd name="T10" fmla="*/ 0 w 32"/>
                      <a:gd name="T11" fmla="*/ 0 h 16"/>
                      <a:gd name="T12" fmla="*/ 6 w 32"/>
                      <a:gd name="T13" fmla="*/ 0 h 16"/>
                      <a:gd name="T14" fmla="*/ 10 w 32"/>
                      <a:gd name="T15" fmla="*/ 3 h 16"/>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16"/>
                      <a:gd name="T26" fmla="*/ 32 w 32"/>
                      <a:gd name="T27" fmla="*/ 16 h 1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16">
                        <a:moveTo>
                          <a:pt x="32" y="8"/>
                        </a:moveTo>
                        <a:lnTo>
                          <a:pt x="24" y="8"/>
                        </a:lnTo>
                        <a:lnTo>
                          <a:pt x="24" y="16"/>
                        </a:lnTo>
                        <a:lnTo>
                          <a:pt x="8" y="8"/>
                        </a:lnTo>
                        <a:lnTo>
                          <a:pt x="0" y="8"/>
                        </a:lnTo>
                        <a:lnTo>
                          <a:pt x="0" y="0"/>
                        </a:lnTo>
                        <a:lnTo>
                          <a:pt x="16" y="0"/>
                        </a:lnTo>
                        <a:lnTo>
                          <a:pt x="32"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90" name="Freeform 6">
                    <a:extLst>
                      <a:ext uri="{FF2B5EF4-FFF2-40B4-BE49-F238E27FC236}">
                        <a16:creationId xmlns:a16="http://schemas.microsoft.com/office/drawing/2014/main" id="{B995A05F-F1B4-01E2-D0F2-4EE47B0440C4}"/>
                      </a:ext>
                    </a:extLst>
                  </p:cNvPr>
                  <p:cNvSpPr>
                    <a:spLocks/>
                  </p:cNvSpPr>
                  <p:nvPr/>
                </p:nvSpPr>
                <p:spPr bwMode="gray">
                  <a:xfrm>
                    <a:off x="1669" y="3685"/>
                    <a:ext cx="6" cy="23"/>
                  </a:xfrm>
                  <a:custGeom>
                    <a:avLst/>
                    <a:gdLst>
                      <a:gd name="T0" fmla="*/ 4 w 8"/>
                      <a:gd name="T1" fmla="*/ 12 h 32"/>
                      <a:gd name="T2" fmla="*/ 4 w 8"/>
                      <a:gd name="T3" fmla="*/ 9 h 32"/>
                      <a:gd name="T4" fmla="*/ 4 w 8"/>
                      <a:gd name="T5" fmla="*/ 3 h 32"/>
                      <a:gd name="T6" fmla="*/ 4 w 8"/>
                      <a:gd name="T7" fmla="*/ 0 h 32"/>
                      <a:gd name="T8" fmla="*/ 4 w 8"/>
                      <a:gd name="T9" fmla="*/ 3 h 32"/>
                      <a:gd name="T10" fmla="*/ 0 w 8"/>
                      <a:gd name="T11" fmla="*/ 6 h 32"/>
                      <a:gd name="T12" fmla="*/ 4 w 8"/>
                      <a:gd name="T13" fmla="*/ 9 h 32"/>
                      <a:gd name="T14" fmla="*/ 4 w 8"/>
                      <a:gd name="T15" fmla="*/ 12 h 32"/>
                      <a:gd name="T16" fmla="*/ 0 60000 65536"/>
                      <a:gd name="T17" fmla="*/ 0 60000 65536"/>
                      <a:gd name="T18" fmla="*/ 0 60000 65536"/>
                      <a:gd name="T19" fmla="*/ 0 60000 65536"/>
                      <a:gd name="T20" fmla="*/ 0 60000 65536"/>
                      <a:gd name="T21" fmla="*/ 0 60000 65536"/>
                      <a:gd name="T22" fmla="*/ 0 60000 65536"/>
                      <a:gd name="T23" fmla="*/ 0 60000 65536"/>
                      <a:gd name="T24" fmla="*/ 0 w 8"/>
                      <a:gd name="T25" fmla="*/ 0 h 32"/>
                      <a:gd name="T26" fmla="*/ 8 w 8"/>
                      <a:gd name="T27" fmla="*/ 32 h 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 h="32">
                        <a:moveTo>
                          <a:pt x="8" y="32"/>
                        </a:moveTo>
                        <a:lnTo>
                          <a:pt x="8" y="24"/>
                        </a:lnTo>
                        <a:lnTo>
                          <a:pt x="8" y="8"/>
                        </a:lnTo>
                        <a:lnTo>
                          <a:pt x="8" y="0"/>
                        </a:lnTo>
                        <a:lnTo>
                          <a:pt x="8" y="8"/>
                        </a:lnTo>
                        <a:lnTo>
                          <a:pt x="0" y="16"/>
                        </a:lnTo>
                        <a:lnTo>
                          <a:pt x="8" y="24"/>
                        </a:lnTo>
                        <a:lnTo>
                          <a:pt x="8" y="3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91" name="Freeform 7">
                    <a:extLst>
                      <a:ext uri="{FF2B5EF4-FFF2-40B4-BE49-F238E27FC236}">
                        <a16:creationId xmlns:a16="http://schemas.microsoft.com/office/drawing/2014/main" id="{61383A65-4509-8164-E0C7-BCA9CEB08638}"/>
                      </a:ext>
                    </a:extLst>
                  </p:cNvPr>
                  <p:cNvSpPr>
                    <a:spLocks/>
                  </p:cNvSpPr>
                  <p:nvPr/>
                </p:nvSpPr>
                <p:spPr bwMode="gray">
                  <a:xfrm>
                    <a:off x="1681" y="3556"/>
                    <a:ext cx="16" cy="28"/>
                  </a:xfrm>
                  <a:custGeom>
                    <a:avLst/>
                    <a:gdLst>
                      <a:gd name="T0" fmla="*/ 2 w 24"/>
                      <a:gd name="T1" fmla="*/ 3 h 40"/>
                      <a:gd name="T2" fmla="*/ 2 w 24"/>
                      <a:gd name="T3" fmla="*/ 0 h 40"/>
                      <a:gd name="T4" fmla="*/ 7 w 24"/>
                      <a:gd name="T5" fmla="*/ 3 h 40"/>
                      <a:gd name="T6" fmla="*/ 7 w 24"/>
                      <a:gd name="T7" fmla="*/ 6 h 40"/>
                      <a:gd name="T8" fmla="*/ 5 w 24"/>
                      <a:gd name="T9" fmla="*/ 10 h 40"/>
                      <a:gd name="T10" fmla="*/ 2 w 24"/>
                      <a:gd name="T11" fmla="*/ 14 h 40"/>
                      <a:gd name="T12" fmla="*/ 0 w 24"/>
                      <a:gd name="T13" fmla="*/ 14 h 40"/>
                      <a:gd name="T14" fmla="*/ 2 w 24"/>
                      <a:gd name="T15" fmla="*/ 3 h 40"/>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40"/>
                      <a:gd name="T26" fmla="*/ 24 w 24"/>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40">
                        <a:moveTo>
                          <a:pt x="8" y="8"/>
                        </a:moveTo>
                        <a:lnTo>
                          <a:pt x="8" y="0"/>
                        </a:lnTo>
                        <a:lnTo>
                          <a:pt x="24" y="8"/>
                        </a:lnTo>
                        <a:lnTo>
                          <a:pt x="24" y="16"/>
                        </a:lnTo>
                        <a:lnTo>
                          <a:pt x="16" y="32"/>
                        </a:lnTo>
                        <a:lnTo>
                          <a:pt x="8" y="40"/>
                        </a:lnTo>
                        <a:lnTo>
                          <a:pt x="0" y="40"/>
                        </a:lnTo>
                        <a:lnTo>
                          <a:pt x="8"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92" name="Freeform 8">
                    <a:extLst>
                      <a:ext uri="{FF2B5EF4-FFF2-40B4-BE49-F238E27FC236}">
                        <a16:creationId xmlns:a16="http://schemas.microsoft.com/office/drawing/2014/main" id="{733A8DB5-9DCA-50DA-3584-A1E5B403C456}"/>
                      </a:ext>
                    </a:extLst>
                  </p:cNvPr>
                  <p:cNvSpPr>
                    <a:spLocks/>
                  </p:cNvSpPr>
                  <p:nvPr/>
                </p:nvSpPr>
                <p:spPr bwMode="gray">
                  <a:xfrm>
                    <a:off x="1551" y="2554"/>
                    <a:ext cx="135" cy="51"/>
                  </a:xfrm>
                  <a:custGeom>
                    <a:avLst/>
                    <a:gdLst>
                      <a:gd name="T0" fmla="*/ 0 w 192"/>
                      <a:gd name="T1" fmla="*/ 6 h 72"/>
                      <a:gd name="T2" fmla="*/ 6 w 192"/>
                      <a:gd name="T3" fmla="*/ 0 h 72"/>
                      <a:gd name="T4" fmla="*/ 11 w 192"/>
                      <a:gd name="T5" fmla="*/ 0 h 72"/>
                      <a:gd name="T6" fmla="*/ 17 w 192"/>
                      <a:gd name="T7" fmla="*/ 0 h 72"/>
                      <a:gd name="T8" fmla="*/ 25 w 192"/>
                      <a:gd name="T9" fmla="*/ 0 h 72"/>
                      <a:gd name="T10" fmla="*/ 31 w 192"/>
                      <a:gd name="T11" fmla="*/ 3 h 72"/>
                      <a:gd name="T12" fmla="*/ 31 w 192"/>
                      <a:gd name="T13" fmla="*/ 6 h 72"/>
                      <a:gd name="T14" fmla="*/ 36 w 192"/>
                      <a:gd name="T15" fmla="*/ 6 h 72"/>
                      <a:gd name="T16" fmla="*/ 48 w 192"/>
                      <a:gd name="T17" fmla="*/ 14 h 72"/>
                      <a:gd name="T18" fmla="*/ 50 w 192"/>
                      <a:gd name="T19" fmla="*/ 14 h 72"/>
                      <a:gd name="T20" fmla="*/ 53 w 192"/>
                      <a:gd name="T21" fmla="*/ 17 h 72"/>
                      <a:gd name="T22" fmla="*/ 58 w 192"/>
                      <a:gd name="T23" fmla="*/ 20 h 72"/>
                      <a:gd name="T24" fmla="*/ 64 w 192"/>
                      <a:gd name="T25" fmla="*/ 20 h 72"/>
                      <a:gd name="T26" fmla="*/ 67 w 192"/>
                      <a:gd name="T27" fmla="*/ 23 h 72"/>
                      <a:gd name="T28" fmla="*/ 56 w 192"/>
                      <a:gd name="T29" fmla="*/ 26 h 72"/>
                      <a:gd name="T30" fmla="*/ 53 w 192"/>
                      <a:gd name="T31" fmla="*/ 23 h 72"/>
                      <a:gd name="T32" fmla="*/ 44 w 192"/>
                      <a:gd name="T33" fmla="*/ 26 h 72"/>
                      <a:gd name="T34" fmla="*/ 41 w 192"/>
                      <a:gd name="T35" fmla="*/ 26 h 72"/>
                      <a:gd name="T36" fmla="*/ 41 w 192"/>
                      <a:gd name="T37" fmla="*/ 23 h 72"/>
                      <a:gd name="T38" fmla="*/ 44 w 192"/>
                      <a:gd name="T39" fmla="*/ 20 h 72"/>
                      <a:gd name="T40" fmla="*/ 44 w 192"/>
                      <a:gd name="T41" fmla="*/ 17 h 72"/>
                      <a:gd name="T42" fmla="*/ 39 w 192"/>
                      <a:gd name="T43" fmla="*/ 17 h 72"/>
                      <a:gd name="T44" fmla="*/ 34 w 192"/>
                      <a:gd name="T45" fmla="*/ 11 h 72"/>
                      <a:gd name="T46" fmla="*/ 27 w 192"/>
                      <a:gd name="T47" fmla="*/ 11 h 72"/>
                      <a:gd name="T48" fmla="*/ 25 w 192"/>
                      <a:gd name="T49" fmla="*/ 8 h 72"/>
                      <a:gd name="T50" fmla="*/ 19 w 192"/>
                      <a:gd name="T51" fmla="*/ 8 h 72"/>
                      <a:gd name="T52" fmla="*/ 14 w 192"/>
                      <a:gd name="T53" fmla="*/ 6 h 72"/>
                      <a:gd name="T54" fmla="*/ 14 w 192"/>
                      <a:gd name="T55" fmla="*/ 3 h 72"/>
                      <a:gd name="T56" fmla="*/ 11 w 192"/>
                      <a:gd name="T57" fmla="*/ 3 h 72"/>
                      <a:gd name="T58" fmla="*/ 3 w 192"/>
                      <a:gd name="T59" fmla="*/ 8 h 72"/>
                      <a:gd name="T60" fmla="*/ 3 w 192"/>
                      <a:gd name="T61" fmla="*/ 6 h 72"/>
                      <a:gd name="T62" fmla="*/ 0 w 192"/>
                      <a:gd name="T63" fmla="*/ 6 h 7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2"/>
                      <a:gd name="T97" fmla="*/ 0 h 72"/>
                      <a:gd name="T98" fmla="*/ 192 w 192"/>
                      <a:gd name="T99" fmla="*/ 72 h 7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2" h="72">
                        <a:moveTo>
                          <a:pt x="0" y="16"/>
                        </a:moveTo>
                        <a:lnTo>
                          <a:pt x="16" y="0"/>
                        </a:lnTo>
                        <a:lnTo>
                          <a:pt x="32" y="0"/>
                        </a:lnTo>
                        <a:lnTo>
                          <a:pt x="48" y="0"/>
                        </a:lnTo>
                        <a:lnTo>
                          <a:pt x="72" y="0"/>
                        </a:lnTo>
                        <a:lnTo>
                          <a:pt x="88" y="8"/>
                        </a:lnTo>
                        <a:lnTo>
                          <a:pt x="88" y="16"/>
                        </a:lnTo>
                        <a:lnTo>
                          <a:pt x="104" y="16"/>
                        </a:lnTo>
                        <a:lnTo>
                          <a:pt x="136" y="40"/>
                        </a:lnTo>
                        <a:lnTo>
                          <a:pt x="144" y="40"/>
                        </a:lnTo>
                        <a:lnTo>
                          <a:pt x="152" y="48"/>
                        </a:lnTo>
                        <a:lnTo>
                          <a:pt x="168" y="56"/>
                        </a:lnTo>
                        <a:lnTo>
                          <a:pt x="184" y="56"/>
                        </a:lnTo>
                        <a:lnTo>
                          <a:pt x="192" y="64"/>
                        </a:lnTo>
                        <a:lnTo>
                          <a:pt x="160" y="72"/>
                        </a:lnTo>
                        <a:lnTo>
                          <a:pt x="152" y="64"/>
                        </a:lnTo>
                        <a:lnTo>
                          <a:pt x="128" y="72"/>
                        </a:lnTo>
                        <a:lnTo>
                          <a:pt x="120" y="72"/>
                        </a:lnTo>
                        <a:lnTo>
                          <a:pt x="120" y="64"/>
                        </a:lnTo>
                        <a:lnTo>
                          <a:pt x="128" y="56"/>
                        </a:lnTo>
                        <a:lnTo>
                          <a:pt x="128" y="48"/>
                        </a:lnTo>
                        <a:lnTo>
                          <a:pt x="112" y="48"/>
                        </a:lnTo>
                        <a:lnTo>
                          <a:pt x="96" y="32"/>
                        </a:lnTo>
                        <a:lnTo>
                          <a:pt x="80" y="32"/>
                        </a:lnTo>
                        <a:lnTo>
                          <a:pt x="72" y="24"/>
                        </a:lnTo>
                        <a:lnTo>
                          <a:pt x="56" y="24"/>
                        </a:lnTo>
                        <a:lnTo>
                          <a:pt x="40" y="16"/>
                        </a:lnTo>
                        <a:lnTo>
                          <a:pt x="40" y="8"/>
                        </a:lnTo>
                        <a:lnTo>
                          <a:pt x="32" y="8"/>
                        </a:lnTo>
                        <a:lnTo>
                          <a:pt x="8" y="24"/>
                        </a:lnTo>
                        <a:lnTo>
                          <a:pt x="8" y="16"/>
                        </a:lnTo>
                        <a:lnTo>
                          <a:pt x="0"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93" name="Freeform 9">
                    <a:extLst>
                      <a:ext uri="{FF2B5EF4-FFF2-40B4-BE49-F238E27FC236}">
                        <a16:creationId xmlns:a16="http://schemas.microsoft.com/office/drawing/2014/main" id="{1E700840-BDE6-EEFB-C015-E8ADFFD85034}"/>
                      </a:ext>
                    </a:extLst>
                  </p:cNvPr>
                  <p:cNvSpPr>
                    <a:spLocks/>
                  </p:cNvSpPr>
                  <p:nvPr/>
                </p:nvSpPr>
                <p:spPr bwMode="gray">
                  <a:xfrm>
                    <a:off x="1849" y="3179"/>
                    <a:ext cx="124" cy="124"/>
                  </a:xfrm>
                  <a:custGeom>
                    <a:avLst/>
                    <a:gdLst>
                      <a:gd name="T0" fmla="*/ 0 w 176"/>
                      <a:gd name="T1" fmla="*/ 23 h 176"/>
                      <a:gd name="T2" fmla="*/ 3 w 176"/>
                      <a:gd name="T3" fmla="*/ 17 h 176"/>
                      <a:gd name="T4" fmla="*/ 6 w 176"/>
                      <a:gd name="T5" fmla="*/ 6 h 176"/>
                      <a:gd name="T6" fmla="*/ 6 w 176"/>
                      <a:gd name="T7" fmla="*/ 3 h 176"/>
                      <a:gd name="T8" fmla="*/ 14 w 176"/>
                      <a:gd name="T9" fmla="*/ 0 h 176"/>
                      <a:gd name="T10" fmla="*/ 31 w 176"/>
                      <a:gd name="T11" fmla="*/ 0 h 176"/>
                      <a:gd name="T12" fmla="*/ 36 w 176"/>
                      <a:gd name="T13" fmla="*/ 3 h 176"/>
                      <a:gd name="T14" fmla="*/ 36 w 176"/>
                      <a:gd name="T15" fmla="*/ 19 h 176"/>
                      <a:gd name="T16" fmla="*/ 42 w 176"/>
                      <a:gd name="T17" fmla="*/ 23 h 176"/>
                      <a:gd name="T18" fmla="*/ 53 w 176"/>
                      <a:gd name="T19" fmla="*/ 27 h 176"/>
                      <a:gd name="T20" fmla="*/ 53 w 176"/>
                      <a:gd name="T21" fmla="*/ 34 h 176"/>
                      <a:gd name="T22" fmla="*/ 56 w 176"/>
                      <a:gd name="T23" fmla="*/ 34 h 176"/>
                      <a:gd name="T24" fmla="*/ 61 w 176"/>
                      <a:gd name="T25" fmla="*/ 34 h 176"/>
                      <a:gd name="T26" fmla="*/ 61 w 176"/>
                      <a:gd name="T27" fmla="*/ 42 h 176"/>
                      <a:gd name="T28" fmla="*/ 58 w 176"/>
                      <a:gd name="T29" fmla="*/ 44 h 176"/>
                      <a:gd name="T30" fmla="*/ 58 w 176"/>
                      <a:gd name="T31" fmla="*/ 48 h 176"/>
                      <a:gd name="T32" fmla="*/ 56 w 176"/>
                      <a:gd name="T33" fmla="*/ 56 h 176"/>
                      <a:gd name="T34" fmla="*/ 53 w 176"/>
                      <a:gd name="T35" fmla="*/ 58 h 176"/>
                      <a:gd name="T36" fmla="*/ 42 w 176"/>
                      <a:gd name="T37" fmla="*/ 61 h 176"/>
                      <a:gd name="T38" fmla="*/ 34 w 176"/>
                      <a:gd name="T39" fmla="*/ 61 h 176"/>
                      <a:gd name="T40" fmla="*/ 31 w 176"/>
                      <a:gd name="T41" fmla="*/ 58 h 176"/>
                      <a:gd name="T42" fmla="*/ 39 w 176"/>
                      <a:gd name="T43" fmla="*/ 48 h 176"/>
                      <a:gd name="T44" fmla="*/ 39 w 176"/>
                      <a:gd name="T45" fmla="*/ 44 h 176"/>
                      <a:gd name="T46" fmla="*/ 34 w 176"/>
                      <a:gd name="T47" fmla="*/ 42 h 176"/>
                      <a:gd name="T48" fmla="*/ 25 w 176"/>
                      <a:gd name="T49" fmla="*/ 39 h 176"/>
                      <a:gd name="T50" fmla="*/ 19 w 176"/>
                      <a:gd name="T51" fmla="*/ 34 h 176"/>
                      <a:gd name="T52" fmla="*/ 14 w 176"/>
                      <a:gd name="T53" fmla="*/ 34 h 176"/>
                      <a:gd name="T54" fmla="*/ 8 w 176"/>
                      <a:gd name="T55" fmla="*/ 27 h 176"/>
                      <a:gd name="T56" fmla="*/ 6 w 176"/>
                      <a:gd name="T57" fmla="*/ 25 h 176"/>
                      <a:gd name="T58" fmla="*/ 0 w 176"/>
                      <a:gd name="T59" fmla="*/ 23 h 17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6"/>
                      <a:gd name="T91" fmla="*/ 0 h 176"/>
                      <a:gd name="T92" fmla="*/ 176 w 176"/>
                      <a:gd name="T93" fmla="*/ 176 h 17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6" h="176">
                        <a:moveTo>
                          <a:pt x="0" y="64"/>
                        </a:moveTo>
                        <a:lnTo>
                          <a:pt x="8" y="48"/>
                        </a:lnTo>
                        <a:lnTo>
                          <a:pt x="16" y="16"/>
                        </a:lnTo>
                        <a:lnTo>
                          <a:pt x="16" y="8"/>
                        </a:lnTo>
                        <a:lnTo>
                          <a:pt x="40" y="0"/>
                        </a:lnTo>
                        <a:lnTo>
                          <a:pt x="88" y="0"/>
                        </a:lnTo>
                        <a:lnTo>
                          <a:pt x="104" y="8"/>
                        </a:lnTo>
                        <a:lnTo>
                          <a:pt x="104" y="56"/>
                        </a:lnTo>
                        <a:lnTo>
                          <a:pt x="120" y="64"/>
                        </a:lnTo>
                        <a:lnTo>
                          <a:pt x="152" y="80"/>
                        </a:lnTo>
                        <a:lnTo>
                          <a:pt x="152" y="96"/>
                        </a:lnTo>
                        <a:lnTo>
                          <a:pt x="160" y="96"/>
                        </a:lnTo>
                        <a:lnTo>
                          <a:pt x="176" y="96"/>
                        </a:lnTo>
                        <a:lnTo>
                          <a:pt x="176" y="120"/>
                        </a:lnTo>
                        <a:lnTo>
                          <a:pt x="168" y="128"/>
                        </a:lnTo>
                        <a:lnTo>
                          <a:pt x="168" y="136"/>
                        </a:lnTo>
                        <a:lnTo>
                          <a:pt x="160" y="160"/>
                        </a:lnTo>
                        <a:lnTo>
                          <a:pt x="152" y="168"/>
                        </a:lnTo>
                        <a:lnTo>
                          <a:pt x="120" y="176"/>
                        </a:lnTo>
                        <a:lnTo>
                          <a:pt x="96" y="176"/>
                        </a:lnTo>
                        <a:lnTo>
                          <a:pt x="88" y="168"/>
                        </a:lnTo>
                        <a:lnTo>
                          <a:pt x="112" y="136"/>
                        </a:lnTo>
                        <a:lnTo>
                          <a:pt x="112" y="128"/>
                        </a:lnTo>
                        <a:lnTo>
                          <a:pt x="96" y="120"/>
                        </a:lnTo>
                        <a:lnTo>
                          <a:pt x="72" y="112"/>
                        </a:lnTo>
                        <a:lnTo>
                          <a:pt x="56" y="96"/>
                        </a:lnTo>
                        <a:lnTo>
                          <a:pt x="40" y="96"/>
                        </a:lnTo>
                        <a:lnTo>
                          <a:pt x="24" y="80"/>
                        </a:lnTo>
                        <a:lnTo>
                          <a:pt x="16" y="72"/>
                        </a:lnTo>
                        <a:lnTo>
                          <a:pt x="0" y="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94" name="Freeform 10">
                    <a:extLst>
                      <a:ext uri="{FF2B5EF4-FFF2-40B4-BE49-F238E27FC236}">
                        <a16:creationId xmlns:a16="http://schemas.microsoft.com/office/drawing/2014/main" id="{0C181A1B-F9F6-D109-E1D3-F65ADCF512A0}"/>
                      </a:ext>
                    </a:extLst>
                  </p:cNvPr>
                  <p:cNvSpPr>
                    <a:spLocks/>
                  </p:cNvSpPr>
                  <p:nvPr/>
                </p:nvSpPr>
                <p:spPr bwMode="gray">
                  <a:xfrm>
                    <a:off x="1754" y="3033"/>
                    <a:ext cx="168" cy="202"/>
                  </a:xfrm>
                  <a:custGeom>
                    <a:avLst/>
                    <a:gdLst>
                      <a:gd name="T0" fmla="*/ 47 w 240"/>
                      <a:gd name="T1" fmla="*/ 94 h 288"/>
                      <a:gd name="T2" fmla="*/ 50 w 240"/>
                      <a:gd name="T3" fmla="*/ 88 h 288"/>
                      <a:gd name="T4" fmla="*/ 52 w 240"/>
                      <a:gd name="T5" fmla="*/ 77 h 288"/>
                      <a:gd name="T6" fmla="*/ 52 w 240"/>
                      <a:gd name="T7" fmla="*/ 75 h 288"/>
                      <a:gd name="T8" fmla="*/ 60 w 240"/>
                      <a:gd name="T9" fmla="*/ 72 h 288"/>
                      <a:gd name="T10" fmla="*/ 77 w 240"/>
                      <a:gd name="T11" fmla="*/ 72 h 288"/>
                      <a:gd name="T12" fmla="*/ 83 w 240"/>
                      <a:gd name="T13" fmla="*/ 75 h 288"/>
                      <a:gd name="T14" fmla="*/ 83 w 240"/>
                      <a:gd name="T15" fmla="*/ 67 h 288"/>
                      <a:gd name="T16" fmla="*/ 79 w 240"/>
                      <a:gd name="T17" fmla="*/ 60 h 288"/>
                      <a:gd name="T18" fmla="*/ 79 w 240"/>
                      <a:gd name="T19" fmla="*/ 55 h 288"/>
                      <a:gd name="T20" fmla="*/ 77 w 240"/>
                      <a:gd name="T21" fmla="*/ 55 h 288"/>
                      <a:gd name="T22" fmla="*/ 77 w 240"/>
                      <a:gd name="T23" fmla="*/ 50 h 288"/>
                      <a:gd name="T24" fmla="*/ 60 w 240"/>
                      <a:gd name="T25" fmla="*/ 47 h 288"/>
                      <a:gd name="T26" fmla="*/ 60 w 240"/>
                      <a:gd name="T27" fmla="*/ 30 h 288"/>
                      <a:gd name="T28" fmla="*/ 55 w 240"/>
                      <a:gd name="T29" fmla="*/ 27 h 288"/>
                      <a:gd name="T30" fmla="*/ 39 w 240"/>
                      <a:gd name="T31" fmla="*/ 19 h 288"/>
                      <a:gd name="T32" fmla="*/ 33 w 240"/>
                      <a:gd name="T33" fmla="*/ 19 h 288"/>
                      <a:gd name="T34" fmla="*/ 30 w 240"/>
                      <a:gd name="T35" fmla="*/ 17 h 288"/>
                      <a:gd name="T36" fmla="*/ 30 w 240"/>
                      <a:gd name="T37" fmla="*/ 6 h 288"/>
                      <a:gd name="T38" fmla="*/ 25 w 240"/>
                      <a:gd name="T39" fmla="*/ 0 h 288"/>
                      <a:gd name="T40" fmla="*/ 17 w 240"/>
                      <a:gd name="T41" fmla="*/ 3 h 288"/>
                      <a:gd name="T42" fmla="*/ 14 w 240"/>
                      <a:gd name="T43" fmla="*/ 11 h 288"/>
                      <a:gd name="T44" fmla="*/ 0 w 240"/>
                      <a:gd name="T45" fmla="*/ 11 h 288"/>
                      <a:gd name="T46" fmla="*/ 6 w 240"/>
                      <a:gd name="T47" fmla="*/ 22 h 288"/>
                      <a:gd name="T48" fmla="*/ 6 w 240"/>
                      <a:gd name="T49" fmla="*/ 25 h 288"/>
                      <a:gd name="T50" fmla="*/ 3 w 240"/>
                      <a:gd name="T51" fmla="*/ 25 h 288"/>
                      <a:gd name="T52" fmla="*/ 6 w 240"/>
                      <a:gd name="T53" fmla="*/ 36 h 288"/>
                      <a:gd name="T54" fmla="*/ 0 w 240"/>
                      <a:gd name="T55" fmla="*/ 39 h 288"/>
                      <a:gd name="T56" fmla="*/ 3 w 240"/>
                      <a:gd name="T57" fmla="*/ 50 h 288"/>
                      <a:gd name="T58" fmla="*/ 0 w 240"/>
                      <a:gd name="T59" fmla="*/ 58 h 288"/>
                      <a:gd name="T60" fmla="*/ 3 w 240"/>
                      <a:gd name="T61" fmla="*/ 60 h 288"/>
                      <a:gd name="T62" fmla="*/ 6 w 240"/>
                      <a:gd name="T63" fmla="*/ 69 h 288"/>
                      <a:gd name="T64" fmla="*/ 6 w 240"/>
                      <a:gd name="T65" fmla="*/ 80 h 288"/>
                      <a:gd name="T66" fmla="*/ 11 w 240"/>
                      <a:gd name="T67" fmla="*/ 96 h 288"/>
                      <a:gd name="T68" fmla="*/ 14 w 240"/>
                      <a:gd name="T69" fmla="*/ 96 h 288"/>
                      <a:gd name="T70" fmla="*/ 19 w 240"/>
                      <a:gd name="T71" fmla="*/ 91 h 288"/>
                      <a:gd name="T72" fmla="*/ 22 w 240"/>
                      <a:gd name="T73" fmla="*/ 91 h 288"/>
                      <a:gd name="T74" fmla="*/ 30 w 240"/>
                      <a:gd name="T75" fmla="*/ 94 h 288"/>
                      <a:gd name="T76" fmla="*/ 33 w 240"/>
                      <a:gd name="T77" fmla="*/ 100 h 288"/>
                      <a:gd name="T78" fmla="*/ 36 w 240"/>
                      <a:gd name="T79" fmla="*/ 100 h 288"/>
                      <a:gd name="T80" fmla="*/ 36 w 240"/>
                      <a:gd name="T81" fmla="*/ 96 h 288"/>
                      <a:gd name="T82" fmla="*/ 36 w 240"/>
                      <a:gd name="T83" fmla="*/ 94 h 288"/>
                      <a:gd name="T84" fmla="*/ 39 w 240"/>
                      <a:gd name="T85" fmla="*/ 94 h 288"/>
                      <a:gd name="T86" fmla="*/ 44 w 240"/>
                      <a:gd name="T87" fmla="*/ 94 h 288"/>
                      <a:gd name="T88" fmla="*/ 47 w 240"/>
                      <a:gd name="T89" fmla="*/ 94 h 28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40"/>
                      <a:gd name="T136" fmla="*/ 0 h 288"/>
                      <a:gd name="T137" fmla="*/ 240 w 240"/>
                      <a:gd name="T138" fmla="*/ 288 h 28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40" h="288">
                        <a:moveTo>
                          <a:pt x="136" y="272"/>
                        </a:moveTo>
                        <a:lnTo>
                          <a:pt x="144" y="256"/>
                        </a:lnTo>
                        <a:lnTo>
                          <a:pt x="152" y="224"/>
                        </a:lnTo>
                        <a:lnTo>
                          <a:pt x="152" y="216"/>
                        </a:lnTo>
                        <a:lnTo>
                          <a:pt x="176" y="208"/>
                        </a:lnTo>
                        <a:lnTo>
                          <a:pt x="224" y="208"/>
                        </a:lnTo>
                        <a:lnTo>
                          <a:pt x="240" y="216"/>
                        </a:lnTo>
                        <a:lnTo>
                          <a:pt x="240" y="192"/>
                        </a:lnTo>
                        <a:lnTo>
                          <a:pt x="232" y="176"/>
                        </a:lnTo>
                        <a:lnTo>
                          <a:pt x="232" y="160"/>
                        </a:lnTo>
                        <a:lnTo>
                          <a:pt x="224" y="160"/>
                        </a:lnTo>
                        <a:lnTo>
                          <a:pt x="224" y="144"/>
                        </a:lnTo>
                        <a:lnTo>
                          <a:pt x="176" y="136"/>
                        </a:lnTo>
                        <a:lnTo>
                          <a:pt x="176" y="88"/>
                        </a:lnTo>
                        <a:lnTo>
                          <a:pt x="160" y="80"/>
                        </a:lnTo>
                        <a:lnTo>
                          <a:pt x="112" y="56"/>
                        </a:lnTo>
                        <a:lnTo>
                          <a:pt x="96" y="56"/>
                        </a:lnTo>
                        <a:lnTo>
                          <a:pt x="88" y="48"/>
                        </a:lnTo>
                        <a:lnTo>
                          <a:pt x="88" y="16"/>
                        </a:lnTo>
                        <a:lnTo>
                          <a:pt x="72" y="0"/>
                        </a:lnTo>
                        <a:lnTo>
                          <a:pt x="48" y="8"/>
                        </a:lnTo>
                        <a:lnTo>
                          <a:pt x="40" y="32"/>
                        </a:lnTo>
                        <a:lnTo>
                          <a:pt x="0" y="32"/>
                        </a:lnTo>
                        <a:lnTo>
                          <a:pt x="16" y="64"/>
                        </a:lnTo>
                        <a:lnTo>
                          <a:pt x="16" y="72"/>
                        </a:lnTo>
                        <a:lnTo>
                          <a:pt x="8" y="72"/>
                        </a:lnTo>
                        <a:lnTo>
                          <a:pt x="16" y="104"/>
                        </a:lnTo>
                        <a:lnTo>
                          <a:pt x="0" y="112"/>
                        </a:lnTo>
                        <a:lnTo>
                          <a:pt x="8" y="144"/>
                        </a:lnTo>
                        <a:lnTo>
                          <a:pt x="0" y="168"/>
                        </a:lnTo>
                        <a:lnTo>
                          <a:pt x="8" y="176"/>
                        </a:lnTo>
                        <a:lnTo>
                          <a:pt x="16" y="200"/>
                        </a:lnTo>
                        <a:lnTo>
                          <a:pt x="16" y="232"/>
                        </a:lnTo>
                        <a:lnTo>
                          <a:pt x="32" y="280"/>
                        </a:lnTo>
                        <a:lnTo>
                          <a:pt x="40" y="280"/>
                        </a:lnTo>
                        <a:lnTo>
                          <a:pt x="56" y="264"/>
                        </a:lnTo>
                        <a:lnTo>
                          <a:pt x="64" y="264"/>
                        </a:lnTo>
                        <a:lnTo>
                          <a:pt x="88" y="272"/>
                        </a:lnTo>
                        <a:lnTo>
                          <a:pt x="96" y="288"/>
                        </a:lnTo>
                        <a:lnTo>
                          <a:pt x="104" y="288"/>
                        </a:lnTo>
                        <a:lnTo>
                          <a:pt x="104" y="280"/>
                        </a:lnTo>
                        <a:lnTo>
                          <a:pt x="104" y="272"/>
                        </a:lnTo>
                        <a:lnTo>
                          <a:pt x="112" y="272"/>
                        </a:lnTo>
                        <a:lnTo>
                          <a:pt x="128" y="272"/>
                        </a:lnTo>
                        <a:lnTo>
                          <a:pt x="136" y="27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95" name="Freeform 11">
                    <a:extLst>
                      <a:ext uri="{FF2B5EF4-FFF2-40B4-BE49-F238E27FC236}">
                        <a16:creationId xmlns:a16="http://schemas.microsoft.com/office/drawing/2014/main" id="{09798C12-CA11-84A1-C499-32ABA05C47E2}"/>
                      </a:ext>
                    </a:extLst>
                  </p:cNvPr>
                  <p:cNvSpPr>
                    <a:spLocks/>
                  </p:cNvSpPr>
                  <p:nvPr/>
                </p:nvSpPr>
                <p:spPr bwMode="gray">
                  <a:xfrm>
                    <a:off x="1922" y="2808"/>
                    <a:ext cx="57" cy="56"/>
                  </a:xfrm>
                  <a:custGeom>
                    <a:avLst/>
                    <a:gdLst>
                      <a:gd name="T0" fmla="*/ 6 w 80"/>
                      <a:gd name="T1" fmla="*/ 27 h 80"/>
                      <a:gd name="T2" fmla="*/ 6 w 80"/>
                      <a:gd name="T3" fmla="*/ 22 h 80"/>
                      <a:gd name="T4" fmla="*/ 0 w 80"/>
                      <a:gd name="T5" fmla="*/ 19 h 80"/>
                      <a:gd name="T6" fmla="*/ 0 w 80"/>
                      <a:gd name="T7" fmla="*/ 10 h 80"/>
                      <a:gd name="T8" fmla="*/ 3 w 80"/>
                      <a:gd name="T9" fmla="*/ 8 h 80"/>
                      <a:gd name="T10" fmla="*/ 6 w 80"/>
                      <a:gd name="T11" fmla="*/ 3 h 80"/>
                      <a:gd name="T12" fmla="*/ 9 w 80"/>
                      <a:gd name="T13" fmla="*/ 0 h 80"/>
                      <a:gd name="T14" fmla="*/ 26 w 80"/>
                      <a:gd name="T15" fmla="*/ 0 h 80"/>
                      <a:gd name="T16" fmla="*/ 29 w 80"/>
                      <a:gd name="T17" fmla="*/ 3 h 80"/>
                      <a:gd name="T18" fmla="*/ 29 w 80"/>
                      <a:gd name="T19" fmla="*/ 6 h 80"/>
                      <a:gd name="T20" fmla="*/ 26 w 80"/>
                      <a:gd name="T21" fmla="*/ 6 h 80"/>
                      <a:gd name="T22" fmla="*/ 24 w 80"/>
                      <a:gd name="T23" fmla="*/ 14 h 80"/>
                      <a:gd name="T24" fmla="*/ 29 w 80"/>
                      <a:gd name="T25" fmla="*/ 22 h 80"/>
                      <a:gd name="T26" fmla="*/ 26 w 80"/>
                      <a:gd name="T27" fmla="*/ 27 h 80"/>
                      <a:gd name="T28" fmla="*/ 17 w 80"/>
                      <a:gd name="T29" fmla="*/ 27 h 80"/>
                      <a:gd name="T30" fmla="*/ 17 w 80"/>
                      <a:gd name="T31" fmla="*/ 25 h 80"/>
                      <a:gd name="T32" fmla="*/ 15 w 80"/>
                      <a:gd name="T33" fmla="*/ 25 h 80"/>
                      <a:gd name="T34" fmla="*/ 11 w 80"/>
                      <a:gd name="T35" fmla="*/ 27 h 80"/>
                      <a:gd name="T36" fmla="*/ 6 w 80"/>
                      <a:gd name="T37" fmla="*/ 27 h 8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80"/>
                      <a:gd name="T59" fmla="*/ 80 w 80"/>
                      <a:gd name="T60" fmla="*/ 80 h 8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80">
                        <a:moveTo>
                          <a:pt x="16" y="80"/>
                        </a:moveTo>
                        <a:lnTo>
                          <a:pt x="16" y="64"/>
                        </a:lnTo>
                        <a:lnTo>
                          <a:pt x="0" y="56"/>
                        </a:lnTo>
                        <a:lnTo>
                          <a:pt x="0" y="32"/>
                        </a:lnTo>
                        <a:lnTo>
                          <a:pt x="8" y="24"/>
                        </a:lnTo>
                        <a:lnTo>
                          <a:pt x="16" y="8"/>
                        </a:lnTo>
                        <a:lnTo>
                          <a:pt x="24" y="0"/>
                        </a:lnTo>
                        <a:lnTo>
                          <a:pt x="72" y="0"/>
                        </a:lnTo>
                        <a:lnTo>
                          <a:pt x="80" y="8"/>
                        </a:lnTo>
                        <a:lnTo>
                          <a:pt x="80" y="16"/>
                        </a:lnTo>
                        <a:lnTo>
                          <a:pt x="72" y="16"/>
                        </a:lnTo>
                        <a:lnTo>
                          <a:pt x="64" y="40"/>
                        </a:lnTo>
                        <a:lnTo>
                          <a:pt x="80" y="64"/>
                        </a:lnTo>
                        <a:lnTo>
                          <a:pt x="72" y="80"/>
                        </a:lnTo>
                        <a:lnTo>
                          <a:pt x="48" y="80"/>
                        </a:lnTo>
                        <a:lnTo>
                          <a:pt x="48" y="72"/>
                        </a:lnTo>
                        <a:lnTo>
                          <a:pt x="40" y="72"/>
                        </a:lnTo>
                        <a:lnTo>
                          <a:pt x="32" y="80"/>
                        </a:lnTo>
                        <a:lnTo>
                          <a:pt x="16" y="8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96" name="Freeform 12">
                    <a:extLst>
                      <a:ext uri="{FF2B5EF4-FFF2-40B4-BE49-F238E27FC236}">
                        <a16:creationId xmlns:a16="http://schemas.microsoft.com/office/drawing/2014/main" id="{D3C80ECF-BEFA-D242-4236-128AC0C6D6E0}"/>
                      </a:ext>
                    </a:extLst>
                  </p:cNvPr>
                  <p:cNvSpPr>
                    <a:spLocks/>
                  </p:cNvSpPr>
                  <p:nvPr/>
                </p:nvSpPr>
                <p:spPr bwMode="gray">
                  <a:xfrm>
                    <a:off x="1967" y="2813"/>
                    <a:ext cx="46" cy="51"/>
                  </a:xfrm>
                  <a:custGeom>
                    <a:avLst/>
                    <a:gdLst>
                      <a:gd name="T0" fmla="*/ 3 w 64"/>
                      <a:gd name="T1" fmla="*/ 26 h 72"/>
                      <a:gd name="T2" fmla="*/ 6 w 64"/>
                      <a:gd name="T3" fmla="*/ 20 h 72"/>
                      <a:gd name="T4" fmla="*/ 0 w 64"/>
                      <a:gd name="T5" fmla="*/ 11 h 72"/>
                      <a:gd name="T6" fmla="*/ 3 w 64"/>
                      <a:gd name="T7" fmla="*/ 3 h 72"/>
                      <a:gd name="T8" fmla="*/ 6 w 64"/>
                      <a:gd name="T9" fmla="*/ 3 h 72"/>
                      <a:gd name="T10" fmla="*/ 6 w 64"/>
                      <a:gd name="T11" fmla="*/ 0 h 72"/>
                      <a:gd name="T12" fmla="*/ 12 w 64"/>
                      <a:gd name="T13" fmla="*/ 0 h 72"/>
                      <a:gd name="T14" fmla="*/ 15 w 64"/>
                      <a:gd name="T15" fmla="*/ 3 h 72"/>
                      <a:gd name="T16" fmla="*/ 24 w 64"/>
                      <a:gd name="T17" fmla="*/ 8 h 72"/>
                      <a:gd name="T18" fmla="*/ 21 w 64"/>
                      <a:gd name="T19" fmla="*/ 14 h 72"/>
                      <a:gd name="T20" fmla="*/ 18 w 64"/>
                      <a:gd name="T21" fmla="*/ 23 h 72"/>
                      <a:gd name="T22" fmla="*/ 15 w 64"/>
                      <a:gd name="T23" fmla="*/ 26 h 72"/>
                      <a:gd name="T24" fmla="*/ 6 w 64"/>
                      <a:gd name="T25" fmla="*/ 26 h 72"/>
                      <a:gd name="T26" fmla="*/ 3 w 64"/>
                      <a:gd name="T27" fmla="*/ 26 h 7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4"/>
                      <a:gd name="T43" fmla="*/ 0 h 72"/>
                      <a:gd name="T44" fmla="*/ 64 w 64"/>
                      <a:gd name="T45" fmla="*/ 72 h 7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4" h="72">
                        <a:moveTo>
                          <a:pt x="8" y="72"/>
                        </a:moveTo>
                        <a:lnTo>
                          <a:pt x="16" y="56"/>
                        </a:lnTo>
                        <a:lnTo>
                          <a:pt x="0" y="32"/>
                        </a:lnTo>
                        <a:lnTo>
                          <a:pt x="8" y="8"/>
                        </a:lnTo>
                        <a:lnTo>
                          <a:pt x="16" y="8"/>
                        </a:lnTo>
                        <a:lnTo>
                          <a:pt x="16" y="0"/>
                        </a:lnTo>
                        <a:lnTo>
                          <a:pt x="32" y="0"/>
                        </a:lnTo>
                        <a:lnTo>
                          <a:pt x="40" y="8"/>
                        </a:lnTo>
                        <a:lnTo>
                          <a:pt x="64" y="24"/>
                        </a:lnTo>
                        <a:lnTo>
                          <a:pt x="56" y="40"/>
                        </a:lnTo>
                        <a:lnTo>
                          <a:pt x="48" y="64"/>
                        </a:lnTo>
                        <a:lnTo>
                          <a:pt x="40" y="72"/>
                        </a:lnTo>
                        <a:lnTo>
                          <a:pt x="16" y="72"/>
                        </a:lnTo>
                        <a:lnTo>
                          <a:pt x="8" y="7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97" name="Freeform 13">
                    <a:extLst>
                      <a:ext uri="{FF2B5EF4-FFF2-40B4-BE49-F238E27FC236}">
                        <a16:creationId xmlns:a16="http://schemas.microsoft.com/office/drawing/2014/main" id="{DBB1C4AB-14A9-01A3-5148-D2013050CDC9}"/>
                      </a:ext>
                    </a:extLst>
                  </p:cNvPr>
                  <p:cNvSpPr>
                    <a:spLocks/>
                  </p:cNvSpPr>
                  <p:nvPr/>
                </p:nvSpPr>
                <p:spPr bwMode="gray">
                  <a:xfrm>
                    <a:off x="1664" y="3151"/>
                    <a:ext cx="118" cy="630"/>
                  </a:xfrm>
                  <a:custGeom>
                    <a:avLst/>
                    <a:gdLst>
                      <a:gd name="T0" fmla="*/ 41 w 168"/>
                      <a:gd name="T1" fmla="*/ 301 h 896"/>
                      <a:gd name="T2" fmla="*/ 33 w 168"/>
                      <a:gd name="T3" fmla="*/ 306 h 896"/>
                      <a:gd name="T4" fmla="*/ 25 w 168"/>
                      <a:gd name="T5" fmla="*/ 311 h 896"/>
                      <a:gd name="T6" fmla="*/ 31 w 168"/>
                      <a:gd name="T7" fmla="*/ 306 h 896"/>
                      <a:gd name="T8" fmla="*/ 19 w 168"/>
                      <a:gd name="T9" fmla="*/ 301 h 896"/>
                      <a:gd name="T10" fmla="*/ 14 w 168"/>
                      <a:gd name="T11" fmla="*/ 297 h 896"/>
                      <a:gd name="T12" fmla="*/ 17 w 168"/>
                      <a:gd name="T13" fmla="*/ 293 h 896"/>
                      <a:gd name="T14" fmla="*/ 14 w 168"/>
                      <a:gd name="T15" fmla="*/ 289 h 896"/>
                      <a:gd name="T16" fmla="*/ 11 w 168"/>
                      <a:gd name="T17" fmla="*/ 281 h 896"/>
                      <a:gd name="T18" fmla="*/ 8 w 168"/>
                      <a:gd name="T19" fmla="*/ 270 h 896"/>
                      <a:gd name="T20" fmla="*/ 8 w 168"/>
                      <a:gd name="T21" fmla="*/ 259 h 896"/>
                      <a:gd name="T22" fmla="*/ 14 w 168"/>
                      <a:gd name="T23" fmla="*/ 256 h 896"/>
                      <a:gd name="T24" fmla="*/ 8 w 168"/>
                      <a:gd name="T25" fmla="*/ 256 h 896"/>
                      <a:gd name="T26" fmla="*/ 11 w 168"/>
                      <a:gd name="T27" fmla="*/ 250 h 896"/>
                      <a:gd name="T28" fmla="*/ 6 w 168"/>
                      <a:gd name="T29" fmla="*/ 245 h 896"/>
                      <a:gd name="T30" fmla="*/ 6 w 168"/>
                      <a:gd name="T31" fmla="*/ 239 h 896"/>
                      <a:gd name="T32" fmla="*/ 11 w 168"/>
                      <a:gd name="T33" fmla="*/ 245 h 896"/>
                      <a:gd name="T34" fmla="*/ 17 w 168"/>
                      <a:gd name="T35" fmla="*/ 234 h 896"/>
                      <a:gd name="T36" fmla="*/ 19 w 168"/>
                      <a:gd name="T37" fmla="*/ 226 h 896"/>
                      <a:gd name="T38" fmla="*/ 19 w 168"/>
                      <a:gd name="T39" fmla="*/ 214 h 896"/>
                      <a:gd name="T40" fmla="*/ 19 w 168"/>
                      <a:gd name="T41" fmla="*/ 200 h 896"/>
                      <a:gd name="T42" fmla="*/ 17 w 168"/>
                      <a:gd name="T43" fmla="*/ 200 h 896"/>
                      <a:gd name="T44" fmla="*/ 14 w 168"/>
                      <a:gd name="T45" fmla="*/ 181 h 896"/>
                      <a:gd name="T46" fmla="*/ 14 w 168"/>
                      <a:gd name="T47" fmla="*/ 164 h 896"/>
                      <a:gd name="T48" fmla="*/ 17 w 168"/>
                      <a:gd name="T49" fmla="*/ 148 h 896"/>
                      <a:gd name="T50" fmla="*/ 25 w 168"/>
                      <a:gd name="T51" fmla="*/ 134 h 896"/>
                      <a:gd name="T52" fmla="*/ 31 w 168"/>
                      <a:gd name="T53" fmla="*/ 108 h 896"/>
                      <a:gd name="T54" fmla="*/ 31 w 168"/>
                      <a:gd name="T55" fmla="*/ 89 h 896"/>
                      <a:gd name="T56" fmla="*/ 36 w 168"/>
                      <a:gd name="T57" fmla="*/ 58 h 896"/>
                      <a:gd name="T58" fmla="*/ 39 w 168"/>
                      <a:gd name="T59" fmla="*/ 19 h 896"/>
                      <a:gd name="T60" fmla="*/ 47 w 168"/>
                      <a:gd name="T61" fmla="*/ 3 h 896"/>
                      <a:gd name="T62" fmla="*/ 55 w 168"/>
                      <a:gd name="T63" fmla="*/ 39 h 896"/>
                      <a:gd name="T64" fmla="*/ 58 w 168"/>
                      <a:gd name="T65" fmla="*/ 50 h 896"/>
                      <a:gd name="T66" fmla="*/ 53 w 168"/>
                      <a:gd name="T67" fmla="*/ 70 h 896"/>
                      <a:gd name="T68" fmla="*/ 41 w 168"/>
                      <a:gd name="T69" fmla="*/ 92 h 896"/>
                      <a:gd name="T70" fmla="*/ 41 w 168"/>
                      <a:gd name="T71" fmla="*/ 122 h 896"/>
                      <a:gd name="T72" fmla="*/ 36 w 168"/>
                      <a:gd name="T73" fmla="*/ 148 h 896"/>
                      <a:gd name="T74" fmla="*/ 31 w 168"/>
                      <a:gd name="T75" fmla="*/ 175 h 896"/>
                      <a:gd name="T76" fmla="*/ 25 w 168"/>
                      <a:gd name="T77" fmla="*/ 209 h 896"/>
                      <a:gd name="T78" fmla="*/ 25 w 168"/>
                      <a:gd name="T79" fmla="*/ 228 h 896"/>
                      <a:gd name="T80" fmla="*/ 27 w 168"/>
                      <a:gd name="T81" fmla="*/ 248 h 896"/>
                      <a:gd name="T82" fmla="*/ 22 w 168"/>
                      <a:gd name="T83" fmla="*/ 253 h 896"/>
                      <a:gd name="T84" fmla="*/ 14 w 168"/>
                      <a:gd name="T85" fmla="*/ 276 h 896"/>
                      <a:gd name="T86" fmla="*/ 22 w 168"/>
                      <a:gd name="T87" fmla="*/ 284 h 896"/>
                      <a:gd name="T88" fmla="*/ 41 w 168"/>
                      <a:gd name="T89" fmla="*/ 295 h 89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8"/>
                      <a:gd name="T136" fmla="*/ 0 h 896"/>
                      <a:gd name="T137" fmla="*/ 168 w 168"/>
                      <a:gd name="T138" fmla="*/ 896 h 89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8" h="896">
                        <a:moveTo>
                          <a:pt x="128" y="856"/>
                        </a:moveTo>
                        <a:lnTo>
                          <a:pt x="120" y="856"/>
                        </a:lnTo>
                        <a:lnTo>
                          <a:pt x="120" y="864"/>
                        </a:lnTo>
                        <a:lnTo>
                          <a:pt x="104" y="864"/>
                        </a:lnTo>
                        <a:lnTo>
                          <a:pt x="96" y="872"/>
                        </a:lnTo>
                        <a:lnTo>
                          <a:pt x="96" y="880"/>
                        </a:lnTo>
                        <a:lnTo>
                          <a:pt x="96" y="888"/>
                        </a:lnTo>
                        <a:lnTo>
                          <a:pt x="96" y="896"/>
                        </a:lnTo>
                        <a:lnTo>
                          <a:pt x="72" y="896"/>
                        </a:lnTo>
                        <a:lnTo>
                          <a:pt x="64" y="888"/>
                        </a:lnTo>
                        <a:lnTo>
                          <a:pt x="80" y="888"/>
                        </a:lnTo>
                        <a:lnTo>
                          <a:pt x="88" y="880"/>
                        </a:lnTo>
                        <a:lnTo>
                          <a:pt x="88" y="872"/>
                        </a:lnTo>
                        <a:lnTo>
                          <a:pt x="72" y="864"/>
                        </a:lnTo>
                        <a:lnTo>
                          <a:pt x="56" y="864"/>
                        </a:lnTo>
                        <a:lnTo>
                          <a:pt x="48" y="872"/>
                        </a:lnTo>
                        <a:lnTo>
                          <a:pt x="40" y="872"/>
                        </a:lnTo>
                        <a:lnTo>
                          <a:pt x="40" y="856"/>
                        </a:lnTo>
                        <a:lnTo>
                          <a:pt x="48" y="856"/>
                        </a:lnTo>
                        <a:lnTo>
                          <a:pt x="56" y="848"/>
                        </a:lnTo>
                        <a:lnTo>
                          <a:pt x="48" y="840"/>
                        </a:lnTo>
                        <a:lnTo>
                          <a:pt x="48" y="848"/>
                        </a:lnTo>
                        <a:lnTo>
                          <a:pt x="40" y="848"/>
                        </a:lnTo>
                        <a:lnTo>
                          <a:pt x="40" y="832"/>
                        </a:lnTo>
                        <a:lnTo>
                          <a:pt x="32" y="824"/>
                        </a:lnTo>
                        <a:lnTo>
                          <a:pt x="40" y="816"/>
                        </a:lnTo>
                        <a:lnTo>
                          <a:pt x="32" y="808"/>
                        </a:lnTo>
                        <a:lnTo>
                          <a:pt x="24" y="808"/>
                        </a:lnTo>
                        <a:lnTo>
                          <a:pt x="24" y="800"/>
                        </a:lnTo>
                        <a:lnTo>
                          <a:pt x="24" y="776"/>
                        </a:lnTo>
                        <a:lnTo>
                          <a:pt x="24" y="760"/>
                        </a:lnTo>
                        <a:lnTo>
                          <a:pt x="24" y="752"/>
                        </a:lnTo>
                        <a:lnTo>
                          <a:pt x="24" y="744"/>
                        </a:lnTo>
                        <a:lnTo>
                          <a:pt x="32" y="744"/>
                        </a:lnTo>
                        <a:lnTo>
                          <a:pt x="40" y="744"/>
                        </a:lnTo>
                        <a:lnTo>
                          <a:pt x="40" y="736"/>
                        </a:lnTo>
                        <a:lnTo>
                          <a:pt x="32" y="728"/>
                        </a:lnTo>
                        <a:lnTo>
                          <a:pt x="32" y="736"/>
                        </a:lnTo>
                        <a:lnTo>
                          <a:pt x="24" y="736"/>
                        </a:lnTo>
                        <a:lnTo>
                          <a:pt x="16" y="728"/>
                        </a:lnTo>
                        <a:lnTo>
                          <a:pt x="24" y="728"/>
                        </a:lnTo>
                        <a:lnTo>
                          <a:pt x="32" y="720"/>
                        </a:lnTo>
                        <a:lnTo>
                          <a:pt x="24" y="712"/>
                        </a:lnTo>
                        <a:lnTo>
                          <a:pt x="16" y="712"/>
                        </a:lnTo>
                        <a:lnTo>
                          <a:pt x="16" y="704"/>
                        </a:lnTo>
                        <a:lnTo>
                          <a:pt x="0" y="704"/>
                        </a:lnTo>
                        <a:lnTo>
                          <a:pt x="16" y="696"/>
                        </a:lnTo>
                        <a:lnTo>
                          <a:pt x="16" y="688"/>
                        </a:lnTo>
                        <a:lnTo>
                          <a:pt x="24" y="688"/>
                        </a:lnTo>
                        <a:lnTo>
                          <a:pt x="24" y="696"/>
                        </a:lnTo>
                        <a:lnTo>
                          <a:pt x="32" y="704"/>
                        </a:lnTo>
                        <a:lnTo>
                          <a:pt x="40" y="696"/>
                        </a:lnTo>
                        <a:lnTo>
                          <a:pt x="40" y="680"/>
                        </a:lnTo>
                        <a:lnTo>
                          <a:pt x="48" y="672"/>
                        </a:lnTo>
                        <a:lnTo>
                          <a:pt x="48" y="664"/>
                        </a:lnTo>
                        <a:lnTo>
                          <a:pt x="56" y="656"/>
                        </a:lnTo>
                        <a:lnTo>
                          <a:pt x="56" y="648"/>
                        </a:lnTo>
                        <a:lnTo>
                          <a:pt x="48" y="648"/>
                        </a:lnTo>
                        <a:lnTo>
                          <a:pt x="48" y="632"/>
                        </a:lnTo>
                        <a:lnTo>
                          <a:pt x="56" y="616"/>
                        </a:lnTo>
                        <a:lnTo>
                          <a:pt x="56" y="600"/>
                        </a:lnTo>
                        <a:lnTo>
                          <a:pt x="64" y="592"/>
                        </a:lnTo>
                        <a:lnTo>
                          <a:pt x="56" y="576"/>
                        </a:lnTo>
                        <a:lnTo>
                          <a:pt x="64" y="568"/>
                        </a:lnTo>
                        <a:lnTo>
                          <a:pt x="56" y="568"/>
                        </a:lnTo>
                        <a:lnTo>
                          <a:pt x="48" y="576"/>
                        </a:lnTo>
                        <a:lnTo>
                          <a:pt x="32" y="560"/>
                        </a:lnTo>
                        <a:lnTo>
                          <a:pt x="40" y="544"/>
                        </a:lnTo>
                        <a:lnTo>
                          <a:pt x="40" y="520"/>
                        </a:lnTo>
                        <a:lnTo>
                          <a:pt x="48" y="512"/>
                        </a:lnTo>
                        <a:lnTo>
                          <a:pt x="48" y="496"/>
                        </a:lnTo>
                        <a:lnTo>
                          <a:pt x="40" y="472"/>
                        </a:lnTo>
                        <a:lnTo>
                          <a:pt x="40" y="448"/>
                        </a:lnTo>
                        <a:lnTo>
                          <a:pt x="48" y="440"/>
                        </a:lnTo>
                        <a:lnTo>
                          <a:pt x="48" y="424"/>
                        </a:lnTo>
                        <a:lnTo>
                          <a:pt x="56" y="416"/>
                        </a:lnTo>
                        <a:lnTo>
                          <a:pt x="64" y="400"/>
                        </a:lnTo>
                        <a:lnTo>
                          <a:pt x="72" y="384"/>
                        </a:lnTo>
                        <a:lnTo>
                          <a:pt x="80" y="368"/>
                        </a:lnTo>
                        <a:lnTo>
                          <a:pt x="88" y="352"/>
                        </a:lnTo>
                        <a:lnTo>
                          <a:pt x="88" y="312"/>
                        </a:lnTo>
                        <a:lnTo>
                          <a:pt x="80" y="280"/>
                        </a:lnTo>
                        <a:lnTo>
                          <a:pt x="88" y="272"/>
                        </a:lnTo>
                        <a:lnTo>
                          <a:pt x="88" y="256"/>
                        </a:lnTo>
                        <a:lnTo>
                          <a:pt x="88" y="248"/>
                        </a:lnTo>
                        <a:lnTo>
                          <a:pt x="104" y="192"/>
                        </a:lnTo>
                        <a:lnTo>
                          <a:pt x="104" y="168"/>
                        </a:lnTo>
                        <a:lnTo>
                          <a:pt x="104" y="120"/>
                        </a:lnTo>
                        <a:lnTo>
                          <a:pt x="112" y="112"/>
                        </a:lnTo>
                        <a:lnTo>
                          <a:pt x="112" y="56"/>
                        </a:lnTo>
                        <a:lnTo>
                          <a:pt x="112" y="24"/>
                        </a:lnTo>
                        <a:lnTo>
                          <a:pt x="128" y="0"/>
                        </a:lnTo>
                        <a:lnTo>
                          <a:pt x="136" y="8"/>
                        </a:lnTo>
                        <a:lnTo>
                          <a:pt x="144" y="32"/>
                        </a:lnTo>
                        <a:lnTo>
                          <a:pt x="144" y="64"/>
                        </a:lnTo>
                        <a:lnTo>
                          <a:pt x="160" y="112"/>
                        </a:lnTo>
                        <a:lnTo>
                          <a:pt x="168" y="112"/>
                        </a:lnTo>
                        <a:lnTo>
                          <a:pt x="168" y="128"/>
                        </a:lnTo>
                        <a:lnTo>
                          <a:pt x="168" y="144"/>
                        </a:lnTo>
                        <a:lnTo>
                          <a:pt x="152" y="152"/>
                        </a:lnTo>
                        <a:lnTo>
                          <a:pt x="144" y="160"/>
                        </a:lnTo>
                        <a:lnTo>
                          <a:pt x="152" y="200"/>
                        </a:lnTo>
                        <a:lnTo>
                          <a:pt x="152" y="208"/>
                        </a:lnTo>
                        <a:lnTo>
                          <a:pt x="128" y="224"/>
                        </a:lnTo>
                        <a:lnTo>
                          <a:pt x="120" y="264"/>
                        </a:lnTo>
                        <a:lnTo>
                          <a:pt x="112" y="272"/>
                        </a:lnTo>
                        <a:lnTo>
                          <a:pt x="104" y="312"/>
                        </a:lnTo>
                        <a:lnTo>
                          <a:pt x="120" y="352"/>
                        </a:lnTo>
                        <a:lnTo>
                          <a:pt x="112" y="384"/>
                        </a:lnTo>
                        <a:lnTo>
                          <a:pt x="104" y="400"/>
                        </a:lnTo>
                        <a:lnTo>
                          <a:pt x="104" y="424"/>
                        </a:lnTo>
                        <a:lnTo>
                          <a:pt x="88" y="448"/>
                        </a:lnTo>
                        <a:lnTo>
                          <a:pt x="96" y="488"/>
                        </a:lnTo>
                        <a:lnTo>
                          <a:pt x="88" y="504"/>
                        </a:lnTo>
                        <a:lnTo>
                          <a:pt x="72" y="544"/>
                        </a:lnTo>
                        <a:lnTo>
                          <a:pt x="80" y="592"/>
                        </a:lnTo>
                        <a:lnTo>
                          <a:pt x="72" y="600"/>
                        </a:lnTo>
                        <a:lnTo>
                          <a:pt x="72" y="624"/>
                        </a:lnTo>
                        <a:lnTo>
                          <a:pt x="80" y="648"/>
                        </a:lnTo>
                        <a:lnTo>
                          <a:pt x="72" y="656"/>
                        </a:lnTo>
                        <a:lnTo>
                          <a:pt x="72" y="672"/>
                        </a:lnTo>
                        <a:lnTo>
                          <a:pt x="80" y="672"/>
                        </a:lnTo>
                        <a:lnTo>
                          <a:pt x="80" y="712"/>
                        </a:lnTo>
                        <a:lnTo>
                          <a:pt x="72" y="720"/>
                        </a:lnTo>
                        <a:lnTo>
                          <a:pt x="72" y="728"/>
                        </a:lnTo>
                        <a:lnTo>
                          <a:pt x="64" y="728"/>
                        </a:lnTo>
                        <a:lnTo>
                          <a:pt x="64" y="752"/>
                        </a:lnTo>
                        <a:lnTo>
                          <a:pt x="40" y="776"/>
                        </a:lnTo>
                        <a:lnTo>
                          <a:pt x="40" y="792"/>
                        </a:lnTo>
                        <a:lnTo>
                          <a:pt x="48" y="808"/>
                        </a:lnTo>
                        <a:lnTo>
                          <a:pt x="56" y="808"/>
                        </a:lnTo>
                        <a:lnTo>
                          <a:pt x="64" y="816"/>
                        </a:lnTo>
                        <a:lnTo>
                          <a:pt x="64" y="840"/>
                        </a:lnTo>
                        <a:lnTo>
                          <a:pt x="80" y="848"/>
                        </a:lnTo>
                        <a:lnTo>
                          <a:pt x="120" y="848"/>
                        </a:lnTo>
                        <a:lnTo>
                          <a:pt x="128" y="85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98" name="Freeform 14">
                    <a:extLst>
                      <a:ext uri="{FF2B5EF4-FFF2-40B4-BE49-F238E27FC236}">
                        <a16:creationId xmlns:a16="http://schemas.microsoft.com/office/drawing/2014/main" id="{7F7D5BB2-DF59-8640-238A-0448BA9B929A}"/>
                      </a:ext>
                    </a:extLst>
                  </p:cNvPr>
                  <p:cNvSpPr>
                    <a:spLocks/>
                  </p:cNvSpPr>
                  <p:nvPr/>
                </p:nvSpPr>
                <p:spPr bwMode="gray">
                  <a:xfrm>
                    <a:off x="1585" y="2898"/>
                    <a:ext cx="180" cy="270"/>
                  </a:xfrm>
                  <a:custGeom>
                    <a:avLst/>
                    <a:gdLst>
                      <a:gd name="T0" fmla="*/ 6 w 256"/>
                      <a:gd name="T1" fmla="*/ 25 h 384"/>
                      <a:gd name="T2" fmla="*/ 0 w 256"/>
                      <a:gd name="T3" fmla="*/ 27 h 384"/>
                      <a:gd name="T4" fmla="*/ 3 w 256"/>
                      <a:gd name="T5" fmla="*/ 34 h 384"/>
                      <a:gd name="T6" fmla="*/ 0 w 256"/>
                      <a:gd name="T7" fmla="*/ 36 h 384"/>
                      <a:gd name="T8" fmla="*/ 3 w 256"/>
                      <a:gd name="T9" fmla="*/ 39 h 384"/>
                      <a:gd name="T10" fmla="*/ 0 w 256"/>
                      <a:gd name="T11" fmla="*/ 41 h 384"/>
                      <a:gd name="T12" fmla="*/ 6 w 256"/>
                      <a:gd name="T13" fmla="*/ 44 h 384"/>
                      <a:gd name="T14" fmla="*/ 8 w 256"/>
                      <a:gd name="T15" fmla="*/ 44 h 384"/>
                      <a:gd name="T16" fmla="*/ 14 w 256"/>
                      <a:gd name="T17" fmla="*/ 56 h 384"/>
                      <a:gd name="T18" fmla="*/ 19 w 256"/>
                      <a:gd name="T19" fmla="*/ 61 h 384"/>
                      <a:gd name="T20" fmla="*/ 23 w 256"/>
                      <a:gd name="T21" fmla="*/ 72 h 384"/>
                      <a:gd name="T22" fmla="*/ 25 w 256"/>
                      <a:gd name="T23" fmla="*/ 78 h 384"/>
                      <a:gd name="T24" fmla="*/ 25 w 256"/>
                      <a:gd name="T25" fmla="*/ 84 h 384"/>
                      <a:gd name="T26" fmla="*/ 31 w 256"/>
                      <a:gd name="T27" fmla="*/ 86 h 384"/>
                      <a:gd name="T28" fmla="*/ 31 w 256"/>
                      <a:gd name="T29" fmla="*/ 89 h 384"/>
                      <a:gd name="T30" fmla="*/ 34 w 256"/>
                      <a:gd name="T31" fmla="*/ 94 h 384"/>
                      <a:gd name="T32" fmla="*/ 34 w 256"/>
                      <a:gd name="T33" fmla="*/ 98 h 384"/>
                      <a:gd name="T34" fmla="*/ 36 w 256"/>
                      <a:gd name="T35" fmla="*/ 103 h 384"/>
                      <a:gd name="T36" fmla="*/ 41 w 256"/>
                      <a:gd name="T37" fmla="*/ 105 h 384"/>
                      <a:gd name="T38" fmla="*/ 41 w 256"/>
                      <a:gd name="T39" fmla="*/ 108 h 384"/>
                      <a:gd name="T40" fmla="*/ 50 w 256"/>
                      <a:gd name="T41" fmla="*/ 114 h 384"/>
                      <a:gd name="T42" fmla="*/ 56 w 256"/>
                      <a:gd name="T43" fmla="*/ 114 h 384"/>
                      <a:gd name="T44" fmla="*/ 61 w 256"/>
                      <a:gd name="T45" fmla="*/ 122 h 384"/>
                      <a:gd name="T46" fmla="*/ 67 w 256"/>
                      <a:gd name="T47" fmla="*/ 122 h 384"/>
                      <a:gd name="T48" fmla="*/ 78 w 256"/>
                      <a:gd name="T49" fmla="*/ 134 h 384"/>
                      <a:gd name="T50" fmla="*/ 84 w 256"/>
                      <a:gd name="T51" fmla="*/ 125 h 384"/>
                      <a:gd name="T52" fmla="*/ 86 w 256"/>
                      <a:gd name="T53" fmla="*/ 117 h 384"/>
                      <a:gd name="T54" fmla="*/ 84 w 256"/>
                      <a:gd name="T55" fmla="*/ 105 h 384"/>
                      <a:gd name="T56" fmla="*/ 89 w 256"/>
                      <a:gd name="T57" fmla="*/ 103 h 384"/>
                      <a:gd name="T58" fmla="*/ 86 w 256"/>
                      <a:gd name="T59" fmla="*/ 92 h 384"/>
                      <a:gd name="T60" fmla="*/ 89 w 256"/>
                      <a:gd name="T61" fmla="*/ 92 h 384"/>
                      <a:gd name="T62" fmla="*/ 89 w 256"/>
                      <a:gd name="T63" fmla="*/ 89 h 384"/>
                      <a:gd name="T64" fmla="*/ 84 w 256"/>
                      <a:gd name="T65" fmla="*/ 78 h 384"/>
                      <a:gd name="T66" fmla="*/ 78 w 256"/>
                      <a:gd name="T67" fmla="*/ 78 h 384"/>
                      <a:gd name="T68" fmla="*/ 75 w 256"/>
                      <a:gd name="T69" fmla="*/ 70 h 384"/>
                      <a:gd name="T70" fmla="*/ 75 w 256"/>
                      <a:gd name="T71" fmla="*/ 67 h 384"/>
                      <a:gd name="T72" fmla="*/ 61 w 256"/>
                      <a:gd name="T73" fmla="*/ 67 h 384"/>
                      <a:gd name="T74" fmla="*/ 56 w 256"/>
                      <a:gd name="T75" fmla="*/ 64 h 384"/>
                      <a:gd name="T76" fmla="*/ 56 w 256"/>
                      <a:gd name="T77" fmla="*/ 58 h 384"/>
                      <a:gd name="T78" fmla="*/ 53 w 256"/>
                      <a:gd name="T79" fmla="*/ 50 h 384"/>
                      <a:gd name="T80" fmla="*/ 56 w 256"/>
                      <a:gd name="T81" fmla="*/ 44 h 384"/>
                      <a:gd name="T82" fmla="*/ 56 w 256"/>
                      <a:gd name="T83" fmla="*/ 39 h 384"/>
                      <a:gd name="T84" fmla="*/ 67 w 256"/>
                      <a:gd name="T85" fmla="*/ 34 h 384"/>
                      <a:gd name="T86" fmla="*/ 75 w 256"/>
                      <a:gd name="T87" fmla="*/ 31 h 384"/>
                      <a:gd name="T88" fmla="*/ 81 w 256"/>
                      <a:gd name="T89" fmla="*/ 27 h 384"/>
                      <a:gd name="T90" fmla="*/ 81 w 256"/>
                      <a:gd name="T91" fmla="*/ 25 h 384"/>
                      <a:gd name="T92" fmla="*/ 75 w 256"/>
                      <a:gd name="T93" fmla="*/ 25 h 384"/>
                      <a:gd name="T94" fmla="*/ 78 w 256"/>
                      <a:gd name="T95" fmla="*/ 17 h 384"/>
                      <a:gd name="T96" fmla="*/ 72 w 256"/>
                      <a:gd name="T97" fmla="*/ 14 h 384"/>
                      <a:gd name="T98" fmla="*/ 56 w 256"/>
                      <a:gd name="T99" fmla="*/ 14 h 384"/>
                      <a:gd name="T100" fmla="*/ 44 w 256"/>
                      <a:gd name="T101" fmla="*/ 0 h 384"/>
                      <a:gd name="T102" fmla="*/ 39 w 256"/>
                      <a:gd name="T103" fmla="*/ 0 h 384"/>
                      <a:gd name="T104" fmla="*/ 36 w 256"/>
                      <a:gd name="T105" fmla="*/ 0 h 384"/>
                      <a:gd name="T106" fmla="*/ 41 w 256"/>
                      <a:gd name="T107" fmla="*/ 3 h 384"/>
                      <a:gd name="T108" fmla="*/ 41 w 256"/>
                      <a:gd name="T109" fmla="*/ 8 h 384"/>
                      <a:gd name="T110" fmla="*/ 36 w 256"/>
                      <a:gd name="T111" fmla="*/ 14 h 384"/>
                      <a:gd name="T112" fmla="*/ 27 w 256"/>
                      <a:gd name="T113" fmla="*/ 19 h 384"/>
                      <a:gd name="T114" fmla="*/ 17 w 256"/>
                      <a:gd name="T115" fmla="*/ 27 h 384"/>
                      <a:gd name="T116" fmla="*/ 19 w 256"/>
                      <a:gd name="T117" fmla="*/ 34 h 384"/>
                      <a:gd name="T118" fmla="*/ 14 w 256"/>
                      <a:gd name="T119" fmla="*/ 34 h 384"/>
                      <a:gd name="T120" fmla="*/ 11 w 256"/>
                      <a:gd name="T121" fmla="*/ 31 h 384"/>
                      <a:gd name="T122" fmla="*/ 6 w 256"/>
                      <a:gd name="T123" fmla="*/ 31 h 384"/>
                      <a:gd name="T124" fmla="*/ 6 w 256"/>
                      <a:gd name="T125" fmla="*/ 25 h 38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56"/>
                      <a:gd name="T190" fmla="*/ 0 h 384"/>
                      <a:gd name="T191" fmla="*/ 256 w 256"/>
                      <a:gd name="T192" fmla="*/ 384 h 38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56" h="384">
                        <a:moveTo>
                          <a:pt x="16" y="72"/>
                        </a:moveTo>
                        <a:lnTo>
                          <a:pt x="0" y="80"/>
                        </a:lnTo>
                        <a:lnTo>
                          <a:pt x="8" y="96"/>
                        </a:lnTo>
                        <a:lnTo>
                          <a:pt x="0" y="104"/>
                        </a:lnTo>
                        <a:lnTo>
                          <a:pt x="8" y="112"/>
                        </a:lnTo>
                        <a:lnTo>
                          <a:pt x="0" y="120"/>
                        </a:lnTo>
                        <a:lnTo>
                          <a:pt x="16" y="128"/>
                        </a:lnTo>
                        <a:lnTo>
                          <a:pt x="24" y="128"/>
                        </a:lnTo>
                        <a:lnTo>
                          <a:pt x="40" y="160"/>
                        </a:lnTo>
                        <a:lnTo>
                          <a:pt x="56" y="176"/>
                        </a:lnTo>
                        <a:lnTo>
                          <a:pt x="64" y="208"/>
                        </a:lnTo>
                        <a:lnTo>
                          <a:pt x="72" y="224"/>
                        </a:lnTo>
                        <a:lnTo>
                          <a:pt x="72" y="240"/>
                        </a:lnTo>
                        <a:lnTo>
                          <a:pt x="88" y="248"/>
                        </a:lnTo>
                        <a:lnTo>
                          <a:pt x="88" y="256"/>
                        </a:lnTo>
                        <a:lnTo>
                          <a:pt x="96" y="272"/>
                        </a:lnTo>
                        <a:lnTo>
                          <a:pt x="96" y="280"/>
                        </a:lnTo>
                        <a:lnTo>
                          <a:pt x="104" y="296"/>
                        </a:lnTo>
                        <a:lnTo>
                          <a:pt x="120" y="304"/>
                        </a:lnTo>
                        <a:lnTo>
                          <a:pt x="120" y="312"/>
                        </a:lnTo>
                        <a:lnTo>
                          <a:pt x="144" y="328"/>
                        </a:lnTo>
                        <a:lnTo>
                          <a:pt x="160" y="328"/>
                        </a:lnTo>
                        <a:lnTo>
                          <a:pt x="176" y="352"/>
                        </a:lnTo>
                        <a:lnTo>
                          <a:pt x="192" y="352"/>
                        </a:lnTo>
                        <a:lnTo>
                          <a:pt x="224" y="384"/>
                        </a:lnTo>
                        <a:lnTo>
                          <a:pt x="240" y="360"/>
                        </a:lnTo>
                        <a:lnTo>
                          <a:pt x="248" y="336"/>
                        </a:lnTo>
                        <a:lnTo>
                          <a:pt x="240" y="304"/>
                        </a:lnTo>
                        <a:lnTo>
                          <a:pt x="256" y="296"/>
                        </a:lnTo>
                        <a:lnTo>
                          <a:pt x="248" y="264"/>
                        </a:lnTo>
                        <a:lnTo>
                          <a:pt x="256" y="264"/>
                        </a:lnTo>
                        <a:lnTo>
                          <a:pt x="256" y="256"/>
                        </a:lnTo>
                        <a:lnTo>
                          <a:pt x="240" y="224"/>
                        </a:lnTo>
                        <a:lnTo>
                          <a:pt x="224" y="224"/>
                        </a:lnTo>
                        <a:lnTo>
                          <a:pt x="216" y="200"/>
                        </a:lnTo>
                        <a:lnTo>
                          <a:pt x="216" y="192"/>
                        </a:lnTo>
                        <a:lnTo>
                          <a:pt x="176" y="192"/>
                        </a:lnTo>
                        <a:lnTo>
                          <a:pt x="160" y="184"/>
                        </a:lnTo>
                        <a:lnTo>
                          <a:pt x="160" y="168"/>
                        </a:lnTo>
                        <a:lnTo>
                          <a:pt x="152" y="144"/>
                        </a:lnTo>
                        <a:lnTo>
                          <a:pt x="160" y="128"/>
                        </a:lnTo>
                        <a:lnTo>
                          <a:pt x="160" y="112"/>
                        </a:lnTo>
                        <a:lnTo>
                          <a:pt x="192" y="96"/>
                        </a:lnTo>
                        <a:lnTo>
                          <a:pt x="216" y="88"/>
                        </a:lnTo>
                        <a:lnTo>
                          <a:pt x="232" y="80"/>
                        </a:lnTo>
                        <a:lnTo>
                          <a:pt x="232" y="72"/>
                        </a:lnTo>
                        <a:lnTo>
                          <a:pt x="216" y="72"/>
                        </a:lnTo>
                        <a:lnTo>
                          <a:pt x="224" y="48"/>
                        </a:lnTo>
                        <a:lnTo>
                          <a:pt x="208" y="40"/>
                        </a:lnTo>
                        <a:lnTo>
                          <a:pt x="160" y="40"/>
                        </a:lnTo>
                        <a:lnTo>
                          <a:pt x="128" y="0"/>
                        </a:lnTo>
                        <a:lnTo>
                          <a:pt x="112" y="0"/>
                        </a:lnTo>
                        <a:lnTo>
                          <a:pt x="104" y="0"/>
                        </a:lnTo>
                        <a:lnTo>
                          <a:pt x="120" y="8"/>
                        </a:lnTo>
                        <a:lnTo>
                          <a:pt x="120" y="24"/>
                        </a:lnTo>
                        <a:lnTo>
                          <a:pt x="104" y="40"/>
                        </a:lnTo>
                        <a:lnTo>
                          <a:pt x="80" y="56"/>
                        </a:lnTo>
                        <a:lnTo>
                          <a:pt x="48" y="80"/>
                        </a:lnTo>
                        <a:lnTo>
                          <a:pt x="56" y="96"/>
                        </a:lnTo>
                        <a:lnTo>
                          <a:pt x="40" y="96"/>
                        </a:lnTo>
                        <a:lnTo>
                          <a:pt x="32" y="88"/>
                        </a:lnTo>
                        <a:lnTo>
                          <a:pt x="16" y="88"/>
                        </a:lnTo>
                        <a:lnTo>
                          <a:pt x="16" y="7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99" name="Freeform 15">
                    <a:extLst>
                      <a:ext uri="{FF2B5EF4-FFF2-40B4-BE49-F238E27FC236}">
                        <a16:creationId xmlns:a16="http://schemas.microsoft.com/office/drawing/2014/main" id="{A23C5385-134B-A2CA-5888-905FBCEE5D8A}"/>
                      </a:ext>
                    </a:extLst>
                  </p:cNvPr>
                  <p:cNvSpPr>
                    <a:spLocks/>
                  </p:cNvSpPr>
                  <p:nvPr/>
                </p:nvSpPr>
                <p:spPr bwMode="gray">
                  <a:xfrm>
                    <a:off x="1596" y="2881"/>
                    <a:ext cx="73" cy="84"/>
                  </a:xfrm>
                  <a:custGeom>
                    <a:avLst/>
                    <a:gdLst>
                      <a:gd name="T0" fmla="*/ 31 w 104"/>
                      <a:gd name="T1" fmla="*/ 8 h 120"/>
                      <a:gd name="T2" fmla="*/ 36 w 104"/>
                      <a:gd name="T3" fmla="*/ 11 h 120"/>
                      <a:gd name="T4" fmla="*/ 36 w 104"/>
                      <a:gd name="T5" fmla="*/ 17 h 120"/>
                      <a:gd name="T6" fmla="*/ 31 w 104"/>
                      <a:gd name="T7" fmla="*/ 22 h 120"/>
                      <a:gd name="T8" fmla="*/ 22 w 104"/>
                      <a:gd name="T9" fmla="*/ 27 h 120"/>
                      <a:gd name="T10" fmla="*/ 11 w 104"/>
                      <a:gd name="T11" fmla="*/ 36 h 120"/>
                      <a:gd name="T12" fmla="*/ 14 w 104"/>
                      <a:gd name="T13" fmla="*/ 41 h 120"/>
                      <a:gd name="T14" fmla="*/ 8 w 104"/>
                      <a:gd name="T15" fmla="*/ 41 h 120"/>
                      <a:gd name="T16" fmla="*/ 6 w 104"/>
                      <a:gd name="T17" fmla="*/ 39 h 120"/>
                      <a:gd name="T18" fmla="*/ 0 w 104"/>
                      <a:gd name="T19" fmla="*/ 39 h 120"/>
                      <a:gd name="T20" fmla="*/ 0 w 104"/>
                      <a:gd name="T21" fmla="*/ 33 h 120"/>
                      <a:gd name="T22" fmla="*/ 3 w 104"/>
                      <a:gd name="T23" fmla="*/ 30 h 120"/>
                      <a:gd name="T24" fmla="*/ 6 w 104"/>
                      <a:gd name="T25" fmla="*/ 30 h 120"/>
                      <a:gd name="T26" fmla="*/ 8 w 104"/>
                      <a:gd name="T27" fmla="*/ 27 h 120"/>
                      <a:gd name="T28" fmla="*/ 6 w 104"/>
                      <a:gd name="T29" fmla="*/ 25 h 120"/>
                      <a:gd name="T30" fmla="*/ 3 w 104"/>
                      <a:gd name="T31" fmla="*/ 25 h 120"/>
                      <a:gd name="T32" fmla="*/ 0 w 104"/>
                      <a:gd name="T33" fmla="*/ 22 h 120"/>
                      <a:gd name="T34" fmla="*/ 0 w 104"/>
                      <a:gd name="T35" fmla="*/ 14 h 120"/>
                      <a:gd name="T36" fmla="*/ 3 w 104"/>
                      <a:gd name="T37" fmla="*/ 11 h 120"/>
                      <a:gd name="T38" fmla="*/ 3 w 104"/>
                      <a:gd name="T39" fmla="*/ 3 h 120"/>
                      <a:gd name="T40" fmla="*/ 6 w 104"/>
                      <a:gd name="T41" fmla="*/ 0 h 120"/>
                      <a:gd name="T42" fmla="*/ 8 w 104"/>
                      <a:gd name="T43" fmla="*/ 0 h 120"/>
                      <a:gd name="T44" fmla="*/ 11 w 104"/>
                      <a:gd name="T45" fmla="*/ 0 h 120"/>
                      <a:gd name="T46" fmla="*/ 17 w 104"/>
                      <a:gd name="T47" fmla="*/ 3 h 120"/>
                      <a:gd name="T48" fmla="*/ 17 w 104"/>
                      <a:gd name="T49" fmla="*/ 6 h 120"/>
                      <a:gd name="T50" fmla="*/ 19 w 104"/>
                      <a:gd name="T51" fmla="*/ 8 h 120"/>
                      <a:gd name="T52" fmla="*/ 22 w 104"/>
                      <a:gd name="T53" fmla="*/ 6 h 120"/>
                      <a:gd name="T54" fmla="*/ 27 w 104"/>
                      <a:gd name="T55" fmla="*/ 6 h 120"/>
                      <a:gd name="T56" fmla="*/ 31 w 104"/>
                      <a:gd name="T57" fmla="*/ 8 h 12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04"/>
                      <a:gd name="T88" fmla="*/ 0 h 120"/>
                      <a:gd name="T89" fmla="*/ 104 w 104"/>
                      <a:gd name="T90" fmla="*/ 120 h 12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04" h="120">
                        <a:moveTo>
                          <a:pt x="88" y="24"/>
                        </a:moveTo>
                        <a:lnTo>
                          <a:pt x="104" y="32"/>
                        </a:lnTo>
                        <a:lnTo>
                          <a:pt x="104" y="48"/>
                        </a:lnTo>
                        <a:lnTo>
                          <a:pt x="88" y="64"/>
                        </a:lnTo>
                        <a:lnTo>
                          <a:pt x="64" y="80"/>
                        </a:lnTo>
                        <a:lnTo>
                          <a:pt x="32" y="104"/>
                        </a:lnTo>
                        <a:lnTo>
                          <a:pt x="40" y="120"/>
                        </a:lnTo>
                        <a:lnTo>
                          <a:pt x="24" y="120"/>
                        </a:lnTo>
                        <a:lnTo>
                          <a:pt x="16" y="112"/>
                        </a:lnTo>
                        <a:lnTo>
                          <a:pt x="0" y="112"/>
                        </a:lnTo>
                        <a:lnTo>
                          <a:pt x="0" y="96"/>
                        </a:lnTo>
                        <a:lnTo>
                          <a:pt x="8" y="88"/>
                        </a:lnTo>
                        <a:lnTo>
                          <a:pt x="16" y="88"/>
                        </a:lnTo>
                        <a:lnTo>
                          <a:pt x="24" y="80"/>
                        </a:lnTo>
                        <a:lnTo>
                          <a:pt x="16" y="72"/>
                        </a:lnTo>
                        <a:lnTo>
                          <a:pt x="8" y="72"/>
                        </a:lnTo>
                        <a:lnTo>
                          <a:pt x="0" y="64"/>
                        </a:lnTo>
                        <a:lnTo>
                          <a:pt x="0" y="40"/>
                        </a:lnTo>
                        <a:lnTo>
                          <a:pt x="8" y="32"/>
                        </a:lnTo>
                        <a:lnTo>
                          <a:pt x="8" y="8"/>
                        </a:lnTo>
                        <a:lnTo>
                          <a:pt x="16" y="0"/>
                        </a:lnTo>
                        <a:lnTo>
                          <a:pt x="24" y="0"/>
                        </a:lnTo>
                        <a:lnTo>
                          <a:pt x="32" y="0"/>
                        </a:lnTo>
                        <a:lnTo>
                          <a:pt x="48" y="8"/>
                        </a:lnTo>
                        <a:lnTo>
                          <a:pt x="48" y="16"/>
                        </a:lnTo>
                        <a:lnTo>
                          <a:pt x="56" y="24"/>
                        </a:lnTo>
                        <a:lnTo>
                          <a:pt x="64" y="16"/>
                        </a:lnTo>
                        <a:lnTo>
                          <a:pt x="80" y="16"/>
                        </a:lnTo>
                        <a:lnTo>
                          <a:pt x="88"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300" name="Freeform 16">
                    <a:extLst>
                      <a:ext uri="{FF2B5EF4-FFF2-40B4-BE49-F238E27FC236}">
                        <a16:creationId xmlns:a16="http://schemas.microsoft.com/office/drawing/2014/main" id="{5B9AF00B-CFD0-1784-7D76-07717F99A8A5}"/>
                      </a:ext>
                    </a:extLst>
                  </p:cNvPr>
                  <p:cNvSpPr>
                    <a:spLocks/>
                  </p:cNvSpPr>
                  <p:nvPr/>
                </p:nvSpPr>
                <p:spPr bwMode="gray">
                  <a:xfrm>
                    <a:off x="1568" y="2757"/>
                    <a:ext cx="84" cy="34"/>
                  </a:xfrm>
                  <a:custGeom>
                    <a:avLst/>
                    <a:gdLst>
                      <a:gd name="T0" fmla="*/ 41 w 120"/>
                      <a:gd name="T1" fmla="*/ 11 h 48"/>
                      <a:gd name="T2" fmla="*/ 39 w 120"/>
                      <a:gd name="T3" fmla="*/ 14 h 48"/>
                      <a:gd name="T4" fmla="*/ 33 w 120"/>
                      <a:gd name="T5" fmla="*/ 17 h 48"/>
                      <a:gd name="T6" fmla="*/ 30 w 120"/>
                      <a:gd name="T7" fmla="*/ 14 h 48"/>
                      <a:gd name="T8" fmla="*/ 30 w 120"/>
                      <a:gd name="T9" fmla="*/ 9 h 48"/>
                      <a:gd name="T10" fmla="*/ 25 w 120"/>
                      <a:gd name="T11" fmla="*/ 6 h 48"/>
                      <a:gd name="T12" fmla="*/ 22 w 120"/>
                      <a:gd name="T13" fmla="*/ 6 h 48"/>
                      <a:gd name="T14" fmla="*/ 19 w 120"/>
                      <a:gd name="T15" fmla="*/ 9 h 48"/>
                      <a:gd name="T16" fmla="*/ 17 w 120"/>
                      <a:gd name="T17" fmla="*/ 11 h 48"/>
                      <a:gd name="T18" fmla="*/ 19 w 120"/>
                      <a:gd name="T19" fmla="*/ 14 h 48"/>
                      <a:gd name="T20" fmla="*/ 14 w 120"/>
                      <a:gd name="T21" fmla="*/ 17 h 48"/>
                      <a:gd name="T22" fmla="*/ 11 w 120"/>
                      <a:gd name="T23" fmla="*/ 14 h 48"/>
                      <a:gd name="T24" fmla="*/ 8 w 120"/>
                      <a:gd name="T25" fmla="*/ 14 h 48"/>
                      <a:gd name="T26" fmla="*/ 8 w 120"/>
                      <a:gd name="T27" fmla="*/ 11 h 48"/>
                      <a:gd name="T28" fmla="*/ 0 w 120"/>
                      <a:gd name="T29" fmla="*/ 9 h 48"/>
                      <a:gd name="T30" fmla="*/ 0 w 120"/>
                      <a:gd name="T31" fmla="*/ 6 h 48"/>
                      <a:gd name="T32" fmla="*/ 3 w 120"/>
                      <a:gd name="T33" fmla="*/ 0 h 48"/>
                      <a:gd name="T34" fmla="*/ 8 w 120"/>
                      <a:gd name="T35" fmla="*/ 6 h 48"/>
                      <a:gd name="T36" fmla="*/ 11 w 120"/>
                      <a:gd name="T37" fmla="*/ 6 h 48"/>
                      <a:gd name="T38" fmla="*/ 17 w 120"/>
                      <a:gd name="T39" fmla="*/ 3 h 48"/>
                      <a:gd name="T40" fmla="*/ 22 w 120"/>
                      <a:gd name="T41" fmla="*/ 3 h 48"/>
                      <a:gd name="T42" fmla="*/ 27 w 120"/>
                      <a:gd name="T43" fmla="*/ 3 h 48"/>
                      <a:gd name="T44" fmla="*/ 33 w 120"/>
                      <a:gd name="T45" fmla="*/ 6 h 48"/>
                      <a:gd name="T46" fmla="*/ 36 w 120"/>
                      <a:gd name="T47" fmla="*/ 11 h 48"/>
                      <a:gd name="T48" fmla="*/ 41 w 120"/>
                      <a:gd name="T49" fmla="*/ 11 h 4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0"/>
                      <a:gd name="T76" fmla="*/ 0 h 48"/>
                      <a:gd name="T77" fmla="*/ 120 w 120"/>
                      <a:gd name="T78" fmla="*/ 48 h 4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0" h="48">
                        <a:moveTo>
                          <a:pt x="120" y="32"/>
                        </a:moveTo>
                        <a:lnTo>
                          <a:pt x="112" y="40"/>
                        </a:lnTo>
                        <a:lnTo>
                          <a:pt x="96" y="48"/>
                        </a:lnTo>
                        <a:lnTo>
                          <a:pt x="88" y="40"/>
                        </a:lnTo>
                        <a:lnTo>
                          <a:pt x="88" y="24"/>
                        </a:lnTo>
                        <a:lnTo>
                          <a:pt x="72" y="16"/>
                        </a:lnTo>
                        <a:lnTo>
                          <a:pt x="64" y="16"/>
                        </a:lnTo>
                        <a:lnTo>
                          <a:pt x="56" y="24"/>
                        </a:lnTo>
                        <a:lnTo>
                          <a:pt x="48" y="32"/>
                        </a:lnTo>
                        <a:lnTo>
                          <a:pt x="56" y="40"/>
                        </a:lnTo>
                        <a:lnTo>
                          <a:pt x="40" y="48"/>
                        </a:lnTo>
                        <a:lnTo>
                          <a:pt x="32" y="40"/>
                        </a:lnTo>
                        <a:lnTo>
                          <a:pt x="24" y="40"/>
                        </a:lnTo>
                        <a:lnTo>
                          <a:pt x="24" y="32"/>
                        </a:lnTo>
                        <a:lnTo>
                          <a:pt x="0" y="24"/>
                        </a:lnTo>
                        <a:lnTo>
                          <a:pt x="0" y="16"/>
                        </a:lnTo>
                        <a:lnTo>
                          <a:pt x="8" y="0"/>
                        </a:lnTo>
                        <a:lnTo>
                          <a:pt x="24" y="16"/>
                        </a:lnTo>
                        <a:lnTo>
                          <a:pt x="32" y="16"/>
                        </a:lnTo>
                        <a:lnTo>
                          <a:pt x="48" y="8"/>
                        </a:lnTo>
                        <a:lnTo>
                          <a:pt x="64" y="8"/>
                        </a:lnTo>
                        <a:lnTo>
                          <a:pt x="80" y="8"/>
                        </a:lnTo>
                        <a:lnTo>
                          <a:pt x="96" y="16"/>
                        </a:lnTo>
                        <a:lnTo>
                          <a:pt x="104" y="32"/>
                        </a:lnTo>
                        <a:lnTo>
                          <a:pt x="120" y="3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301" name="Freeform 17">
                    <a:extLst>
                      <a:ext uri="{FF2B5EF4-FFF2-40B4-BE49-F238E27FC236}">
                        <a16:creationId xmlns:a16="http://schemas.microsoft.com/office/drawing/2014/main" id="{8EF80048-A6D8-7802-6ECE-EB71FED17068}"/>
                      </a:ext>
                    </a:extLst>
                  </p:cNvPr>
                  <p:cNvSpPr>
                    <a:spLocks/>
                  </p:cNvSpPr>
                  <p:nvPr/>
                </p:nvSpPr>
                <p:spPr bwMode="gray">
                  <a:xfrm>
                    <a:off x="1619" y="2718"/>
                    <a:ext cx="168" cy="230"/>
                  </a:xfrm>
                  <a:custGeom>
                    <a:avLst/>
                    <a:gdLst>
                      <a:gd name="T0" fmla="*/ 58 w 240"/>
                      <a:gd name="T1" fmla="*/ 113 h 328"/>
                      <a:gd name="T2" fmla="*/ 55 w 240"/>
                      <a:gd name="T3" fmla="*/ 102 h 328"/>
                      <a:gd name="T4" fmla="*/ 27 w 240"/>
                      <a:gd name="T5" fmla="*/ 88 h 328"/>
                      <a:gd name="T6" fmla="*/ 19 w 240"/>
                      <a:gd name="T7" fmla="*/ 88 h 328"/>
                      <a:gd name="T8" fmla="*/ 11 w 240"/>
                      <a:gd name="T9" fmla="*/ 86 h 328"/>
                      <a:gd name="T10" fmla="*/ 6 w 240"/>
                      <a:gd name="T11" fmla="*/ 86 h 328"/>
                      <a:gd name="T12" fmla="*/ 0 w 240"/>
                      <a:gd name="T13" fmla="*/ 80 h 328"/>
                      <a:gd name="T14" fmla="*/ 3 w 240"/>
                      <a:gd name="T15" fmla="*/ 69 h 328"/>
                      <a:gd name="T16" fmla="*/ 8 w 240"/>
                      <a:gd name="T17" fmla="*/ 63 h 328"/>
                      <a:gd name="T18" fmla="*/ 11 w 240"/>
                      <a:gd name="T19" fmla="*/ 55 h 328"/>
                      <a:gd name="T20" fmla="*/ 11 w 240"/>
                      <a:gd name="T21" fmla="*/ 39 h 328"/>
                      <a:gd name="T22" fmla="*/ 14 w 240"/>
                      <a:gd name="T23" fmla="*/ 33 h 328"/>
                      <a:gd name="T24" fmla="*/ 17 w 240"/>
                      <a:gd name="T25" fmla="*/ 27 h 328"/>
                      <a:gd name="T26" fmla="*/ 22 w 240"/>
                      <a:gd name="T27" fmla="*/ 22 h 328"/>
                      <a:gd name="T28" fmla="*/ 25 w 240"/>
                      <a:gd name="T29" fmla="*/ 17 h 328"/>
                      <a:gd name="T30" fmla="*/ 27 w 240"/>
                      <a:gd name="T31" fmla="*/ 8 h 328"/>
                      <a:gd name="T32" fmla="*/ 33 w 240"/>
                      <a:gd name="T33" fmla="*/ 8 h 328"/>
                      <a:gd name="T34" fmla="*/ 47 w 240"/>
                      <a:gd name="T35" fmla="*/ 0 h 328"/>
                      <a:gd name="T36" fmla="*/ 55 w 240"/>
                      <a:gd name="T37" fmla="*/ 0 h 328"/>
                      <a:gd name="T38" fmla="*/ 50 w 240"/>
                      <a:gd name="T39" fmla="*/ 3 h 328"/>
                      <a:gd name="T40" fmla="*/ 39 w 240"/>
                      <a:gd name="T41" fmla="*/ 22 h 328"/>
                      <a:gd name="T42" fmla="*/ 44 w 240"/>
                      <a:gd name="T43" fmla="*/ 27 h 328"/>
                      <a:gd name="T44" fmla="*/ 47 w 240"/>
                      <a:gd name="T45" fmla="*/ 36 h 328"/>
                      <a:gd name="T46" fmla="*/ 66 w 240"/>
                      <a:gd name="T47" fmla="*/ 41 h 328"/>
                      <a:gd name="T48" fmla="*/ 77 w 240"/>
                      <a:gd name="T49" fmla="*/ 47 h 328"/>
                      <a:gd name="T50" fmla="*/ 77 w 240"/>
                      <a:gd name="T51" fmla="*/ 55 h 328"/>
                      <a:gd name="T52" fmla="*/ 77 w 240"/>
                      <a:gd name="T53" fmla="*/ 67 h 328"/>
                      <a:gd name="T54" fmla="*/ 83 w 240"/>
                      <a:gd name="T55" fmla="*/ 72 h 328"/>
                      <a:gd name="T56" fmla="*/ 79 w 240"/>
                      <a:gd name="T57" fmla="*/ 77 h 328"/>
                      <a:gd name="T58" fmla="*/ 63 w 240"/>
                      <a:gd name="T59" fmla="*/ 74 h 328"/>
                      <a:gd name="T60" fmla="*/ 69 w 240"/>
                      <a:gd name="T61" fmla="*/ 83 h 328"/>
                      <a:gd name="T62" fmla="*/ 63 w 240"/>
                      <a:gd name="T63" fmla="*/ 86 h 328"/>
                      <a:gd name="T64" fmla="*/ 66 w 240"/>
                      <a:gd name="T65" fmla="*/ 94 h 3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40"/>
                      <a:gd name="T100" fmla="*/ 0 h 328"/>
                      <a:gd name="T101" fmla="*/ 240 w 240"/>
                      <a:gd name="T102" fmla="*/ 328 h 3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40" h="328">
                        <a:moveTo>
                          <a:pt x="184" y="328"/>
                        </a:moveTo>
                        <a:lnTo>
                          <a:pt x="168" y="328"/>
                        </a:lnTo>
                        <a:lnTo>
                          <a:pt x="176" y="304"/>
                        </a:lnTo>
                        <a:lnTo>
                          <a:pt x="160" y="296"/>
                        </a:lnTo>
                        <a:lnTo>
                          <a:pt x="112" y="296"/>
                        </a:lnTo>
                        <a:lnTo>
                          <a:pt x="80" y="256"/>
                        </a:lnTo>
                        <a:lnTo>
                          <a:pt x="64" y="256"/>
                        </a:lnTo>
                        <a:lnTo>
                          <a:pt x="56" y="256"/>
                        </a:lnTo>
                        <a:lnTo>
                          <a:pt x="48" y="248"/>
                        </a:lnTo>
                        <a:lnTo>
                          <a:pt x="32" y="248"/>
                        </a:lnTo>
                        <a:lnTo>
                          <a:pt x="24" y="256"/>
                        </a:lnTo>
                        <a:lnTo>
                          <a:pt x="16" y="248"/>
                        </a:lnTo>
                        <a:lnTo>
                          <a:pt x="16" y="240"/>
                        </a:lnTo>
                        <a:lnTo>
                          <a:pt x="0" y="232"/>
                        </a:lnTo>
                        <a:lnTo>
                          <a:pt x="0" y="208"/>
                        </a:lnTo>
                        <a:lnTo>
                          <a:pt x="8" y="200"/>
                        </a:lnTo>
                        <a:lnTo>
                          <a:pt x="24" y="192"/>
                        </a:lnTo>
                        <a:lnTo>
                          <a:pt x="24" y="184"/>
                        </a:lnTo>
                        <a:lnTo>
                          <a:pt x="40" y="168"/>
                        </a:lnTo>
                        <a:lnTo>
                          <a:pt x="32" y="160"/>
                        </a:lnTo>
                        <a:lnTo>
                          <a:pt x="32" y="136"/>
                        </a:lnTo>
                        <a:lnTo>
                          <a:pt x="32" y="112"/>
                        </a:lnTo>
                        <a:lnTo>
                          <a:pt x="24" y="104"/>
                        </a:lnTo>
                        <a:lnTo>
                          <a:pt x="40" y="96"/>
                        </a:lnTo>
                        <a:lnTo>
                          <a:pt x="48" y="88"/>
                        </a:lnTo>
                        <a:lnTo>
                          <a:pt x="48" y="80"/>
                        </a:lnTo>
                        <a:lnTo>
                          <a:pt x="48" y="72"/>
                        </a:lnTo>
                        <a:lnTo>
                          <a:pt x="64" y="64"/>
                        </a:lnTo>
                        <a:lnTo>
                          <a:pt x="64" y="48"/>
                        </a:lnTo>
                        <a:lnTo>
                          <a:pt x="72" y="48"/>
                        </a:lnTo>
                        <a:lnTo>
                          <a:pt x="72" y="32"/>
                        </a:lnTo>
                        <a:lnTo>
                          <a:pt x="80" y="24"/>
                        </a:lnTo>
                        <a:lnTo>
                          <a:pt x="88" y="32"/>
                        </a:lnTo>
                        <a:lnTo>
                          <a:pt x="96" y="24"/>
                        </a:lnTo>
                        <a:lnTo>
                          <a:pt x="136" y="8"/>
                        </a:lnTo>
                        <a:lnTo>
                          <a:pt x="136" y="0"/>
                        </a:lnTo>
                        <a:lnTo>
                          <a:pt x="152" y="0"/>
                        </a:lnTo>
                        <a:lnTo>
                          <a:pt x="160" y="0"/>
                        </a:lnTo>
                        <a:lnTo>
                          <a:pt x="160" y="8"/>
                        </a:lnTo>
                        <a:lnTo>
                          <a:pt x="144" y="8"/>
                        </a:lnTo>
                        <a:lnTo>
                          <a:pt x="120" y="32"/>
                        </a:lnTo>
                        <a:lnTo>
                          <a:pt x="112" y="64"/>
                        </a:lnTo>
                        <a:lnTo>
                          <a:pt x="120" y="72"/>
                        </a:lnTo>
                        <a:lnTo>
                          <a:pt x="128" y="80"/>
                        </a:lnTo>
                        <a:lnTo>
                          <a:pt x="128" y="96"/>
                        </a:lnTo>
                        <a:lnTo>
                          <a:pt x="136" y="104"/>
                        </a:lnTo>
                        <a:lnTo>
                          <a:pt x="184" y="112"/>
                        </a:lnTo>
                        <a:lnTo>
                          <a:pt x="192" y="120"/>
                        </a:lnTo>
                        <a:lnTo>
                          <a:pt x="216" y="128"/>
                        </a:lnTo>
                        <a:lnTo>
                          <a:pt x="224" y="136"/>
                        </a:lnTo>
                        <a:lnTo>
                          <a:pt x="224" y="152"/>
                        </a:lnTo>
                        <a:lnTo>
                          <a:pt x="224" y="160"/>
                        </a:lnTo>
                        <a:lnTo>
                          <a:pt x="232" y="184"/>
                        </a:lnTo>
                        <a:lnTo>
                          <a:pt x="224" y="192"/>
                        </a:lnTo>
                        <a:lnTo>
                          <a:pt x="240" y="200"/>
                        </a:lnTo>
                        <a:lnTo>
                          <a:pt x="240" y="208"/>
                        </a:lnTo>
                        <a:lnTo>
                          <a:pt x="240" y="232"/>
                        </a:lnTo>
                        <a:lnTo>
                          <a:pt x="232" y="224"/>
                        </a:lnTo>
                        <a:lnTo>
                          <a:pt x="216" y="216"/>
                        </a:lnTo>
                        <a:lnTo>
                          <a:pt x="184" y="216"/>
                        </a:lnTo>
                        <a:lnTo>
                          <a:pt x="184" y="224"/>
                        </a:lnTo>
                        <a:lnTo>
                          <a:pt x="200" y="240"/>
                        </a:lnTo>
                        <a:lnTo>
                          <a:pt x="192" y="248"/>
                        </a:lnTo>
                        <a:lnTo>
                          <a:pt x="184" y="248"/>
                        </a:lnTo>
                        <a:lnTo>
                          <a:pt x="184" y="264"/>
                        </a:lnTo>
                        <a:lnTo>
                          <a:pt x="192" y="272"/>
                        </a:lnTo>
                        <a:lnTo>
                          <a:pt x="184" y="32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302" name="Freeform 18">
                    <a:extLst>
                      <a:ext uri="{FF2B5EF4-FFF2-40B4-BE49-F238E27FC236}">
                        <a16:creationId xmlns:a16="http://schemas.microsoft.com/office/drawing/2014/main" id="{82095E6C-C0B0-C8EB-25DE-71D819D2857D}"/>
                      </a:ext>
                    </a:extLst>
                  </p:cNvPr>
                  <p:cNvSpPr>
                    <a:spLocks/>
                  </p:cNvSpPr>
                  <p:nvPr/>
                </p:nvSpPr>
                <p:spPr bwMode="gray">
                  <a:xfrm>
                    <a:off x="1697" y="2718"/>
                    <a:ext cx="197" cy="168"/>
                  </a:xfrm>
                  <a:custGeom>
                    <a:avLst/>
                    <a:gdLst>
                      <a:gd name="T0" fmla="*/ 44 w 280"/>
                      <a:gd name="T1" fmla="*/ 71 h 240"/>
                      <a:gd name="T2" fmla="*/ 39 w 280"/>
                      <a:gd name="T3" fmla="*/ 66 h 240"/>
                      <a:gd name="T4" fmla="*/ 39 w 280"/>
                      <a:gd name="T5" fmla="*/ 55 h 240"/>
                      <a:gd name="T6" fmla="*/ 39 w 280"/>
                      <a:gd name="T7" fmla="*/ 47 h 240"/>
                      <a:gd name="T8" fmla="*/ 27 w 280"/>
                      <a:gd name="T9" fmla="*/ 41 h 240"/>
                      <a:gd name="T10" fmla="*/ 8 w 280"/>
                      <a:gd name="T11" fmla="*/ 36 h 240"/>
                      <a:gd name="T12" fmla="*/ 6 w 280"/>
                      <a:gd name="T13" fmla="*/ 27 h 240"/>
                      <a:gd name="T14" fmla="*/ 0 w 280"/>
                      <a:gd name="T15" fmla="*/ 22 h 240"/>
                      <a:gd name="T16" fmla="*/ 11 w 280"/>
                      <a:gd name="T17" fmla="*/ 3 h 240"/>
                      <a:gd name="T18" fmla="*/ 11 w 280"/>
                      <a:gd name="T19" fmla="*/ 6 h 240"/>
                      <a:gd name="T20" fmla="*/ 11 w 280"/>
                      <a:gd name="T21" fmla="*/ 14 h 240"/>
                      <a:gd name="T22" fmla="*/ 11 w 280"/>
                      <a:gd name="T23" fmla="*/ 22 h 240"/>
                      <a:gd name="T24" fmla="*/ 17 w 280"/>
                      <a:gd name="T25" fmla="*/ 17 h 240"/>
                      <a:gd name="T26" fmla="*/ 17 w 280"/>
                      <a:gd name="T27" fmla="*/ 8 h 240"/>
                      <a:gd name="T28" fmla="*/ 23 w 280"/>
                      <a:gd name="T29" fmla="*/ 0 h 240"/>
                      <a:gd name="T30" fmla="*/ 27 w 280"/>
                      <a:gd name="T31" fmla="*/ 6 h 240"/>
                      <a:gd name="T32" fmla="*/ 36 w 280"/>
                      <a:gd name="T33" fmla="*/ 6 h 240"/>
                      <a:gd name="T34" fmla="*/ 53 w 280"/>
                      <a:gd name="T35" fmla="*/ 14 h 240"/>
                      <a:gd name="T36" fmla="*/ 58 w 280"/>
                      <a:gd name="T37" fmla="*/ 17 h 240"/>
                      <a:gd name="T38" fmla="*/ 67 w 280"/>
                      <a:gd name="T39" fmla="*/ 11 h 240"/>
                      <a:gd name="T40" fmla="*/ 75 w 280"/>
                      <a:gd name="T41" fmla="*/ 11 h 240"/>
                      <a:gd name="T42" fmla="*/ 84 w 280"/>
                      <a:gd name="T43" fmla="*/ 17 h 240"/>
                      <a:gd name="T44" fmla="*/ 92 w 280"/>
                      <a:gd name="T45" fmla="*/ 25 h 240"/>
                      <a:gd name="T46" fmla="*/ 98 w 280"/>
                      <a:gd name="T47" fmla="*/ 33 h 240"/>
                      <a:gd name="T48" fmla="*/ 92 w 280"/>
                      <a:gd name="T49" fmla="*/ 36 h 240"/>
                      <a:gd name="T50" fmla="*/ 92 w 280"/>
                      <a:gd name="T51" fmla="*/ 41 h 240"/>
                      <a:gd name="T52" fmla="*/ 89 w 280"/>
                      <a:gd name="T53" fmla="*/ 44 h 240"/>
                      <a:gd name="T54" fmla="*/ 89 w 280"/>
                      <a:gd name="T55" fmla="*/ 58 h 240"/>
                      <a:gd name="T56" fmla="*/ 70 w 280"/>
                      <a:gd name="T57" fmla="*/ 55 h 240"/>
                      <a:gd name="T58" fmla="*/ 64 w 280"/>
                      <a:gd name="T59" fmla="*/ 60 h 240"/>
                      <a:gd name="T60" fmla="*/ 64 w 280"/>
                      <a:gd name="T61" fmla="*/ 69 h 240"/>
                      <a:gd name="T62" fmla="*/ 72 w 280"/>
                      <a:gd name="T63" fmla="*/ 71 h 240"/>
                      <a:gd name="T64" fmla="*/ 58 w 280"/>
                      <a:gd name="T65" fmla="*/ 79 h 240"/>
                      <a:gd name="T66" fmla="*/ 44 w 280"/>
                      <a:gd name="T67" fmla="*/ 79 h 2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80"/>
                      <a:gd name="T103" fmla="*/ 0 h 240"/>
                      <a:gd name="T104" fmla="*/ 280 w 280"/>
                      <a:gd name="T105" fmla="*/ 240 h 2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80" h="240">
                        <a:moveTo>
                          <a:pt x="128" y="232"/>
                        </a:moveTo>
                        <a:lnTo>
                          <a:pt x="128" y="208"/>
                        </a:lnTo>
                        <a:lnTo>
                          <a:pt x="128" y="200"/>
                        </a:lnTo>
                        <a:lnTo>
                          <a:pt x="112" y="192"/>
                        </a:lnTo>
                        <a:lnTo>
                          <a:pt x="120" y="184"/>
                        </a:lnTo>
                        <a:lnTo>
                          <a:pt x="112" y="160"/>
                        </a:lnTo>
                        <a:lnTo>
                          <a:pt x="112" y="152"/>
                        </a:lnTo>
                        <a:lnTo>
                          <a:pt x="112" y="136"/>
                        </a:lnTo>
                        <a:lnTo>
                          <a:pt x="104" y="128"/>
                        </a:lnTo>
                        <a:lnTo>
                          <a:pt x="80" y="120"/>
                        </a:lnTo>
                        <a:lnTo>
                          <a:pt x="72" y="112"/>
                        </a:lnTo>
                        <a:lnTo>
                          <a:pt x="24" y="104"/>
                        </a:lnTo>
                        <a:lnTo>
                          <a:pt x="16" y="96"/>
                        </a:lnTo>
                        <a:lnTo>
                          <a:pt x="16" y="80"/>
                        </a:lnTo>
                        <a:lnTo>
                          <a:pt x="8" y="72"/>
                        </a:lnTo>
                        <a:lnTo>
                          <a:pt x="0" y="64"/>
                        </a:lnTo>
                        <a:lnTo>
                          <a:pt x="8" y="32"/>
                        </a:lnTo>
                        <a:lnTo>
                          <a:pt x="32" y="8"/>
                        </a:lnTo>
                        <a:lnTo>
                          <a:pt x="48" y="8"/>
                        </a:lnTo>
                        <a:lnTo>
                          <a:pt x="32" y="16"/>
                        </a:lnTo>
                        <a:lnTo>
                          <a:pt x="32" y="32"/>
                        </a:lnTo>
                        <a:lnTo>
                          <a:pt x="32" y="40"/>
                        </a:lnTo>
                        <a:lnTo>
                          <a:pt x="24" y="48"/>
                        </a:lnTo>
                        <a:lnTo>
                          <a:pt x="32" y="64"/>
                        </a:lnTo>
                        <a:lnTo>
                          <a:pt x="48" y="64"/>
                        </a:lnTo>
                        <a:lnTo>
                          <a:pt x="48" y="48"/>
                        </a:lnTo>
                        <a:lnTo>
                          <a:pt x="40" y="32"/>
                        </a:lnTo>
                        <a:lnTo>
                          <a:pt x="48" y="24"/>
                        </a:lnTo>
                        <a:lnTo>
                          <a:pt x="64" y="16"/>
                        </a:lnTo>
                        <a:lnTo>
                          <a:pt x="64" y="0"/>
                        </a:lnTo>
                        <a:lnTo>
                          <a:pt x="72" y="8"/>
                        </a:lnTo>
                        <a:lnTo>
                          <a:pt x="80" y="16"/>
                        </a:lnTo>
                        <a:lnTo>
                          <a:pt x="88" y="16"/>
                        </a:lnTo>
                        <a:lnTo>
                          <a:pt x="104" y="16"/>
                        </a:lnTo>
                        <a:lnTo>
                          <a:pt x="104" y="32"/>
                        </a:lnTo>
                        <a:lnTo>
                          <a:pt x="152" y="40"/>
                        </a:lnTo>
                        <a:lnTo>
                          <a:pt x="160" y="40"/>
                        </a:lnTo>
                        <a:lnTo>
                          <a:pt x="168" y="48"/>
                        </a:lnTo>
                        <a:lnTo>
                          <a:pt x="184" y="40"/>
                        </a:lnTo>
                        <a:lnTo>
                          <a:pt x="192" y="32"/>
                        </a:lnTo>
                        <a:lnTo>
                          <a:pt x="200" y="32"/>
                        </a:lnTo>
                        <a:lnTo>
                          <a:pt x="216" y="32"/>
                        </a:lnTo>
                        <a:lnTo>
                          <a:pt x="224" y="48"/>
                        </a:lnTo>
                        <a:lnTo>
                          <a:pt x="240" y="48"/>
                        </a:lnTo>
                        <a:lnTo>
                          <a:pt x="256" y="56"/>
                        </a:lnTo>
                        <a:lnTo>
                          <a:pt x="264" y="72"/>
                        </a:lnTo>
                        <a:lnTo>
                          <a:pt x="280" y="80"/>
                        </a:lnTo>
                        <a:lnTo>
                          <a:pt x="280" y="96"/>
                        </a:lnTo>
                        <a:lnTo>
                          <a:pt x="264" y="96"/>
                        </a:lnTo>
                        <a:lnTo>
                          <a:pt x="264" y="104"/>
                        </a:lnTo>
                        <a:lnTo>
                          <a:pt x="272" y="112"/>
                        </a:lnTo>
                        <a:lnTo>
                          <a:pt x="264" y="120"/>
                        </a:lnTo>
                        <a:lnTo>
                          <a:pt x="256" y="120"/>
                        </a:lnTo>
                        <a:lnTo>
                          <a:pt x="256" y="128"/>
                        </a:lnTo>
                        <a:lnTo>
                          <a:pt x="256" y="144"/>
                        </a:lnTo>
                        <a:lnTo>
                          <a:pt x="256" y="168"/>
                        </a:lnTo>
                        <a:lnTo>
                          <a:pt x="224" y="176"/>
                        </a:lnTo>
                        <a:lnTo>
                          <a:pt x="200" y="160"/>
                        </a:lnTo>
                        <a:lnTo>
                          <a:pt x="184" y="160"/>
                        </a:lnTo>
                        <a:lnTo>
                          <a:pt x="184" y="176"/>
                        </a:lnTo>
                        <a:lnTo>
                          <a:pt x="192" y="176"/>
                        </a:lnTo>
                        <a:lnTo>
                          <a:pt x="184" y="200"/>
                        </a:lnTo>
                        <a:lnTo>
                          <a:pt x="200" y="200"/>
                        </a:lnTo>
                        <a:lnTo>
                          <a:pt x="208" y="208"/>
                        </a:lnTo>
                        <a:lnTo>
                          <a:pt x="208" y="216"/>
                        </a:lnTo>
                        <a:lnTo>
                          <a:pt x="168" y="232"/>
                        </a:lnTo>
                        <a:lnTo>
                          <a:pt x="152" y="240"/>
                        </a:lnTo>
                        <a:lnTo>
                          <a:pt x="128" y="23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303" name="Freeform 19">
                    <a:extLst>
                      <a:ext uri="{FF2B5EF4-FFF2-40B4-BE49-F238E27FC236}">
                        <a16:creationId xmlns:a16="http://schemas.microsoft.com/office/drawing/2014/main" id="{674170EC-231A-FEBF-0EBF-378EA5CC9AFD}"/>
                      </a:ext>
                    </a:extLst>
                  </p:cNvPr>
                  <p:cNvSpPr>
                    <a:spLocks/>
                  </p:cNvSpPr>
                  <p:nvPr/>
                </p:nvSpPr>
                <p:spPr bwMode="gray">
                  <a:xfrm>
                    <a:off x="1877" y="2774"/>
                    <a:ext cx="57" cy="101"/>
                  </a:xfrm>
                  <a:custGeom>
                    <a:avLst/>
                    <a:gdLst>
                      <a:gd name="T0" fmla="*/ 9 w 80"/>
                      <a:gd name="T1" fmla="*/ 0 h 144"/>
                      <a:gd name="T2" fmla="*/ 9 w 80"/>
                      <a:gd name="T3" fmla="*/ 6 h 144"/>
                      <a:gd name="T4" fmla="*/ 3 w 80"/>
                      <a:gd name="T5" fmla="*/ 6 h 144"/>
                      <a:gd name="T6" fmla="*/ 3 w 80"/>
                      <a:gd name="T7" fmla="*/ 8 h 144"/>
                      <a:gd name="T8" fmla="*/ 6 w 80"/>
                      <a:gd name="T9" fmla="*/ 11 h 144"/>
                      <a:gd name="T10" fmla="*/ 3 w 80"/>
                      <a:gd name="T11" fmla="*/ 14 h 144"/>
                      <a:gd name="T12" fmla="*/ 0 w 80"/>
                      <a:gd name="T13" fmla="*/ 14 h 144"/>
                      <a:gd name="T14" fmla="*/ 0 w 80"/>
                      <a:gd name="T15" fmla="*/ 17 h 144"/>
                      <a:gd name="T16" fmla="*/ 0 w 80"/>
                      <a:gd name="T17" fmla="*/ 22 h 144"/>
                      <a:gd name="T18" fmla="*/ 3 w 80"/>
                      <a:gd name="T19" fmla="*/ 22 h 144"/>
                      <a:gd name="T20" fmla="*/ 9 w 80"/>
                      <a:gd name="T21" fmla="*/ 27 h 144"/>
                      <a:gd name="T22" fmla="*/ 9 w 80"/>
                      <a:gd name="T23" fmla="*/ 33 h 144"/>
                      <a:gd name="T24" fmla="*/ 9 w 80"/>
                      <a:gd name="T25" fmla="*/ 39 h 144"/>
                      <a:gd name="T26" fmla="*/ 9 w 80"/>
                      <a:gd name="T27" fmla="*/ 47 h 144"/>
                      <a:gd name="T28" fmla="*/ 11 w 80"/>
                      <a:gd name="T29" fmla="*/ 50 h 144"/>
                      <a:gd name="T30" fmla="*/ 17 w 80"/>
                      <a:gd name="T31" fmla="*/ 50 h 144"/>
                      <a:gd name="T32" fmla="*/ 24 w 80"/>
                      <a:gd name="T33" fmla="*/ 50 h 144"/>
                      <a:gd name="T34" fmla="*/ 24 w 80"/>
                      <a:gd name="T35" fmla="*/ 47 h 144"/>
                      <a:gd name="T36" fmla="*/ 29 w 80"/>
                      <a:gd name="T37" fmla="*/ 47 h 144"/>
                      <a:gd name="T38" fmla="*/ 29 w 80"/>
                      <a:gd name="T39" fmla="*/ 44 h 144"/>
                      <a:gd name="T40" fmla="*/ 29 w 80"/>
                      <a:gd name="T41" fmla="*/ 39 h 144"/>
                      <a:gd name="T42" fmla="*/ 24 w 80"/>
                      <a:gd name="T43" fmla="*/ 36 h 144"/>
                      <a:gd name="T44" fmla="*/ 24 w 80"/>
                      <a:gd name="T45" fmla="*/ 27 h 144"/>
                      <a:gd name="T46" fmla="*/ 26 w 80"/>
                      <a:gd name="T47" fmla="*/ 25 h 144"/>
                      <a:gd name="T48" fmla="*/ 29 w 80"/>
                      <a:gd name="T49" fmla="*/ 19 h 144"/>
                      <a:gd name="T50" fmla="*/ 26 w 80"/>
                      <a:gd name="T51" fmla="*/ 14 h 144"/>
                      <a:gd name="T52" fmla="*/ 26 w 80"/>
                      <a:gd name="T53" fmla="*/ 11 h 144"/>
                      <a:gd name="T54" fmla="*/ 21 w 80"/>
                      <a:gd name="T55" fmla="*/ 11 h 144"/>
                      <a:gd name="T56" fmla="*/ 17 w 80"/>
                      <a:gd name="T57" fmla="*/ 6 h 144"/>
                      <a:gd name="T58" fmla="*/ 15 w 80"/>
                      <a:gd name="T59" fmla="*/ 3 h 144"/>
                      <a:gd name="T60" fmla="*/ 9 w 80"/>
                      <a:gd name="T61" fmla="*/ 0 h 14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0"/>
                      <a:gd name="T94" fmla="*/ 0 h 144"/>
                      <a:gd name="T95" fmla="*/ 80 w 80"/>
                      <a:gd name="T96" fmla="*/ 144 h 14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0" h="144">
                        <a:moveTo>
                          <a:pt x="24" y="0"/>
                        </a:moveTo>
                        <a:lnTo>
                          <a:pt x="24" y="16"/>
                        </a:lnTo>
                        <a:lnTo>
                          <a:pt x="8" y="16"/>
                        </a:lnTo>
                        <a:lnTo>
                          <a:pt x="8" y="24"/>
                        </a:lnTo>
                        <a:lnTo>
                          <a:pt x="16" y="32"/>
                        </a:lnTo>
                        <a:lnTo>
                          <a:pt x="8" y="40"/>
                        </a:lnTo>
                        <a:lnTo>
                          <a:pt x="0" y="40"/>
                        </a:lnTo>
                        <a:lnTo>
                          <a:pt x="0" y="48"/>
                        </a:lnTo>
                        <a:lnTo>
                          <a:pt x="0" y="64"/>
                        </a:lnTo>
                        <a:lnTo>
                          <a:pt x="8" y="64"/>
                        </a:lnTo>
                        <a:lnTo>
                          <a:pt x="24" y="80"/>
                        </a:lnTo>
                        <a:lnTo>
                          <a:pt x="24" y="96"/>
                        </a:lnTo>
                        <a:lnTo>
                          <a:pt x="24" y="112"/>
                        </a:lnTo>
                        <a:lnTo>
                          <a:pt x="24" y="136"/>
                        </a:lnTo>
                        <a:lnTo>
                          <a:pt x="32" y="144"/>
                        </a:lnTo>
                        <a:lnTo>
                          <a:pt x="48" y="144"/>
                        </a:lnTo>
                        <a:lnTo>
                          <a:pt x="64" y="144"/>
                        </a:lnTo>
                        <a:lnTo>
                          <a:pt x="64" y="136"/>
                        </a:lnTo>
                        <a:lnTo>
                          <a:pt x="80" y="136"/>
                        </a:lnTo>
                        <a:lnTo>
                          <a:pt x="80" y="128"/>
                        </a:lnTo>
                        <a:lnTo>
                          <a:pt x="80" y="112"/>
                        </a:lnTo>
                        <a:lnTo>
                          <a:pt x="64" y="104"/>
                        </a:lnTo>
                        <a:lnTo>
                          <a:pt x="64" y="80"/>
                        </a:lnTo>
                        <a:lnTo>
                          <a:pt x="72" y="72"/>
                        </a:lnTo>
                        <a:lnTo>
                          <a:pt x="80" y="56"/>
                        </a:lnTo>
                        <a:lnTo>
                          <a:pt x="72" y="40"/>
                        </a:lnTo>
                        <a:lnTo>
                          <a:pt x="72" y="32"/>
                        </a:lnTo>
                        <a:lnTo>
                          <a:pt x="56" y="32"/>
                        </a:lnTo>
                        <a:lnTo>
                          <a:pt x="48" y="16"/>
                        </a:lnTo>
                        <a:lnTo>
                          <a:pt x="40" y="8"/>
                        </a:lnTo>
                        <a:lnTo>
                          <a:pt x="2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304" name="Freeform 20">
                    <a:extLst>
                      <a:ext uri="{FF2B5EF4-FFF2-40B4-BE49-F238E27FC236}">
                        <a16:creationId xmlns:a16="http://schemas.microsoft.com/office/drawing/2014/main" id="{46A7CE74-7D3E-2DB3-3258-B8BB5DCFD6CA}"/>
                      </a:ext>
                    </a:extLst>
                  </p:cNvPr>
                  <p:cNvSpPr>
                    <a:spLocks/>
                  </p:cNvSpPr>
                  <p:nvPr/>
                </p:nvSpPr>
                <p:spPr bwMode="gray">
                  <a:xfrm>
                    <a:off x="1692" y="2819"/>
                    <a:ext cx="562" cy="585"/>
                  </a:xfrm>
                  <a:custGeom>
                    <a:avLst/>
                    <a:gdLst>
                      <a:gd name="T0" fmla="*/ 100 w 800"/>
                      <a:gd name="T1" fmla="*/ 6 h 832"/>
                      <a:gd name="T2" fmla="*/ 100 w 800"/>
                      <a:gd name="T3" fmla="*/ 25 h 832"/>
                      <a:gd name="T4" fmla="*/ 114 w 800"/>
                      <a:gd name="T5" fmla="*/ 27 h 832"/>
                      <a:gd name="T6" fmla="*/ 119 w 800"/>
                      <a:gd name="T7" fmla="*/ 23 h 832"/>
                      <a:gd name="T8" fmla="*/ 130 w 800"/>
                      <a:gd name="T9" fmla="*/ 19 h 832"/>
                      <a:gd name="T10" fmla="*/ 142 w 800"/>
                      <a:gd name="T11" fmla="*/ 23 h 832"/>
                      <a:gd name="T12" fmla="*/ 155 w 800"/>
                      <a:gd name="T13" fmla="*/ 11 h 832"/>
                      <a:gd name="T14" fmla="*/ 161 w 800"/>
                      <a:gd name="T15" fmla="*/ 14 h 832"/>
                      <a:gd name="T16" fmla="*/ 171 w 800"/>
                      <a:gd name="T17" fmla="*/ 25 h 832"/>
                      <a:gd name="T18" fmla="*/ 166 w 800"/>
                      <a:gd name="T19" fmla="*/ 36 h 832"/>
                      <a:gd name="T20" fmla="*/ 178 w 800"/>
                      <a:gd name="T21" fmla="*/ 39 h 832"/>
                      <a:gd name="T22" fmla="*/ 171 w 800"/>
                      <a:gd name="T23" fmla="*/ 48 h 832"/>
                      <a:gd name="T24" fmla="*/ 183 w 800"/>
                      <a:gd name="T25" fmla="*/ 44 h 832"/>
                      <a:gd name="T26" fmla="*/ 200 w 800"/>
                      <a:gd name="T27" fmla="*/ 48 h 832"/>
                      <a:gd name="T28" fmla="*/ 205 w 800"/>
                      <a:gd name="T29" fmla="*/ 56 h 832"/>
                      <a:gd name="T30" fmla="*/ 216 w 800"/>
                      <a:gd name="T31" fmla="*/ 56 h 832"/>
                      <a:gd name="T32" fmla="*/ 242 w 800"/>
                      <a:gd name="T33" fmla="*/ 61 h 832"/>
                      <a:gd name="T34" fmla="*/ 277 w 800"/>
                      <a:gd name="T35" fmla="*/ 75 h 832"/>
                      <a:gd name="T36" fmla="*/ 275 w 800"/>
                      <a:gd name="T37" fmla="*/ 105 h 832"/>
                      <a:gd name="T38" fmla="*/ 263 w 800"/>
                      <a:gd name="T39" fmla="*/ 114 h 832"/>
                      <a:gd name="T40" fmla="*/ 249 w 800"/>
                      <a:gd name="T41" fmla="*/ 131 h 832"/>
                      <a:gd name="T42" fmla="*/ 249 w 800"/>
                      <a:gd name="T43" fmla="*/ 150 h 832"/>
                      <a:gd name="T44" fmla="*/ 244 w 800"/>
                      <a:gd name="T45" fmla="*/ 167 h 832"/>
                      <a:gd name="T46" fmla="*/ 238 w 800"/>
                      <a:gd name="T47" fmla="*/ 181 h 832"/>
                      <a:gd name="T48" fmla="*/ 233 w 800"/>
                      <a:gd name="T49" fmla="*/ 200 h 832"/>
                      <a:gd name="T50" fmla="*/ 225 w 800"/>
                      <a:gd name="T51" fmla="*/ 206 h 832"/>
                      <a:gd name="T52" fmla="*/ 214 w 800"/>
                      <a:gd name="T53" fmla="*/ 209 h 832"/>
                      <a:gd name="T54" fmla="*/ 202 w 800"/>
                      <a:gd name="T55" fmla="*/ 214 h 832"/>
                      <a:gd name="T56" fmla="*/ 192 w 800"/>
                      <a:gd name="T57" fmla="*/ 219 h 832"/>
                      <a:gd name="T58" fmla="*/ 180 w 800"/>
                      <a:gd name="T59" fmla="*/ 226 h 832"/>
                      <a:gd name="T60" fmla="*/ 180 w 800"/>
                      <a:gd name="T61" fmla="*/ 245 h 832"/>
                      <a:gd name="T62" fmla="*/ 169 w 800"/>
                      <a:gd name="T63" fmla="*/ 256 h 832"/>
                      <a:gd name="T64" fmla="*/ 158 w 800"/>
                      <a:gd name="T65" fmla="*/ 278 h 832"/>
                      <a:gd name="T66" fmla="*/ 161 w 800"/>
                      <a:gd name="T67" fmla="*/ 267 h 832"/>
                      <a:gd name="T68" fmla="*/ 158 w 800"/>
                      <a:gd name="T69" fmla="*/ 267 h 832"/>
                      <a:gd name="T70" fmla="*/ 155 w 800"/>
                      <a:gd name="T71" fmla="*/ 278 h 832"/>
                      <a:gd name="T72" fmla="*/ 147 w 800"/>
                      <a:gd name="T73" fmla="*/ 284 h 832"/>
                      <a:gd name="T74" fmla="*/ 136 w 800"/>
                      <a:gd name="T75" fmla="*/ 276 h 832"/>
                      <a:gd name="T76" fmla="*/ 122 w 800"/>
                      <a:gd name="T77" fmla="*/ 267 h 832"/>
                      <a:gd name="T78" fmla="*/ 122 w 800"/>
                      <a:gd name="T79" fmla="*/ 256 h 832"/>
                      <a:gd name="T80" fmla="*/ 142 w 800"/>
                      <a:gd name="T81" fmla="*/ 236 h 832"/>
                      <a:gd name="T82" fmla="*/ 136 w 800"/>
                      <a:gd name="T83" fmla="*/ 226 h 832"/>
                      <a:gd name="T84" fmla="*/ 138 w 800"/>
                      <a:gd name="T85" fmla="*/ 212 h 832"/>
                      <a:gd name="T86" fmla="*/ 130 w 800"/>
                      <a:gd name="T87" fmla="*/ 206 h 832"/>
                      <a:gd name="T88" fmla="*/ 114 w 800"/>
                      <a:gd name="T89" fmla="*/ 181 h 832"/>
                      <a:gd name="T90" fmla="*/ 111 w 800"/>
                      <a:gd name="T91" fmla="*/ 161 h 832"/>
                      <a:gd name="T92" fmla="*/ 91 w 800"/>
                      <a:gd name="T93" fmla="*/ 153 h 832"/>
                      <a:gd name="T94" fmla="*/ 70 w 800"/>
                      <a:gd name="T95" fmla="*/ 125 h 832"/>
                      <a:gd name="T96" fmla="*/ 61 w 800"/>
                      <a:gd name="T97" fmla="*/ 111 h 832"/>
                      <a:gd name="T98" fmla="*/ 44 w 800"/>
                      <a:gd name="T99" fmla="*/ 117 h 832"/>
                      <a:gd name="T100" fmla="*/ 22 w 800"/>
                      <a:gd name="T101" fmla="*/ 108 h 832"/>
                      <a:gd name="T102" fmla="*/ 3 w 800"/>
                      <a:gd name="T103" fmla="*/ 103 h 832"/>
                      <a:gd name="T104" fmla="*/ 3 w 800"/>
                      <a:gd name="T105" fmla="*/ 84 h 832"/>
                      <a:gd name="T106" fmla="*/ 22 w 800"/>
                      <a:gd name="T107" fmla="*/ 70 h 832"/>
                      <a:gd name="T108" fmla="*/ 31 w 800"/>
                      <a:gd name="T109" fmla="*/ 44 h 832"/>
                      <a:gd name="T110" fmla="*/ 31 w 800"/>
                      <a:gd name="T111" fmla="*/ 36 h 832"/>
                      <a:gd name="T112" fmla="*/ 27 w 800"/>
                      <a:gd name="T113" fmla="*/ 25 h 832"/>
                      <a:gd name="T114" fmla="*/ 47 w 800"/>
                      <a:gd name="T115" fmla="*/ 31 h 832"/>
                      <a:gd name="T116" fmla="*/ 75 w 800"/>
                      <a:gd name="T117" fmla="*/ 25 h 832"/>
                      <a:gd name="T118" fmla="*/ 67 w 800"/>
                      <a:gd name="T119" fmla="*/ 19 h 832"/>
                      <a:gd name="T120" fmla="*/ 67 w 800"/>
                      <a:gd name="T121" fmla="*/ 6 h 832"/>
                      <a:gd name="T122" fmla="*/ 91 w 800"/>
                      <a:gd name="T123" fmla="*/ 8 h 83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800"/>
                      <a:gd name="T187" fmla="*/ 0 h 832"/>
                      <a:gd name="T188" fmla="*/ 800 w 800"/>
                      <a:gd name="T189" fmla="*/ 832 h 83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800" h="832">
                        <a:moveTo>
                          <a:pt x="264" y="0"/>
                        </a:moveTo>
                        <a:lnTo>
                          <a:pt x="272" y="0"/>
                        </a:lnTo>
                        <a:lnTo>
                          <a:pt x="288" y="16"/>
                        </a:lnTo>
                        <a:lnTo>
                          <a:pt x="288" y="32"/>
                        </a:lnTo>
                        <a:lnTo>
                          <a:pt x="288" y="48"/>
                        </a:lnTo>
                        <a:lnTo>
                          <a:pt x="288" y="72"/>
                        </a:lnTo>
                        <a:lnTo>
                          <a:pt x="296" y="80"/>
                        </a:lnTo>
                        <a:lnTo>
                          <a:pt x="312" y="80"/>
                        </a:lnTo>
                        <a:lnTo>
                          <a:pt x="328" y="80"/>
                        </a:lnTo>
                        <a:lnTo>
                          <a:pt x="328" y="72"/>
                        </a:lnTo>
                        <a:lnTo>
                          <a:pt x="344" y="72"/>
                        </a:lnTo>
                        <a:lnTo>
                          <a:pt x="344" y="64"/>
                        </a:lnTo>
                        <a:lnTo>
                          <a:pt x="360" y="64"/>
                        </a:lnTo>
                        <a:lnTo>
                          <a:pt x="368" y="56"/>
                        </a:lnTo>
                        <a:lnTo>
                          <a:pt x="376" y="56"/>
                        </a:lnTo>
                        <a:lnTo>
                          <a:pt x="376" y="64"/>
                        </a:lnTo>
                        <a:lnTo>
                          <a:pt x="400" y="64"/>
                        </a:lnTo>
                        <a:lnTo>
                          <a:pt x="408" y="64"/>
                        </a:lnTo>
                        <a:lnTo>
                          <a:pt x="432" y="64"/>
                        </a:lnTo>
                        <a:lnTo>
                          <a:pt x="440" y="56"/>
                        </a:lnTo>
                        <a:lnTo>
                          <a:pt x="448" y="32"/>
                        </a:lnTo>
                        <a:lnTo>
                          <a:pt x="456" y="16"/>
                        </a:lnTo>
                        <a:lnTo>
                          <a:pt x="464" y="24"/>
                        </a:lnTo>
                        <a:lnTo>
                          <a:pt x="464" y="40"/>
                        </a:lnTo>
                        <a:lnTo>
                          <a:pt x="472" y="56"/>
                        </a:lnTo>
                        <a:lnTo>
                          <a:pt x="488" y="64"/>
                        </a:lnTo>
                        <a:lnTo>
                          <a:pt x="496" y="72"/>
                        </a:lnTo>
                        <a:lnTo>
                          <a:pt x="496" y="88"/>
                        </a:lnTo>
                        <a:lnTo>
                          <a:pt x="480" y="96"/>
                        </a:lnTo>
                        <a:lnTo>
                          <a:pt x="480" y="104"/>
                        </a:lnTo>
                        <a:lnTo>
                          <a:pt x="496" y="104"/>
                        </a:lnTo>
                        <a:lnTo>
                          <a:pt x="504" y="112"/>
                        </a:lnTo>
                        <a:lnTo>
                          <a:pt x="512" y="112"/>
                        </a:lnTo>
                        <a:lnTo>
                          <a:pt x="520" y="120"/>
                        </a:lnTo>
                        <a:lnTo>
                          <a:pt x="512" y="128"/>
                        </a:lnTo>
                        <a:lnTo>
                          <a:pt x="496" y="136"/>
                        </a:lnTo>
                        <a:lnTo>
                          <a:pt x="496" y="144"/>
                        </a:lnTo>
                        <a:lnTo>
                          <a:pt x="504" y="144"/>
                        </a:lnTo>
                        <a:lnTo>
                          <a:pt x="528" y="128"/>
                        </a:lnTo>
                        <a:lnTo>
                          <a:pt x="528" y="120"/>
                        </a:lnTo>
                        <a:lnTo>
                          <a:pt x="552" y="120"/>
                        </a:lnTo>
                        <a:lnTo>
                          <a:pt x="576" y="136"/>
                        </a:lnTo>
                        <a:lnTo>
                          <a:pt x="592" y="136"/>
                        </a:lnTo>
                        <a:lnTo>
                          <a:pt x="600" y="144"/>
                        </a:lnTo>
                        <a:lnTo>
                          <a:pt x="592" y="160"/>
                        </a:lnTo>
                        <a:lnTo>
                          <a:pt x="600" y="168"/>
                        </a:lnTo>
                        <a:lnTo>
                          <a:pt x="608" y="160"/>
                        </a:lnTo>
                        <a:lnTo>
                          <a:pt x="624" y="160"/>
                        </a:lnTo>
                        <a:lnTo>
                          <a:pt x="656" y="168"/>
                        </a:lnTo>
                        <a:lnTo>
                          <a:pt x="680" y="160"/>
                        </a:lnTo>
                        <a:lnTo>
                          <a:pt x="696" y="176"/>
                        </a:lnTo>
                        <a:lnTo>
                          <a:pt x="720" y="184"/>
                        </a:lnTo>
                        <a:lnTo>
                          <a:pt x="752" y="200"/>
                        </a:lnTo>
                        <a:lnTo>
                          <a:pt x="800" y="216"/>
                        </a:lnTo>
                        <a:lnTo>
                          <a:pt x="800" y="232"/>
                        </a:lnTo>
                        <a:lnTo>
                          <a:pt x="800" y="288"/>
                        </a:lnTo>
                        <a:lnTo>
                          <a:pt x="792" y="304"/>
                        </a:lnTo>
                        <a:lnTo>
                          <a:pt x="784" y="312"/>
                        </a:lnTo>
                        <a:lnTo>
                          <a:pt x="776" y="320"/>
                        </a:lnTo>
                        <a:lnTo>
                          <a:pt x="760" y="328"/>
                        </a:lnTo>
                        <a:lnTo>
                          <a:pt x="752" y="352"/>
                        </a:lnTo>
                        <a:lnTo>
                          <a:pt x="744" y="360"/>
                        </a:lnTo>
                        <a:lnTo>
                          <a:pt x="720" y="376"/>
                        </a:lnTo>
                        <a:lnTo>
                          <a:pt x="720" y="384"/>
                        </a:lnTo>
                        <a:lnTo>
                          <a:pt x="712" y="416"/>
                        </a:lnTo>
                        <a:lnTo>
                          <a:pt x="720" y="432"/>
                        </a:lnTo>
                        <a:lnTo>
                          <a:pt x="712" y="448"/>
                        </a:lnTo>
                        <a:lnTo>
                          <a:pt x="720" y="472"/>
                        </a:lnTo>
                        <a:lnTo>
                          <a:pt x="704" y="480"/>
                        </a:lnTo>
                        <a:lnTo>
                          <a:pt x="696" y="504"/>
                        </a:lnTo>
                        <a:lnTo>
                          <a:pt x="696" y="512"/>
                        </a:lnTo>
                        <a:lnTo>
                          <a:pt x="688" y="520"/>
                        </a:lnTo>
                        <a:lnTo>
                          <a:pt x="688" y="536"/>
                        </a:lnTo>
                        <a:lnTo>
                          <a:pt x="680" y="552"/>
                        </a:lnTo>
                        <a:lnTo>
                          <a:pt x="672" y="576"/>
                        </a:lnTo>
                        <a:lnTo>
                          <a:pt x="664" y="576"/>
                        </a:lnTo>
                        <a:lnTo>
                          <a:pt x="656" y="592"/>
                        </a:lnTo>
                        <a:lnTo>
                          <a:pt x="648" y="592"/>
                        </a:lnTo>
                        <a:lnTo>
                          <a:pt x="632" y="592"/>
                        </a:lnTo>
                        <a:lnTo>
                          <a:pt x="624" y="592"/>
                        </a:lnTo>
                        <a:lnTo>
                          <a:pt x="616" y="600"/>
                        </a:lnTo>
                        <a:lnTo>
                          <a:pt x="600" y="600"/>
                        </a:lnTo>
                        <a:lnTo>
                          <a:pt x="592" y="608"/>
                        </a:lnTo>
                        <a:lnTo>
                          <a:pt x="584" y="616"/>
                        </a:lnTo>
                        <a:lnTo>
                          <a:pt x="568" y="608"/>
                        </a:lnTo>
                        <a:lnTo>
                          <a:pt x="552" y="624"/>
                        </a:lnTo>
                        <a:lnTo>
                          <a:pt x="552" y="632"/>
                        </a:lnTo>
                        <a:lnTo>
                          <a:pt x="544" y="632"/>
                        </a:lnTo>
                        <a:lnTo>
                          <a:pt x="536" y="640"/>
                        </a:lnTo>
                        <a:lnTo>
                          <a:pt x="520" y="648"/>
                        </a:lnTo>
                        <a:lnTo>
                          <a:pt x="520" y="672"/>
                        </a:lnTo>
                        <a:lnTo>
                          <a:pt x="520" y="688"/>
                        </a:lnTo>
                        <a:lnTo>
                          <a:pt x="520" y="704"/>
                        </a:lnTo>
                        <a:lnTo>
                          <a:pt x="504" y="728"/>
                        </a:lnTo>
                        <a:lnTo>
                          <a:pt x="496" y="728"/>
                        </a:lnTo>
                        <a:lnTo>
                          <a:pt x="488" y="736"/>
                        </a:lnTo>
                        <a:lnTo>
                          <a:pt x="488" y="752"/>
                        </a:lnTo>
                        <a:lnTo>
                          <a:pt x="472" y="784"/>
                        </a:lnTo>
                        <a:lnTo>
                          <a:pt x="456" y="800"/>
                        </a:lnTo>
                        <a:lnTo>
                          <a:pt x="456" y="792"/>
                        </a:lnTo>
                        <a:lnTo>
                          <a:pt x="464" y="776"/>
                        </a:lnTo>
                        <a:lnTo>
                          <a:pt x="464" y="768"/>
                        </a:lnTo>
                        <a:lnTo>
                          <a:pt x="472" y="760"/>
                        </a:lnTo>
                        <a:lnTo>
                          <a:pt x="472" y="752"/>
                        </a:lnTo>
                        <a:lnTo>
                          <a:pt x="456" y="768"/>
                        </a:lnTo>
                        <a:lnTo>
                          <a:pt x="448" y="776"/>
                        </a:lnTo>
                        <a:lnTo>
                          <a:pt x="440" y="792"/>
                        </a:lnTo>
                        <a:lnTo>
                          <a:pt x="448" y="800"/>
                        </a:lnTo>
                        <a:lnTo>
                          <a:pt x="448" y="808"/>
                        </a:lnTo>
                        <a:lnTo>
                          <a:pt x="424" y="832"/>
                        </a:lnTo>
                        <a:lnTo>
                          <a:pt x="424" y="816"/>
                        </a:lnTo>
                        <a:lnTo>
                          <a:pt x="408" y="808"/>
                        </a:lnTo>
                        <a:lnTo>
                          <a:pt x="400" y="800"/>
                        </a:lnTo>
                        <a:lnTo>
                          <a:pt x="392" y="792"/>
                        </a:lnTo>
                        <a:lnTo>
                          <a:pt x="384" y="776"/>
                        </a:lnTo>
                        <a:lnTo>
                          <a:pt x="376" y="776"/>
                        </a:lnTo>
                        <a:lnTo>
                          <a:pt x="352" y="768"/>
                        </a:lnTo>
                        <a:lnTo>
                          <a:pt x="344" y="760"/>
                        </a:lnTo>
                        <a:lnTo>
                          <a:pt x="336" y="752"/>
                        </a:lnTo>
                        <a:lnTo>
                          <a:pt x="352" y="736"/>
                        </a:lnTo>
                        <a:lnTo>
                          <a:pt x="368" y="712"/>
                        </a:lnTo>
                        <a:lnTo>
                          <a:pt x="384" y="704"/>
                        </a:lnTo>
                        <a:lnTo>
                          <a:pt x="408" y="680"/>
                        </a:lnTo>
                        <a:lnTo>
                          <a:pt x="408" y="672"/>
                        </a:lnTo>
                        <a:lnTo>
                          <a:pt x="400" y="656"/>
                        </a:lnTo>
                        <a:lnTo>
                          <a:pt x="392" y="648"/>
                        </a:lnTo>
                        <a:lnTo>
                          <a:pt x="392" y="640"/>
                        </a:lnTo>
                        <a:lnTo>
                          <a:pt x="400" y="632"/>
                        </a:lnTo>
                        <a:lnTo>
                          <a:pt x="400" y="608"/>
                        </a:lnTo>
                        <a:lnTo>
                          <a:pt x="384" y="608"/>
                        </a:lnTo>
                        <a:lnTo>
                          <a:pt x="376" y="608"/>
                        </a:lnTo>
                        <a:lnTo>
                          <a:pt x="376" y="592"/>
                        </a:lnTo>
                        <a:lnTo>
                          <a:pt x="344" y="576"/>
                        </a:lnTo>
                        <a:lnTo>
                          <a:pt x="328" y="568"/>
                        </a:lnTo>
                        <a:lnTo>
                          <a:pt x="328" y="520"/>
                        </a:lnTo>
                        <a:lnTo>
                          <a:pt x="328" y="496"/>
                        </a:lnTo>
                        <a:lnTo>
                          <a:pt x="320" y="480"/>
                        </a:lnTo>
                        <a:lnTo>
                          <a:pt x="320" y="464"/>
                        </a:lnTo>
                        <a:lnTo>
                          <a:pt x="312" y="464"/>
                        </a:lnTo>
                        <a:lnTo>
                          <a:pt x="312" y="448"/>
                        </a:lnTo>
                        <a:lnTo>
                          <a:pt x="264" y="440"/>
                        </a:lnTo>
                        <a:lnTo>
                          <a:pt x="264" y="392"/>
                        </a:lnTo>
                        <a:lnTo>
                          <a:pt x="248" y="384"/>
                        </a:lnTo>
                        <a:lnTo>
                          <a:pt x="200" y="360"/>
                        </a:lnTo>
                        <a:lnTo>
                          <a:pt x="184" y="360"/>
                        </a:lnTo>
                        <a:lnTo>
                          <a:pt x="176" y="352"/>
                        </a:lnTo>
                        <a:lnTo>
                          <a:pt x="176" y="320"/>
                        </a:lnTo>
                        <a:lnTo>
                          <a:pt x="160" y="304"/>
                        </a:lnTo>
                        <a:lnTo>
                          <a:pt x="136" y="312"/>
                        </a:lnTo>
                        <a:lnTo>
                          <a:pt x="128" y="336"/>
                        </a:lnTo>
                        <a:lnTo>
                          <a:pt x="88" y="336"/>
                        </a:lnTo>
                        <a:lnTo>
                          <a:pt x="72" y="336"/>
                        </a:lnTo>
                        <a:lnTo>
                          <a:pt x="64" y="312"/>
                        </a:lnTo>
                        <a:lnTo>
                          <a:pt x="64" y="304"/>
                        </a:lnTo>
                        <a:lnTo>
                          <a:pt x="24" y="304"/>
                        </a:lnTo>
                        <a:lnTo>
                          <a:pt x="8" y="296"/>
                        </a:lnTo>
                        <a:lnTo>
                          <a:pt x="8" y="280"/>
                        </a:lnTo>
                        <a:lnTo>
                          <a:pt x="0" y="256"/>
                        </a:lnTo>
                        <a:lnTo>
                          <a:pt x="8" y="240"/>
                        </a:lnTo>
                        <a:lnTo>
                          <a:pt x="8" y="224"/>
                        </a:lnTo>
                        <a:lnTo>
                          <a:pt x="40" y="208"/>
                        </a:lnTo>
                        <a:lnTo>
                          <a:pt x="64" y="200"/>
                        </a:lnTo>
                        <a:lnTo>
                          <a:pt x="80" y="192"/>
                        </a:lnTo>
                        <a:lnTo>
                          <a:pt x="80" y="184"/>
                        </a:lnTo>
                        <a:lnTo>
                          <a:pt x="88" y="128"/>
                        </a:lnTo>
                        <a:lnTo>
                          <a:pt x="80" y="120"/>
                        </a:lnTo>
                        <a:lnTo>
                          <a:pt x="80" y="104"/>
                        </a:lnTo>
                        <a:lnTo>
                          <a:pt x="88" y="104"/>
                        </a:lnTo>
                        <a:lnTo>
                          <a:pt x="96" y="96"/>
                        </a:lnTo>
                        <a:lnTo>
                          <a:pt x="80" y="80"/>
                        </a:lnTo>
                        <a:lnTo>
                          <a:pt x="80" y="72"/>
                        </a:lnTo>
                        <a:lnTo>
                          <a:pt x="112" y="72"/>
                        </a:lnTo>
                        <a:lnTo>
                          <a:pt x="128" y="80"/>
                        </a:lnTo>
                        <a:lnTo>
                          <a:pt x="136" y="88"/>
                        </a:lnTo>
                        <a:lnTo>
                          <a:pt x="160" y="96"/>
                        </a:lnTo>
                        <a:lnTo>
                          <a:pt x="176" y="88"/>
                        </a:lnTo>
                        <a:lnTo>
                          <a:pt x="216" y="72"/>
                        </a:lnTo>
                        <a:lnTo>
                          <a:pt x="216" y="64"/>
                        </a:lnTo>
                        <a:lnTo>
                          <a:pt x="208" y="56"/>
                        </a:lnTo>
                        <a:lnTo>
                          <a:pt x="192" y="56"/>
                        </a:lnTo>
                        <a:lnTo>
                          <a:pt x="200" y="32"/>
                        </a:lnTo>
                        <a:lnTo>
                          <a:pt x="192" y="32"/>
                        </a:lnTo>
                        <a:lnTo>
                          <a:pt x="192" y="16"/>
                        </a:lnTo>
                        <a:lnTo>
                          <a:pt x="208" y="16"/>
                        </a:lnTo>
                        <a:lnTo>
                          <a:pt x="232" y="32"/>
                        </a:lnTo>
                        <a:lnTo>
                          <a:pt x="264" y="24"/>
                        </a:lnTo>
                        <a:lnTo>
                          <a:pt x="264" y="0"/>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305" name="Freeform 21">
                    <a:extLst>
                      <a:ext uri="{FF2B5EF4-FFF2-40B4-BE49-F238E27FC236}">
                        <a16:creationId xmlns:a16="http://schemas.microsoft.com/office/drawing/2014/main" id="{75988B45-204F-DD94-6545-9445B443D73E}"/>
                      </a:ext>
                    </a:extLst>
                  </p:cNvPr>
                  <p:cNvSpPr>
                    <a:spLocks/>
                  </p:cNvSpPr>
                  <p:nvPr/>
                </p:nvSpPr>
                <p:spPr bwMode="gray">
                  <a:xfrm>
                    <a:off x="1692" y="3218"/>
                    <a:ext cx="287" cy="535"/>
                  </a:xfrm>
                  <a:custGeom>
                    <a:avLst/>
                    <a:gdLst>
                      <a:gd name="T0" fmla="*/ 36 w 408"/>
                      <a:gd name="T1" fmla="*/ 262 h 760"/>
                      <a:gd name="T2" fmla="*/ 34 w 408"/>
                      <a:gd name="T3" fmla="*/ 251 h 760"/>
                      <a:gd name="T4" fmla="*/ 36 w 408"/>
                      <a:gd name="T5" fmla="*/ 243 h 760"/>
                      <a:gd name="T6" fmla="*/ 42 w 408"/>
                      <a:gd name="T7" fmla="*/ 237 h 760"/>
                      <a:gd name="T8" fmla="*/ 48 w 408"/>
                      <a:gd name="T9" fmla="*/ 229 h 760"/>
                      <a:gd name="T10" fmla="*/ 56 w 408"/>
                      <a:gd name="T11" fmla="*/ 223 h 760"/>
                      <a:gd name="T12" fmla="*/ 48 w 408"/>
                      <a:gd name="T13" fmla="*/ 215 h 760"/>
                      <a:gd name="T14" fmla="*/ 44 w 408"/>
                      <a:gd name="T15" fmla="*/ 201 h 760"/>
                      <a:gd name="T16" fmla="*/ 56 w 408"/>
                      <a:gd name="T17" fmla="*/ 199 h 760"/>
                      <a:gd name="T18" fmla="*/ 61 w 408"/>
                      <a:gd name="T19" fmla="*/ 190 h 760"/>
                      <a:gd name="T20" fmla="*/ 64 w 408"/>
                      <a:gd name="T21" fmla="*/ 178 h 760"/>
                      <a:gd name="T22" fmla="*/ 70 w 408"/>
                      <a:gd name="T23" fmla="*/ 176 h 760"/>
                      <a:gd name="T24" fmla="*/ 64 w 408"/>
                      <a:gd name="T25" fmla="*/ 173 h 760"/>
                      <a:gd name="T26" fmla="*/ 64 w 408"/>
                      <a:gd name="T27" fmla="*/ 156 h 760"/>
                      <a:gd name="T28" fmla="*/ 81 w 408"/>
                      <a:gd name="T29" fmla="*/ 159 h 760"/>
                      <a:gd name="T30" fmla="*/ 86 w 408"/>
                      <a:gd name="T31" fmla="*/ 140 h 760"/>
                      <a:gd name="T32" fmla="*/ 106 w 408"/>
                      <a:gd name="T33" fmla="*/ 137 h 760"/>
                      <a:gd name="T34" fmla="*/ 120 w 408"/>
                      <a:gd name="T35" fmla="*/ 125 h 760"/>
                      <a:gd name="T36" fmla="*/ 117 w 408"/>
                      <a:gd name="T37" fmla="*/ 115 h 760"/>
                      <a:gd name="T38" fmla="*/ 114 w 408"/>
                      <a:gd name="T39" fmla="*/ 103 h 760"/>
                      <a:gd name="T40" fmla="*/ 108 w 408"/>
                      <a:gd name="T41" fmla="*/ 92 h 760"/>
                      <a:gd name="T42" fmla="*/ 114 w 408"/>
                      <a:gd name="T43" fmla="*/ 70 h 760"/>
                      <a:gd name="T44" fmla="*/ 128 w 408"/>
                      <a:gd name="T45" fmla="*/ 50 h 760"/>
                      <a:gd name="T46" fmla="*/ 142 w 408"/>
                      <a:gd name="T47" fmla="*/ 36 h 760"/>
                      <a:gd name="T48" fmla="*/ 134 w 408"/>
                      <a:gd name="T49" fmla="*/ 36 h 760"/>
                      <a:gd name="T50" fmla="*/ 111 w 408"/>
                      <a:gd name="T51" fmla="*/ 42 h 760"/>
                      <a:gd name="T52" fmla="*/ 117 w 408"/>
                      <a:gd name="T53" fmla="*/ 25 h 760"/>
                      <a:gd name="T54" fmla="*/ 98 w 408"/>
                      <a:gd name="T55" fmla="*/ 14 h 760"/>
                      <a:gd name="T56" fmla="*/ 84 w 408"/>
                      <a:gd name="T57" fmla="*/ 6 h 760"/>
                      <a:gd name="T58" fmla="*/ 70 w 408"/>
                      <a:gd name="T59" fmla="*/ 3 h 760"/>
                      <a:gd name="T60" fmla="*/ 67 w 408"/>
                      <a:gd name="T61" fmla="*/ 8 h 760"/>
                      <a:gd name="T62" fmla="*/ 53 w 408"/>
                      <a:gd name="T63" fmla="*/ 0 h 760"/>
                      <a:gd name="T64" fmla="*/ 44 w 408"/>
                      <a:gd name="T65" fmla="*/ 11 h 760"/>
                      <a:gd name="T66" fmla="*/ 36 w 408"/>
                      <a:gd name="T67" fmla="*/ 23 h 760"/>
                      <a:gd name="T68" fmla="*/ 31 w 408"/>
                      <a:gd name="T69" fmla="*/ 44 h 760"/>
                      <a:gd name="T70" fmla="*/ 23 w 408"/>
                      <a:gd name="T71" fmla="*/ 75 h 760"/>
                      <a:gd name="T72" fmla="*/ 23 w 408"/>
                      <a:gd name="T73" fmla="*/ 106 h 760"/>
                      <a:gd name="T74" fmla="*/ 19 w 408"/>
                      <a:gd name="T75" fmla="*/ 137 h 760"/>
                      <a:gd name="T76" fmla="*/ 14 w 408"/>
                      <a:gd name="T77" fmla="*/ 173 h 760"/>
                      <a:gd name="T78" fmla="*/ 14 w 408"/>
                      <a:gd name="T79" fmla="*/ 193 h 760"/>
                      <a:gd name="T80" fmla="*/ 14 w 408"/>
                      <a:gd name="T81" fmla="*/ 201 h 760"/>
                      <a:gd name="T82" fmla="*/ 11 w 408"/>
                      <a:gd name="T83" fmla="*/ 220 h 760"/>
                      <a:gd name="T84" fmla="*/ 0 w 408"/>
                      <a:gd name="T85" fmla="*/ 237 h 760"/>
                      <a:gd name="T86" fmla="*/ 6 w 408"/>
                      <a:gd name="T87" fmla="*/ 248 h 760"/>
                      <a:gd name="T88" fmla="*/ 14 w 408"/>
                      <a:gd name="T89" fmla="*/ 262 h 76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08"/>
                      <a:gd name="T136" fmla="*/ 0 h 760"/>
                      <a:gd name="T137" fmla="*/ 408 w 408"/>
                      <a:gd name="T138" fmla="*/ 760 h 76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08" h="760">
                        <a:moveTo>
                          <a:pt x="88" y="760"/>
                        </a:moveTo>
                        <a:lnTo>
                          <a:pt x="104" y="760"/>
                        </a:lnTo>
                        <a:lnTo>
                          <a:pt x="104" y="752"/>
                        </a:lnTo>
                        <a:lnTo>
                          <a:pt x="96" y="744"/>
                        </a:lnTo>
                        <a:lnTo>
                          <a:pt x="88" y="736"/>
                        </a:lnTo>
                        <a:lnTo>
                          <a:pt x="96" y="720"/>
                        </a:lnTo>
                        <a:lnTo>
                          <a:pt x="96" y="712"/>
                        </a:lnTo>
                        <a:lnTo>
                          <a:pt x="104" y="704"/>
                        </a:lnTo>
                        <a:lnTo>
                          <a:pt x="104" y="696"/>
                        </a:lnTo>
                        <a:lnTo>
                          <a:pt x="112" y="696"/>
                        </a:lnTo>
                        <a:lnTo>
                          <a:pt x="120" y="688"/>
                        </a:lnTo>
                        <a:lnTo>
                          <a:pt x="120" y="680"/>
                        </a:lnTo>
                        <a:lnTo>
                          <a:pt x="120" y="672"/>
                        </a:lnTo>
                        <a:lnTo>
                          <a:pt x="128" y="664"/>
                        </a:lnTo>
                        <a:lnTo>
                          <a:pt x="136" y="656"/>
                        </a:lnTo>
                        <a:lnTo>
                          <a:pt x="144" y="656"/>
                        </a:lnTo>
                        <a:lnTo>
                          <a:pt x="152" y="648"/>
                        </a:lnTo>
                        <a:lnTo>
                          <a:pt x="160" y="640"/>
                        </a:lnTo>
                        <a:lnTo>
                          <a:pt x="160" y="616"/>
                        </a:lnTo>
                        <a:lnTo>
                          <a:pt x="144" y="616"/>
                        </a:lnTo>
                        <a:lnTo>
                          <a:pt x="136" y="616"/>
                        </a:lnTo>
                        <a:lnTo>
                          <a:pt x="120" y="592"/>
                        </a:lnTo>
                        <a:lnTo>
                          <a:pt x="128" y="584"/>
                        </a:lnTo>
                        <a:lnTo>
                          <a:pt x="128" y="576"/>
                        </a:lnTo>
                        <a:lnTo>
                          <a:pt x="136" y="576"/>
                        </a:lnTo>
                        <a:lnTo>
                          <a:pt x="144" y="568"/>
                        </a:lnTo>
                        <a:lnTo>
                          <a:pt x="160" y="568"/>
                        </a:lnTo>
                        <a:lnTo>
                          <a:pt x="168" y="568"/>
                        </a:lnTo>
                        <a:lnTo>
                          <a:pt x="168" y="552"/>
                        </a:lnTo>
                        <a:lnTo>
                          <a:pt x="176" y="544"/>
                        </a:lnTo>
                        <a:lnTo>
                          <a:pt x="168" y="528"/>
                        </a:lnTo>
                        <a:lnTo>
                          <a:pt x="192" y="512"/>
                        </a:lnTo>
                        <a:lnTo>
                          <a:pt x="184" y="512"/>
                        </a:lnTo>
                        <a:lnTo>
                          <a:pt x="184" y="504"/>
                        </a:lnTo>
                        <a:lnTo>
                          <a:pt x="192" y="504"/>
                        </a:lnTo>
                        <a:lnTo>
                          <a:pt x="200" y="504"/>
                        </a:lnTo>
                        <a:lnTo>
                          <a:pt x="200" y="488"/>
                        </a:lnTo>
                        <a:lnTo>
                          <a:pt x="192" y="488"/>
                        </a:lnTo>
                        <a:lnTo>
                          <a:pt x="184" y="496"/>
                        </a:lnTo>
                        <a:lnTo>
                          <a:pt x="176" y="488"/>
                        </a:lnTo>
                        <a:lnTo>
                          <a:pt x="176" y="456"/>
                        </a:lnTo>
                        <a:lnTo>
                          <a:pt x="184" y="448"/>
                        </a:lnTo>
                        <a:lnTo>
                          <a:pt x="208" y="464"/>
                        </a:lnTo>
                        <a:lnTo>
                          <a:pt x="224" y="456"/>
                        </a:lnTo>
                        <a:lnTo>
                          <a:pt x="232" y="456"/>
                        </a:lnTo>
                        <a:lnTo>
                          <a:pt x="232" y="424"/>
                        </a:lnTo>
                        <a:lnTo>
                          <a:pt x="240" y="416"/>
                        </a:lnTo>
                        <a:lnTo>
                          <a:pt x="248" y="400"/>
                        </a:lnTo>
                        <a:lnTo>
                          <a:pt x="272" y="400"/>
                        </a:lnTo>
                        <a:lnTo>
                          <a:pt x="288" y="392"/>
                        </a:lnTo>
                        <a:lnTo>
                          <a:pt x="304" y="392"/>
                        </a:lnTo>
                        <a:lnTo>
                          <a:pt x="320" y="384"/>
                        </a:lnTo>
                        <a:lnTo>
                          <a:pt x="328" y="384"/>
                        </a:lnTo>
                        <a:lnTo>
                          <a:pt x="344" y="360"/>
                        </a:lnTo>
                        <a:lnTo>
                          <a:pt x="352" y="344"/>
                        </a:lnTo>
                        <a:lnTo>
                          <a:pt x="336" y="336"/>
                        </a:lnTo>
                        <a:lnTo>
                          <a:pt x="336" y="328"/>
                        </a:lnTo>
                        <a:lnTo>
                          <a:pt x="344" y="312"/>
                        </a:lnTo>
                        <a:lnTo>
                          <a:pt x="336" y="296"/>
                        </a:lnTo>
                        <a:lnTo>
                          <a:pt x="328" y="296"/>
                        </a:lnTo>
                        <a:lnTo>
                          <a:pt x="320" y="288"/>
                        </a:lnTo>
                        <a:lnTo>
                          <a:pt x="312" y="280"/>
                        </a:lnTo>
                        <a:lnTo>
                          <a:pt x="312" y="264"/>
                        </a:lnTo>
                        <a:lnTo>
                          <a:pt x="320" y="256"/>
                        </a:lnTo>
                        <a:lnTo>
                          <a:pt x="328" y="208"/>
                        </a:lnTo>
                        <a:lnTo>
                          <a:pt x="328" y="200"/>
                        </a:lnTo>
                        <a:lnTo>
                          <a:pt x="336" y="184"/>
                        </a:lnTo>
                        <a:lnTo>
                          <a:pt x="352" y="168"/>
                        </a:lnTo>
                        <a:lnTo>
                          <a:pt x="368" y="144"/>
                        </a:lnTo>
                        <a:lnTo>
                          <a:pt x="384" y="136"/>
                        </a:lnTo>
                        <a:lnTo>
                          <a:pt x="408" y="112"/>
                        </a:lnTo>
                        <a:lnTo>
                          <a:pt x="408" y="104"/>
                        </a:lnTo>
                        <a:lnTo>
                          <a:pt x="400" y="88"/>
                        </a:lnTo>
                        <a:lnTo>
                          <a:pt x="392" y="80"/>
                        </a:lnTo>
                        <a:lnTo>
                          <a:pt x="384" y="104"/>
                        </a:lnTo>
                        <a:lnTo>
                          <a:pt x="376" y="112"/>
                        </a:lnTo>
                        <a:lnTo>
                          <a:pt x="344" y="120"/>
                        </a:lnTo>
                        <a:lnTo>
                          <a:pt x="320" y="120"/>
                        </a:lnTo>
                        <a:lnTo>
                          <a:pt x="312" y="112"/>
                        </a:lnTo>
                        <a:lnTo>
                          <a:pt x="336" y="80"/>
                        </a:lnTo>
                        <a:lnTo>
                          <a:pt x="336" y="72"/>
                        </a:lnTo>
                        <a:lnTo>
                          <a:pt x="320" y="64"/>
                        </a:lnTo>
                        <a:lnTo>
                          <a:pt x="296" y="56"/>
                        </a:lnTo>
                        <a:lnTo>
                          <a:pt x="280" y="40"/>
                        </a:lnTo>
                        <a:lnTo>
                          <a:pt x="264" y="40"/>
                        </a:lnTo>
                        <a:lnTo>
                          <a:pt x="248" y="24"/>
                        </a:lnTo>
                        <a:lnTo>
                          <a:pt x="240" y="16"/>
                        </a:lnTo>
                        <a:lnTo>
                          <a:pt x="224" y="8"/>
                        </a:lnTo>
                        <a:lnTo>
                          <a:pt x="216" y="8"/>
                        </a:lnTo>
                        <a:lnTo>
                          <a:pt x="200" y="8"/>
                        </a:lnTo>
                        <a:lnTo>
                          <a:pt x="192" y="8"/>
                        </a:lnTo>
                        <a:lnTo>
                          <a:pt x="192" y="16"/>
                        </a:lnTo>
                        <a:lnTo>
                          <a:pt x="192" y="24"/>
                        </a:lnTo>
                        <a:lnTo>
                          <a:pt x="184" y="24"/>
                        </a:lnTo>
                        <a:lnTo>
                          <a:pt x="176" y="8"/>
                        </a:lnTo>
                        <a:lnTo>
                          <a:pt x="152" y="0"/>
                        </a:lnTo>
                        <a:lnTo>
                          <a:pt x="144" y="0"/>
                        </a:lnTo>
                        <a:lnTo>
                          <a:pt x="128" y="16"/>
                        </a:lnTo>
                        <a:lnTo>
                          <a:pt x="128" y="32"/>
                        </a:lnTo>
                        <a:lnTo>
                          <a:pt x="128" y="48"/>
                        </a:lnTo>
                        <a:lnTo>
                          <a:pt x="112" y="56"/>
                        </a:lnTo>
                        <a:lnTo>
                          <a:pt x="104" y="64"/>
                        </a:lnTo>
                        <a:lnTo>
                          <a:pt x="112" y="104"/>
                        </a:lnTo>
                        <a:lnTo>
                          <a:pt x="112" y="112"/>
                        </a:lnTo>
                        <a:lnTo>
                          <a:pt x="88" y="128"/>
                        </a:lnTo>
                        <a:lnTo>
                          <a:pt x="80" y="168"/>
                        </a:lnTo>
                        <a:lnTo>
                          <a:pt x="72" y="176"/>
                        </a:lnTo>
                        <a:lnTo>
                          <a:pt x="64" y="216"/>
                        </a:lnTo>
                        <a:lnTo>
                          <a:pt x="80" y="256"/>
                        </a:lnTo>
                        <a:lnTo>
                          <a:pt x="72" y="288"/>
                        </a:lnTo>
                        <a:lnTo>
                          <a:pt x="64" y="304"/>
                        </a:lnTo>
                        <a:lnTo>
                          <a:pt x="64" y="328"/>
                        </a:lnTo>
                        <a:lnTo>
                          <a:pt x="48" y="352"/>
                        </a:lnTo>
                        <a:lnTo>
                          <a:pt x="56" y="392"/>
                        </a:lnTo>
                        <a:lnTo>
                          <a:pt x="48" y="408"/>
                        </a:lnTo>
                        <a:lnTo>
                          <a:pt x="32" y="448"/>
                        </a:lnTo>
                        <a:lnTo>
                          <a:pt x="40" y="496"/>
                        </a:lnTo>
                        <a:lnTo>
                          <a:pt x="32" y="504"/>
                        </a:lnTo>
                        <a:lnTo>
                          <a:pt x="32" y="528"/>
                        </a:lnTo>
                        <a:lnTo>
                          <a:pt x="40" y="552"/>
                        </a:lnTo>
                        <a:lnTo>
                          <a:pt x="32" y="560"/>
                        </a:lnTo>
                        <a:lnTo>
                          <a:pt x="32" y="576"/>
                        </a:lnTo>
                        <a:lnTo>
                          <a:pt x="40" y="576"/>
                        </a:lnTo>
                        <a:lnTo>
                          <a:pt x="40" y="616"/>
                        </a:lnTo>
                        <a:lnTo>
                          <a:pt x="32" y="624"/>
                        </a:lnTo>
                        <a:lnTo>
                          <a:pt x="32" y="632"/>
                        </a:lnTo>
                        <a:lnTo>
                          <a:pt x="24" y="632"/>
                        </a:lnTo>
                        <a:lnTo>
                          <a:pt x="24" y="656"/>
                        </a:lnTo>
                        <a:lnTo>
                          <a:pt x="0" y="680"/>
                        </a:lnTo>
                        <a:lnTo>
                          <a:pt x="0" y="696"/>
                        </a:lnTo>
                        <a:lnTo>
                          <a:pt x="8" y="712"/>
                        </a:lnTo>
                        <a:lnTo>
                          <a:pt x="16" y="712"/>
                        </a:lnTo>
                        <a:lnTo>
                          <a:pt x="24" y="720"/>
                        </a:lnTo>
                        <a:lnTo>
                          <a:pt x="24" y="744"/>
                        </a:lnTo>
                        <a:lnTo>
                          <a:pt x="40" y="752"/>
                        </a:lnTo>
                        <a:lnTo>
                          <a:pt x="80" y="752"/>
                        </a:lnTo>
                        <a:lnTo>
                          <a:pt x="88" y="76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306" name="Freeform 22">
                    <a:extLst>
                      <a:ext uri="{FF2B5EF4-FFF2-40B4-BE49-F238E27FC236}">
                        <a16:creationId xmlns:a16="http://schemas.microsoft.com/office/drawing/2014/main" id="{AC7C4DDE-7587-75F5-E91C-E12EEFA84EB8}"/>
                      </a:ext>
                    </a:extLst>
                  </p:cNvPr>
                  <p:cNvSpPr>
                    <a:spLocks/>
                  </p:cNvSpPr>
                  <p:nvPr/>
                </p:nvSpPr>
                <p:spPr bwMode="gray">
                  <a:xfrm>
                    <a:off x="1911" y="3348"/>
                    <a:ext cx="79" cy="84"/>
                  </a:xfrm>
                  <a:custGeom>
                    <a:avLst/>
                    <a:gdLst>
                      <a:gd name="T0" fmla="*/ 40 w 112"/>
                      <a:gd name="T1" fmla="*/ 27 h 120"/>
                      <a:gd name="T2" fmla="*/ 36 w 112"/>
                      <a:gd name="T3" fmla="*/ 33 h 120"/>
                      <a:gd name="T4" fmla="*/ 36 w 112"/>
                      <a:gd name="T5" fmla="*/ 36 h 120"/>
                      <a:gd name="T6" fmla="*/ 31 w 112"/>
                      <a:gd name="T7" fmla="*/ 41 h 120"/>
                      <a:gd name="T8" fmla="*/ 25 w 112"/>
                      <a:gd name="T9" fmla="*/ 41 h 120"/>
                      <a:gd name="T10" fmla="*/ 20 w 112"/>
                      <a:gd name="T11" fmla="*/ 39 h 120"/>
                      <a:gd name="T12" fmla="*/ 14 w 112"/>
                      <a:gd name="T13" fmla="*/ 36 h 120"/>
                      <a:gd name="T14" fmla="*/ 8 w 112"/>
                      <a:gd name="T15" fmla="*/ 36 h 120"/>
                      <a:gd name="T16" fmla="*/ 6 w 112"/>
                      <a:gd name="T17" fmla="*/ 33 h 120"/>
                      <a:gd name="T18" fmla="*/ 0 w 112"/>
                      <a:gd name="T19" fmla="*/ 33 h 120"/>
                      <a:gd name="T20" fmla="*/ 0 w 112"/>
                      <a:gd name="T21" fmla="*/ 27 h 120"/>
                      <a:gd name="T22" fmla="*/ 3 w 112"/>
                      <a:gd name="T23" fmla="*/ 25 h 120"/>
                      <a:gd name="T24" fmla="*/ 6 w 112"/>
                      <a:gd name="T25" fmla="*/ 8 h 120"/>
                      <a:gd name="T26" fmla="*/ 6 w 112"/>
                      <a:gd name="T27" fmla="*/ 6 h 120"/>
                      <a:gd name="T28" fmla="*/ 8 w 112"/>
                      <a:gd name="T29" fmla="*/ 0 h 120"/>
                      <a:gd name="T30" fmla="*/ 11 w 112"/>
                      <a:gd name="T31" fmla="*/ 3 h 120"/>
                      <a:gd name="T32" fmla="*/ 14 w 112"/>
                      <a:gd name="T33" fmla="*/ 6 h 120"/>
                      <a:gd name="T34" fmla="*/ 23 w 112"/>
                      <a:gd name="T35" fmla="*/ 8 h 120"/>
                      <a:gd name="T36" fmla="*/ 25 w 112"/>
                      <a:gd name="T37" fmla="*/ 8 h 120"/>
                      <a:gd name="T38" fmla="*/ 28 w 112"/>
                      <a:gd name="T39" fmla="*/ 14 h 120"/>
                      <a:gd name="T40" fmla="*/ 31 w 112"/>
                      <a:gd name="T41" fmla="*/ 17 h 120"/>
                      <a:gd name="T42" fmla="*/ 34 w 112"/>
                      <a:gd name="T43" fmla="*/ 19 h 120"/>
                      <a:gd name="T44" fmla="*/ 40 w 112"/>
                      <a:gd name="T45" fmla="*/ 22 h 120"/>
                      <a:gd name="T46" fmla="*/ 40 w 112"/>
                      <a:gd name="T47" fmla="*/ 27 h 12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2"/>
                      <a:gd name="T73" fmla="*/ 0 h 120"/>
                      <a:gd name="T74" fmla="*/ 112 w 112"/>
                      <a:gd name="T75" fmla="*/ 120 h 12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2" h="120">
                        <a:moveTo>
                          <a:pt x="112" y="80"/>
                        </a:moveTo>
                        <a:lnTo>
                          <a:pt x="104" y="96"/>
                        </a:lnTo>
                        <a:lnTo>
                          <a:pt x="104" y="104"/>
                        </a:lnTo>
                        <a:lnTo>
                          <a:pt x="88" y="120"/>
                        </a:lnTo>
                        <a:lnTo>
                          <a:pt x="72" y="120"/>
                        </a:lnTo>
                        <a:lnTo>
                          <a:pt x="56" y="112"/>
                        </a:lnTo>
                        <a:lnTo>
                          <a:pt x="40" y="104"/>
                        </a:lnTo>
                        <a:lnTo>
                          <a:pt x="24" y="104"/>
                        </a:lnTo>
                        <a:lnTo>
                          <a:pt x="16" y="96"/>
                        </a:lnTo>
                        <a:lnTo>
                          <a:pt x="0" y="96"/>
                        </a:lnTo>
                        <a:lnTo>
                          <a:pt x="0" y="80"/>
                        </a:lnTo>
                        <a:lnTo>
                          <a:pt x="8" y="72"/>
                        </a:lnTo>
                        <a:lnTo>
                          <a:pt x="16" y="24"/>
                        </a:lnTo>
                        <a:lnTo>
                          <a:pt x="16" y="16"/>
                        </a:lnTo>
                        <a:lnTo>
                          <a:pt x="24" y="0"/>
                        </a:lnTo>
                        <a:lnTo>
                          <a:pt x="32" y="8"/>
                        </a:lnTo>
                        <a:lnTo>
                          <a:pt x="40" y="16"/>
                        </a:lnTo>
                        <a:lnTo>
                          <a:pt x="64" y="24"/>
                        </a:lnTo>
                        <a:lnTo>
                          <a:pt x="72" y="24"/>
                        </a:lnTo>
                        <a:lnTo>
                          <a:pt x="80" y="40"/>
                        </a:lnTo>
                        <a:lnTo>
                          <a:pt x="88" y="48"/>
                        </a:lnTo>
                        <a:lnTo>
                          <a:pt x="96" y="56"/>
                        </a:lnTo>
                        <a:lnTo>
                          <a:pt x="112" y="64"/>
                        </a:lnTo>
                        <a:lnTo>
                          <a:pt x="112" y="8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307" name="Freeform 23">
                    <a:extLst>
                      <a:ext uri="{FF2B5EF4-FFF2-40B4-BE49-F238E27FC236}">
                        <a16:creationId xmlns:a16="http://schemas.microsoft.com/office/drawing/2014/main" id="{40AABABC-345F-0541-77F3-D7A084890607}"/>
                      </a:ext>
                    </a:extLst>
                  </p:cNvPr>
                  <p:cNvSpPr>
                    <a:spLocks/>
                  </p:cNvSpPr>
                  <p:nvPr/>
                </p:nvSpPr>
                <p:spPr bwMode="gray">
                  <a:xfrm>
                    <a:off x="1737" y="3758"/>
                    <a:ext cx="22" cy="40"/>
                  </a:xfrm>
                  <a:custGeom>
                    <a:avLst/>
                    <a:gdLst>
                      <a:gd name="T0" fmla="*/ 10 w 32"/>
                      <a:gd name="T1" fmla="*/ 0 h 56"/>
                      <a:gd name="T2" fmla="*/ 8 w 32"/>
                      <a:gd name="T3" fmla="*/ 0 h 56"/>
                      <a:gd name="T4" fmla="*/ 6 w 32"/>
                      <a:gd name="T5" fmla="*/ 3 h 56"/>
                      <a:gd name="T6" fmla="*/ 0 w 32"/>
                      <a:gd name="T7" fmla="*/ 6 h 56"/>
                      <a:gd name="T8" fmla="*/ 0 w 32"/>
                      <a:gd name="T9" fmla="*/ 9 h 56"/>
                      <a:gd name="T10" fmla="*/ 3 w 32"/>
                      <a:gd name="T11" fmla="*/ 9 h 56"/>
                      <a:gd name="T12" fmla="*/ 6 w 32"/>
                      <a:gd name="T13" fmla="*/ 9 h 56"/>
                      <a:gd name="T14" fmla="*/ 8 w 32"/>
                      <a:gd name="T15" fmla="*/ 9 h 56"/>
                      <a:gd name="T16" fmla="*/ 6 w 32"/>
                      <a:gd name="T17" fmla="*/ 11 h 56"/>
                      <a:gd name="T18" fmla="*/ 3 w 32"/>
                      <a:gd name="T19" fmla="*/ 15 h 56"/>
                      <a:gd name="T20" fmla="*/ 6 w 32"/>
                      <a:gd name="T21" fmla="*/ 17 h 56"/>
                      <a:gd name="T22" fmla="*/ 8 w 32"/>
                      <a:gd name="T23" fmla="*/ 17 h 56"/>
                      <a:gd name="T24" fmla="*/ 10 w 32"/>
                      <a:gd name="T25" fmla="*/ 21 h 56"/>
                      <a:gd name="T26" fmla="*/ 10 w 32"/>
                      <a:gd name="T27" fmla="*/ 0 h 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
                      <a:gd name="T43" fmla="*/ 0 h 56"/>
                      <a:gd name="T44" fmla="*/ 32 w 32"/>
                      <a:gd name="T45" fmla="*/ 56 h 5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 h="56">
                        <a:moveTo>
                          <a:pt x="32" y="0"/>
                        </a:moveTo>
                        <a:lnTo>
                          <a:pt x="24" y="0"/>
                        </a:lnTo>
                        <a:lnTo>
                          <a:pt x="16" y="8"/>
                        </a:lnTo>
                        <a:lnTo>
                          <a:pt x="0" y="16"/>
                        </a:lnTo>
                        <a:lnTo>
                          <a:pt x="0" y="24"/>
                        </a:lnTo>
                        <a:lnTo>
                          <a:pt x="8" y="24"/>
                        </a:lnTo>
                        <a:lnTo>
                          <a:pt x="16" y="24"/>
                        </a:lnTo>
                        <a:lnTo>
                          <a:pt x="24" y="24"/>
                        </a:lnTo>
                        <a:lnTo>
                          <a:pt x="16" y="32"/>
                        </a:lnTo>
                        <a:lnTo>
                          <a:pt x="8" y="40"/>
                        </a:lnTo>
                        <a:lnTo>
                          <a:pt x="16" y="48"/>
                        </a:lnTo>
                        <a:lnTo>
                          <a:pt x="24" y="48"/>
                        </a:lnTo>
                        <a:lnTo>
                          <a:pt x="32" y="56"/>
                        </a:lnTo>
                        <a:lnTo>
                          <a:pt x="32"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308" name="Freeform 24">
                    <a:extLst>
                      <a:ext uri="{FF2B5EF4-FFF2-40B4-BE49-F238E27FC236}">
                        <a16:creationId xmlns:a16="http://schemas.microsoft.com/office/drawing/2014/main" id="{2E901349-473B-5301-7A0F-6400A4D66AC3}"/>
                      </a:ext>
                    </a:extLst>
                  </p:cNvPr>
                  <p:cNvSpPr>
                    <a:spLocks/>
                  </p:cNvSpPr>
                  <p:nvPr/>
                </p:nvSpPr>
                <p:spPr bwMode="gray">
                  <a:xfrm>
                    <a:off x="1720" y="3798"/>
                    <a:ext cx="45" cy="5"/>
                  </a:xfrm>
                  <a:custGeom>
                    <a:avLst/>
                    <a:gdLst>
                      <a:gd name="T0" fmla="*/ 23 w 64"/>
                      <a:gd name="T1" fmla="*/ 0 h 8"/>
                      <a:gd name="T2" fmla="*/ 11 w 64"/>
                      <a:gd name="T3" fmla="*/ 0 h 8"/>
                      <a:gd name="T4" fmla="*/ 8 w 64"/>
                      <a:gd name="T5" fmla="*/ 0 h 8"/>
                      <a:gd name="T6" fmla="*/ 0 w 64"/>
                      <a:gd name="T7" fmla="*/ 0 h 8"/>
                      <a:gd name="T8" fmla="*/ 0 w 64"/>
                      <a:gd name="T9" fmla="*/ 2 h 8"/>
                      <a:gd name="T10" fmla="*/ 3 w 64"/>
                      <a:gd name="T11" fmla="*/ 2 h 8"/>
                      <a:gd name="T12" fmla="*/ 8 w 64"/>
                      <a:gd name="T13" fmla="*/ 2 h 8"/>
                      <a:gd name="T14" fmla="*/ 19 w 64"/>
                      <a:gd name="T15" fmla="*/ 2 h 8"/>
                      <a:gd name="T16" fmla="*/ 23 w 64"/>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4"/>
                      <a:gd name="T28" fmla="*/ 0 h 8"/>
                      <a:gd name="T29" fmla="*/ 64 w 64"/>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 h="8">
                        <a:moveTo>
                          <a:pt x="64" y="0"/>
                        </a:moveTo>
                        <a:lnTo>
                          <a:pt x="32" y="0"/>
                        </a:lnTo>
                        <a:lnTo>
                          <a:pt x="24" y="0"/>
                        </a:lnTo>
                        <a:lnTo>
                          <a:pt x="0" y="0"/>
                        </a:lnTo>
                        <a:lnTo>
                          <a:pt x="0" y="8"/>
                        </a:lnTo>
                        <a:lnTo>
                          <a:pt x="8" y="8"/>
                        </a:lnTo>
                        <a:lnTo>
                          <a:pt x="24" y="8"/>
                        </a:lnTo>
                        <a:lnTo>
                          <a:pt x="56" y="8"/>
                        </a:lnTo>
                        <a:lnTo>
                          <a:pt x="6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309" name="Freeform 25">
                    <a:extLst>
                      <a:ext uri="{FF2B5EF4-FFF2-40B4-BE49-F238E27FC236}">
                        <a16:creationId xmlns:a16="http://schemas.microsoft.com/office/drawing/2014/main" id="{FBA6AA63-8960-0213-9643-927A678B7C55}"/>
                      </a:ext>
                    </a:extLst>
                  </p:cNvPr>
                  <p:cNvSpPr>
                    <a:spLocks/>
                  </p:cNvSpPr>
                  <p:nvPr/>
                </p:nvSpPr>
                <p:spPr bwMode="gray">
                  <a:xfrm>
                    <a:off x="1759" y="3758"/>
                    <a:ext cx="57" cy="51"/>
                  </a:xfrm>
                  <a:custGeom>
                    <a:avLst/>
                    <a:gdLst>
                      <a:gd name="T0" fmla="*/ 0 w 80"/>
                      <a:gd name="T1" fmla="*/ 23 h 72"/>
                      <a:gd name="T2" fmla="*/ 6 w 80"/>
                      <a:gd name="T3" fmla="*/ 23 h 72"/>
                      <a:gd name="T4" fmla="*/ 11 w 80"/>
                      <a:gd name="T5" fmla="*/ 26 h 72"/>
                      <a:gd name="T6" fmla="*/ 17 w 80"/>
                      <a:gd name="T7" fmla="*/ 26 h 72"/>
                      <a:gd name="T8" fmla="*/ 21 w 80"/>
                      <a:gd name="T9" fmla="*/ 26 h 72"/>
                      <a:gd name="T10" fmla="*/ 26 w 80"/>
                      <a:gd name="T11" fmla="*/ 26 h 72"/>
                      <a:gd name="T12" fmla="*/ 29 w 80"/>
                      <a:gd name="T13" fmla="*/ 23 h 72"/>
                      <a:gd name="T14" fmla="*/ 21 w 80"/>
                      <a:gd name="T15" fmla="*/ 20 h 72"/>
                      <a:gd name="T16" fmla="*/ 17 w 80"/>
                      <a:gd name="T17" fmla="*/ 20 h 72"/>
                      <a:gd name="T18" fmla="*/ 9 w 80"/>
                      <a:gd name="T19" fmla="*/ 14 h 72"/>
                      <a:gd name="T20" fmla="*/ 9 w 80"/>
                      <a:gd name="T21" fmla="*/ 11 h 72"/>
                      <a:gd name="T22" fmla="*/ 6 w 80"/>
                      <a:gd name="T23" fmla="*/ 3 h 72"/>
                      <a:gd name="T24" fmla="*/ 0 w 80"/>
                      <a:gd name="T25" fmla="*/ 0 h 72"/>
                      <a:gd name="T26" fmla="*/ 0 w 80"/>
                      <a:gd name="T27" fmla="*/ 20 h 72"/>
                      <a:gd name="T28" fmla="*/ 6 w 80"/>
                      <a:gd name="T29" fmla="*/ 20 h 72"/>
                      <a:gd name="T30" fmla="*/ 3 w 80"/>
                      <a:gd name="T31" fmla="*/ 20 h 72"/>
                      <a:gd name="T32" fmla="*/ 0 w 80"/>
                      <a:gd name="T33" fmla="*/ 23 h 7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72"/>
                      <a:gd name="T53" fmla="*/ 80 w 80"/>
                      <a:gd name="T54" fmla="*/ 72 h 7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72">
                        <a:moveTo>
                          <a:pt x="0" y="64"/>
                        </a:moveTo>
                        <a:lnTo>
                          <a:pt x="16" y="64"/>
                        </a:lnTo>
                        <a:lnTo>
                          <a:pt x="32" y="72"/>
                        </a:lnTo>
                        <a:lnTo>
                          <a:pt x="48" y="72"/>
                        </a:lnTo>
                        <a:lnTo>
                          <a:pt x="56" y="72"/>
                        </a:lnTo>
                        <a:lnTo>
                          <a:pt x="72" y="72"/>
                        </a:lnTo>
                        <a:lnTo>
                          <a:pt x="80" y="64"/>
                        </a:lnTo>
                        <a:lnTo>
                          <a:pt x="56" y="56"/>
                        </a:lnTo>
                        <a:lnTo>
                          <a:pt x="48" y="56"/>
                        </a:lnTo>
                        <a:lnTo>
                          <a:pt x="24" y="40"/>
                        </a:lnTo>
                        <a:lnTo>
                          <a:pt x="24" y="32"/>
                        </a:lnTo>
                        <a:lnTo>
                          <a:pt x="16" y="8"/>
                        </a:lnTo>
                        <a:lnTo>
                          <a:pt x="0" y="0"/>
                        </a:lnTo>
                        <a:lnTo>
                          <a:pt x="0" y="56"/>
                        </a:lnTo>
                        <a:lnTo>
                          <a:pt x="16" y="56"/>
                        </a:lnTo>
                        <a:lnTo>
                          <a:pt x="8" y="56"/>
                        </a:lnTo>
                        <a:lnTo>
                          <a:pt x="0" y="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310" name="Freeform 26">
                    <a:extLst>
                      <a:ext uri="{FF2B5EF4-FFF2-40B4-BE49-F238E27FC236}">
                        <a16:creationId xmlns:a16="http://schemas.microsoft.com/office/drawing/2014/main" id="{2737B3CD-535A-259F-6D04-5F9D87003C48}"/>
                      </a:ext>
                    </a:extLst>
                  </p:cNvPr>
                  <p:cNvSpPr>
                    <a:spLocks/>
                  </p:cNvSpPr>
                  <p:nvPr/>
                </p:nvSpPr>
                <p:spPr bwMode="gray">
                  <a:xfrm>
                    <a:off x="1529" y="2734"/>
                    <a:ext cx="45" cy="40"/>
                  </a:xfrm>
                  <a:custGeom>
                    <a:avLst/>
                    <a:gdLst>
                      <a:gd name="T0" fmla="*/ 0 w 64"/>
                      <a:gd name="T1" fmla="*/ 0 h 56"/>
                      <a:gd name="T2" fmla="*/ 6 w 64"/>
                      <a:gd name="T3" fmla="*/ 3 h 56"/>
                      <a:gd name="T4" fmla="*/ 11 w 64"/>
                      <a:gd name="T5" fmla="*/ 3 h 56"/>
                      <a:gd name="T6" fmla="*/ 14 w 64"/>
                      <a:gd name="T7" fmla="*/ 3 h 56"/>
                      <a:gd name="T8" fmla="*/ 23 w 64"/>
                      <a:gd name="T9" fmla="*/ 11 h 56"/>
                      <a:gd name="T10" fmla="*/ 19 w 64"/>
                      <a:gd name="T11" fmla="*/ 17 h 56"/>
                      <a:gd name="T12" fmla="*/ 19 w 64"/>
                      <a:gd name="T13" fmla="*/ 21 h 56"/>
                      <a:gd name="T14" fmla="*/ 17 w 64"/>
                      <a:gd name="T15" fmla="*/ 21 h 56"/>
                      <a:gd name="T16" fmla="*/ 11 w 64"/>
                      <a:gd name="T17" fmla="*/ 15 h 56"/>
                      <a:gd name="T18" fmla="*/ 11 w 64"/>
                      <a:gd name="T19" fmla="*/ 11 h 56"/>
                      <a:gd name="T20" fmla="*/ 6 w 64"/>
                      <a:gd name="T21" fmla="*/ 9 h 56"/>
                      <a:gd name="T22" fmla="*/ 0 w 64"/>
                      <a:gd name="T23" fmla="*/ 6 h 56"/>
                      <a:gd name="T24" fmla="*/ 0 w 64"/>
                      <a:gd name="T25" fmla="*/ 0 h 5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56"/>
                      <a:gd name="T41" fmla="*/ 64 w 64"/>
                      <a:gd name="T42" fmla="*/ 56 h 5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56">
                        <a:moveTo>
                          <a:pt x="0" y="0"/>
                        </a:moveTo>
                        <a:lnTo>
                          <a:pt x="16" y="8"/>
                        </a:lnTo>
                        <a:lnTo>
                          <a:pt x="32" y="8"/>
                        </a:lnTo>
                        <a:lnTo>
                          <a:pt x="40" y="8"/>
                        </a:lnTo>
                        <a:lnTo>
                          <a:pt x="64" y="32"/>
                        </a:lnTo>
                        <a:lnTo>
                          <a:pt x="56" y="48"/>
                        </a:lnTo>
                        <a:lnTo>
                          <a:pt x="56" y="56"/>
                        </a:lnTo>
                        <a:lnTo>
                          <a:pt x="48" y="56"/>
                        </a:lnTo>
                        <a:lnTo>
                          <a:pt x="32" y="40"/>
                        </a:lnTo>
                        <a:lnTo>
                          <a:pt x="32" y="32"/>
                        </a:lnTo>
                        <a:lnTo>
                          <a:pt x="16" y="24"/>
                        </a:lnTo>
                        <a:lnTo>
                          <a:pt x="0" y="16"/>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grpSp>
            <p:grpSp>
              <p:nvGrpSpPr>
                <p:cNvPr id="932" name="Group 27">
                  <a:extLst>
                    <a:ext uri="{FF2B5EF4-FFF2-40B4-BE49-F238E27FC236}">
                      <a16:creationId xmlns:a16="http://schemas.microsoft.com/office/drawing/2014/main" id="{78CF8316-9CDF-4FED-7B89-CC757EE40366}"/>
                    </a:ext>
                  </a:extLst>
                </p:cNvPr>
                <p:cNvGrpSpPr>
                  <a:grpSpLocks/>
                </p:cNvGrpSpPr>
                <p:nvPr/>
              </p:nvGrpSpPr>
              <p:grpSpPr bwMode="gray">
                <a:xfrm>
                  <a:off x="1707876" y="2327115"/>
                  <a:ext cx="1899683" cy="1777020"/>
                  <a:chOff x="240" y="1097"/>
                  <a:chExt cx="1756" cy="1643"/>
                </a:xfrm>
                <a:grpFill/>
              </p:grpSpPr>
              <p:sp>
                <p:nvSpPr>
                  <p:cNvPr id="1240" name="Freeform 28">
                    <a:extLst>
                      <a:ext uri="{FF2B5EF4-FFF2-40B4-BE49-F238E27FC236}">
                        <a16:creationId xmlns:a16="http://schemas.microsoft.com/office/drawing/2014/main" id="{F2DF69AE-C690-44AE-95C0-1F92E5441868}"/>
                      </a:ext>
                    </a:extLst>
                  </p:cNvPr>
                  <p:cNvSpPr>
                    <a:spLocks/>
                  </p:cNvSpPr>
                  <p:nvPr/>
                </p:nvSpPr>
                <p:spPr bwMode="gray">
                  <a:xfrm>
                    <a:off x="910" y="2048"/>
                    <a:ext cx="73" cy="56"/>
                  </a:xfrm>
                  <a:custGeom>
                    <a:avLst/>
                    <a:gdLst>
                      <a:gd name="T0" fmla="*/ 27 w 104"/>
                      <a:gd name="T1" fmla="*/ 25 h 80"/>
                      <a:gd name="T2" fmla="*/ 33 w 104"/>
                      <a:gd name="T3" fmla="*/ 27 h 80"/>
                      <a:gd name="T4" fmla="*/ 36 w 104"/>
                      <a:gd name="T5" fmla="*/ 25 h 80"/>
                      <a:gd name="T6" fmla="*/ 33 w 104"/>
                      <a:gd name="T7" fmla="*/ 19 h 80"/>
                      <a:gd name="T8" fmla="*/ 31 w 104"/>
                      <a:gd name="T9" fmla="*/ 19 h 80"/>
                      <a:gd name="T10" fmla="*/ 25 w 104"/>
                      <a:gd name="T11" fmla="*/ 14 h 80"/>
                      <a:gd name="T12" fmla="*/ 25 w 104"/>
                      <a:gd name="T13" fmla="*/ 10 h 80"/>
                      <a:gd name="T14" fmla="*/ 22 w 104"/>
                      <a:gd name="T15" fmla="*/ 8 h 80"/>
                      <a:gd name="T16" fmla="*/ 17 w 104"/>
                      <a:gd name="T17" fmla="*/ 8 h 80"/>
                      <a:gd name="T18" fmla="*/ 8 w 104"/>
                      <a:gd name="T19" fmla="*/ 6 h 80"/>
                      <a:gd name="T20" fmla="*/ 6 w 104"/>
                      <a:gd name="T21" fmla="*/ 0 h 80"/>
                      <a:gd name="T22" fmla="*/ 0 w 104"/>
                      <a:gd name="T23" fmla="*/ 0 h 80"/>
                      <a:gd name="T24" fmla="*/ 0 w 104"/>
                      <a:gd name="T25" fmla="*/ 3 h 80"/>
                      <a:gd name="T26" fmla="*/ 3 w 104"/>
                      <a:gd name="T27" fmla="*/ 10 h 80"/>
                      <a:gd name="T28" fmla="*/ 6 w 104"/>
                      <a:gd name="T29" fmla="*/ 10 h 80"/>
                      <a:gd name="T30" fmla="*/ 8 w 104"/>
                      <a:gd name="T31" fmla="*/ 14 h 80"/>
                      <a:gd name="T32" fmla="*/ 11 w 104"/>
                      <a:gd name="T33" fmla="*/ 14 h 80"/>
                      <a:gd name="T34" fmla="*/ 14 w 104"/>
                      <a:gd name="T35" fmla="*/ 17 h 80"/>
                      <a:gd name="T36" fmla="*/ 22 w 104"/>
                      <a:gd name="T37" fmla="*/ 22 h 80"/>
                      <a:gd name="T38" fmla="*/ 25 w 104"/>
                      <a:gd name="T39" fmla="*/ 25 h 80"/>
                      <a:gd name="T40" fmla="*/ 27 w 104"/>
                      <a:gd name="T41" fmla="*/ 25 h 8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4"/>
                      <a:gd name="T64" fmla="*/ 0 h 80"/>
                      <a:gd name="T65" fmla="*/ 104 w 104"/>
                      <a:gd name="T66" fmla="*/ 80 h 8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4" h="80">
                        <a:moveTo>
                          <a:pt x="80" y="72"/>
                        </a:moveTo>
                        <a:lnTo>
                          <a:pt x="96" y="80"/>
                        </a:lnTo>
                        <a:lnTo>
                          <a:pt x="104" y="72"/>
                        </a:lnTo>
                        <a:lnTo>
                          <a:pt x="96" y="56"/>
                        </a:lnTo>
                        <a:lnTo>
                          <a:pt x="88" y="56"/>
                        </a:lnTo>
                        <a:lnTo>
                          <a:pt x="72" y="40"/>
                        </a:lnTo>
                        <a:lnTo>
                          <a:pt x="72" y="32"/>
                        </a:lnTo>
                        <a:lnTo>
                          <a:pt x="64" y="24"/>
                        </a:lnTo>
                        <a:lnTo>
                          <a:pt x="48" y="24"/>
                        </a:lnTo>
                        <a:lnTo>
                          <a:pt x="24" y="16"/>
                        </a:lnTo>
                        <a:lnTo>
                          <a:pt x="16" y="0"/>
                        </a:lnTo>
                        <a:lnTo>
                          <a:pt x="0" y="0"/>
                        </a:lnTo>
                        <a:lnTo>
                          <a:pt x="0" y="8"/>
                        </a:lnTo>
                        <a:lnTo>
                          <a:pt x="8" y="32"/>
                        </a:lnTo>
                        <a:lnTo>
                          <a:pt x="16" y="32"/>
                        </a:lnTo>
                        <a:lnTo>
                          <a:pt x="24" y="40"/>
                        </a:lnTo>
                        <a:lnTo>
                          <a:pt x="32" y="40"/>
                        </a:lnTo>
                        <a:lnTo>
                          <a:pt x="40" y="48"/>
                        </a:lnTo>
                        <a:lnTo>
                          <a:pt x="64" y="64"/>
                        </a:lnTo>
                        <a:lnTo>
                          <a:pt x="72" y="72"/>
                        </a:lnTo>
                        <a:lnTo>
                          <a:pt x="80" y="7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41" name="Freeform 29">
                    <a:extLst>
                      <a:ext uri="{FF2B5EF4-FFF2-40B4-BE49-F238E27FC236}">
                        <a16:creationId xmlns:a16="http://schemas.microsoft.com/office/drawing/2014/main" id="{9DA66051-ABC8-2480-88C6-3F844564F7B4}"/>
                      </a:ext>
                    </a:extLst>
                  </p:cNvPr>
                  <p:cNvSpPr>
                    <a:spLocks/>
                  </p:cNvSpPr>
                  <p:nvPr/>
                </p:nvSpPr>
                <p:spPr bwMode="gray">
                  <a:xfrm>
                    <a:off x="836" y="1924"/>
                    <a:ext cx="23" cy="28"/>
                  </a:xfrm>
                  <a:custGeom>
                    <a:avLst/>
                    <a:gdLst>
                      <a:gd name="T0" fmla="*/ 0 w 32"/>
                      <a:gd name="T1" fmla="*/ 0 h 40"/>
                      <a:gd name="T2" fmla="*/ 3 w 32"/>
                      <a:gd name="T3" fmla="*/ 0 h 40"/>
                      <a:gd name="T4" fmla="*/ 9 w 32"/>
                      <a:gd name="T5" fmla="*/ 6 h 40"/>
                      <a:gd name="T6" fmla="*/ 12 w 32"/>
                      <a:gd name="T7" fmla="*/ 14 h 40"/>
                      <a:gd name="T8" fmla="*/ 9 w 32"/>
                      <a:gd name="T9" fmla="*/ 14 h 40"/>
                      <a:gd name="T10" fmla="*/ 3 w 32"/>
                      <a:gd name="T11" fmla="*/ 6 h 40"/>
                      <a:gd name="T12" fmla="*/ 0 w 32"/>
                      <a:gd name="T13" fmla="*/ 0 h 40"/>
                      <a:gd name="T14" fmla="*/ 0 60000 65536"/>
                      <a:gd name="T15" fmla="*/ 0 60000 65536"/>
                      <a:gd name="T16" fmla="*/ 0 60000 65536"/>
                      <a:gd name="T17" fmla="*/ 0 60000 65536"/>
                      <a:gd name="T18" fmla="*/ 0 60000 65536"/>
                      <a:gd name="T19" fmla="*/ 0 60000 65536"/>
                      <a:gd name="T20" fmla="*/ 0 60000 65536"/>
                      <a:gd name="T21" fmla="*/ 0 w 32"/>
                      <a:gd name="T22" fmla="*/ 0 h 40"/>
                      <a:gd name="T23" fmla="*/ 32 w 32"/>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40">
                        <a:moveTo>
                          <a:pt x="0" y="0"/>
                        </a:moveTo>
                        <a:lnTo>
                          <a:pt x="8" y="0"/>
                        </a:lnTo>
                        <a:lnTo>
                          <a:pt x="24" y="16"/>
                        </a:lnTo>
                        <a:lnTo>
                          <a:pt x="32" y="40"/>
                        </a:lnTo>
                        <a:lnTo>
                          <a:pt x="24" y="40"/>
                        </a:lnTo>
                        <a:lnTo>
                          <a:pt x="8" y="16"/>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42" name="Freeform 30">
                    <a:extLst>
                      <a:ext uri="{FF2B5EF4-FFF2-40B4-BE49-F238E27FC236}">
                        <a16:creationId xmlns:a16="http://schemas.microsoft.com/office/drawing/2014/main" id="{0474424A-3C3E-65A4-A96D-BC433FBC7F33}"/>
                      </a:ext>
                    </a:extLst>
                  </p:cNvPr>
                  <p:cNvSpPr>
                    <a:spLocks/>
                  </p:cNvSpPr>
                  <p:nvPr/>
                </p:nvSpPr>
                <p:spPr bwMode="gray">
                  <a:xfrm>
                    <a:off x="347" y="1812"/>
                    <a:ext cx="22" cy="17"/>
                  </a:xfrm>
                  <a:custGeom>
                    <a:avLst/>
                    <a:gdLst>
                      <a:gd name="T0" fmla="*/ 6 w 32"/>
                      <a:gd name="T1" fmla="*/ 0 h 24"/>
                      <a:gd name="T2" fmla="*/ 10 w 32"/>
                      <a:gd name="T3" fmla="*/ 3 h 24"/>
                      <a:gd name="T4" fmla="*/ 10 w 32"/>
                      <a:gd name="T5" fmla="*/ 6 h 24"/>
                      <a:gd name="T6" fmla="*/ 8 w 32"/>
                      <a:gd name="T7" fmla="*/ 9 h 24"/>
                      <a:gd name="T8" fmla="*/ 6 w 32"/>
                      <a:gd name="T9" fmla="*/ 9 h 24"/>
                      <a:gd name="T10" fmla="*/ 3 w 32"/>
                      <a:gd name="T11" fmla="*/ 6 h 24"/>
                      <a:gd name="T12" fmla="*/ 0 w 32"/>
                      <a:gd name="T13" fmla="*/ 6 h 24"/>
                      <a:gd name="T14" fmla="*/ 0 w 32"/>
                      <a:gd name="T15" fmla="*/ 3 h 24"/>
                      <a:gd name="T16" fmla="*/ 3 w 32"/>
                      <a:gd name="T17" fmla="*/ 0 h 24"/>
                      <a:gd name="T18" fmla="*/ 6 w 32"/>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
                      <a:gd name="T31" fmla="*/ 0 h 24"/>
                      <a:gd name="T32" fmla="*/ 32 w 32"/>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 h="24">
                        <a:moveTo>
                          <a:pt x="16" y="0"/>
                        </a:moveTo>
                        <a:lnTo>
                          <a:pt x="32" y="8"/>
                        </a:lnTo>
                        <a:lnTo>
                          <a:pt x="32" y="16"/>
                        </a:lnTo>
                        <a:lnTo>
                          <a:pt x="24" y="24"/>
                        </a:lnTo>
                        <a:lnTo>
                          <a:pt x="16" y="24"/>
                        </a:lnTo>
                        <a:lnTo>
                          <a:pt x="8" y="16"/>
                        </a:lnTo>
                        <a:lnTo>
                          <a:pt x="0" y="16"/>
                        </a:lnTo>
                        <a:lnTo>
                          <a:pt x="0" y="8"/>
                        </a:lnTo>
                        <a:lnTo>
                          <a:pt x="8" y="0"/>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43" name="Freeform 31">
                    <a:extLst>
                      <a:ext uri="{FF2B5EF4-FFF2-40B4-BE49-F238E27FC236}">
                        <a16:creationId xmlns:a16="http://schemas.microsoft.com/office/drawing/2014/main" id="{96D139AA-A444-8C5C-7DEF-0480DFB32E8D}"/>
                      </a:ext>
                    </a:extLst>
                  </p:cNvPr>
                  <p:cNvSpPr>
                    <a:spLocks/>
                  </p:cNvSpPr>
                  <p:nvPr/>
                </p:nvSpPr>
                <p:spPr bwMode="gray">
                  <a:xfrm>
                    <a:off x="279" y="1710"/>
                    <a:ext cx="45" cy="23"/>
                  </a:xfrm>
                  <a:custGeom>
                    <a:avLst/>
                    <a:gdLst>
                      <a:gd name="T0" fmla="*/ 0 w 64"/>
                      <a:gd name="T1" fmla="*/ 0 h 32"/>
                      <a:gd name="T2" fmla="*/ 6 w 64"/>
                      <a:gd name="T3" fmla="*/ 0 h 32"/>
                      <a:gd name="T4" fmla="*/ 14 w 64"/>
                      <a:gd name="T5" fmla="*/ 0 h 32"/>
                      <a:gd name="T6" fmla="*/ 19 w 64"/>
                      <a:gd name="T7" fmla="*/ 6 h 32"/>
                      <a:gd name="T8" fmla="*/ 23 w 64"/>
                      <a:gd name="T9" fmla="*/ 6 h 32"/>
                      <a:gd name="T10" fmla="*/ 23 w 64"/>
                      <a:gd name="T11" fmla="*/ 9 h 32"/>
                      <a:gd name="T12" fmla="*/ 19 w 64"/>
                      <a:gd name="T13" fmla="*/ 9 h 32"/>
                      <a:gd name="T14" fmla="*/ 14 w 64"/>
                      <a:gd name="T15" fmla="*/ 12 h 32"/>
                      <a:gd name="T16" fmla="*/ 8 w 64"/>
                      <a:gd name="T17" fmla="*/ 6 h 32"/>
                      <a:gd name="T18" fmla="*/ 0 w 64"/>
                      <a:gd name="T19" fmla="*/ 6 h 32"/>
                      <a:gd name="T20" fmla="*/ 0 w 64"/>
                      <a:gd name="T21" fmla="*/ 3 h 32"/>
                      <a:gd name="T22" fmla="*/ 0 w 64"/>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
                      <a:gd name="T37" fmla="*/ 0 h 32"/>
                      <a:gd name="T38" fmla="*/ 64 w 64"/>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 h="32">
                        <a:moveTo>
                          <a:pt x="0" y="0"/>
                        </a:moveTo>
                        <a:lnTo>
                          <a:pt x="16" y="0"/>
                        </a:lnTo>
                        <a:lnTo>
                          <a:pt x="40" y="0"/>
                        </a:lnTo>
                        <a:lnTo>
                          <a:pt x="56" y="16"/>
                        </a:lnTo>
                        <a:lnTo>
                          <a:pt x="64" y="16"/>
                        </a:lnTo>
                        <a:lnTo>
                          <a:pt x="64" y="24"/>
                        </a:lnTo>
                        <a:lnTo>
                          <a:pt x="56" y="24"/>
                        </a:lnTo>
                        <a:lnTo>
                          <a:pt x="40" y="32"/>
                        </a:lnTo>
                        <a:lnTo>
                          <a:pt x="24" y="16"/>
                        </a:lnTo>
                        <a:lnTo>
                          <a:pt x="0" y="16"/>
                        </a:lnTo>
                        <a:lnTo>
                          <a:pt x="0"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44" name="Freeform 32">
                    <a:extLst>
                      <a:ext uri="{FF2B5EF4-FFF2-40B4-BE49-F238E27FC236}">
                        <a16:creationId xmlns:a16="http://schemas.microsoft.com/office/drawing/2014/main" id="{C1ABAAB2-D552-2DF2-7340-CCDE42B4BC75}"/>
                      </a:ext>
                    </a:extLst>
                  </p:cNvPr>
                  <p:cNvSpPr>
                    <a:spLocks/>
                  </p:cNvSpPr>
                  <p:nvPr/>
                </p:nvSpPr>
                <p:spPr bwMode="gray">
                  <a:xfrm>
                    <a:off x="1050" y="1435"/>
                    <a:ext cx="259" cy="123"/>
                  </a:xfrm>
                  <a:custGeom>
                    <a:avLst/>
                    <a:gdLst>
                      <a:gd name="T0" fmla="*/ 89 w 368"/>
                      <a:gd name="T1" fmla="*/ 3 h 176"/>
                      <a:gd name="T2" fmla="*/ 98 w 368"/>
                      <a:gd name="T3" fmla="*/ 14 h 176"/>
                      <a:gd name="T4" fmla="*/ 103 w 368"/>
                      <a:gd name="T5" fmla="*/ 24 h 176"/>
                      <a:gd name="T6" fmla="*/ 111 w 368"/>
                      <a:gd name="T7" fmla="*/ 36 h 176"/>
                      <a:gd name="T8" fmla="*/ 117 w 368"/>
                      <a:gd name="T9" fmla="*/ 36 h 176"/>
                      <a:gd name="T10" fmla="*/ 128 w 368"/>
                      <a:gd name="T11" fmla="*/ 43 h 176"/>
                      <a:gd name="T12" fmla="*/ 125 w 368"/>
                      <a:gd name="T13" fmla="*/ 46 h 176"/>
                      <a:gd name="T14" fmla="*/ 120 w 368"/>
                      <a:gd name="T15" fmla="*/ 46 h 176"/>
                      <a:gd name="T16" fmla="*/ 111 w 368"/>
                      <a:gd name="T17" fmla="*/ 46 h 176"/>
                      <a:gd name="T18" fmla="*/ 111 w 368"/>
                      <a:gd name="T19" fmla="*/ 52 h 176"/>
                      <a:gd name="T20" fmla="*/ 120 w 368"/>
                      <a:gd name="T21" fmla="*/ 52 h 176"/>
                      <a:gd name="T22" fmla="*/ 115 w 368"/>
                      <a:gd name="T23" fmla="*/ 55 h 176"/>
                      <a:gd name="T24" fmla="*/ 103 w 368"/>
                      <a:gd name="T25" fmla="*/ 57 h 176"/>
                      <a:gd name="T26" fmla="*/ 98 w 368"/>
                      <a:gd name="T27" fmla="*/ 55 h 176"/>
                      <a:gd name="T28" fmla="*/ 89 w 368"/>
                      <a:gd name="T29" fmla="*/ 52 h 176"/>
                      <a:gd name="T30" fmla="*/ 84 w 368"/>
                      <a:gd name="T31" fmla="*/ 55 h 176"/>
                      <a:gd name="T32" fmla="*/ 72 w 368"/>
                      <a:gd name="T33" fmla="*/ 57 h 176"/>
                      <a:gd name="T34" fmla="*/ 58 w 368"/>
                      <a:gd name="T35" fmla="*/ 60 h 176"/>
                      <a:gd name="T36" fmla="*/ 36 w 368"/>
                      <a:gd name="T37" fmla="*/ 57 h 176"/>
                      <a:gd name="T38" fmla="*/ 34 w 368"/>
                      <a:gd name="T39" fmla="*/ 52 h 176"/>
                      <a:gd name="T40" fmla="*/ 17 w 368"/>
                      <a:gd name="T41" fmla="*/ 52 h 176"/>
                      <a:gd name="T42" fmla="*/ 8 w 368"/>
                      <a:gd name="T43" fmla="*/ 43 h 176"/>
                      <a:gd name="T44" fmla="*/ 31 w 368"/>
                      <a:gd name="T45" fmla="*/ 41 h 176"/>
                      <a:gd name="T46" fmla="*/ 48 w 368"/>
                      <a:gd name="T47" fmla="*/ 41 h 176"/>
                      <a:gd name="T48" fmla="*/ 42 w 368"/>
                      <a:gd name="T49" fmla="*/ 36 h 176"/>
                      <a:gd name="T50" fmla="*/ 31 w 368"/>
                      <a:gd name="T51" fmla="*/ 36 h 176"/>
                      <a:gd name="T52" fmla="*/ 14 w 368"/>
                      <a:gd name="T53" fmla="*/ 36 h 176"/>
                      <a:gd name="T54" fmla="*/ 3 w 368"/>
                      <a:gd name="T55" fmla="*/ 30 h 176"/>
                      <a:gd name="T56" fmla="*/ 17 w 368"/>
                      <a:gd name="T57" fmla="*/ 27 h 176"/>
                      <a:gd name="T58" fmla="*/ 19 w 368"/>
                      <a:gd name="T59" fmla="*/ 24 h 176"/>
                      <a:gd name="T60" fmla="*/ 6 w 368"/>
                      <a:gd name="T61" fmla="*/ 27 h 176"/>
                      <a:gd name="T62" fmla="*/ 6 w 368"/>
                      <a:gd name="T63" fmla="*/ 22 h 176"/>
                      <a:gd name="T64" fmla="*/ 0 w 368"/>
                      <a:gd name="T65" fmla="*/ 17 h 176"/>
                      <a:gd name="T66" fmla="*/ 6 w 368"/>
                      <a:gd name="T67" fmla="*/ 14 h 176"/>
                      <a:gd name="T68" fmla="*/ 3 w 368"/>
                      <a:gd name="T69" fmla="*/ 8 h 176"/>
                      <a:gd name="T70" fmla="*/ 11 w 368"/>
                      <a:gd name="T71" fmla="*/ 6 h 176"/>
                      <a:gd name="T72" fmla="*/ 27 w 368"/>
                      <a:gd name="T73" fmla="*/ 0 h 176"/>
                      <a:gd name="T74" fmla="*/ 34 w 368"/>
                      <a:gd name="T75" fmla="*/ 3 h 176"/>
                      <a:gd name="T76" fmla="*/ 31 w 368"/>
                      <a:gd name="T77" fmla="*/ 8 h 176"/>
                      <a:gd name="T78" fmla="*/ 36 w 368"/>
                      <a:gd name="T79" fmla="*/ 8 h 176"/>
                      <a:gd name="T80" fmla="*/ 36 w 368"/>
                      <a:gd name="T81" fmla="*/ 6 h 176"/>
                      <a:gd name="T82" fmla="*/ 50 w 368"/>
                      <a:gd name="T83" fmla="*/ 8 h 176"/>
                      <a:gd name="T84" fmla="*/ 48 w 368"/>
                      <a:gd name="T85" fmla="*/ 14 h 176"/>
                      <a:gd name="T86" fmla="*/ 56 w 368"/>
                      <a:gd name="T87" fmla="*/ 10 h 176"/>
                      <a:gd name="T88" fmla="*/ 61 w 368"/>
                      <a:gd name="T89" fmla="*/ 6 h 176"/>
                      <a:gd name="T90" fmla="*/ 64 w 368"/>
                      <a:gd name="T91" fmla="*/ 6 h 176"/>
                      <a:gd name="T92" fmla="*/ 72 w 368"/>
                      <a:gd name="T93" fmla="*/ 14 h 176"/>
                      <a:gd name="T94" fmla="*/ 75 w 368"/>
                      <a:gd name="T95" fmla="*/ 22 h 176"/>
                      <a:gd name="T96" fmla="*/ 78 w 368"/>
                      <a:gd name="T97" fmla="*/ 17 h 176"/>
                      <a:gd name="T98" fmla="*/ 78 w 368"/>
                      <a:gd name="T99" fmla="*/ 8 h 176"/>
                      <a:gd name="T100" fmla="*/ 75 w 368"/>
                      <a:gd name="T101" fmla="*/ 0 h 176"/>
                      <a:gd name="T102" fmla="*/ 81 w 368"/>
                      <a:gd name="T103" fmla="*/ 0 h 176"/>
                      <a:gd name="T104" fmla="*/ 89 w 368"/>
                      <a:gd name="T105" fmla="*/ 0 h 17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68"/>
                      <a:gd name="T160" fmla="*/ 0 h 176"/>
                      <a:gd name="T161" fmla="*/ 368 w 368"/>
                      <a:gd name="T162" fmla="*/ 176 h 17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68" h="176">
                        <a:moveTo>
                          <a:pt x="256" y="0"/>
                        </a:moveTo>
                        <a:lnTo>
                          <a:pt x="256" y="8"/>
                        </a:lnTo>
                        <a:lnTo>
                          <a:pt x="280" y="16"/>
                        </a:lnTo>
                        <a:lnTo>
                          <a:pt x="280" y="40"/>
                        </a:lnTo>
                        <a:lnTo>
                          <a:pt x="280" y="56"/>
                        </a:lnTo>
                        <a:lnTo>
                          <a:pt x="296" y="72"/>
                        </a:lnTo>
                        <a:lnTo>
                          <a:pt x="296" y="88"/>
                        </a:lnTo>
                        <a:lnTo>
                          <a:pt x="320" y="104"/>
                        </a:lnTo>
                        <a:lnTo>
                          <a:pt x="328" y="96"/>
                        </a:lnTo>
                        <a:lnTo>
                          <a:pt x="336" y="104"/>
                        </a:lnTo>
                        <a:lnTo>
                          <a:pt x="344" y="112"/>
                        </a:lnTo>
                        <a:lnTo>
                          <a:pt x="368" y="128"/>
                        </a:lnTo>
                        <a:lnTo>
                          <a:pt x="368" y="136"/>
                        </a:lnTo>
                        <a:lnTo>
                          <a:pt x="360" y="136"/>
                        </a:lnTo>
                        <a:lnTo>
                          <a:pt x="352" y="136"/>
                        </a:lnTo>
                        <a:lnTo>
                          <a:pt x="344" y="136"/>
                        </a:lnTo>
                        <a:lnTo>
                          <a:pt x="328" y="144"/>
                        </a:lnTo>
                        <a:lnTo>
                          <a:pt x="320" y="136"/>
                        </a:lnTo>
                        <a:lnTo>
                          <a:pt x="312" y="144"/>
                        </a:lnTo>
                        <a:lnTo>
                          <a:pt x="320" y="152"/>
                        </a:lnTo>
                        <a:lnTo>
                          <a:pt x="328" y="144"/>
                        </a:lnTo>
                        <a:lnTo>
                          <a:pt x="344" y="152"/>
                        </a:lnTo>
                        <a:lnTo>
                          <a:pt x="344" y="160"/>
                        </a:lnTo>
                        <a:lnTo>
                          <a:pt x="328" y="160"/>
                        </a:lnTo>
                        <a:lnTo>
                          <a:pt x="312" y="168"/>
                        </a:lnTo>
                        <a:lnTo>
                          <a:pt x="296" y="168"/>
                        </a:lnTo>
                        <a:lnTo>
                          <a:pt x="280" y="168"/>
                        </a:lnTo>
                        <a:lnTo>
                          <a:pt x="280" y="160"/>
                        </a:lnTo>
                        <a:lnTo>
                          <a:pt x="256" y="160"/>
                        </a:lnTo>
                        <a:lnTo>
                          <a:pt x="256" y="152"/>
                        </a:lnTo>
                        <a:lnTo>
                          <a:pt x="248" y="152"/>
                        </a:lnTo>
                        <a:lnTo>
                          <a:pt x="240" y="160"/>
                        </a:lnTo>
                        <a:lnTo>
                          <a:pt x="232" y="168"/>
                        </a:lnTo>
                        <a:lnTo>
                          <a:pt x="208" y="168"/>
                        </a:lnTo>
                        <a:lnTo>
                          <a:pt x="184" y="176"/>
                        </a:lnTo>
                        <a:lnTo>
                          <a:pt x="168" y="176"/>
                        </a:lnTo>
                        <a:lnTo>
                          <a:pt x="120" y="176"/>
                        </a:lnTo>
                        <a:lnTo>
                          <a:pt x="104" y="168"/>
                        </a:lnTo>
                        <a:lnTo>
                          <a:pt x="104" y="160"/>
                        </a:lnTo>
                        <a:lnTo>
                          <a:pt x="96" y="152"/>
                        </a:lnTo>
                        <a:lnTo>
                          <a:pt x="72" y="152"/>
                        </a:lnTo>
                        <a:lnTo>
                          <a:pt x="48" y="152"/>
                        </a:lnTo>
                        <a:lnTo>
                          <a:pt x="24" y="136"/>
                        </a:lnTo>
                        <a:lnTo>
                          <a:pt x="24" y="128"/>
                        </a:lnTo>
                        <a:lnTo>
                          <a:pt x="48" y="120"/>
                        </a:lnTo>
                        <a:lnTo>
                          <a:pt x="88" y="120"/>
                        </a:lnTo>
                        <a:lnTo>
                          <a:pt x="112" y="120"/>
                        </a:lnTo>
                        <a:lnTo>
                          <a:pt x="136" y="120"/>
                        </a:lnTo>
                        <a:lnTo>
                          <a:pt x="144" y="112"/>
                        </a:lnTo>
                        <a:lnTo>
                          <a:pt x="120" y="104"/>
                        </a:lnTo>
                        <a:lnTo>
                          <a:pt x="112" y="104"/>
                        </a:lnTo>
                        <a:lnTo>
                          <a:pt x="88" y="104"/>
                        </a:lnTo>
                        <a:lnTo>
                          <a:pt x="64" y="112"/>
                        </a:lnTo>
                        <a:lnTo>
                          <a:pt x="40" y="104"/>
                        </a:lnTo>
                        <a:lnTo>
                          <a:pt x="24" y="104"/>
                        </a:lnTo>
                        <a:lnTo>
                          <a:pt x="8" y="88"/>
                        </a:lnTo>
                        <a:lnTo>
                          <a:pt x="32" y="80"/>
                        </a:lnTo>
                        <a:lnTo>
                          <a:pt x="48" y="80"/>
                        </a:lnTo>
                        <a:lnTo>
                          <a:pt x="64" y="72"/>
                        </a:lnTo>
                        <a:lnTo>
                          <a:pt x="56" y="72"/>
                        </a:lnTo>
                        <a:lnTo>
                          <a:pt x="24" y="72"/>
                        </a:lnTo>
                        <a:lnTo>
                          <a:pt x="16" y="80"/>
                        </a:lnTo>
                        <a:lnTo>
                          <a:pt x="16" y="72"/>
                        </a:lnTo>
                        <a:lnTo>
                          <a:pt x="16" y="64"/>
                        </a:lnTo>
                        <a:lnTo>
                          <a:pt x="0" y="64"/>
                        </a:lnTo>
                        <a:lnTo>
                          <a:pt x="0" y="48"/>
                        </a:lnTo>
                        <a:lnTo>
                          <a:pt x="16" y="48"/>
                        </a:lnTo>
                        <a:lnTo>
                          <a:pt x="16" y="40"/>
                        </a:lnTo>
                        <a:lnTo>
                          <a:pt x="0" y="32"/>
                        </a:lnTo>
                        <a:lnTo>
                          <a:pt x="8" y="24"/>
                        </a:lnTo>
                        <a:lnTo>
                          <a:pt x="24" y="16"/>
                        </a:lnTo>
                        <a:lnTo>
                          <a:pt x="32" y="16"/>
                        </a:lnTo>
                        <a:lnTo>
                          <a:pt x="64" y="0"/>
                        </a:lnTo>
                        <a:lnTo>
                          <a:pt x="80" y="0"/>
                        </a:lnTo>
                        <a:lnTo>
                          <a:pt x="88" y="0"/>
                        </a:lnTo>
                        <a:lnTo>
                          <a:pt x="96" y="8"/>
                        </a:lnTo>
                        <a:lnTo>
                          <a:pt x="80" y="16"/>
                        </a:lnTo>
                        <a:lnTo>
                          <a:pt x="88" y="24"/>
                        </a:lnTo>
                        <a:lnTo>
                          <a:pt x="96" y="24"/>
                        </a:lnTo>
                        <a:lnTo>
                          <a:pt x="104" y="24"/>
                        </a:lnTo>
                        <a:lnTo>
                          <a:pt x="112" y="24"/>
                        </a:lnTo>
                        <a:lnTo>
                          <a:pt x="104" y="16"/>
                        </a:lnTo>
                        <a:lnTo>
                          <a:pt x="112" y="8"/>
                        </a:lnTo>
                        <a:lnTo>
                          <a:pt x="144" y="24"/>
                        </a:lnTo>
                        <a:lnTo>
                          <a:pt x="152" y="32"/>
                        </a:lnTo>
                        <a:lnTo>
                          <a:pt x="136" y="40"/>
                        </a:lnTo>
                        <a:lnTo>
                          <a:pt x="152" y="40"/>
                        </a:lnTo>
                        <a:lnTo>
                          <a:pt x="160" y="32"/>
                        </a:lnTo>
                        <a:lnTo>
                          <a:pt x="176" y="32"/>
                        </a:lnTo>
                        <a:lnTo>
                          <a:pt x="176" y="16"/>
                        </a:lnTo>
                        <a:lnTo>
                          <a:pt x="168" y="16"/>
                        </a:lnTo>
                        <a:lnTo>
                          <a:pt x="184" y="16"/>
                        </a:lnTo>
                        <a:lnTo>
                          <a:pt x="200" y="24"/>
                        </a:lnTo>
                        <a:lnTo>
                          <a:pt x="208" y="40"/>
                        </a:lnTo>
                        <a:lnTo>
                          <a:pt x="208" y="64"/>
                        </a:lnTo>
                        <a:lnTo>
                          <a:pt x="216" y="64"/>
                        </a:lnTo>
                        <a:lnTo>
                          <a:pt x="232" y="56"/>
                        </a:lnTo>
                        <a:lnTo>
                          <a:pt x="224" y="48"/>
                        </a:lnTo>
                        <a:lnTo>
                          <a:pt x="224" y="32"/>
                        </a:lnTo>
                        <a:lnTo>
                          <a:pt x="224" y="24"/>
                        </a:lnTo>
                        <a:lnTo>
                          <a:pt x="216" y="8"/>
                        </a:lnTo>
                        <a:lnTo>
                          <a:pt x="216" y="0"/>
                        </a:lnTo>
                        <a:lnTo>
                          <a:pt x="224" y="0"/>
                        </a:lnTo>
                        <a:lnTo>
                          <a:pt x="232" y="0"/>
                        </a:lnTo>
                        <a:lnTo>
                          <a:pt x="240" y="0"/>
                        </a:lnTo>
                        <a:lnTo>
                          <a:pt x="256" y="0"/>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45" name="Freeform 33">
                    <a:extLst>
                      <a:ext uri="{FF2B5EF4-FFF2-40B4-BE49-F238E27FC236}">
                        <a16:creationId xmlns:a16="http://schemas.microsoft.com/office/drawing/2014/main" id="{FD278F00-56E5-A125-C729-23642F84548E}"/>
                      </a:ext>
                    </a:extLst>
                  </p:cNvPr>
                  <p:cNvSpPr>
                    <a:spLocks/>
                  </p:cNvSpPr>
                  <p:nvPr/>
                </p:nvSpPr>
                <p:spPr bwMode="gray">
                  <a:xfrm>
                    <a:off x="1197" y="1553"/>
                    <a:ext cx="39" cy="11"/>
                  </a:xfrm>
                  <a:custGeom>
                    <a:avLst/>
                    <a:gdLst>
                      <a:gd name="T0" fmla="*/ 16 w 56"/>
                      <a:gd name="T1" fmla="*/ 0 h 16"/>
                      <a:gd name="T2" fmla="*/ 19 w 56"/>
                      <a:gd name="T3" fmla="*/ 0 h 16"/>
                      <a:gd name="T4" fmla="*/ 19 w 56"/>
                      <a:gd name="T5" fmla="*/ 3 h 16"/>
                      <a:gd name="T6" fmla="*/ 16 w 56"/>
                      <a:gd name="T7" fmla="*/ 3 h 16"/>
                      <a:gd name="T8" fmla="*/ 14 w 56"/>
                      <a:gd name="T9" fmla="*/ 6 h 16"/>
                      <a:gd name="T10" fmla="*/ 6 w 56"/>
                      <a:gd name="T11" fmla="*/ 6 h 16"/>
                      <a:gd name="T12" fmla="*/ 0 w 56"/>
                      <a:gd name="T13" fmla="*/ 6 h 16"/>
                      <a:gd name="T14" fmla="*/ 3 w 56"/>
                      <a:gd name="T15" fmla="*/ 3 h 16"/>
                      <a:gd name="T16" fmla="*/ 10 w 56"/>
                      <a:gd name="T17" fmla="*/ 3 h 16"/>
                      <a:gd name="T18" fmla="*/ 16 w 56"/>
                      <a:gd name="T19" fmla="*/ 0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6"/>
                      <a:gd name="T31" fmla="*/ 0 h 16"/>
                      <a:gd name="T32" fmla="*/ 56 w 56"/>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6" h="16">
                        <a:moveTo>
                          <a:pt x="48" y="0"/>
                        </a:moveTo>
                        <a:lnTo>
                          <a:pt x="56" y="0"/>
                        </a:lnTo>
                        <a:lnTo>
                          <a:pt x="56" y="8"/>
                        </a:lnTo>
                        <a:lnTo>
                          <a:pt x="48" y="8"/>
                        </a:lnTo>
                        <a:lnTo>
                          <a:pt x="40" y="16"/>
                        </a:lnTo>
                        <a:lnTo>
                          <a:pt x="16" y="16"/>
                        </a:lnTo>
                        <a:lnTo>
                          <a:pt x="0" y="16"/>
                        </a:lnTo>
                        <a:lnTo>
                          <a:pt x="8" y="8"/>
                        </a:lnTo>
                        <a:lnTo>
                          <a:pt x="32" y="8"/>
                        </a:lnTo>
                        <a:lnTo>
                          <a:pt x="4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46" name="Freeform 34">
                    <a:extLst>
                      <a:ext uri="{FF2B5EF4-FFF2-40B4-BE49-F238E27FC236}">
                        <a16:creationId xmlns:a16="http://schemas.microsoft.com/office/drawing/2014/main" id="{EBD3BC23-B670-42E8-64FD-40239206FF1D}"/>
                      </a:ext>
                    </a:extLst>
                  </p:cNvPr>
                  <p:cNvSpPr>
                    <a:spLocks/>
                  </p:cNvSpPr>
                  <p:nvPr/>
                </p:nvSpPr>
                <p:spPr bwMode="gray">
                  <a:xfrm>
                    <a:off x="949" y="1395"/>
                    <a:ext cx="146" cy="102"/>
                  </a:xfrm>
                  <a:custGeom>
                    <a:avLst/>
                    <a:gdLst>
                      <a:gd name="T0" fmla="*/ 72 w 208"/>
                      <a:gd name="T1" fmla="*/ 17 h 144"/>
                      <a:gd name="T2" fmla="*/ 69 w 208"/>
                      <a:gd name="T3" fmla="*/ 17 h 144"/>
                      <a:gd name="T4" fmla="*/ 67 w 208"/>
                      <a:gd name="T5" fmla="*/ 20 h 144"/>
                      <a:gd name="T6" fmla="*/ 55 w 208"/>
                      <a:gd name="T7" fmla="*/ 26 h 144"/>
                      <a:gd name="T8" fmla="*/ 53 w 208"/>
                      <a:gd name="T9" fmla="*/ 26 h 144"/>
                      <a:gd name="T10" fmla="*/ 44 w 208"/>
                      <a:gd name="T11" fmla="*/ 31 h 144"/>
                      <a:gd name="T12" fmla="*/ 44 w 208"/>
                      <a:gd name="T13" fmla="*/ 34 h 144"/>
                      <a:gd name="T14" fmla="*/ 41 w 208"/>
                      <a:gd name="T15" fmla="*/ 34 h 144"/>
                      <a:gd name="T16" fmla="*/ 36 w 208"/>
                      <a:gd name="T17" fmla="*/ 37 h 144"/>
                      <a:gd name="T18" fmla="*/ 36 w 208"/>
                      <a:gd name="T19" fmla="*/ 42 h 144"/>
                      <a:gd name="T20" fmla="*/ 31 w 208"/>
                      <a:gd name="T21" fmla="*/ 45 h 144"/>
                      <a:gd name="T22" fmla="*/ 25 w 208"/>
                      <a:gd name="T23" fmla="*/ 48 h 144"/>
                      <a:gd name="T24" fmla="*/ 19 w 208"/>
                      <a:gd name="T25" fmla="*/ 51 h 144"/>
                      <a:gd name="T26" fmla="*/ 17 w 208"/>
                      <a:gd name="T27" fmla="*/ 51 h 144"/>
                      <a:gd name="T28" fmla="*/ 14 w 208"/>
                      <a:gd name="T29" fmla="*/ 45 h 144"/>
                      <a:gd name="T30" fmla="*/ 3 w 208"/>
                      <a:gd name="T31" fmla="*/ 40 h 144"/>
                      <a:gd name="T32" fmla="*/ 0 w 208"/>
                      <a:gd name="T33" fmla="*/ 40 h 144"/>
                      <a:gd name="T34" fmla="*/ 0 w 208"/>
                      <a:gd name="T35" fmla="*/ 34 h 144"/>
                      <a:gd name="T36" fmla="*/ 6 w 208"/>
                      <a:gd name="T37" fmla="*/ 31 h 144"/>
                      <a:gd name="T38" fmla="*/ 6 w 208"/>
                      <a:gd name="T39" fmla="*/ 28 h 144"/>
                      <a:gd name="T40" fmla="*/ 3 w 208"/>
                      <a:gd name="T41" fmla="*/ 28 h 144"/>
                      <a:gd name="T42" fmla="*/ 3 w 208"/>
                      <a:gd name="T43" fmla="*/ 26 h 144"/>
                      <a:gd name="T44" fmla="*/ 6 w 208"/>
                      <a:gd name="T45" fmla="*/ 26 h 144"/>
                      <a:gd name="T46" fmla="*/ 8 w 208"/>
                      <a:gd name="T47" fmla="*/ 23 h 144"/>
                      <a:gd name="T48" fmla="*/ 6 w 208"/>
                      <a:gd name="T49" fmla="*/ 20 h 144"/>
                      <a:gd name="T50" fmla="*/ 6 w 208"/>
                      <a:gd name="T51" fmla="*/ 17 h 144"/>
                      <a:gd name="T52" fmla="*/ 11 w 208"/>
                      <a:gd name="T53" fmla="*/ 14 h 144"/>
                      <a:gd name="T54" fmla="*/ 8 w 208"/>
                      <a:gd name="T55" fmla="*/ 3 h 144"/>
                      <a:gd name="T56" fmla="*/ 22 w 208"/>
                      <a:gd name="T57" fmla="*/ 0 h 144"/>
                      <a:gd name="T58" fmla="*/ 27 w 208"/>
                      <a:gd name="T59" fmla="*/ 0 h 144"/>
                      <a:gd name="T60" fmla="*/ 33 w 208"/>
                      <a:gd name="T61" fmla="*/ 0 h 144"/>
                      <a:gd name="T62" fmla="*/ 41 w 208"/>
                      <a:gd name="T63" fmla="*/ 6 h 144"/>
                      <a:gd name="T64" fmla="*/ 44 w 208"/>
                      <a:gd name="T65" fmla="*/ 6 h 144"/>
                      <a:gd name="T66" fmla="*/ 47 w 208"/>
                      <a:gd name="T67" fmla="*/ 6 h 144"/>
                      <a:gd name="T68" fmla="*/ 47 w 208"/>
                      <a:gd name="T69" fmla="*/ 8 h 144"/>
                      <a:gd name="T70" fmla="*/ 50 w 208"/>
                      <a:gd name="T71" fmla="*/ 6 h 144"/>
                      <a:gd name="T72" fmla="*/ 58 w 208"/>
                      <a:gd name="T73" fmla="*/ 3 h 144"/>
                      <a:gd name="T74" fmla="*/ 72 w 208"/>
                      <a:gd name="T75" fmla="*/ 14 h 144"/>
                      <a:gd name="T76" fmla="*/ 72 w 208"/>
                      <a:gd name="T77" fmla="*/ 17 h 14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08"/>
                      <a:gd name="T118" fmla="*/ 0 h 144"/>
                      <a:gd name="T119" fmla="*/ 208 w 208"/>
                      <a:gd name="T120" fmla="*/ 144 h 14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08" h="144">
                        <a:moveTo>
                          <a:pt x="208" y="48"/>
                        </a:moveTo>
                        <a:lnTo>
                          <a:pt x="200" y="48"/>
                        </a:lnTo>
                        <a:lnTo>
                          <a:pt x="192" y="56"/>
                        </a:lnTo>
                        <a:lnTo>
                          <a:pt x="160" y="72"/>
                        </a:lnTo>
                        <a:lnTo>
                          <a:pt x="152" y="72"/>
                        </a:lnTo>
                        <a:lnTo>
                          <a:pt x="128" y="88"/>
                        </a:lnTo>
                        <a:lnTo>
                          <a:pt x="128" y="96"/>
                        </a:lnTo>
                        <a:lnTo>
                          <a:pt x="120" y="96"/>
                        </a:lnTo>
                        <a:lnTo>
                          <a:pt x="104" y="104"/>
                        </a:lnTo>
                        <a:lnTo>
                          <a:pt x="104" y="120"/>
                        </a:lnTo>
                        <a:lnTo>
                          <a:pt x="88" y="128"/>
                        </a:lnTo>
                        <a:lnTo>
                          <a:pt x="72" y="136"/>
                        </a:lnTo>
                        <a:lnTo>
                          <a:pt x="56" y="144"/>
                        </a:lnTo>
                        <a:lnTo>
                          <a:pt x="48" y="144"/>
                        </a:lnTo>
                        <a:lnTo>
                          <a:pt x="40" y="128"/>
                        </a:lnTo>
                        <a:lnTo>
                          <a:pt x="8" y="112"/>
                        </a:lnTo>
                        <a:lnTo>
                          <a:pt x="0" y="112"/>
                        </a:lnTo>
                        <a:lnTo>
                          <a:pt x="0" y="96"/>
                        </a:lnTo>
                        <a:lnTo>
                          <a:pt x="16" y="88"/>
                        </a:lnTo>
                        <a:lnTo>
                          <a:pt x="16" y="80"/>
                        </a:lnTo>
                        <a:lnTo>
                          <a:pt x="8" y="80"/>
                        </a:lnTo>
                        <a:lnTo>
                          <a:pt x="8" y="72"/>
                        </a:lnTo>
                        <a:lnTo>
                          <a:pt x="16" y="72"/>
                        </a:lnTo>
                        <a:lnTo>
                          <a:pt x="24" y="64"/>
                        </a:lnTo>
                        <a:lnTo>
                          <a:pt x="16" y="56"/>
                        </a:lnTo>
                        <a:lnTo>
                          <a:pt x="16" y="48"/>
                        </a:lnTo>
                        <a:lnTo>
                          <a:pt x="32" y="40"/>
                        </a:lnTo>
                        <a:lnTo>
                          <a:pt x="24" y="8"/>
                        </a:lnTo>
                        <a:lnTo>
                          <a:pt x="64" y="0"/>
                        </a:lnTo>
                        <a:lnTo>
                          <a:pt x="80" y="0"/>
                        </a:lnTo>
                        <a:lnTo>
                          <a:pt x="96" y="0"/>
                        </a:lnTo>
                        <a:lnTo>
                          <a:pt x="120" y="16"/>
                        </a:lnTo>
                        <a:lnTo>
                          <a:pt x="128" y="16"/>
                        </a:lnTo>
                        <a:lnTo>
                          <a:pt x="136" y="16"/>
                        </a:lnTo>
                        <a:lnTo>
                          <a:pt x="136" y="24"/>
                        </a:lnTo>
                        <a:lnTo>
                          <a:pt x="144" y="16"/>
                        </a:lnTo>
                        <a:lnTo>
                          <a:pt x="168" y="8"/>
                        </a:lnTo>
                        <a:lnTo>
                          <a:pt x="208" y="40"/>
                        </a:lnTo>
                        <a:lnTo>
                          <a:pt x="208" y="48"/>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47" name="Freeform 35">
                    <a:extLst>
                      <a:ext uri="{FF2B5EF4-FFF2-40B4-BE49-F238E27FC236}">
                        <a16:creationId xmlns:a16="http://schemas.microsoft.com/office/drawing/2014/main" id="{DA9F7205-40C9-C9D9-F62B-E25D808D1696}"/>
                      </a:ext>
                    </a:extLst>
                  </p:cNvPr>
                  <p:cNvSpPr>
                    <a:spLocks/>
                  </p:cNvSpPr>
                  <p:nvPr/>
                </p:nvSpPr>
                <p:spPr bwMode="gray">
                  <a:xfrm>
                    <a:off x="1287" y="1418"/>
                    <a:ext cx="90" cy="73"/>
                  </a:xfrm>
                  <a:custGeom>
                    <a:avLst/>
                    <a:gdLst>
                      <a:gd name="T0" fmla="*/ 34 w 128"/>
                      <a:gd name="T1" fmla="*/ 0 h 104"/>
                      <a:gd name="T2" fmla="*/ 31 w 128"/>
                      <a:gd name="T3" fmla="*/ 0 h 104"/>
                      <a:gd name="T4" fmla="*/ 27 w 128"/>
                      <a:gd name="T5" fmla="*/ 3 h 104"/>
                      <a:gd name="T6" fmla="*/ 23 w 128"/>
                      <a:gd name="T7" fmla="*/ 3 h 104"/>
                      <a:gd name="T8" fmla="*/ 19 w 128"/>
                      <a:gd name="T9" fmla="*/ 0 h 104"/>
                      <a:gd name="T10" fmla="*/ 14 w 128"/>
                      <a:gd name="T11" fmla="*/ 0 h 104"/>
                      <a:gd name="T12" fmla="*/ 11 w 128"/>
                      <a:gd name="T13" fmla="*/ 0 h 104"/>
                      <a:gd name="T14" fmla="*/ 11 w 128"/>
                      <a:gd name="T15" fmla="*/ 3 h 104"/>
                      <a:gd name="T16" fmla="*/ 14 w 128"/>
                      <a:gd name="T17" fmla="*/ 6 h 104"/>
                      <a:gd name="T18" fmla="*/ 11 w 128"/>
                      <a:gd name="T19" fmla="*/ 6 h 104"/>
                      <a:gd name="T20" fmla="*/ 11 w 128"/>
                      <a:gd name="T21" fmla="*/ 8 h 104"/>
                      <a:gd name="T22" fmla="*/ 17 w 128"/>
                      <a:gd name="T23" fmla="*/ 8 h 104"/>
                      <a:gd name="T24" fmla="*/ 17 w 128"/>
                      <a:gd name="T25" fmla="*/ 11 h 104"/>
                      <a:gd name="T26" fmla="*/ 14 w 128"/>
                      <a:gd name="T27" fmla="*/ 11 h 104"/>
                      <a:gd name="T28" fmla="*/ 17 w 128"/>
                      <a:gd name="T29" fmla="*/ 17 h 104"/>
                      <a:gd name="T30" fmla="*/ 14 w 128"/>
                      <a:gd name="T31" fmla="*/ 17 h 104"/>
                      <a:gd name="T32" fmla="*/ 11 w 128"/>
                      <a:gd name="T33" fmla="*/ 17 h 104"/>
                      <a:gd name="T34" fmla="*/ 6 w 128"/>
                      <a:gd name="T35" fmla="*/ 14 h 104"/>
                      <a:gd name="T36" fmla="*/ 0 w 128"/>
                      <a:gd name="T37" fmla="*/ 14 h 104"/>
                      <a:gd name="T38" fmla="*/ 0 w 128"/>
                      <a:gd name="T39" fmla="*/ 17 h 104"/>
                      <a:gd name="T40" fmla="*/ 0 w 128"/>
                      <a:gd name="T41" fmla="*/ 19 h 104"/>
                      <a:gd name="T42" fmla="*/ 6 w 128"/>
                      <a:gd name="T43" fmla="*/ 22 h 104"/>
                      <a:gd name="T44" fmla="*/ 8 w 128"/>
                      <a:gd name="T45" fmla="*/ 25 h 104"/>
                      <a:gd name="T46" fmla="*/ 14 w 128"/>
                      <a:gd name="T47" fmla="*/ 25 h 104"/>
                      <a:gd name="T48" fmla="*/ 14 w 128"/>
                      <a:gd name="T49" fmla="*/ 27 h 104"/>
                      <a:gd name="T50" fmla="*/ 19 w 128"/>
                      <a:gd name="T51" fmla="*/ 27 h 104"/>
                      <a:gd name="T52" fmla="*/ 23 w 128"/>
                      <a:gd name="T53" fmla="*/ 36 h 104"/>
                      <a:gd name="T54" fmla="*/ 31 w 128"/>
                      <a:gd name="T55" fmla="*/ 36 h 104"/>
                      <a:gd name="T56" fmla="*/ 31 w 128"/>
                      <a:gd name="T57" fmla="*/ 33 h 104"/>
                      <a:gd name="T58" fmla="*/ 27 w 128"/>
                      <a:gd name="T59" fmla="*/ 33 h 104"/>
                      <a:gd name="T60" fmla="*/ 27 w 128"/>
                      <a:gd name="T61" fmla="*/ 31 h 104"/>
                      <a:gd name="T62" fmla="*/ 34 w 128"/>
                      <a:gd name="T63" fmla="*/ 33 h 104"/>
                      <a:gd name="T64" fmla="*/ 41 w 128"/>
                      <a:gd name="T65" fmla="*/ 31 h 104"/>
                      <a:gd name="T66" fmla="*/ 41 w 128"/>
                      <a:gd name="T67" fmla="*/ 27 h 104"/>
                      <a:gd name="T68" fmla="*/ 41 w 128"/>
                      <a:gd name="T69" fmla="*/ 22 h 104"/>
                      <a:gd name="T70" fmla="*/ 44 w 128"/>
                      <a:gd name="T71" fmla="*/ 19 h 104"/>
                      <a:gd name="T72" fmla="*/ 41 w 128"/>
                      <a:gd name="T73" fmla="*/ 19 h 104"/>
                      <a:gd name="T74" fmla="*/ 41 w 128"/>
                      <a:gd name="T75" fmla="*/ 17 h 104"/>
                      <a:gd name="T76" fmla="*/ 36 w 128"/>
                      <a:gd name="T77" fmla="*/ 17 h 104"/>
                      <a:gd name="T78" fmla="*/ 36 w 128"/>
                      <a:gd name="T79" fmla="*/ 14 h 104"/>
                      <a:gd name="T80" fmla="*/ 27 w 128"/>
                      <a:gd name="T81" fmla="*/ 14 h 104"/>
                      <a:gd name="T82" fmla="*/ 31 w 128"/>
                      <a:gd name="T83" fmla="*/ 11 h 104"/>
                      <a:gd name="T84" fmla="*/ 36 w 128"/>
                      <a:gd name="T85" fmla="*/ 6 h 104"/>
                      <a:gd name="T86" fmla="*/ 39 w 128"/>
                      <a:gd name="T87" fmla="*/ 3 h 104"/>
                      <a:gd name="T88" fmla="*/ 39 w 128"/>
                      <a:gd name="T89" fmla="*/ 0 h 104"/>
                      <a:gd name="T90" fmla="*/ 34 w 128"/>
                      <a:gd name="T91" fmla="*/ 0 h 1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8"/>
                      <a:gd name="T139" fmla="*/ 0 h 104"/>
                      <a:gd name="T140" fmla="*/ 128 w 128"/>
                      <a:gd name="T141" fmla="*/ 104 h 1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8" h="104">
                        <a:moveTo>
                          <a:pt x="96" y="0"/>
                        </a:moveTo>
                        <a:lnTo>
                          <a:pt x="88" y="0"/>
                        </a:lnTo>
                        <a:lnTo>
                          <a:pt x="80" y="8"/>
                        </a:lnTo>
                        <a:lnTo>
                          <a:pt x="64" y="8"/>
                        </a:lnTo>
                        <a:lnTo>
                          <a:pt x="56" y="0"/>
                        </a:lnTo>
                        <a:lnTo>
                          <a:pt x="40" y="0"/>
                        </a:lnTo>
                        <a:lnTo>
                          <a:pt x="32" y="0"/>
                        </a:lnTo>
                        <a:lnTo>
                          <a:pt x="32" y="8"/>
                        </a:lnTo>
                        <a:lnTo>
                          <a:pt x="40" y="16"/>
                        </a:lnTo>
                        <a:lnTo>
                          <a:pt x="32" y="16"/>
                        </a:lnTo>
                        <a:lnTo>
                          <a:pt x="32" y="24"/>
                        </a:lnTo>
                        <a:lnTo>
                          <a:pt x="48" y="24"/>
                        </a:lnTo>
                        <a:lnTo>
                          <a:pt x="48" y="32"/>
                        </a:lnTo>
                        <a:lnTo>
                          <a:pt x="40" y="32"/>
                        </a:lnTo>
                        <a:lnTo>
                          <a:pt x="48" y="48"/>
                        </a:lnTo>
                        <a:lnTo>
                          <a:pt x="40" y="48"/>
                        </a:lnTo>
                        <a:lnTo>
                          <a:pt x="32" y="48"/>
                        </a:lnTo>
                        <a:lnTo>
                          <a:pt x="16" y="40"/>
                        </a:lnTo>
                        <a:lnTo>
                          <a:pt x="0" y="40"/>
                        </a:lnTo>
                        <a:lnTo>
                          <a:pt x="0" y="48"/>
                        </a:lnTo>
                        <a:lnTo>
                          <a:pt x="0" y="56"/>
                        </a:lnTo>
                        <a:lnTo>
                          <a:pt x="16" y="64"/>
                        </a:lnTo>
                        <a:lnTo>
                          <a:pt x="24" y="72"/>
                        </a:lnTo>
                        <a:lnTo>
                          <a:pt x="40" y="72"/>
                        </a:lnTo>
                        <a:lnTo>
                          <a:pt x="40" y="80"/>
                        </a:lnTo>
                        <a:lnTo>
                          <a:pt x="56" y="80"/>
                        </a:lnTo>
                        <a:lnTo>
                          <a:pt x="64" y="104"/>
                        </a:lnTo>
                        <a:lnTo>
                          <a:pt x="88" y="104"/>
                        </a:lnTo>
                        <a:lnTo>
                          <a:pt x="88" y="96"/>
                        </a:lnTo>
                        <a:lnTo>
                          <a:pt x="80" y="96"/>
                        </a:lnTo>
                        <a:lnTo>
                          <a:pt x="80" y="88"/>
                        </a:lnTo>
                        <a:lnTo>
                          <a:pt x="96" y="96"/>
                        </a:lnTo>
                        <a:lnTo>
                          <a:pt x="120" y="88"/>
                        </a:lnTo>
                        <a:lnTo>
                          <a:pt x="120" y="80"/>
                        </a:lnTo>
                        <a:lnTo>
                          <a:pt x="120" y="64"/>
                        </a:lnTo>
                        <a:lnTo>
                          <a:pt x="128" y="56"/>
                        </a:lnTo>
                        <a:lnTo>
                          <a:pt x="120" y="56"/>
                        </a:lnTo>
                        <a:lnTo>
                          <a:pt x="120" y="48"/>
                        </a:lnTo>
                        <a:lnTo>
                          <a:pt x="104" y="48"/>
                        </a:lnTo>
                        <a:lnTo>
                          <a:pt x="104" y="40"/>
                        </a:lnTo>
                        <a:lnTo>
                          <a:pt x="80" y="40"/>
                        </a:lnTo>
                        <a:lnTo>
                          <a:pt x="88" y="32"/>
                        </a:lnTo>
                        <a:lnTo>
                          <a:pt x="104" y="16"/>
                        </a:lnTo>
                        <a:lnTo>
                          <a:pt x="112" y="8"/>
                        </a:lnTo>
                        <a:lnTo>
                          <a:pt x="112" y="0"/>
                        </a:lnTo>
                        <a:lnTo>
                          <a:pt x="96" y="0"/>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48" name="Freeform 36">
                    <a:extLst>
                      <a:ext uri="{FF2B5EF4-FFF2-40B4-BE49-F238E27FC236}">
                        <a16:creationId xmlns:a16="http://schemas.microsoft.com/office/drawing/2014/main" id="{EB52095E-D5DB-82D2-4667-DABA6D98B4D3}"/>
                      </a:ext>
                    </a:extLst>
                  </p:cNvPr>
                  <p:cNvSpPr>
                    <a:spLocks/>
                  </p:cNvSpPr>
                  <p:nvPr/>
                </p:nvSpPr>
                <p:spPr bwMode="gray">
                  <a:xfrm>
                    <a:off x="1219" y="1418"/>
                    <a:ext cx="34" cy="22"/>
                  </a:xfrm>
                  <a:custGeom>
                    <a:avLst/>
                    <a:gdLst>
                      <a:gd name="T0" fmla="*/ 0 w 48"/>
                      <a:gd name="T1" fmla="*/ 6 h 32"/>
                      <a:gd name="T2" fmla="*/ 6 w 48"/>
                      <a:gd name="T3" fmla="*/ 8 h 32"/>
                      <a:gd name="T4" fmla="*/ 11 w 48"/>
                      <a:gd name="T5" fmla="*/ 10 h 32"/>
                      <a:gd name="T6" fmla="*/ 14 w 48"/>
                      <a:gd name="T7" fmla="*/ 10 h 32"/>
                      <a:gd name="T8" fmla="*/ 17 w 48"/>
                      <a:gd name="T9" fmla="*/ 3 h 32"/>
                      <a:gd name="T10" fmla="*/ 14 w 48"/>
                      <a:gd name="T11" fmla="*/ 3 h 32"/>
                      <a:gd name="T12" fmla="*/ 11 w 48"/>
                      <a:gd name="T13" fmla="*/ 0 h 32"/>
                      <a:gd name="T14" fmla="*/ 3 w 48"/>
                      <a:gd name="T15" fmla="*/ 3 h 32"/>
                      <a:gd name="T16" fmla="*/ 0 w 48"/>
                      <a:gd name="T17" fmla="*/ 6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32"/>
                      <a:gd name="T29" fmla="*/ 48 w 48"/>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32">
                        <a:moveTo>
                          <a:pt x="0" y="16"/>
                        </a:moveTo>
                        <a:lnTo>
                          <a:pt x="16" y="24"/>
                        </a:lnTo>
                        <a:lnTo>
                          <a:pt x="32" y="32"/>
                        </a:lnTo>
                        <a:lnTo>
                          <a:pt x="40" y="32"/>
                        </a:lnTo>
                        <a:lnTo>
                          <a:pt x="48" y="8"/>
                        </a:lnTo>
                        <a:lnTo>
                          <a:pt x="40" y="8"/>
                        </a:lnTo>
                        <a:lnTo>
                          <a:pt x="32" y="0"/>
                        </a:lnTo>
                        <a:lnTo>
                          <a:pt x="8" y="8"/>
                        </a:lnTo>
                        <a:lnTo>
                          <a:pt x="0"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49" name="Freeform 37">
                    <a:extLst>
                      <a:ext uri="{FF2B5EF4-FFF2-40B4-BE49-F238E27FC236}">
                        <a16:creationId xmlns:a16="http://schemas.microsoft.com/office/drawing/2014/main" id="{A2ECBB3B-2AC1-96A6-02FE-FE3710FEAF3D}"/>
                      </a:ext>
                    </a:extLst>
                  </p:cNvPr>
                  <p:cNvSpPr>
                    <a:spLocks/>
                  </p:cNvSpPr>
                  <p:nvPr/>
                </p:nvSpPr>
                <p:spPr bwMode="gray">
                  <a:xfrm>
                    <a:off x="1382" y="1407"/>
                    <a:ext cx="79" cy="67"/>
                  </a:xfrm>
                  <a:custGeom>
                    <a:avLst/>
                    <a:gdLst>
                      <a:gd name="T0" fmla="*/ 6 w 112"/>
                      <a:gd name="T1" fmla="*/ 33 h 96"/>
                      <a:gd name="T2" fmla="*/ 6 w 112"/>
                      <a:gd name="T3" fmla="*/ 30 h 96"/>
                      <a:gd name="T4" fmla="*/ 11 w 112"/>
                      <a:gd name="T5" fmla="*/ 33 h 96"/>
                      <a:gd name="T6" fmla="*/ 17 w 112"/>
                      <a:gd name="T7" fmla="*/ 24 h 96"/>
                      <a:gd name="T8" fmla="*/ 11 w 112"/>
                      <a:gd name="T9" fmla="*/ 22 h 96"/>
                      <a:gd name="T10" fmla="*/ 14 w 112"/>
                      <a:gd name="T11" fmla="*/ 19 h 96"/>
                      <a:gd name="T12" fmla="*/ 17 w 112"/>
                      <a:gd name="T13" fmla="*/ 22 h 96"/>
                      <a:gd name="T14" fmla="*/ 23 w 112"/>
                      <a:gd name="T15" fmla="*/ 22 h 96"/>
                      <a:gd name="T16" fmla="*/ 25 w 112"/>
                      <a:gd name="T17" fmla="*/ 22 h 96"/>
                      <a:gd name="T18" fmla="*/ 40 w 112"/>
                      <a:gd name="T19" fmla="*/ 6 h 96"/>
                      <a:gd name="T20" fmla="*/ 40 w 112"/>
                      <a:gd name="T21" fmla="*/ 3 h 96"/>
                      <a:gd name="T22" fmla="*/ 28 w 112"/>
                      <a:gd name="T23" fmla="*/ 3 h 96"/>
                      <a:gd name="T24" fmla="*/ 25 w 112"/>
                      <a:gd name="T25" fmla="*/ 3 h 96"/>
                      <a:gd name="T26" fmla="*/ 20 w 112"/>
                      <a:gd name="T27" fmla="*/ 0 h 96"/>
                      <a:gd name="T28" fmla="*/ 14 w 112"/>
                      <a:gd name="T29" fmla="*/ 0 h 96"/>
                      <a:gd name="T30" fmla="*/ 8 w 112"/>
                      <a:gd name="T31" fmla="*/ 0 h 96"/>
                      <a:gd name="T32" fmla="*/ 3 w 112"/>
                      <a:gd name="T33" fmla="*/ 3 h 96"/>
                      <a:gd name="T34" fmla="*/ 6 w 112"/>
                      <a:gd name="T35" fmla="*/ 6 h 96"/>
                      <a:gd name="T36" fmla="*/ 3 w 112"/>
                      <a:gd name="T37" fmla="*/ 6 h 96"/>
                      <a:gd name="T38" fmla="*/ 0 w 112"/>
                      <a:gd name="T39" fmla="*/ 6 h 96"/>
                      <a:gd name="T40" fmla="*/ 3 w 112"/>
                      <a:gd name="T41" fmla="*/ 19 h 96"/>
                      <a:gd name="T42" fmla="*/ 0 w 112"/>
                      <a:gd name="T43" fmla="*/ 19 h 96"/>
                      <a:gd name="T44" fmla="*/ 3 w 112"/>
                      <a:gd name="T45" fmla="*/ 24 h 96"/>
                      <a:gd name="T46" fmla="*/ 6 w 112"/>
                      <a:gd name="T47" fmla="*/ 33 h 9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2"/>
                      <a:gd name="T73" fmla="*/ 0 h 96"/>
                      <a:gd name="T74" fmla="*/ 112 w 112"/>
                      <a:gd name="T75" fmla="*/ 96 h 9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2" h="96">
                        <a:moveTo>
                          <a:pt x="16" y="96"/>
                        </a:moveTo>
                        <a:lnTo>
                          <a:pt x="16" y="88"/>
                        </a:lnTo>
                        <a:lnTo>
                          <a:pt x="32" y="96"/>
                        </a:lnTo>
                        <a:lnTo>
                          <a:pt x="48" y="72"/>
                        </a:lnTo>
                        <a:lnTo>
                          <a:pt x="32" y="64"/>
                        </a:lnTo>
                        <a:lnTo>
                          <a:pt x="40" y="56"/>
                        </a:lnTo>
                        <a:lnTo>
                          <a:pt x="48" y="64"/>
                        </a:lnTo>
                        <a:lnTo>
                          <a:pt x="64" y="64"/>
                        </a:lnTo>
                        <a:lnTo>
                          <a:pt x="72" y="64"/>
                        </a:lnTo>
                        <a:lnTo>
                          <a:pt x="112" y="16"/>
                        </a:lnTo>
                        <a:lnTo>
                          <a:pt x="112" y="8"/>
                        </a:lnTo>
                        <a:lnTo>
                          <a:pt x="80" y="8"/>
                        </a:lnTo>
                        <a:lnTo>
                          <a:pt x="72" y="8"/>
                        </a:lnTo>
                        <a:lnTo>
                          <a:pt x="56" y="0"/>
                        </a:lnTo>
                        <a:lnTo>
                          <a:pt x="40" y="0"/>
                        </a:lnTo>
                        <a:lnTo>
                          <a:pt x="24" y="0"/>
                        </a:lnTo>
                        <a:lnTo>
                          <a:pt x="8" y="8"/>
                        </a:lnTo>
                        <a:lnTo>
                          <a:pt x="16" y="16"/>
                        </a:lnTo>
                        <a:lnTo>
                          <a:pt x="8" y="16"/>
                        </a:lnTo>
                        <a:lnTo>
                          <a:pt x="0" y="16"/>
                        </a:lnTo>
                        <a:lnTo>
                          <a:pt x="8" y="56"/>
                        </a:lnTo>
                        <a:lnTo>
                          <a:pt x="0" y="56"/>
                        </a:lnTo>
                        <a:lnTo>
                          <a:pt x="8" y="72"/>
                        </a:lnTo>
                        <a:lnTo>
                          <a:pt x="16" y="96"/>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50" name="Freeform 38">
                    <a:extLst>
                      <a:ext uri="{FF2B5EF4-FFF2-40B4-BE49-F238E27FC236}">
                        <a16:creationId xmlns:a16="http://schemas.microsoft.com/office/drawing/2014/main" id="{5F943811-6EB1-3217-14F5-B0074E1A86B4}"/>
                      </a:ext>
                    </a:extLst>
                  </p:cNvPr>
                  <p:cNvSpPr>
                    <a:spLocks/>
                  </p:cNvSpPr>
                  <p:nvPr/>
                </p:nvSpPr>
                <p:spPr bwMode="gray">
                  <a:xfrm>
                    <a:off x="1337" y="1412"/>
                    <a:ext cx="17" cy="6"/>
                  </a:xfrm>
                  <a:custGeom>
                    <a:avLst/>
                    <a:gdLst>
                      <a:gd name="T0" fmla="*/ 0 w 24"/>
                      <a:gd name="T1" fmla="*/ 4 h 8"/>
                      <a:gd name="T2" fmla="*/ 3 w 24"/>
                      <a:gd name="T3" fmla="*/ 4 h 8"/>
                      <a:gd name="T4" fmla="*/ 6 w 24"/>
                      <a:gd name="T5" fmla="*/ 4 h 8"/>
                      <a:gd name="T6" fmla="*/ 9 w 24"/>
                      <a:gd name="T7" fmla="*/ 0 h 8"/>
                      <a:gd name="T8" fmla="*/ 3 w 24"/>
                      <a:gd name="T9" fmla="*/ 0 h 8"/>
                      <a:gd name="T10" fmla="*/ 0 w 24"/>
                      <a:gd name="T11" fmla="*/ 0 h 8"/>
                      <a:gd name="T12" fmla="*/ 0 w 24"/>
                      <a:gd name="T13" fmla="*/ 4 h 8"/>
                      <a:gd name="T14" fmla="*/ 0 60000 65536"/>
                      <a:gd name="T15" fmla="*/ 0 60000 65536"/>
                      <a:gd name="T16" fmla="*/ 0 60000 65536"/>
                      <a:gd name="T17" fmla="*/ 0 60000 65536"/>
                      <a:gd name="T18" fmla="*/ 0 60000 65536"/>
                      <a:gd name="T19" fmla="*/ 0 60000 65536"/>
                      <a:gd name="T20" fmla="*/ 0 60000 65536"/>
                      <a:gd name="T21" fmla="*/ 0 w 24"/>
                      <a:gd name="T22" fmla="*/ 0 h 8"/>
                      <a:gd name="T23" fmla="*/ 24 w 24"/>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8">
                        <a:moveTo>
                          <a:pt x="0" y="8"/>
                        </a:moveTo>
                        <a:lnTo>
                          <a:pt x="8" y="8"/>
                        </a:lnTo>
                        <a:lnTo>
                          <a:pt x="16" y="8"/>
                        </a:lnTo>
                        <a:lnTo>
                          <a:pt x="24" y="0"/>
                        </a:lnTo>
                        <a:lnTo>
                          <a:pt x="8" y="0"/>
                        </a:lnTo>
                        <a:lnTo>
                          <a:pt x="0" y="0"/>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51" name="Freeform 39">
                    <a:extLst>
                      <a:ext uri="{FF2B5EF4-FFF2-40B4-BE49-F238E27FC236}">
                        <a16:creationId xmlns:a16="http://schemas.microsoft.com/office/drawing/2014/main" id="{496B6C92-F076-26E3-40C7-35F8087C9839}"/>
                      </a:ext>
                    </a:extLst>
                  </p:cNvPr>
                  <p:cNvSpPr>
                    <a:spLocks/>
                  </p:cNvSpPr>
                  <p:nvPr/>
                </p:nvSpPr>
                <p:spPr bwMode="gray">
                  <a:xfrm>
                    <a:off x="1467" y="1418"/>
                    <a:ext cx="405" cy="343"/>
                  </a:xfrm>
                  <a:custGeom>
                    <a:avLst/>
                    <a:gdLst>
                      <a:gd name="T0" fmla="*/ 11 w 576"/>
                      <a:gd name="T1" fmla="*/ 6 h 488"/>
                      <a:gd name="T2" fmla="*/ 0 w 576"/>
                      <a:gd name="T3" fmla="*/ 25 h 488"/>
                      <a:gd name="T4" fmla="*/ 17 w 576"/>
                      <a:gd name="T5" fmla="*/ 39 h 488"/>
                      <a:gd name="T6" fmla="*/ 3 w 576"/>
                      <a:gd name="T7" fmla="*/ 39 h 488"/>
                      <a:gd name="T8" fmla="*/ 19 w 576"/>
                      <a:gd name="T9" fmla="*/ 50 h 488"/>
                      <a:gd name="T10" fmla="*/ 36 w 576"/>
                      <a:gd name="T11" fmla="*/ 50 h 488"/>
                      <a:gd name="T12" fmla="*/ 56 w 576"/>
                      <a:gd name="T13" fmla="*/ 56 h 488"/>
                      <a:gd name="T14" fmla="*/ 56 w 576"/>
                      <a:gd name="T15" fmla="*/ 50 h 488"/>
                      <a:gd name="T16" fmla="*/ 67 w 576"/>
                      <a:gd name="T17" fmla="*/ 50 h 488"/>
                      <a:gd name="T18" fmla="*/ 72 w 576"/>
                      <a:gd name="T19" fmla="*/ 44 h 488"/>
                      <a:gd name="T20" fmla="*/ 86 w 576"/>
                      <a:gd name="T21" fmla="*/ 53 h 488"/>
                      <a:gd name="T22" fmla="*/ 92 w 576"/>
                      <a:gd name="T23" fmla="*/ 67 h 488"/>
                      <a:gd name="T24" fmla="*/ 105 w 576"/>
                      <a:gd name="T25" fmla="*/ 67 h 488"/>
                      <a:gd name="T26" fmla="*/ 120 w 576"/>
                      <a:gd name="T27" fmla="*/ 77 h 488"/>
                      <a:gd name="T28" fmla="*/ 117 w 576"/>
                      <a:gd name="T29" fmla="*/ 92 h 488"/>
                      <a:gd name="T30" fmla="*/ 108 w 576"/>
                      <a:gd name="T31" fmla="*/ 111 h 488"/>
                      <a:gd name="T32" fmla="*/ 86 w 576"/>
                      <a:gd name="T33" fmla="*/ 114 h 488"/>
                      <a:gd name="T34" fmla="*/ 94 w 576"/>
                      <a:gd name="T35" fmla="*/ 134 h 488"/>
                      <a:gd name="T36" fmla="*/ 108 w 576"/>
                      <a:gd name="T37" fmla="*/ 125 h 488"/>
                      <a:gd name="T38" fmla="*/ 122 w 576"/>
                      <a:gd name="T39" fmla="*/ 139 h 488"/>
                      <a:gd name="T40" fmla="*/ 131 w 576"/>
                      <a:gd name="T41" fmla="*/ 150 h 488"/>
                      <a:gd name="T42" fmla="*/ 148 w 576"/>
                      <a:gd name="T43" fmla="*/ 167 h 488"/>
                      <a:gd name="T44" fmla="*/ 159 w 576"/>
                      <a:gd name="T45" fmla="*/ 159 h 488"/>
                      <a:gd name="T46" fmla="*/ 153 w 576"/>
                      <a:gd name="T47" fmla="*/ 144 h 488"/>
                      <a:gd name="T48" fmla="*/ 172 w 576"/>
                      <a:gd name="T49" fmla="*/ 159 h 488"/>
                      <a:gd name="T50" fmla="*/ 175 w 576"/>
                      <a:gd name="T51" fmla="*/ 144 h 488"/>
                      <a:gd name="T52" fmla="*/ 175 w 576"/>
                      <a:gd name="T53" fmla="*/ 131 h 488"/>
                      <a:gd name="T54" fmla="*/ 155 w 576"/>
                      <a:gd name="T55" fmla="*/ 111 h 488"/>
                      <a:gd name="T56" fmla="*/ 159 w 576"/>
                      <a:gd name="T57" fmla="*/ 100 h 488"/>
                      <a:gd name="T58" fmla="*/ 175 w 576"/>
                      <a:gd name="T59" fmla="*/ 100 h 488"/>
                      <a:gd name="T60" fmla="*/ 181 w 576"/>
                      <a:gd name="T61" fmla="*/ 117 h 488"/>
                      <a:gd name="T62" fmla="*/ 189 w 576"/>
                      <a:gd name="T63" fmla="*/ 111 h 488"/>
                      <a:gd name="T64" fmla="*/ 198 w 576"/>
                      <a:gd name="T65" fmla="*/ 89 h 488"/>
                      <a:gd name="T66" fmla="*/ 186 w 576"/>
                      <a:gd name="T67" fmla="*/ 84 h 488"/>
                      <a:gd name="T68" fmla="*/ 175 w 576"/>
                      <a:gd name="T69" fmla="*/ 75 h 488"/>
                      <a:gd name="T70" fmla="*/ 145 w 576"/>
                      <a:gd name="T71" fmla="*/ 67 h 488"/>
                      <a:gd name="T72" fmla="*/ 161 w 576"/>
                      <a:gd name="T73" fmla="*/ 61 h 488"/>
                      <a:gd name="T74" fmla="*/ 150 w 576"/>
                      <a:gd name="T75" fmla="*/ 53 h 488"/>
                      <a:gd name="T76" fmla="*/ 142 w 576"/>
                      <a:gd name="T77" fmla="*/ 41 h 488"/>
                      <a:gd name="T78" fmla="*/ 134 w 576"/>
                      <a:gd name="T79" fmla="*/ 41 h 488"/>
                      <a:gd name="T80" fmla="*/ 128 w 576"/>
                      <a:gd name="T81" fmla="*/ 31 h 488"/>
                      <a:gd name="T82" fmla="*/ 114 w 576"/>
                      <a:gd name="T83" fmla="*/ 36 h 488"/>
                      <a:gd name="T84" fmla="*/ 105 w 576"/>
                      <a:gd name="T85" fmla="*/ 33 h 488"/>
                      <a:gd name="T86" fmla="*/ 103 w 576"/>
                      <a:gd name="T87" fmla="*/ 25 h 488"/>
                      <a:gd name="T88" fmla="*/ 84 w 576"/>
                      <a:gd name="T89" fmla="*/ 17 h 488"/>
                      <a:gd name="T90" fmla="*/ 78 w 576"/>
                      <a:gd name="T91" fmla="*/ 27 h 488"/>
                      <a:gd name="T92" fmla="*/ 67 w 576"/>
                      <a:gd name="T93" fmla="*/ 25 h 488"/>
                      <a:gd name="T94" fmla="*/ 64 w 576"/>
                      <a:gd name="T95" fmla="*/ 11 h 488"/>
                      <a:gd name="T96" fmla="*/ 56 w 576"/>
                      <a:gd name="T97" fmla="*/ 0 h 488"/>
                      <a:gd name="T98" fmla="*/ 39 w 576"/>
                      <a:gd name="T99" fmla="*/ 8 h 488"/>
                      <a:gd name="T100" fmla="*/ 36 w 576"/>
                      <a:gd name="T101" fmla="*/ 22 h 488"/>
                      <a:gd name="T102" fmla="*/ 34 w 576"/>
                      <a:gd name="T103" fmla="*/ 36 h 488"/>
                      <a:gd name="T104" fmla="*/ 34 w 576"/>
                      <a:gd name="T105" fmla="*/ 8 h 48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76"/>
                      <a:gd name="T160" fmla="*/ 0 h 488"/>
                      <a:gd name="T161" fmla="*/ 576 w 576"/>
                      <a:gd name="T162" fmla="*/ 488 h 48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76" h="488">
                        <a:moveTo>
                          <a:pt x="96" y="0"/>
                        </a:moveTo>
                        <a:lnTo>
                          <a:pt x="88" y="0"/>
                        </a:lnTo>
                        <a:lnTo>
                          <a:pt x="80" y="0"/>
                        </a:lnTo>
                        <a:lnTo>
                          <a:pt x="64" y="0"/>
                        </a:lnTo>
                        <a:lnTo>
                          <a:pt x="32" y="16"/>
                        </a:lnTo>
                        <a:lnTo>
                          <a:pt x="16" y="32"/>
                        </a:lnTo>
                        <a:lnTo>
                          <a:pt x="16" y="48"/>
                        </a:lnTo>
                        <a:lnTo>
                          <a:pt x="0" y="56"/>
                        </a:lnTo>
                        <a:lnTo>
                          <a:pt x="8" y="64"/>
                        </a:lnTo>
                        <a:lnTo>
                          <a:pt x="0" y="72"/>
                        </a:lnTo>
                        <a:lnTo>
                          <a:pt x="0" y="80"/>
                        </a:lnTo>
                        <a:lnTo>
                          <a:pt x="0" y="88"/>
                        </a:lnTo>
                        <a:lnTo>
                          <a:pt x="8" y="104"/>
                        </a:lnTo>
                        <a:lnTo>
                          <a:pt x="32" y="104"/>
                        </a:lnTo>
                        <a:lnTo>
                          <a:pt x="48" y="112"/>
                        </a:lnTo>
                        <a:lnTo>
                          <a:pt x="56" y="112"/>
                        </a:lnTo>
                        <a:lnTo>
                          <a:pt x="40" y="112"/>
                        </a:lnTo>
                        <a:lnTo>
                          <a:pt x="32" y="112"/>
                        </a:lnTo>
                        <a:lnTo>
                          <a:pt x="16" y="112"/>
                        </a:lnTo>
                        <a:lnTo>
                          <a:pt x="8" y="112"/>
                        </a:lnTo>
                        <a:lnTo>
                          <a:pt x="16" y="120"/>
                        </a:lnTo>
                        <a:lnTo>
                          <a:pt x="24" y="128"/>
                        </a:lnTo>
                        <a:lnTo>
                          <a:pt x="32" y="136"/>
                        </a:lnTo>
                        <a:lnTo>
                          <a:pt x="48" y="144"/>
                        </a:lnTo>
                        <a:lnTo>
                          <a:pt x="56" y="144"/>
                        </a:lnTo>
                        <a:lnTo>
                          <a:pt x="64" y="136"/>
                        </a:lnTo>
                        <a:lnTo>
                          <a:pt x="72" y="136"/>
                        </a:lnTo>
                        <a:lnTo>
                          <a:pt x="80" y="144"/>
                        </a:lnTo>
                        <a:lnTo>
                          <a:pt x="88" y="152"/>
                        </a:lnTo>
                        <a:lnTo>
                          <a:pt x="104" y="144"/>
                        </a:lnTo>
                        <a:lnTo>
                          <a:pt x="112" y="144"/>
                        </a:lnTo>
                        <a:lnTo>
                          <a:pt x="128" y="152"/>
                        </a:lnTo>
                        <a:lnTo>
                          <a:pt x="136" y="152"/>
                        </a:lnTo>
                        <a:lnTo>
                          <a:pt x="144" y="152"/>
                        </a:lnTo>
                        <a:lnTo>
                          <a:pt x="160" y="160"/>
                        </a:lnTo>
                        <a:lnTo>
                          <a:pt x="160" y="152"/>
                        </a:lnTo>
                        <a:lnTo>
                          <a:pt x="152" y="152"/>
                        </a:lnTo>
                        <a:lnTo>
                          <a:pt x="144" y="144"/>
                        </a:lnTo>
                        <a:lnTo>
                          <a:pt x="152" y="144"/>
                        </a:lnTo>
                        <a:lnTo>
                          <a:pt x="160" y="144"/>
                        </a:lnTo>
                        <a:lnTo>
                          <a:pt x="168" y="152"/>
                        </a:lnTo>
                        <a:lnTo>
                          <a:pt x="176" y="160"/>
                        </a:lnTo>
                        <a:lnTo>
                          <a:pt x="184" y="152"/>
                        </a:lnTo>
                        <a:lnTo>
                          <a:pt x="176" y="152"/>
                        </a:lnTo>
                        <a:lnTo>
                          <a:pt x="192" y="144"/>
                        </a:lnTo>
                        <a:lnTo>
                          <a:pt x="208" y="152"/>
                        </a:lnTo>
                        <a:lnTo>
                          <a:pt x="224" y="152"/>
                        </a:lnTo>
                        <a:lnTo>
                          <a:pt x="232" y="144"/>
                        </a:lnTo>
                        <a:lnTo>
                          <a:pt x="208" y="136"/>
                        </a:lnTo>
                        <a:lnTo>
                          <a:pt x="208" y="128"/>
                        </a:lnTo>
                        <a:lnTo>
                          <a:pt x="224" y="128"/>
                        </a:lnTo>
                        <a:lnTo>
                          <a:pt x="232" y="136"/>
                        </a:lnTo>
                        <a:lnTo>
                          <a:pt x="240" y="136"/>
                        </a:lnTo>
                        <a:lnTo>
                          <a:pt x="248" y="144"/>
                        </a:lnTo>
                        <a:lnTo>
                          <a:pt x="248" y="152"/>
                        </a:lnTo>
                        <a:lnTo>
                          <a:pt x="256" y="160"/>
                        </a:lnTo>
                        <a:lnTo>
                          <a:pt x="264" y="168"/>
                        </a:lnTo>
                        <a:lnTo>
                          <a:pt x="288" y="176"/>
                        </a:lnTo>
                        <a:lnTo>
                          <a:pt x="288" y="184"/>
                        </a:lnTo>
                        <a:lnTo>
                          <a:pt x="264" y="192"/>
                        </a:lnTo>
                        <a:lnTo>
                          <a:pt x="280" y="200"/>
                        </a:lnTo>
                        <a:lnTo>
                          <a:pt x="288" y="192"/>
                        </a:lnTo>
                        <a:lnTo>
                          <a:pt x="296" y="184"/>
                        </a:lnTo>
                        <a:lnTo>
                          <a:pt x="312" y="184"/>
                        </a:lnTo>
                        <a:lnTo>
                          <a:pt x="304" y="192"/>
                        </a:lnTo>
                        <a:lnTo>
                          <a:pt x="312" y="200"/>
                        </a:lnTo>
                        <a:lnTo>
                          <a:pt x="328" y="200"/>
                        </a:lnTo>
                        <a:lnTo>
                          <a:pt x="328" y="208"/>
                        </a:lnTo>
                        <a:lnTo>
                          <a:pt x="344" y="216"/>
                        </a:lnTo>
                        <a:lnTo>
                          <a:pt x="344" y="224"/>
                        </a:lnTo>
                        <a:lnTo>
                          <a:pt x="344" y="232"/>
                        </a:lnTo>
                        <a:lnTo>
                          <a:pt x="352" y="232"/>
                        </a:lnTo>
                        <a:lnTo>
                          <a:pt x="352" y="256"/>
                        </a:lnTo>
                        <a:lnTo>
                          <a:pt x="344" y="256"/>
                        </a:lnTo>
                        <a:lnTo>
                          <a:pt x="336" y="264"/>
                        </a:lnTo>
                        <a:lnTo>
                          <a:pt x="312" y="288"/>
                        </a:lnTo>
                        <a:lnTo>
                          <a:pt x="312" y="304"/>
                        </a:lnTo>
                        <a:lnTo>
                          <a:pt x="328" y="312"/>
                        </a:lnTo>
                        <a:lnTo>
                          <a:pt x="328" y="328"/>
                        </a:lnTo>
                        <a:lnTo>
                          <a:pt x="312" y="320"/>
                        </a:lnTo>
                        <a:lnTo>
                          <a:pt x="296" y="328"/>
                        </a:lnTo>
                        <a:lnTo>
                          <a:pt x="272" y="336"/>
                        </a:lnTo>
                        <a:lnTo>
                          <a:pt x="264" y="328"/>
                        </a:lnTo>
                        <a:lnTo>
                          <a:pt x="256" y="320"/>
                        </a:lnTo>
                        <a:lnTo>
                          <a:pt x="248" y="328"/>
                        </a:lnTo>
                        <a:lnTo>
                          <a:pt x="248" y="336"/>
                        </a:lnTo>
                        <a:lnTo>
                          <a:pt x="232" y="352"/>
                        </a:lnTo>
                        <a:lnTo>
                          <a:pt x="232" y="368"/>
                        </a:lnTo>
                        <a:lnTo>
                          <a:pt x="248" y="376"/>
                        </a:lnTo>
                        <a:lnTo>
                          <a:pt x="272" y="384"/>
                        </a:lnTo>
                        <a:lnTo>
                          <a:pt x="280" y="360"/>
                        </a:lnTo>
                        <a:lnTo>
                          <a:pt x="288" y="360"/>
                        </a:lnTo>
                        <a:lnTo>
                          <a:pt x="304" y="376"/>
                        </a:lnTo>
                        <a:lnTo>
                          <a:pt x="312" y="376"/>
                        </a:lnTo>
                        <a:lnTo>
                          <a:pt x="312" y="360"/>
                        </a:lnTo>
                        <a:lnTo>
                          <a:pt x="320" y="360"/>
                        </a:lnTo>
                        <a:lnTo>
                          <a:pt x="320" y="368"/>
                        </a:lnTo>
                        <a:lnTo>
                          <a:pt x="336" y="368"/>
                        </a:lnTo>
                        <a:lnTo>
                          <a:pt x="336" y="392"/>
                        </a:lnTo>
                        <a:lnTo>
                          <a:pt x="352" y="400"/>
                        </a:lnTo>
                        <a:lnTo>
                          <a:pt x="368" y="408"/>
                        </a:lnTo>
                        <a:lnTo>
                          <a:pt x="368" y="416"/>
                        </a:lnTo>
                        <a:lnTo>
                          <a:pt x="360" y="416"/>
                        </a:lnTo>
                        <a:lnTo>
                          <a:pt x="368" y="432"/>
                        </a:lnTo>
                        <a:lnTo>
                          <a:pt x="376" y="432"/>
                        </a:lnTo>
                        <a:lnTo>
                          <a:pt x="392" y="448"/>
                        </a:lnTo>
                        <a:lnTo>
                          <a:pt x="400" y="448"/>
                        </a:lnTo>
                        <a:lnTo>
                          <a:pt x="408" y="448"/>
                        </a:lnTo>
                        <a:lnTo>
                          <a:pt x="408" y="464"/>
                        </a:lnTo>
                        <a:lnTo>
                          <a:pt x="424" y="480"/>
                        </a:lnTo>
                        <a:lnTo>
                          <a:pt x="440" y="480"/>
                        </a:lnTo>
                        <a:lnTo>
                          <a:pt x="472" y="488"/>
                        </a:lnTo>
                        <a:lnTo>
                          <a:pt x="480" y="480"/>
                        </a:lnTo>
                        <a:lnTo>
                          <a:pt x="472" y="464"/>
                        </a:lnTo>
                        <a:lnTo>
                          <a:pt x="456" y="456"/>
                        </a:lnTo>
                        <a:lnTo>
                          <a:pt x="440" y="440"/>
                        </a:lnTo>
                        <a:lnTo>
                          <a:pt x="424" y="408"/>
                        </a:lnTo>
                        <a:lnTo>
                          <a:pt x="424" y="400"/>
                        </a:lnTo>
                        <a:lnTo>
                          <a:pt x="432" y="400"/>
                        </a:lnTo>
                        <a:lnTo>
                          <a:pt x="440" y="416"/>
                        </a:lnTo>
                        <a:lnTo>
                          <a:pt x="448" y="408"/>
                        </a:lnTo>
                        <a:lnTo>
                          <a:pt x="456" y="424"/>
                        </a:lnTo>
                        <a:lnTo>
                          <a:pt x="472" y="416"/>
                        </a:lnTo>
                        <a:lnTo>
                          <a:pt x="480" y="440"/>
                        </a:lnTo>
                        <a:lnTo>
                          <a:pt x="496" y="456"/>
                        </a:lnTo>
                        <a:lnTo>
                          <a:pt x="504" y="456"/>
                        </a:lnTo>
                        <a:lnTo>
                          <a:pt x="504" y="440"/>
                        </a:lnTo>
                        <a:lnTo>
                          <a:pt x="512" y="432"/>
                        </a:lnTo>
                        <a:lnTo>
                          <a:pt x="504" y="424"/>
                        </a:lnTo>
                        <a:lnTo>
                          <a:pt x="504" y="416"/>
                        </a:lnTo>
                        <a:lnTo>
                          <a:pt x="520" y="416"/>
                        </a:lnTo>
                        <a:lnTo>
                          <a:pt x="520" y="408"/>
                        </a:lnTo>
                        <a:lnTo>
                          <a:pt x="504" y="392"/>
                        </a:lnTo>
                        <a:lnTo>
                          <a:pt x="504" y="384"/>
                        </a:lnTo>
                        <a:lnTo>
                          <a:pt x="504" y="376"/>
                        </a:lnTo>
                        <a:lnTo>
                          <a:pt x="488" y="352"/>
                        </a:lnTo>
                        <a:lnTo>
                          <a:pt x="472" y="352"/>
                        </a:lnTo>
                        <a:lnTo>
                          <a:pt x="456" y="336"/>
                        </a:lnTo>
                        <a:lnTo>
                          <a:pt x="456" y="328"/>
                        </a:lnTo>
                        <a:lnTo>
                          <a:pt x="448" y="320"/>
                        </a:lnTo>
                        <a:lnTo>
                          <a:pt x="432" y="304"/>
                        </a:lnTo>
                        <a:lnTo>
                          <a:pt x="440" y="288"/>
                        </a:lnTo>
                        <a:lnTo>
                          <a:pt x="448" y="304"/>
                        </a:lnTo>
                        <a:lnTo>
                          <a:pt x="456" y="296"/>
                        </a:lnTo>
                        <a:lnTo>
                          <a:pt x="456" y="288"/>
                        </a:lnTo>
                        <a:lnTo>
                          <a:pt x="448" y="272"/>
                        </a:lnTo>
                        <a:lnTo>
                          <a:pt x="464" y="264"/>
                        </a:lnTo>
                        <a:lnTo>
                          <a:pt x="480" y="280"/>
                        </a:lnTo>
                        <a:lnTo>
                          <a:pt x="480" y="288"/>
                        </a:lnTo>
                        <a:lnTo>
                          <a:pt x="504" y="288"/>
                        </a:lnTo>
                        <a:lnTo>
                          <a:pt x="504" y="296"/>
                        </a:lnTo>
                        <a:lnTo>
                          <a:pt x="496" y="312"/>
                        </a:lnTo>
                        <a:lnTo>
                          <a:pt x="504" y="328"/>
                        </a:lnTo>
                        <a:lnTo>
                          <a:pt x="512" y="336"/>
                        </a:lnTo>
                        <a:lnTo>
                          <a:pt x="520" y="336"/>
                        </a:lnTo>
                        <a:lnTo>
                          <a:pt x="536" y="352"/>
                        </a:lnTo>
                        <a:lnTo>
                          <a:pt x="536" y="336"/>
                        </a:lnTo>
                        <a:lnTo>
                          <a:pt x="536" y="320"/>
                        </a:lnTo>
                        <a:lnTo>
                          <a:pt x="536" y="312"/>
                        </a:lnTo>
                        <a:lnTo>
                          <a:pt x="544" y="320"/>
                        </a:lnTo>
                        <a:lnTo>
                          <a:pt x="560" y="312"/>
                        </a:lnTo>
                        <a:lnTo>
                          <a:pt x="552" y="280"/>
                        </a:lnTo>
                        <a:lnTo>
                          <a:pt x="576" y="280"/>
                        </a:lnTo>
                        <a:lnTo>
                          <a:pt x="576" y="256"/>
                        </a:lnTo>
                        <a:lnTo>
                          <a:pt x="568" y="256"/>
                        </a:lnTo>
                        <a:lnTo>
                          <a:pt x="568" y="248"/>
                        </a:lnTo>
                        <a:lnTo>
                          <a:pt x="560" y="248"/>
                        </a:lnTo>
                        <a:lnTo>
                          <a:pt x="536" y="256"/>
                        </a:lnTo>
                        <a:lnTo>
                          <a:pt x="544" y="248"/>
                        </a:lnTo>
                        <a:lnTo>
                          <a:pt x="536" y="240"/>
                        </a:lnTo>
                        <a:lnTo>
                          <a:pt x="512" y="248"/>
                        </a:lnTo>
                        <a:lnTo>
                          <a:pt x="520" y="232"/>
                        </a:lnTo>
                        <a:lnTo>
                          <a:pt x="512" y="232"/>
                        </a:lnTo>
                        <a:lnTo>
                          <a:pt x="504" y="224"/>
                        </a:lnTo>
                        <a:lnTo>
                          <a:pt x="504" y="216"/>
                        </a:lnTo>
                        <a:lnTo>
                          <a:pt x="488" y="224"/>
                        </a:lnTo>
                        <a:lnTo>
                          <a:pt x="472" y="224"/>
                        </a:lnTo>
                        <a:lnTo>
                          <a:pt x="464" y="208"/>
                        </a:lnTo>
                        <a:lnTo>
                          <a:pt x="440" y="200"/>
                        </a:lnTo>
                        <a:lnTo>
                          <a:pt x="416" y="192"/>
                        </a:lnTo>
                        <a:lnTo>
                          <a:pt x="440" y="192"/>
                        </a:lnTo>
                        <a:lnTo>
                          <a:pt x="448" y="184"/>
                        </a:lnTo>
                        <a:lnTo>
                          <a:pt x="440" y="184"/>
                        </a:lnTo>
                        <a:lnTo>
                          <a:pt x="472" y="176"/>
                        </a:lnTo>
                        <a:lnTo>
                          <a:pt x="464" y="176"/>
                        </a:lnTo>
                        <a:lnTo>
                          <a:pt x="440" y="168"/>
                        </a:lnTo>
                        <a:lnTo>
                          <a:pt x="448" y="160"/>
                        </a:lnTo>
                        <a:lnTo>
                          <a:pt x="456" y="160"/>
                        </a:lnTo>
                        <a:lnTo>
                          <a:pt x="440" y="144"/>
                        </a:lnTo>
                        <a:lnTo>
                          <a:pt x="432" y="152"/>
                        </a:lnTo>
                        <a:lnTo>
                          <a:pt x="416" y="152"/>
                        </a:lnTo>
                        <a:lnTo>
                          <a:pt x="400" y="144"/>
                        </a:lnTo>
                        <a:lnTo>
                          <a:pt x="416" y="144"/>
                        </a:lnTo>
                        <a:lnTo>
                          <a:pt x="432" y="128"/>
                        </a:lnTo>
                        <a:lnTo>
                          <a:pt x="408" y="120"/>
                        </a:lnTo>
                        <a:lnTo>
                          <a:pt x="392" y="120"/>
                        </a:lnTo>
                        <a:lnTo>
                          <a:pt x="384" y="136"/>
                        </a:lnTo>
                        <a:lnTo>
                          <a:pt x="376" y="136"/>
                        </a:lnTo>
                        <a:lnTo>
                          <a:pt x="376" y="128"/>
                        </a:lnTo>
                        <a:lnTo>
                          <a:pt x="384" y="120"/>
                        </a:lnTo>
                        <a:lnTo>
                          <a:pt x="368" y="128"/>
                        </a:lnTo>
                        <a:lnTo>
                          <a:pt x="360" y="120"/>
                        </a:lnTo>
                        <a:lnTo>
                          <a:pt x="384" y="112"/>
                        </a:lnTo>
                        <a:lnTo>
                          <a:pt x="376" y="96"/>
                        </a:lnTo>
                        <a:lnTo>
                          <a:pt x="368" y="88"/>
                        </a:lnTo>
                        <a:lnTo>
                          <a:pt x="352" y="88"/>
                        </a:lnTo>
                        <a:lnTo>
                          <a:pt x="344" y="96"/>
                        </a:lnTo>
                        <a:lnTo>
                          <a:pt x="336" y="104"/>
                        </a:lnTo>
                        <a:lnTo>
                          <a:pt x="336" y="96"/>
                        </a:lnTo>
                        <a:lnTo>
                          <a:pt x="328" y="104"/>
                        </a:lnTo>
                        <a:lnTo>
                          <a:pt x="320" y="96"/>
                        </a:lnTo>
                        <a:lnTo>
                          <a:pt x="328" y="88"/>
                        </a:lnTo>
                        <a:lnTo>
                          <a:pt x="320" y="88"/>
                        </a:lnTo>
                        <a:lnTo>
                          <a:pt x="312" y="96"/>
                        </a:lnTo>
                        <a:lnTo>
                          <a:pt x="304" y="96"/>
                        </a:lnTo>
                        <a:lnTo>
                          <a:pt x="304" y="88"/>
                        </a:lnTo>
                        <a:lnTo>
                          <a:pt x="320" y="72"/>
                        </a:lnTo>
                        <a:lnTo>
                          <a:pt x="312" y="72"/>
                        </a:lnTo>
                        <a:lnTo>
                          <a:pt x="304" y="80"/>
                        </a:lnTo>
                        <a:lnTo>
                          <a:pt x="296" y="72"/>
                        </a:lnTo>
                        <a:lnTo>
                          <a:pt x="304" y="56"/>
                        </a:lnTo>
                        <a:lnTo>
                          <a:pt x="280" y="48"/>
                        </a:lnTo>
                        <a:lnTo>
                          <a:pt x="272" y="48"/>
                        </a:lnTo>
                        <a:lnTo>
                          <a:pt x="264" y="48"/>
                        </a:lnTo>
                        <a:lnTo>
                          <a:pt x="240" y="48"/>
                        </a:lnTo>
                        <a:lnTo>
                          <a:pt x="232" y="56"/>
                        </a:lnTo>
                        <a:lnTo>
                          <a:pt x="248" y="64"/>
                        </a:lnTo>
                        <a:lnTo>
                          <a:pt x="240" y="64"/>
                        </a:lnTo>
                        <a:lnTo>
                          <a:pt x="232" y="80"/>
                        </a:lnTo>
                        <a:lnTo>
                          <a:pt x="224" y="80"/>
                        </a:lnTo>
                        <a:lnTo>
                          <a:pt x="216" y="72"/>
                        </a:lnTo>
                        <a:lnTo>
                          <a:pt x="216" y="64"/>
                        </a:lnTo>
                        <a:lnTo>
                          <a:pt x="200" y="64"/>
                        </a:lnTo>
                        <a:lnTo>
                          <a:pt x="192" y="64"/>
                        </a:lnTo>
                        <a:lnTo>
                          <a:pt x="192" y="72"/>
                        </a:lnTo>
                        <a:lnTo>
                          <a:pt x="184" y="72"/>
                        </a:lnTo>
                        <a:lnTo>
                          <a:pt x="184" y="56"/>
                        </a:lnTo>
                        <a:lnTo>
                          <a:pt x="192" y="48"/>
                        </a:lnTo>
                        <a:lnTo>
                          <a:pt x="192" y="40"/>
                        </a:lnTo>
                        <a:lnTo>
                          <a:pt x="184" y="32"/>
                        </a:lnTo>
                        <a:lnTo>
                          <a:pt x="184" y="24"/>
                        </a:lnTo>
                        <a:lnTo>
                          <a:pt x="176" y="16"/>
                        </a:lnTo>
                        <a:lnTo>
                          <a:pt x="176" y="8"/>
                        </a:lnTo>
                        <a:lnTo>
                          <a:pt x="168" y="0"/>
                        </a:lnTo>
                        <a:lnTo>
                          <a:pt x="160" y="0"/>
                        </a:lnTo>
                        <a:lnTo>
                          <a:pt x="128" y="8"/>
                        </a:lnTo>
                        <a:lnTo>
                          <a:pt x="128" y="16"/>
                        </a:lnTo>
                        <a:lnTo>
                          <a:pt x="120" y="16"/>
                        </a:lnTo>
                        <a:lnTo>
                          <a:pt x="104" y="24"/>
                        </a:lnTo>
                        <a:lnTo>
                          <a:pt x="112" y="24"/>
                        </a:lnTo>
                        <a:lnTo>
                          <a:pt x="96" y="32"/>
                        </a:lnTo>
                        <a:lnTo>
                          <a:pt x="96" y="56"/>
                        </a:lnTo>
                        <a:lnTo>
                          <a:pt x="120" y="64"/>
                        </a:lnTo>
                        <a:lnTo>
                          <a:pt x="112" y="64"/>
                        </a:lnTo>
                        <a:lnTo>
                          <a:pt x="104" y="64"/>
                        </a:lnTo>
                        <a:lnTo>
                          <a:pt x="88" y="64"/>
                        </a:lnTo>
                        <a:lnTo>
                          <a:pt x="96" y="80"/>
                        </a:lnTo>
                        <a:lnTo>
                          <a:pt x="104" y="96"/>
                        </a:lnTo>
                        <a:lnTo>
                          <a:pt x="104" y="104"/>
                        </a:lnTo>
                        <a:lnTo>
                          <a:pt x="96" y="104"/>
                        </a:lnTo>
                        <a:lnTo>
                          <a:pt x="96" y="88"/>
                        </a:lnTo>
                        <a:lnTo>
                          <a:pt x="72" y="80"/>
                        </a:lnTo>
                        <a:lnTo>
                          <a:pt x="72" y="48"/>
                        </a:lnTo>
                        <a:lnTo>
                          <a:pt x="72" y="40"/>
                        </a:lnTo>
                        <a:lnTo>
                          <a:pt x="96" y="24"/>
                        </a:lnTo>
                        <a:lnTo>
                          <a:pt x="96" y="16"/>
                        </a:lnTo>
                        <a:lnTo>
                          <a:pt x="104" y="8"/>
                        </a:lnTo>
                        <a:lnTo>
                          <a:pt x="96" y="0"/>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52" name="Freeform 40">
                    <a:extLst>
                      <a:ext uri="{FF2B5EF4-FFF2-40B4-BE49-F238E27FC236}">
                        <a16:creationId xmlns:a16="http://schemas.microsoft.com/office/drawing/2014/main" id="{E86A0525-B9DC-F1D6-2473-A1AFF988109A}"/>
                      </a:ext>
                    </a:extLst>
                  </p:cNvPr>
                  <p:cNvSpPr>
                    <a:spLocks/>
                  </p:cNvSpPr>
                  <p:nvPr/>
                </p:nvSpPr>
                <p:spPr bwMode="gray">
                  <a:xfrm>
                    <a:off x="1602" y="1423"/>
                    <a:ext cx="67" cy="29"/>
                  </a:xfrm>
                  <a:custGeom>
                    <a:avLst/>
                    <a:gdLst>
                      <a:gd name="T0" fmla="*/ 0 w 96"/>
                      <a:gd name="T1" fmla="*/ 0 h 40"/>
                      <a:gd name="T2" fmla="*/ 0 w 96"/>
                      <a:gd name="T3" fmla="*/ 3 h 40"/>
                      <a:gd name="T4" fmla="*/ 3 w 96"/>
                      <a:gd name="T5" fmla="*/ 7 h 40"/>
                      <a:gd name="T6" fmla="*/ 3 w 96"/>
                      <a:gd name="T7" fmla="*/ 15 h 40"/>
                      <a:gd name="T8" fmla="*/ 6 w 96"/>
                      <a:gd name="T9" fmla="*/ 15 h 40"/>
                      <a:gd name="T10" fmla="*/ 10 w 96"/>
                      <a:gd name="T11" fmla="*/ 15 h 40"/>
                      <a:gd name="T12" fmla="*/ 10 w 96"/>
                      <a:gd name="T13" fmla="*/ 12 h 40"/>
                      <a:gd name="T14" fmla="*/ 22 w 96"/>
                      <a:gd name="T15" fmla="*/ 12 h 40"/>
                      <a:gd name="T16" fmla="*/ 30 w 96"/>
                      <a:gd name="T17" fmla="*/ 15 h 40"/>
                      <a:gd name="T18" fmla="*/ 33 w 96"/>
                      <a:gd name="T19" fmla="*/ 12 h 40"/>
                      <a:gd name="T20" fmla="*/ 27 w 96"/>
                      <a:gd name="T21" fmla="*/ 9 h 40"/>
                      <a:gd name="T22" fmla="*/ 27 w 96"/>
                      <a:gd name="T23" fmla="*/ 7 h 40"/>
                      <a:gd name="T24" fmla="*/ 24 w 96"/>
                      <a:gd name="T25" fmla="*/ 3 h 40"/>
                      <a:gd name="T26" fmla="*/ 22 w 96"/>
                      <a:gd name="T27" fmla="*/ 3 h 40"/>
                      <a:gd name="T28" fmla="*/ 14 w 96"/>
                      <a:gd name="T29" fmla="*/ 0 h 40"/>
                      <a:gd name="T30" fmla="*/ 6 w 96"/>
                      <a:gd name="T31" fmla="*/ 0 h 40"/>
                      <a:gd name="T32" fmla="*/ 3 w 96"/>
                      <a:gd name="T33" fmla="*/ 0 h 40"/>
                      <a:gd name="T34" fmla="*/ 0 w 96"/>
                      <a:gd name="T35" fmla="*/ 0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6"/>
                      <a:gd name="T55" fmla="*/ 0 h 40"/>
                      <a:gd name="T56" fmla="*/ 96 w 96"/>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6" h="40">
                        <a:moveTo>
                          <a:pt x="0" y="0"/>
                        </a:moveTo>
                        <a:lnTo>
                          <a:pt x="0" y="8"/>
                        </a:lnTo>
                        <a:lnTo>
                          <a:pt x="8" y="16"/>
                        </a:lnTo>
                        <a:lnTo>
                          <a:pt x="8" y="40"/>
                        </a:lnTo>
                        <a:lnTo>
                          <a:pt x="16" y="40"/>
                        </a:lnTo>
                        <a:lnTo>
                          <a:pt x="32" y="40"/>
                        </a:lnTo>
                        <a:lnTo>
                          <a:pt x="32" y="32"/>
                        </a:lnTo>
                        <a:lnTo>
                          <a:pt x="64" y="32"/>
                        </a:lnTo>
                        <a:lnTo>
                          <a:pt x="88" y="40"/>
                        </a:lnTo>
                        <a:lnTo>
                          <a:pt x="96" y="32"/>
                        </a:lnTo>
                        <a:lnTo>
                          <a:pt x="80" y="24"/>
                        </a:lnTo>
                        <a:lnTo>
                          <a:pt x="80" y="16"/>
                        </a:lnTo>
                        <a:lnTo>
                          <a:pt x="72" y="8"/>
                        </a:lnTo>
                        <a:lnTo>
                          <a:pt x="64" y="8"/>
                        </a:lnTo>
                        <a:lnTo>
                          <a:pt x="40" y="0"/>
                        </a:lnTo>
                        <a:lnTo>
                          <a:pt x="16" y="0"/>
                        </a:lnTo>
                        <a:lnTo>
                          <a:pt x="8" y="0"/>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53" name="Freeform 41">
                    <a:extLst>
                      <a:ext uri="{FF2B5EF4-FFF2-40B4-BE49-F238E27FC236}">
                        <a16:creationId xmlns:a16="http://schemas.microsoft.com/office/drawing/2014/main" id="{B0935615-0E77-49D7-0CF7-43BA51CDE938}"/>
                      </a:ext>
                    </a:extLst>
                  </p:cNvPr>
                  <p:cNvSpPr>
                    <a:spLocks/>
                  </p:cNvSpPr>
                  <p:nvPr/>
                </p:nvSpPr>
                <p:spPr bwMode="gray">
                  <a:xfrm>
                    <a:off x="1506" y="1632"/>
                    <a:ext cx="96" cy="90"/>
                  </a:xfrm>
                  <a:custGeom>
                    <a:avLst/>
                    <a:gdLst>
                      <a:gd name="T0" fmla="*/ 8 w 136"/>
                      <a:gd name="T1" fmla="*/ 3 h 128"/>
                      <a:gd name="T2" fmla="*/ 11 w 136"/>
                      <a:gd name="T3" fmla="*/ 0 h 128"/>
                      <a:gd name="T4" fmla="*/ 14 w 136"/>
                      <a:gd name="T5" fmla="*/ 0 h 128"/>
                      <a:gd name="T6" fmla="*/ 14 w 136"/>
                      <a:gd name="T7" fmla="*/ 6 h 128"/>
                      <a:gd name="T8" fmla="*/ 17 w 136"/>
                      <a:gd name="T9" fmla="*/ 11 h 128"/>
                      <a:gd name="T10" fmla="*/ 20 w 136"/>
                      <a:gd name="T11" fmla="*/ 8 h 128"/>
                      <a:gd name="T12" fmla="*/ 25 w 136"/>
                      <a:gd name="T13" fmla="*/ 11 h 128"/>
                      <a:gd name="T14" fmla="*/ 28 w 136"/>
                      <a:gd name="T15" fmla="*/ 14 h 128"/>
                      <a:gd name="T16" fmla="*/ 37 w 136"/>
                      <a:gd name="T17" fmla="*/ 19 h 128"/>
                      <a:gd name="T18" fmla="*/ 40 w 136"/>
                      <a:gd name="T19" fmla="*/ 25 h 128"/>
                      <a:gd name="T20" fmla="*/ 37 w 136"/>
                      <a:gd name="T21" fmla="*/ 31 h 128"/>
                      <a:gd name="T22" fmla="*/ 48 w 136"/>
                      <a:gd name="T23" fmla="*/ 31 h 128"/>
                      <a:gd name="T24" fmla="*/ 48 w 136"/>
                      <a:gd name="T25" fmla="*/ 34 h 128"/>
                      <a:gd name="T26" fmla="*/ 48 w 136"/>
                      <a:gd name="T27" fmla="*/ 39 h 128"/>
                      <a:gd name="T28" fmla="*/ 37 w 136"/>
                      <a:gd name="T29" fmla="*/ 36 h 128"/>
                      <a:gd name="T30" fmla="*/ 34 w 136"/>
                      <a:gd name="T31" fmla="*/ 36 h 128"/>
                      <a:gd name="T32" fmla="*/ 34 w 136"/>
                      <a:gd name="T33" fmla="*/ 31 h 128"/>
                      <a:gd name="T34" fmla="*/ 31 w 136"/>
                      <a:gd name="T35" fmla="*/ 31 h 128"/>
                      <a:gd name="T36" fmla="*/ 28 w 136"/>
                      <a:gd name="T37" fmla="*/ 31 h 128"/>
                      <a:gd name="T38" fmla="*/ 25 w 136"/>
                      <a:gd name="T39" fmla="*/ 36 h 128"/>
                      <a:gd name="T40" fmla="*/ 20 w 136"/>
                      <a:gd name="T41" fmla="*/ 36 h 128"/>
                      <a:gd name="T42" fmla="*/ 17 w 136"/>
                      <a:gd name="T43" fmla="*/ 41 h 128"/>
                      <a:gd name="T44" fmla="*/ 11 w 136"/>
                      <a:gd name="T45" fmla="*/ 44 h 128"/>
                      <a:gd name="T46" fmla="*/ 11 w 136"/>
                      <a:gd name="T47" fmla="*/ 36 h 128"/>
                      <a:gd name="T48" fmla="*/ 3 w 136"/>
                      <a:gd name="T49" fmla="*/ 36 h 128"/>
                      <a:gd name="T50" fmla="*/ 0 w 136"/>
                      <a:gd name="T51" fmla="*/ 34 h 128"/>
                      <a:gd name="T52" fmla="*/ 8 w 136"/>
                      <a:gd name="T53" fmla="*/ 19 h 128"/>
                      <a:gd name="T54" fmla="*/ 8 w 136"/>
                      <a:gd name="T55" fmla="*/ 6 h 128"/>
                      <a:gd name="T56" fmla="*/ 8 w 136"/>
                      <a:gd name="T57" fmla="*/ 3 h 1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6"/>
                      <a:gd name="T88" fmla="*/ 0 h 128"/>
                      <a:gd name="T89" fmla="*/ 136 w 136"/>
                      <a:gd name="T90" fmla="*/ 128 h 1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6" h="128">
                        <a:moveTo>
                          <a:pt x="24" y="8"/>
                        </a:moveTo>
                        <a:lnTo>
                          <a:pt x="32" y="0"/>
                        </a:lnTo>
                        <a:lnTo>
                          <a:pt x="40" y="0"/>
                        </a:lnTo>
                        <a:lnTo>
                          <a:pt x="40" y="16"/>
                        </a:lnTo>
                        <a:lnTo>
                          <a:pt x="48" y="32"/>
                        </a:lnTo>
                        <a:lnTo>
                          <a:pt x="56" y="24"/>
                        </a:lnTo>
                        <a:lnTo>
                          <a:pt x="72" y="32"/>
                        </a:lnTo>
                        <a:lnTo>
                          <a:pt x="80" y="40"/>
                        </a:lnTo>
                        <a:lnTo>
                          <a:pt x="104" y="56"/>
                        </a:lnTo>
                        <a:lnTo>
                          <a:pt x="112" y="72"/>
                        </a:lnTo>
                        <a:lnTo>
                          <a:pt x="104" y="88"/>
                        </a:lnTo>
                        <a:lnTo>
                          <a:pt x="136" y="88"/>
                        </a:lnTo>
                        <a:lnTo>
                          <a:pt x="136" y="96"/>
                        </a:lnTo>
                        <a:lnTo>
                          <a:pt x="136" y="112"/>
                        </a:lnTo>
                        <a:lnTo>
                          <a:pt x="104" y="104"/>
                        </a:lnTo>
                        <a:lnTo>
                          <a:pt x="96" y="104"/>
                        </a:lnTo>
                        <a:lnTo>
                          <a:pt x="96" y="88"/>
                        </a:lnTo>
                        <a:lnTo>
                          <a:pt x="88" y="88"/>
                        </a:lnTo>
                        <a:lnTo>
                          <a:pt x="80" y="88"/>
                        </a:lnTo>
                        <a:lnTo>
                          <a:pt x="72" y="104"/>
                        </a:lnTo>
                        <a:lnTo>
                          <a:pt x="56" y="104"/>
                        </a:lnTo>
                        <a:lnTo>
                          <a:pt x="48" y="120"/>
                        </a:lnTo>
                        <a:lnTo>
                          <a:pt x="32" y="128"/>
                        </a:lnTo>
                        <a:lnTo>
                          <a:pt x="32" y="104"/>
                        </a:lnTo>
                        <a:lnTo>
                          <a:pt x="8" y="104"/>
                        </a:lnTo>
                        <a:lnTo>
                          <a:pt x="0" y="96"/>
                        </a:lnTo>
                        <a:lnTo>
                          <a:pt x="24" y="56"/>
                        </a:lnTo>
                        <a:lnTo>
                          <a:pt x="24" y="16"/>
                        </a:lnTo>
                        <a:lnTo>
                          <a:pt x="24"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54" name="Freeform 42">
                    <a:extLst>
                      <a:ext uri="{FF2B5EF4-FFF2-40B4-BE49-F238E27FC236}">
                        <a16:creationId xmlns:a16="http://schemas.microsoft.com/office/drawing/2014/main" id="{13D5EF60-C6D5-7785-E3A8-0EC6666B99A4}"/>
                      </a:ext>
                    </a:extLst>
                  </p:cNvPr>
                  <p:cNvSpPr>
                    <a:spLocks/>
                  </p:cNvSpPr>
                  <p:nvPr/>
                </p:nvSpPr>
                <p:spPr bwMode="gray">
                  <a:xfrm>
                    <a:off x="988" y="1311"/>
                    <a:ext cx="107" cy="51"/>
                  </a:xfrm>
                  <a:custGeom>
                    <a:avLst/>
                    <a:gdLst>
                      <a:gd name="T0" fmla="*/ 11 w 152"/>
                      <a:gd name="T1" fmla="*/ 23 h 72"/>
                      <a:gd name="T2" fmla="*/ 6 w 152"/>
                      <a:gd name="T3" fmla="*/ 23 h 72"/>
                      <a:gd name="T4" fmla="*/ 3 w 152"/>
                      <a:gd name="T5" fmla="*/ 23 h 72"/>
                      <a:gd name="T6" fmla="*/ 3 w 152"/>
                      <a:gd name="T7" fmla="*/ 20 h 72"/>
                      <a:gd name="T8" fmla="*/ 0 w 152"/>
                      <a:gd name="T9" fmla="*/ 20 h 72"/>
                      <a:gd name="T10" fmla="*/ 3 w 152"/>
                      <a:gd name="T11" fmla="*/ 17 h 72"/>
                      <a:gd name="T12" fmla="*/ 6 w 152"/>
                      <a:gd name="T13" fmla="*/ 17 h 72"/>
                      <a:gd name="T14" fmla="*/ 11 w 152"/>
                      <a:gd name="T15" fmla="*/ 14 h 72"/>
                      <a:gd name="T16" fmla="*/ 11 w 152"/>
                      <a:gd name="T17" fmla="*/ 11 h 72"/>
                      <a:gd name="T18" fmla="*/ 14 w 152"/>
                      <a:gd name="T19" fmla="*/ 11 h 72"/>
                      <a:gd name="T20" fmla="*/ 17 w 152"/>
                      <a:gd name="T21" fmla="*/ 11 h 72"/>
                      <a:gd name="T22" fmla="*/ 23 w 152"/>
                      <a:gd name="T23" fmla="*/ 8 h 72"/>
                      <a:gd name="T24" fmla="*/ 23 w 152"/>
                      <a:gd name="T25" fmla="*/ 6 h 72"/>
                      <a:gd name="T26" fmla="*/ 27 w 152"/>
                      <a:gd name="T27" fmla="*/ 3 h 72"/>
                      <a:gd name="T28" fmla="*/ 36 w 152"/>
                      <a:gd name="T29" fmla="*/ 3 h 72"/>
                      <a:gd name="T30" fmla="*/ 39 w 152"/>
                      <a:gd name="T31" fmla="*/ 3 h 72"/>
                      <a:gd name="T32" fmla="*/ 42 w 152"/>
                      <a:gd name="T33" fmla="*/ 3 h 72"/>
                      <a:gd name="T34" fmla="*/ 44 w 152"/>
                      <a:gd name="T35" fmla="*/ 3 h 72"/>
                      <a:gd name="T36" fmla="*/ 42 w 152"/>
                      <a:gd name="T37" fmla="*/ 3 h 72"/>
                      <a:gd name="T38" fmla="*/ 42 w 152"/>
                      <a:gd name="T39" fmla="*/ 0 h 72"/>
                      <a:gd name="T40" fmla="*/ 48 w 152"/>
                      <a:gd name="T41" fmla="*/ 0 h 72"/>
                      <a:gd name="T42" fmla="*/ 53 w 152"/>
                      <a:gd name="T43" fmla="*/ 3 h 72"/>
                      <a:gd name="T44" fmla="*/ 50 w 152"/>
                      <a:gd name="T45" fmla="*/ 6 h 72"/>
                      <a:gd name="T46" fmla="*/ 48 w 152"/>
                      <a:gd name="T47" fmla="*/ 6 h 72"/>
                      <a:gd name="T48" fmla="*/ 50 w 152"/>
                      <a:gd name="T49" fmla="*/ 8 h 72"/>
                      <a:gd name="T50" fmla="*/ 48 w 152"/>
                      <a:gd name="T51" fmla="*/ 11 h 72"/>
                      <a:gd name="T52" fmla="*/ 50 w 152"/>
                      <a:gd name="T53" fmla="*/ 14 h 72"/>
                      <a:gd name="T54" fmla="*/ 42 w 152"/>
                      <a:gd name="T55" fmla="*/ 14 h 72"/>
                      <a:gd name="T56" fmla="*/ 42 w 152"/>
                      <a:gd name="T57" fmla="*/ 17 h 72"/>
                      <a:gd name="T58" fmla="*/ 34 w 152"/>
                      <a:gd name="T59" fmla="*/ 14 h 72"/>
                      <a:gd name="T60" fmla="*/ 36 w 152"/>
                      <a:gd name="T61" fmla="*/ 11 h 72"/>
                      <a:gd name="T62" fmla="*/ 31 w 152"/>
                      <a:gd name="T63" fmla="*/ 11 h 72"/>
                      <a:gd name="T64" fmla="*/ 31 w 152"/>
                      <a:gd name="T65" fmla="*/ 17 h 72"/>
                      <a:gd name="T66" fmla="*/ 27 w 152"/>
                      <a:gd name="T67" fmla="*/ 20 h 72"/>
                      <a:gd name="T68" fmla="*/ 25 w 152"/>
                      <a:gd name="T69" fmla="*/ 17 h 72"/>
                      <a:gd name="T70" fmla="*/ 23 w 152"/>
                      <a:gd name="T71" fmla="*/ 17 h 72"/>
                      <a:gd name="T72" fmla="*/ 23 w 152"/>
                      <a:gd name="T73" fmla="*/ 23 h 72"/>
                      <a:gd name="T74" fmla="*/ 17 w 152"/>
                      <a:gd name="T75" fmla="*/ 23 h 72"/>
                      <a:gd name="T76" fmla="*/ 17 w 152"/>
                      <a:gd name="T77" fmla="*/ 20 h 72"/>
                      <a:gd name="T78" fmla="*/ 14 w 152"/>
                      <a:gd name="T79" fmla="*/ 20 h 72"/>
                      <a:gd name="T80" fmla="*/ 14 w 152"/>
                      <a:gd name="T81" fmla="*/ 26 h 72"/>
                      <a:gd name="T82" fmla="*/ 11 w 152"/>
                      <a:gd name="T83" fmla="*/ 26 h 72"/>
                      <a:gd name="T84" fmla="*/ 11 w 152"/>
                      <a:gd name="T85" fmla="*/ 23 h 7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2"/>
                      <a:gd name="T130" fmla="*/ 0 h 72"/>
                      <a:gd name="T131" fmla="*/ 152 w 152"/>
                      <a:gd name="T132" fmla="*/ 72 h 7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2" h="72">
                        <a:moveTo>
                          <a:pt x="32" y="64"/>
                        </a:moveTo>
                        <a:lnTo>
                          <a:pt x="16" y="64"/>
                        </a:lnTo>
                        <a:lnTo>
                          <a:pt x="8" y="64"/>
                        </a:lnTo>
                        <a:lnTo>
                          <a:pt x="8" y="56"/>
                        </a:lnTo>
                        <a:lnTo>
                          <a:pt x="0" y="56"/>
                        </a:lnTo>
                        <a:lnTo>
                          <a:pt x="8" y="48"/>
                        </a:lnTo>
                        <a:lnTo>
                          <a:pt x="16" y="48"/>
                        </a:lnTo>
                        <a:lnTo>
                          <a:pt x="32" y="40"/>
                        </a:lnTo>
                        <a:lnTo>
                          <a:pt x="32" y="32"/>
                        </a:lnTo>
                        <a:lnTo>
                          <a:pt x="40" y="32"/>
                        </a:lnTo>
                        <a:lnTo>
                          <a:pt x="48" y="32"/>
                        </a:lnTo>
                        <a:lnTo>
                          <a:pt x="64" y="24"/>
                        </a:lnTo>
                        <a:lnTo>
                          <a:pt x="64" y="16"/>
                        </a:lnTo>
                        <a:lnTo>
                          <a:pt x="80" y="8"/>
                        </a:lnTo>
                        <a:lnTo>
                          <a:pt x="104" y="8"/>
                        </a:lnTo>
                        <a:lnTo>
                          <a:pt x="112" y="8"/>
                        </a:lnTo>
                        <a:lnTo>
                          <a:pt x="120" y="8"/>
                        </a:lnTo>
                        <a:lnTo>
                          <a:pt x="128" y="8"/>
                        </a:lnTo>
                        <a:lnTo>
                          <a:pt x="120" y="8"/>
                        </a:lnTo>
                        <a:lnTo>
                          <a:pt x="120" y="0"/>
                        </a:lnTo>
                        <a:lnTo>
                          <a:pt x="136" y="0"/>
                        </a:lnTo>
                        <a:lnTo>
                          <a:pt x="152" y="8"/>
                        </a:lnTo>
                        <a:lnTo>
                          <a:pt x="144" y="16"/>
                        </a:lnTo>
                        <a:lnTo>
                          <a:pt x="136" y="16"/>
                        </a:lnTo>
                        <a:lnTo>
                          <a:pt x="144" y="24"/>
                        </a:lnTo>
                        <a:lnTo>
                          <a:pt x="136" y="32"/>
                        </a:lnTo>
                        <a:lnTo>
                          <a:pt x="144" y="40"/>
                        </a:lnTo>
                        <a:lnTo>
                          <a:pt x="120" y="40"/>
                        </a:lnTo>
                        <a:lnTo>
                          <a:pt x="120" y="48"/>
                        </a:lnTo>
                        <a:lnTo>
                          <a:pt x="96" y="40"/>
                        </a:lnTo>
                        <a:lnTo>
                          <a:pt x="104" y="32"/>
                        </a:lnTo>
                        <a:lnTo>
                          <a:pt x="88" y="32"/>
                        </a:lnTo>
                        <a:lnTo>
                          <a:pt x="88" y="48"/>
                        </a:lnTo>
                        <a:lnTo>
                          <a:pt x="80" y="56"/>
                        </a:lnTo>
                        <a:lnTo>
                          <a:pt x="72" y="48"/>
                        </a:lnTo>
                        <a:lnTo>
                          <a:pt x="64" y="48"/>
                        </a:lnTo>
                        <a:lnTo>
                          <a:pt x="64" y="64"/>
                        </a:lnTo>
                        <a:lnTo>
                          <a:pt x="48" y="64"/>
                        </a:lnTo>
                        <a:lnTo>
                          <a:pt x="48" y="56"/>
                        </a:lnTo>
                        <a:lnTo>
                          <a:pt x="40" y="56"/>
                        </a:lnTo>
                        <a:lnTo>
                          <a:pt x="40" y="72"/>
                        </a:lnTo>
                        <a:lnTo>
                          <a:pt x="32" y="72"/>
                        </a:lnTo>
                        <a:lnTo>
                          <a:pt x="32" y="64"/>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55" name="Freeform 43">
                    <a:extLst>
                      <a:ext uri="{FF2B5EF4-FFF2-40B4-BE49-F238E27FC236}">
                        <a16:creationId xmlns:a16="http://schemas.microsoft.com/office/drawing/2014/main" id="{90C686B3-D6A0-1D4C-C732-ABC8DD44654D}"/>
                      </a:ext>
                    </a:extLst>
                  </p:cNvPr>
                  <p:cNvSpPr>
                    <a:spLocks/>
                  </p:cNvSpPr>
                  <p:nvPr/>
                </p:nvSpPr>
                <p:spPr bwMode="gray">
                  <a:xfrm>
                    <a:off x="1129" y="1277"/>
                    <a:ext cx="51" cy="11"/>
                  </a:xfrm>
                  <a:custGeom>
                    <a:avLst/>
                    <a:gdLst>
                      <a:gd name="T0" fmla="*/ 17 w 72"/>
                      <a:gd name="T1" fmla="*/ 0 h 16"/>
                      <a:gd name="T2" fmla="*/ 23 w 72"/>
                      <a:gd name="T3" fmla="*/ 3 h 16"/>
                      <a:gd name="T4" fmla="*/ 26 w 72"/>
                      <a:gd name="T5" fmla="*/ 3 h 16"/>
                      <a:gd name="T6" fmla="*/ 26 w 72"/>
                      <a:gd name="T7" fmla="*/ 6 h 16"/>
                      <a:gd name="T8" fmla="*/ 17 w 72"/>
                      <a:gd name="T9" fmla="*/ 6 h 16"/>
                      <a:gd name="T10" fmla="*/ 14 w 72"/>
                      <a:gd name="T11" fmla="*/ 6 h 16"/>
                      <a:gd name="T12" fmla="*/ 11 w 72"/>
                      <a:gd name="T13" fmla="*/ 6 h 16"/>
                      <a:gd name="T14" fmla="*/ 8 w 72"/>
                      <a:gd name="T15" fmla="*/ 6 h 16"/>
                      <a:gd name="T16" fmla="*/ 6 w 72"/>
                      <a:gd name="T17" fmla="*/ 6 h 16"/>
                      <a:gd name="T18" fmla="*/ 0 w 72"/>
                      <a:gd name="T19" fmla="*/ 6 h 16"/>
                      <a:gd name="T20" fmla="*/ 0 w 72"/>
                      <a:gd name="T21" fmla="*/ 3 h 16"/>
                      <a:gd name="T22" fmla="*/ 3 w 72"/>
                      <a:gd name="T23" fmla="*/ 3 h 16"/>
                      <a:gd name="T24" fmla="*/ 11 w 72"/>
                      <a:gd name="T25" fmla="*/ 3 h 16"/>
                      <a:gd name="T26" fmla="*/ 14 w 72"/>
                      <a:gd name="T27" fmla="*/ 0 h 16"/>
                      <a:gd name="T28" fmla="*/ 17 w 72"/>
                      <a:gd name="T29" fmla="*/ 0 h 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
                      <a:gd name="T46" fmla="*/ 0 h 16"/>
                      <a:gd name="T47" fmla="*/ 72 w 72"/>
                      <a:gd name="T48" fmla="*/ 16 h 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 h="16">
                        <a:moveTo>
                          <a:pt x="48" y="0"/>
                        </a:moveTo>
                        <a:lnTo>
                          <a:pt x="64" y="8"/>
                        </a:lnTo>
                        <a:lnTo>
                          <a:pt x="72" y="8"/>
                        </a:lnTo>
                        <a:lnTo>
                          <a:pt x="72" y="16"/>
                        </a:lnTo>
                        <a:lnTo>
                          <a:pt x="48" y="16"/>
                        </a:lnTo>
                        <a:lnTo>
                          <a:pt x="40" y="16"/>
                        </a:lnTo>
                        <a:lnTo>
                          <a:pt x="32" y="16"/>
                        </a:lnTo>
                        <a:lnTo>
                          <a:pt x="24" y="16"/>
                        </a:lnTo>
                        <a:lnTo>
                          <a:pt x="16" y="16"/>
                        </a:lnTo>
                        <a:lnTo>
                          <a:pt x="0" y="16"/>
                        </a:lnTo>
                        <a:lnTo>
                          <a:pt x="0" y="8"/>
                        </a:lnTo>
                        <a:lnTo>
                          <a:pt x="8" y="8"/>
                        </a:lnTo>
                        <a:lnTo>
                          <a:pt x="32" y="8"/>
                        </a:lnTo>
                        <a:lnTo>
                          <a:pt x="40" y="0"/>
                        </a:lnTo>
                        <a:lnTo>
                          <a:pt x="4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56" name="Freeform 44">
                    <a:extLst>
                      <a:ext uri="{FF2B5EF4-FFF2-40B4-BE49-F238E27FC236}">
                        <a16:creationId xmlns:a16="http://schemas.microsoft.com/office/drawing/2014/main" id="{8AFD7D10-8638-1372-8A0C-A031F76BD36C}"/>
                      </a:ext>
                    </a:extLst>
                  </p:cNvPr>
                  <p:cNvSpPr>
                    <a:spLocks/>
                  </p:cNvSpPr>
                  <p:nvPr/>
                </p:nvSpPr>
                <p:spPr bwMode="gray">
                  <a:xfrm>
                    <a:off x="1236" y="1255"/>
                    <a:ext cx="96" cy="45"/>
                  </a:xfrm>
                  <a:custGeom>
                    <a:avLst/>
                    <a:gdLst>
                      <a:gd name="T0" fmla="*/ 0 w 136"/>
                      <a:gd name="T1" fmla="*/ 0 h 64"/>
                      <a:gd name="T2" fmla="*/ 8 w 136"/>
                      <a:gd name="T3" fmla="*/ 0 h 64"/>
                      <a:gd name="T4" fmla="*/ 14 w 136"/>
                      <a:gd name="T5" fmla="*/ 0 h 64"/>
                      <a:gd name="T6" fmla="*/ 20 w 136"/>
                      <a:gd name="T7" fmla="*/ 3 h 64"/>
                      <a:gd name="T8" fmla="*/ 23 w 136"/>
                      <a:gd name="T9" fmla="*/ 8 h 64"/>
                      <a:gd name="T10" fmla="*/ 23 w 136"/>
                      <a:gd name="T11" fmla="*/ 6 h 64"/>
                      <a:gd name="T12" fmla="*/ 28 w 136"/>
                      <a:gd name="T13" fmla="*/ 6 h 64"/>
                      <a:gd name="T14" fmla="*/ 34 w 136"/>
                      <a:gd name="T15" fmla="*/ 6 h 64"/>
                      <a:gd name="T16" fmla="*/ 34 w 136"/>
                      <a:gd name="T17" fmla="*/ 8 h 64"/>
                      <a:gd name="T18" fmla="*/ 40 w 136"/>
                      <a:gd name="T19" fmla="*/ 11 h 64"/>
                      <a:gd name="T20" fmla="*/ 40 w 136"/>
                      <a:gd name="T21" fmla="*/ 14 h 64"/>
                      <a:gd name="T22" fmla="*/ 48 w 136"/>
                      <a:gd name="T23" fmla="*/ 19 h 64"/>
                      <a:gd name="T24" fmla="*/ 45 w 136"/>
                      <a:gd name="T25" fmla="*/ 23 h 64"/>
                      <a:gd name="T26" fmla="*/ 40 w 136"/>
                      <a:gd name="T27" fmla="*/ 23 h 64"/>
                      <a:gd name="T28" fmla="*/ 34 w 136"/>
                      <a:gd name="T29" fmla="*/ 19 h 64"/>
                      <a:gd name="T30" fmla="*/ 28 w 136"/>
                      <a:gd name="T31" fmla="*/ 19 h 64"/>
                      <a:gd name="T32" fmla="*/ 25 w 136"/>
                      <a:gd name="T33" fmla="*/ 17 h 64"/>
                      <a:gd name="T34" fmla="*/ 20 w 136"/>
                      <a:gd name="T35" fmla="*/ 17 h 64"/>
                      <a:gd name="T36" fmla="*/ 17 w 136"/>
                      <a:gd name="T37" fmla="*/ 17 h 64"/>
                      <a:gd name="T38" fmla="*/ 8 w 136"/>
                      <a:gd name="T39" fmla="*/ 17 h 64"/>
                      <a:gd name="T40" fmla="*/ 6 w 136"/>
                      <a:gd name="T41" fmla="*/ 14 h 64"/>
                      <a:gd name="T42" fmla="*/ 17 w 136"/>
                      <a:gd name="T43" fmla="*/ 14 h 64"/>
                      <a:gd name="T44" fmla="*/ 14 w 136"/>
                      <a:gd name="T45" fmla="*/ 11 h 64"/>
                      <a:gd name="T46" fmla="*/ 14 w 136"/>
                      <a:gd name="T47" fmla="*/ 8 h 64"/>
                      <a:gd name="T48" fmla="*/ 11 w 136"/>
                      <a:gd name="T49" fmla="*/ 8 h 64"/>
                      <a:gd name="T50" fmla="*/ 11 w 136"/>
                      <a:gd name="T51" fmla="*/ 6 h 64"/>
                      <a:gd name="T52" fmla="*/ 11 w 136"/>
                      <a:gd name="T53" fmla="*/ 8 h 64"/>
                      <a:gd name="T54" fmla="*/ 8 w 136"/>
                      <a:gd name="T55" fmla="*/ 8 h 64"/>
                      <a:gd name="T56" fmla="*/ 6 w 136"/>
                      <a:gd name="T57" fmla="*/ 8 h 64"/>
                      <a:gd name="T58" fmla="*/ 6 w 136"/>
                      <a:gd name="T59" fmla="*/ 6 h 64"/>
                      <a:gd name="T60" fmla="*/ 0 w 136"/>
                      <a:gd name="T61" fmla="*/ 6 h 64"/>
                      <a:gd name="T62" fmla="*/ 0 w 136"/>
                      <a:gd name="T63" fmla="*/ 0 h 6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36"/>
                      <a:gd name="T97" fmla="*/ 0 h 64"/>
                      <a:gd name="T98" fmla="*/ 136 w 136"/>
                      <a:gd name="T99" fmla="*/ 64 h 6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36" h="64">
                        <a:moveTo>
                          <a:pt x="0" y="0"/>
                        </a:moveTo>
                        <a:lnTo>
                          <a:pt x="24" y="0"/>
                        </a:lnTo>
                        <a:lnTo>
                          <a:pt x="40" y="0"/>
                        </a:lnTo>
                        <a:lnTo>
                          <a:pt x="56" y="8"/>
                        </a:lnTo>
                        <a:lnTo>
                          <a:pt x="64" y="24"/>
                        </a:lnTo>
                        <a:lnTo>
                          <a:pt x="64" y="16"/>
                        </a:lnTo>
                        <a:lnTo>
                          <a:pt x="80" y="16"/>
                        </a:lnTo>
                        <a:lnTo>
                          <a:pt x="96" y="16"/>
                        </a:lnTo>
                        <a:lnTo>
                          <a:pt x="96" y="24"/>
                        </a:lnTo>
                        <a:lnTo>
                          <a:pt x="112" y="32"/>
                        </a:lnTo>
                        <a:lnTo>
                          <a:pt x="112" y="40"/>
                        </a:lnTo>
                        <a:lnTo>
                          <a:pt x="136" y="56"/>
                        </a:lnTo>
                        <a:lnTo>
                          <a:pt x="128" y="64"/>
                        </a:lnTo>
                        <a:lnTo>
                          <a:pt x="112" y="64"/>
                        </a:lnTo>
                        <a:lnTo>
                          <a:pt x="96" y="56"/>
                        </a:lnTo>
                        <a:lnTo>
                          <a:pt x="80" y="56"/>
                        </a:lnTo>
                        <a:lnTo>
                          <a:pt x="72" y="48"/>
                        </a:lnTo>
                        <a:lnTo>
                          <a:pt x="56" y="48"/>
                        </a:lnTo>
                        <a:lnTo>
                          <a:pt x="48" y="48"/>
                        </a:lnTo>
                        <a:lnTo>
                          <a:pt x="24" y="48"/>
                        </a:lnTo>
                        <a:lnTo>
                          <a:pt x="16" y="40"/>
                        </a:lnTo>
                        <a:lnTo>
                          <a:pt x="48" y="40"/>
                        </a:lnTo>
                        <a:lnTo>
                          <a:pt x="40" y="32"/>
                        </a:lnTo>
                        <a:lnTo>
                          <a:pt x="40" y="24"/>
                        </a:lnTo>
                        <a:lnTo>
                          <a:pt x="32" y="24"/>
                        </a:lnTo>
                        <a:lnTo>
                          <a:pt x="32" y="16"/>
                        </a:lnTo>
                        <a:lnTo>
                          <a:pt x="32" y="24"/>
                        </a:lnTo>
                        <a:lnTo>
                          <a:pt x="24" y="24"/>
                        </a:lnTo>
                        <a:lnTo>
                          <a:pt x="16" y="24"/>
                        </a:lnTo>
                        <a:lnTo>
                          <a:pt x="16" y="16"/>
                        </a:lnTo>
                        <a:lnTo>
                          <a:pt x="0" y="16"/>
                        </a:lnTo>
                        <a:lnTo>
                          <a:pt x="0" y="0"/>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57" name="Freeform 45">
                    <a:extLst>
                      <a:ext uri="{FF2B5EF4-FFF2-40B4-BE49-F238E27FC236}">
                        <a16:creationId xmlns:a16="http://schemas.microsoft.com/office/drawing/2014/main" id="{0CFE7C71-45AC-1CE9-A01A-FD6258FB16B3}"/>
                      </a:ext>
                    </a:extLst>
                  </p:cNvPr>
                  <p:cNvSpPr>
                    <a:spLocks/>
                  </p:cNvSpPr>
                  <p:nvPr/>
                </p:nvSpPr>
                <p:spPr bwMode="gray">
                  <a:xfrm>
                    <a:off x="1062" y="1333"/>
                    <a:ext cx="180" cy="62"/>
                  </a:xfrm>
                  <a:custGeom>
                    <a:avLst/>
                    <a:gdLst>
                      <a:gd name="T0" fmla="*/ 61 w 256"/>
                      <a:gd name="T1" fmla="*/ 0 h 88"/>
                      <a:gd name="T2" fmla="*/ 67 w 256"/>
                      <a:gd name="T3" fmla="*/ 3 h 88"/>
                      <a:gd name="T4" fmla="*/ 67 w 256"/>
                      <a:gd name="T5" fmla="*/ 8 h 88"/>
                      <a:gd name="T6" fmla="*/ 72 w 256"/>
                      <a:gd name="T7" fmla="*/ 11 h 88"/>
                      <a:gd name="T8" fmla="*/ 78 w 256"/>
                      <a:gd name="T9" fmla="*/ 11 h 88"/>
                      <a:gd name="T10" fmla="*/ 81 w 256"/>
                      <a:gd name="T11" fmla="*/ 14 h 88"/>
                      <a:gd name="T12" fmla="*/ 84 w 256"/>
                      <a:gd name="T13" fmla="*/ 8 h 88"/>
                      <a:gd name="T14" fmla="*/ 86 w 256"/>
                      <a:gd name="T15" fmla="*/ 17 h 88"/>
                      <a:gd name="T16" fmla="*/ 75 w 256"/>
                      <a:gd name="T17" fmla="*/ 23 h 88"/>
                      <a:gd name="T18" fmla="*/ 70 w 256"/>
                      <a:gd name="T19" fmla="*/ 23 h 88"/>
                      <a:gd name="T20" fmla="*/ 61 w 256"/>
                      <a:gd name="T21" fmla="*/ 23 h 88"/>
                      <a:gd name="T22" fmla="*/ 48 w 256"/>
                      <a:gd name="T23" fmla="*/ 31 h 88"/>
                      <a:gd name="T24" fmla="*/ 31 w 256"/>
                      <a:gd name="T25" fmla="*/ 31 h 88"/>
                      <a:gd name="T26" fmla="*/ 31 w 256"/>
                      <a:gd name="T27" fmla="*/ 25 h 88"/>
                      <a:gd name="T28" fmla="*/ 36 w 256"/>
                      <a:gd name="T29" fmla="*/ 25 h 88"/>
                      <a:gd name="T30" fmla="*/ 48 w 256"/>
                      <a:gd name="T31" fmla="*/ 23 h 88"/>
                      <a:gd name="T32" fmla="*/ 41 w 256"/>
                      <a:gd name="T33" fmla="*/ 19 h 88"/>
                      <a:gd name="T34" fmla="*/ 36 w 256"/>
                      <a:gd name="T35" fmla="*/ 19 h 88"/>
                      <a:gd name="T36" fmla="*/ 27 w 256"/>
                      <a:gd name="T37" fmla="*/ 23 h 88"/>
                      <a:gd name="T38" fmla="*/ 31 w 256"/>
                      <a:gd name="T39" fmla="*/ 19 h 88"/>
                      <a:gd name="T40" fmla="*/ 23 w 256"/>
                      <a:gd name="T41" fmla="*/ 19 h 88"/>
                      <a:gd name="T42" fmla="*/ 19 w 256"/>
                      <a:gd name="T43" fmla="*/ 23 h 88"/>
                      <a:gd name="T44" fmla="*/ 11 w 256"/>
                      <a:gd name="T45" fmla="*/ 23 h 88"/>
                      <a:gd name="T46" fmla="*/ 6 w 256"/>
                      <a:gd name="T47" fmla="*/ 19 h 88"/>
                      <a:gd name="T48" fmla="*/ 3 w 256"/>
                      <a:gd name="T49" fmla="*/ 17 h 88"/>
                      <a:gd name="T50" fmla="*/ 17 w 256"/>
                      <a:gd name="T51" fmla="*/ 14 h 88"/>
                      <a:gd name="T52" fmla="*/ 6 w 256"/>
                      <a:gd name="T53" fmla="*/ 14 h 88"/>
                      <a:gd name="T54" fmla="*/ 14 w 256"/>
                      <a:gd name="T55" fmla="*/ 11 h 88"/>
                      <a:gd name="T56" fmla="*/ 11 w 256"/>
                      <a:gd name="T57" fmla="*/ 11 h 88"/>
                      <a:gd name="T58" fmla="*/ 11 w 256"/>
                      <a:gd name="T59" fmla="*/ 6 h 88"/>
                      <a:gd name="T60" fmla="*/ 19 w 256"/>
                      <a:gd name="T61" fmla="*/ 8 h 88"/>
                      <a:gd name="T62" fmla="*/ 17 w 256"/>
                      <a:gd name="T63" fmla="*/ 6 h 88"/>
                      <a:gd name="T64" fmla="*/ 25 w 256"/>
                      <a:gd name="T65" fmla="*/ 3 h 88"/>
                      <a:gd name="T66" fmla="*/ 36 w 256"/>
                      <a:gd name="T67" fmla="*/ 6 h 88"/>
                      <a:gd name="T68" fmla="*/ 44 w 256"/>
                      <a:gd name="T69" fmla="*/ 14 h 88"/>
                      <a:gd name="T70" fmla="*/ 61 w 256"/>
                      <a:gd name="T71" fmla="*/ 17 h 88"/>
                      <a:gd name="T72" fmla="*/ 64 w 256"/>
                      <a:gd name="T73" fmla="*/ 14 h 88"/>
                      <a:gd name="T74" fmla="*/ 56 w 256"/>
                      <a:gd name="T75" fmla="*/ 11 h 88"/>
                      <a:gd name="T76" fmla="*/ 53 w 256"/>
                      <a:gd name="T77" fmla="*/ 6 h 88"/>
                      <a:gd name="T78" fmla="*/ 58 w 256"/>
                      <a:gd name="T79" fmla="*/ 0 h 8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56"/>
                      <a:gd name="T121" fmla="*/ 0 h 88"/>
                      <a:gd name="T122" fmla="*/ 256 w 256"/>
                      <a:gd name="T123" fmla="*/ 88 h 8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56" h="88">
                        <a:moveTo>
                          <a:pt x="168" y="0"/>
                        </a:moveTo>
                        <a:lnTo>
                          <a:pt x="176" y="0"/>
                        </a:lnTo>
                        <a:lnTo>
                          <a:pt x="192" y="0"/>
                        </a:lnTo>
                        <a:lnTo>
                          <a:pt x="192" y="8"/>
                        </a:lnTo>
                        <a:lnTo>
                          <a:pt x="200" y="16"/>
                        </a:lnTo>
                        <a:lnTo>
                          <a:pt x="192" y="24"/>
                        </a:lnTo>
                        <a:lnTo>
                          <a:pt x="208" y="24"/>
                        </a:lnTo>
                        <a:lnTo>
                          <a:pt x="208" y="32"/>
                        </a:lnTo>
                        <a:lnTo>
                          <a:pt x="216" y="32"/>
                        </a:lnTo>
                        <a:lnTo>
                          <a:pt x="224" y="32"/>
                        </a:lnTo>
                        <a:lnTo>
                          <a:pt x="224" y="40"/>
                        </a:lnTo>
                        <a:lnTo>
                          <a:pt x="232" y="40"/>
                        </a:lnTo>
                        <a:lnTo>
                          <a:pt x="224" y="24"/>
                        </a:lnTo>
                        <a:lnTo>
                          <a:pt x="240" y="24"/>
                        </a:lnTo>
                        <a:lnTo>
                          <a:pt x="256" y="32"/>
                        </a:lnTo>
                        <a:lnTo>
                          <a:pt x="248" y="48"/>
                        </a:lnTo>
                        <a:lnTo>
                          <a:pt x="240" y="64"/>
                        </a:lnTo>
                        <a:lnTo>
                          <a:pt x="216" y="64"/>
                        </a:lnTo>
                        <a:lnTo>
                          <a:pt x="208" y="64"/>
                        </a:lnTo>
                        <a:lnTo>
                          <a:pt x="200" y="64"/>
                        </a:lnTo>
                        <a:lnTo>
                          <a:pt x="192" y="64"/>
                        </a:lnTo>
                        <a:lnTo>
                          <a:pt x="176" y="64"/>
                        </a:lnTo>
                        <a:lnTo>
                          <a:pt x="144" y="80"/>
                        </a:lnTo>
                        <a:lnTo>
                          <a:pt x="136" y="88"/>
                        </a:lnTo>
                        <a:lnTo>
                          <a:pt x="104" y="88"/>
                        </a:lnTo>
                        <a:lnTo>
                          <a:pt x="88" y="88"/>
                        </a:lnTo>
                        <a:lnTo>
                          <a:pt x="72" y="80"/>
                        </a:lnTo>
                        <a:lnTo>
                          <a:pt x="88" y="72"/>
                        </a:lnTo>
                        <a:lnTo>
                          <a:pt x="96" y="72"/>
                        </a:lnTo>
                        <a:lnTo>
                          <a:pt x="104" y="72"/>
                        </a:lnTo>
                        <a:lnTo>
                          <a:pt x="128" y="64"/>
                        </a:lnTo>
                        <a:lnTo>
                          <a:pt x="136" y="64"/>
                        </a:lnTo>
                        <a:lnTo>
                          <a:pt x="136" y="56"/>
                        </a:lnTo>
                        <a:lnTo>
                          <a:pt x="120" y="56"/>
                        </a:lnTo>
                        <a:lnTo>
                          <a:pt x="112" y="64"/>
                        </a:lnTo>
                        <a:lnTo>
                          <a:pt x="104" y="56"/>
                        </a:lnTo>
                        <a:lnTo>
                          <a:pt x="88" y="64"/>
                        </a:lnTo>
                        <a:lnTo>
                          <a:pt x="80" y="64"/>
                        </a:lnTo>
                        <a:lnTo>
                          <a:pt x="80" y="56"/>
                        </a:lnTo>
                        <a:lnTo>
                          <a:pt x="88" y="56"/>
                        </a:lnTo>
                        <a:lnTo>
                          <a:pt x="80" y="48"/>
                        </a:lnTo>
                        <a:lnTo>
                          <a:pt x="64" y="56"/>
                        </a:lnTo>
                        <a:lnTo>
                          <a:pt x="72" y="64"/>
                        </a:lnTo>
                        <a:lnTo>
                          <a:pt x="56" y="64"/>
                        </a:lnTo>
                        <a:lnTo>
                          <a:pt x="48" y="64"/>
                        </a:lnTo>
                        <a:lnTo>
                          <a:pt x="32" y="64"/>
                        </a:lnTo>
                        <a:lnTo>
                          <a:pt x="32" y="56"/>
                        </a:lnTo>
                        <a:lnTo>
                          <a:pt x="16" y="56"/>
                        </a:lnTo>
                        <a:lnTo>
                          <a:pt x="0" y="56"/>
                        </a:lnTo>
                        <a:lnTo>
                          <a:pt x="8" y="48"/>
                        </a:lnTo>
                        <a:lnTo>
                          <a:pt x="32" y="48"/>
                        </a:lnTo>
                        <a:lnTo>
                          <a:pt x="48" y="40"/>
                        </a:lnTo>
                        <a:lnTo>
                          <a:pt x="24" y="40"/>
                        </a:lnTo>
                        <a:lnTo>
                          <a:pt x="16" y="40"/>
                        </a:lnTo>
                        <a:lnTo>
                          <a:pt x="32" y="32"/>
                        </a:lnTo>
                        <a:lnTo>
                          <a:pt x="40" y="32"/>
                        </a:lnTo>
                        <a:lnTo>
                          <a:pt x="48" y="32"/>
                        </a:lnTo>
                        <a:lnTo>
                          <a:pt x="32" y="32"/>
                        </a:lnTo>
                        <a:lnTo>
                          <a:pt x="24" y="24"/>
                        </a:lnTo>
                        <a:lnTo>
                          <a:pt x="32" y="16"/>
                        </a:lnTo>
                        <a:lnTo>
                          <a:pt x="40" y="16"/>
                        </a:lnTo>
                        <a:lnTo>
                          <a:pt x="56" y="24"/>
                        </a:lnTo>
                        <a:lnTo>
                          <a:pt x="56" y="16"/>
                        </a:lnTo>
                        <a:lnTo>
                          <a:pt x="48" y="16"/>
                        </a:lnTo>
                        <a:lnTo>
                          <a:pt x="56" y="8"/>
                        </a:lnTo>
                        <a:lnTo>
                          <a:pt x="72" y="8"/>
                        </a:lnTo>
                        <a:lnTo>
                          <a:pt x="80" y="16"/>
                        </a:lnTo>
                        <a:lnTo>
                          <a:pt x="104" y="16"/>
                        </a:lnTo>
                        <a:lnTo>
                          <a:pt x="128" y="32"/>
                        </a:lnTo>
                        <a:lnTo>
                          <a:pt x="128" y="40"/>
                        </a:lnTo>
                        <a:lnTo>
                          <a:pt x="152" y="40"/>
                        </a:lnTo>
                        <a:lnTo>
                          <a:pt x="176" y="48"/>
                        </a:lnTo>
                        <a:lnTo>
                          <a:pt x="184" y="48"/>
                        </a:lnTo>
                        <a:lnTo>
                          <a:pt x="184" y="40"/>
                        </a:lnTo>
                        <a:lnTo>
                          <a:pt x="160" y="40"/>
                        </a:lnTo>
                        <a:lnTo>
                          <a:pt x="160" y="32"/>
                        </a:lnTo>
                        <a:lnTo>
                          <a:pt x="176" y="24"/>
                        </a:lnTo>
                        <a:lnTo>
                          <a:pt x="152" y="16"/>
                        </a:lnTo>
                        <a:lnTo>
                          <a:pt x="168" y="8"/>
                        </a:lnTo>
                        <a:lnTo>
                          <a:pt x="168" y="0"/>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58" name="Freeform 46">
                    <a:extLst>
                      <a:ext uri="{FF2B5EF4-FFF2-40B4-BE49-F238E27FC236}">
                        <a16:creationId xmlns:a16="http://schemas.microsoft.com/office/drawing/2014/main" id="{AECA747D-2878-7E36-EDB4-0D65F40320E1}"/>
                      </a:ext>
                    </a:extLst>
                  </p:cNvPr>
                  <p:cNvSpPr>
                    <a:spLocks/>
                  </p:cNvSpPr>
                  <p:nvPr/>
                </p:nvSpPr>
                <p:spPr bwMode="gray">
                  <a:xfrm>
                    <a:off x="1281" y="1333"/>
                    <a:ext cx="79" cy="45"/>
                  </a:xfrm>
                  <a:custGeom>
                    <a:avLst/>
                    <a:gdLst>
                      <a:gd name="T0" fmla="*/ 8 w 112"/>
                      <a:gd name="T1" fmla="*/ 11 h 64"/>
                      <a:gd name="T2" fmla="*/ 8 w 112"/>
                      <a:gd name="T3" fmla="*/ 14 h 64"/>
                      <a:gd name="T4" fmla="*/ 0 w 112"/>
                      <a:gd name="T5" fmla="*/ 14 h 64"/>
                      <a:gd name="T6" fmla="*/ 6 w 112"/>
                      <a:gd name="T7" fmla="*/ 14 h 64"/>
                      <a:gd name="T8" fmla="*/ 17 w 112"/>
                      <a:gd name="T9" fmla="*/ 14 h 64"/>
                      <a:gd name="T10" fmla="*/ 20 w 112"/>
                      <a:gd name="T11" fmla="*/ 14 h 64"/>
                      <a:gd name="T12" fmla="*/ 23 w 112"/>
                      <a:gd name="T13" fmla="*/ 14 h 64"/>
                      <a:gd name="T14" fmla="*/ 17 w 112"/>
                      <a:gd name="T15" fmla="*/ 17 h 64"/>
                      <a:gd name="T16" fmla="*/ 14 w 112"/>
                      <a:gd name="T17" fmla="*/ 17 h 64"/>
                      <a:gd name="T18" fmla="*/ 17 w 112"/>
                      <a:gd name="T19" fmla="*/ 19 h 64"/>
                      <a:gd name="T20" fmla="*/ 17 w 112"/>
                      <a:gd name="T21" fmla="*/ 23 h 64"/>
                      <a:gd name="T22" fmla="*/ 34 w 112"/>
                      <a:gd name="T23" fmla="*/ 19 h 64"/>
                      <a:gd name="T24" fmla="*/ 34 w 112"/>
                      <a:gd name="T25" fmla="*/ 17 h 64"/>
                      <a:gd name="T26" fmla="*/ 34 w 112"/>
                      <a:gd name="T27" fmla="*/ 14 h 64"/>
                      <a:gd name="T28" fmla="*/ 40 w 112"/>
                      <a:gd name="T29" fmla="*/ 17 h 64"/>
                      <a:gd name="T30" fmla="*/ 36 w 112"/>
                      <a:gd name="T31" fmla="*/ 14 h 64"/>
                      <a:gd name="T32" fmla="*/ 36 w 112"/>
                      <a:gd name="T33" fmla="*/ 11 h 64"/>
                      <a:gd name="T34" fmla="*/ 34 w 112"/>
                      <a:gd name="T35" fmla="*/ 3 h 64"/>
                      <a:gd name="T36" fmla="*/ 34 w 112"/>
                      <a:gd name="T37" fmla="*/ 0 h 64"/>
                      <a:gd name="T38" fmla="*/ 28 w 112"/>
                      <a:gd name="T39" fmla="*/ 0 h 64"/>
                      <a:gd name="T40" fmla="*/ 31 w 112"/>
                      <a:gd name="T41" fmla="*/ 3 h 64"/>
                      <a:gd name="T42" fmla="*/ 28 w 112"/>
                      <a:gd name="T43" fmla="*/ 3 h 64"/>
                      <a:gd name="T44" fmla="*/ 23 w 112"/>
                      <a:gd name="T45" fmla="*/ 0 h 64"/>
                      <a:gd name="T46" fmla="*/ 11 w 112"/>
                      <a:gd name="T47" fmla="*/ 3 h 64"/>
                      <a:gd name="T48" fmla="*/ 17 w 112"/>
                      <a:gd name="T49" fmla="*/ 6 h 64"/>
                      <a:gd name="T50" fmla="*/ 20 w 112"/>
                      <a:gd name="T51" fmla="*/ 6 h 64"/>
                      <a:gd name="T52" fmla="*/ 20 w 112"/>
                      <a:gd name="T53" fmla="*/ 8 h 64"/>
                      <a:gd name="T54" fmla="*/ 23 w 112"/>
                      <a:gd name="T55" fmla="*/ 11 h 64"/>
                      <a:gd name="T56" fmla="*/ 17 w 112"/>
                      <a:gd name="T57" fmla="*/ 8 h 64"/>
                      <a:gd name="T58" fmla="*/ 11 w 112"/>
                      <a:gd name="T59" fmla="*/ 6 h 64"/>
                      <a:gd name="T60" fmla="*/ 8 w 112"/>
                      <a:gd name="T61" fmla="*/ 6 h 64"/>
                      <a:gd name="T62" fmla="*/ 6 w 112"/>
                      <a:gd name="T63" fmla="*/ 6 h 64"/>
                      <a:gd name="T64" fmla="*/ 6 w 112"/>
                      <a:gd name="T65" fmla="*/ 8 h 64"/>
                      <a:gd name="T66" fmla="*/ 6 w 112"/>
                      <a:gd name="T67" fmla="*/ 11 h 64"/>
                      <a:gd name="T68" fmla="*/ 8 w 112"/>
                      <a:gd name="T69" fmla="*/ 11 h 6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2"/>
                      <a:gd name="T106" fmla="*/ 0 h 64"/>
                      <a:gd name="T107" fmla="*/ 112 w 112"/>
                      <a:gd name="T108" fmla="*/ 64 h 6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2" h="64">
                        <a:moveTo>
                          <a:pt x="24" y="32"/>
                        </a:moveTo>
                        <a:lnTo>
                          <a:pt x="24" y="40"/>
                        </a:lnTo>
                        <a:lnTo>
                          <a:pt x="0" y="40"/>
                        </a:lnTo>
                        <a:lnTo>
                          <a:pt x="16" y="40"/>
                        </a:lnTo>
                        <a:lnTo>
                          <a:pt x="48" y="40"/>
                        </a:lnTo>
                        <a:lnTo>
                          <a:pt x="56" y="40"/>
                        </a:lnTo>
                        <a:lnTo>
                          <a:pt x="64" y="40"/>
                        </a:lnTo>
                        <a:lnTo>
                          <a:pt x="48" y="48"/>
                        </a:lnTo>
                        <a:lnTo>
                          <a:pt x="40" y="48"/>
                        </a:lnTo>
                        <a:lnTo>
                          <a:pt x="48" y="56"/>
                        </a:lnTo>
                        <a:lnTo>
                          <a:pt x="48" y="64"/>
                        </a:lnTo>
                        <a:lnTo>
                          <a:pt x="96" y="56"/>
                        </a:lnTo>
                        <a:lnTo>
                          <a:pt x="96" y="48"/>
                        </a:lnTo>
                        <a:lnTo>
                          <a:pt x="96" y="40"/>
                        </a:lnTo>
                        <a:lnTo>
                          <a:pt x="112" y="48"/>
                        </a:lnTo>
                        <a:lnTo>
                          <a:pt x="104" y="40"/>
                        </a:lnTo>
                        <a:lnTo>
                          <a:pt x="104" y="32"/>
                        </a:lnTo>
                        <a:lnTo>
                          <a:pt x="96" y="8"/>
                        </a:lnTo>
                        <a:lnTo>
                          <a:pt x="96" y="0"/>
                        </a:lnTo>
                        <a:lnTo>
                          <a:pt x="80" y="0"/>
                        </a:lnTo>
                        <a:lnTo>
                          <a:pt x="88" y="8"/>
                        </a:lnTo>
                        <a:lnTo>
                          <a:pt x="80" y="8"/>
                        </a:lnTo>
                        <a:lnTo>
                          <a:pt x="64" y="0"/>
                        </a:lnTo>
                        <a:lnTo>
                          <a:pt x="32" y="8"/>
                        </a:lnTo>
                        <a:lnTo>
                          <a:pt x="48" y="16"/>
                        </a:lnTo>
                        <a:lnTo>
                          <a:pt x="56" y="16"/>
                        </a:lnTo>
                        <a:lnTo>
                          <a:pt x="56" y="24"/>
                        </a:lnTo>
                        <a:lnTo>
                          <a:pt x="64" y="32"/>
                        </a:lnTo>
                        <a:lnTo>
                          <a:pt x="48" y="24"/>
                        </a:lnTo>
                        <a:lnTo>
                          <a:pt x="32" y="16"/>
                        </a:lnTo>
                        <a:lnTo>
                          <a:pt x="24" y="16"/>
                        </a:lnTo>
                        <a:lnTo>
                          <a:pt x="16" y="16"/>
                        </a:lnTo>
                        <a:lnTo>
                          <a:pt x="16" y="24"/>
                        </a:lnTo>
                        <a:lnTo>
                          <a:pt x="16" y="32"/>
                        </a:lnTo>
                        <a:lnTo>
                          <a:pt x="24" y="32"/>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59" name="Freeform 47">
                    <a:extLst>
                      <a:ext uri="{FF2B5EF4-FFF2-40B4-BE49-F238E27FC236}">
                        <a16:creationId xmlns:a16="http://schemas.microsoft.com/office/drawing/2014/main" id="{3AF8F66A-760F-8767-D8F1-9032B2417E2A}"/>
                      </a:ext>
                    </a:extLst>
                  </p:cNvPr>
                  <p:cNvSpPr>
                    <a:spLocks/>
                  </p:cNvSpPr>
                  <p:nvPr/>
                </p:nvSpPr>
                <p:spPr bwMode="gray">
                  <a:xfrm>
                    <a:off x="1371" y="1355"/>
                    <a:ext cx="45" cy="28"/>
                  </a:xfrm>
                  <a:custGeom>
                    <a:avLst/>
                    <a:gdLst>
                      <a:gd name="T0" fmla="*/ 17 w 64"/>
                      <a:gd name="T1" fmla="*/ 0 h 40"/>
                      <a:gd name="T2" fmla="*/ 11 w 64"/>
                      <a:gd name="T3" fmla="*/ 0 h 40"/>
                      <a:gd name="T4" fmla="*/ 8 w 64"/>
                      <a:gd name="T5" fmla="*/ 0 h 40"/>
                      <a:gd name="T6" fmla="*/ 6 w 64"/>
                      <a:gd name="T7" fmla="*/ 3 h 40"/>
                      <a:gd name="T8" fmla="*/ 3 w 64"/>
                      <a:gd name="T9" fmla="*/ 3 h 40"/>
                      <a:gd name="T10" fmla="*/ 0 w 64"/>
                      <a:gd name="T11" fmla="*/ 6 h 40"/>
                      <a:gd name="T12" fmla="*/ 3 w 64"/>
                      <a:gd name="T13" fmla="*/ 10 h 40"/>
                      <a:gd name="T14" fmla="*/ 8 w 64"/>
                      <a:gd name="T15" fmla="*/ 10 h 40"/>
                      <a:gd name="T16" fmla="*/ 14 w 64"/>
                      <a:gd name="T17" fmla="*/ 14 h 40"/>
                      <a:gd name="T18" fmla="*/ 19 w 64"/>
                      <a:gd name="T19" fmla="*/ 14 h 40"/>
                      <a:gd name="T20" fmla="*/ 23 w 64"/>
                      <a:gd name="T21" fmla="*/ 10 h 40"/>
                      <a:gd name="T22" fmla="*/ 23 w 64"/>
                      <a:gd name="T23" fmla="*/ 8 h 40"/>
                      <a:gd name="T24" fmla="*/ 19 w 64"/>
                      <a:gd name="T25" fmla="*/ 6 h 40"/>
                      <a:gd name="T26" fmla="*/ 17 w 64"/>
                      <a:gd name="T27" fmla="*/ 3 h 40"/>
                      <a:gd name="T28" fmla="*/ 17 w 64"/>
                      <a:gd name="T29" fmla="*/ 0 h 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4"/>
                      <a:gd name="T46" fmla="*/ 0 h 40"/>
                      <a:gd name="T47" fmla="*/ 64 w 64"/>
                      <a:gd name="T48" fmla="*/ 40 h 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4" h="40">
                        <a:moveTo>
                          <a:pt x="48" y="0"/>
                        </a:moveTo>
                        <a:lnTo>
                          <a:pt x="32" y="0"/>
                        </a:lnTo>
                        <a:lnTo>
                          <a:pt x="24" y="0"/>
                        </a:lnTo>
                        <a:lnTo>
                          <a:pt x="16" y="8"/>
                        </a:lnTo>
                        <a:lnTo>
                          <a:pt x="8" y="8"/>
                        </a:lnTo>
                        <a:lnTo>
                          <a:pt x="0" y="16"/>
                        </a:lnTo>
                        <a:lnTo>
                          <a:pt x="8" y="32"/>
                        </a:lnTo>
                        <a:lnTo>
                          <a:pt x="24" y="32"/>
                        </a:lnTo>
                        <a:lnTo>
                          <a:pt x="40" y="40"/>
                        </a:lnTo>
                        <a:lnTo>
                          <a:pt x="56" y="40"/>
                        </a:lnTo>
                        <a:lnTo>
                          <a:pt x="64" y="32"/>
                        </a:lnTo>
                        <a:lnTo>
                          <a:pt x="64" y="24"/>
                        </a:lnTo>
                        <a:lnTo>
                          <a:pt x="56" y="16"/>
                        </a:lnTo>
                        <a:lnTo>
                          <a:pt x="48" y="8"/>
                        </a:lnTo>
                        <a:lnTo>
                          <a:pt x="48" y="0"/>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60" name="Freeform 48">
                    <a:extLst>
                      <a:ext uri="{FF2B5EF4-FFF2-40B4-BE49-F238E27FC236}">
                        <a16:creationId xmlns:a16="http://schemas.microsoft.com/office/drawing/2014/main" id="{44011C7C-B425-60EF-099C-ADABFD251963}"/>
                      </a:ext>
                    </a:extLst>
                  </p:cNvPr>
                  <p:cNvSpPr>
                    <a:spLocks/>
                  </p:cNvSpPr>
                  <p:nvPr/>
                </p:nvSpPr>
                <p:spPr bwMode="gray">
                  <a:xfrm>
                    <a:off x="1365" y="1322"/>
                    <a:ext cx="254" cy="73"/>
                  </a:xfrm>
                  <a:custGeom>
                    <a:avLst/>
                    <a:gdLst>
                      <a:gd name="T0" fmla="*/ 87 w 360"/>
                      <a:gd name="T1" fmla="*/ 19 h 104"/>
                      <a:gd name="T2" fmla="*/ 99 w 360"/>
                      <a:gd name="T3" fmla="*/ 17 h 104"/>
                      <a:gd name="T4" fmla="*/ 109 w 360"/>
                      <a:gd name="T5" fmla="*/ 17 h 104"/>
                      <a:gd name="T6" fmla="*/ 115 w 360"/>
                      <a:gd name="T7" fmla="*/ 19 h 104"/>
                      <a:gd name="T8" fmla="*/ 123 w 360"/>
                      <a:gd name="T9" fmla="*/ 22 h 104"/>
                      <a:gd name="T10" fmla="*/ 121 w 360"/>
                      <a:gd name="T11" fmla="*/ 25 h 104"/>
                      <a:gd name="T12" fmla="*/ 123 w 360"/>
                      <a:gd name="T13" fmla="*/ 27 h 104"/>
                      <a:gd name="T14" fmla="*/ 121 w 360"/>
                      <a:gd name="T15" fmla="*/ 31 h 104"/>
                      <a:gd name="T16" fmla="*/ 118 w 360"/>
                      <a:gd name="T17" fmla="*/ 31 h 104"/>
                      <a:gd name="T18" fmla="*/ 118 w 360"/>
                      <a:gd name="T19" fmla="*/ 36 h 104"/>
                      <a:gd name="T20" fmla="*/ 109 w 360"/>
                      <a:gd name="T21" fmla="*/ 36 h 104"/>
                      <a:gd name="T22" fmla="*/ 101 w 360"/>
                      <a:gd name="T23" fmla="*/ 31 h 104"/>
                      <a:gd name="T24" fmla="*/ 95 w 360"/>
                      <a:gd name="T25" fmla="*/ 36 h 104"/>
                      <a:gd name="T26" fmla="*/ 87 w 360"/>
                      <a:gd name="T27" fmla="*/ 33 h 104"/>
                      <a:gd name="T28" fmla="*/ 82 w 360"/>
                      <a:gd name="T29" fmla="*/ 36 h 104"/>
                      <a:gd name="T30" fmla="*/ 61 w 360"/>
                      <a:gd name="T31" fmla="*/ 36 h 104"/>
                      <a:gd name="T32" fmla="*/ 59 w 360"/>
                      <a:gd name="T33" fmla="*/ 31 h 104"/>
                      <a:gd name="T34" fmla="*/ 45 w 360"/>
                      <a:gd name="T35" fmla="*/ 33 h 104"/>
                      <a:gd name="T36" fmla="*/ 37 w 360"/>
                      <a:gd name="T37" fmla="*/ 31 h 104"/>
                      <a:gd name="T38" fmla="*/ 37 w 360"/>
                      <a:gd name="T39" fmla="*/ 25 h 104"/>
                      <a:gd name="T40" fmla="*/ 37 w 360"/>
                      <a:gd name="T41" fmla="*/ 19 h 104"/>
                      <a:gd name="T42" fmla="*/ 28 w 360"/>
                      <a:gd name="T43" fmla="*/ 11 h 104"/>
                      <a:gd name="T44" fmla="*/ 20 w 360"/>
                      <a:gd name="T45" fmla="*/ 11 h 104"/>
                      <a:gd name="T46" fmla="*/ 11 w 360"/>
                      <a:gd name="T47" fmla="*/ 8 h 104"/>
                      <a:gd name="T48" fmla="*/ 6 w 360"/>
                      <a:gd name="T49" fmla="*/ 6 h 104"/>
                      <a:gd name="T50" fmla="*/ 3 w 360"/>
                      <a:gd name="T51" fmla="*/ 0 h 104"/>
                      <a:gd name="T52" fmla="*/ 20 w 360"/>
                      <a:gd name="T53" fmla="*/ 3 h 104"/>
                      <a:gd name="T54" fmla="*/ 23 w 360"/>
                      <a:gd name="T55" fmla="*/ 8 h 104"/>
                      <a:gd name="T56" fmla="*/ 31 w 360"/>
                      <a:gd name="T57" fmla="*/ 6 h 104"/>
                      <a:gd name="T58" fmla="*/ 42 w 360"/>
                      <a:gd name="T59" fmla="*/ 6 h 104"/>
                      <a:gd name="T60" fmla="*/ 45 w 360"/>
                      <a:gd name="T61" fmla="*/ 8 h 104"/>
                      <a:gd name="T62" fmla="*/ 40 w 360"/>
                      <a:gd name="T63" fmla="*/ 8 h 104"/>
                      <a:gd name="T64" fmla="*/ 45 w 360"/>
                      <a:gd name="T65" fmla="*/ 8 h 104"/>
                      <a:gd name="T66" fmla="*/ 56 w 360"/>
                      <a:gd name="T67" fmla="*/ 11 h 104"/>
                      <a:gd name="T68" fmla="*/ 48 w 360"/>
                      <a:gd name="T69" fmla="*/ 14 h 104"/>
                      <a:gd name="T70" fmla="*/ 40 w 360"/>
                      <a:gd name="T71" fmla="*/ 11 h 104"/>
                      <a:gd name="T72" fmla="*/ 40 w 360"/>
                      <a:gd name="T73" fmla="*/ 17 h 104"/>
                      <a:gd name="T74" fmla="*/ 48 w 360"/>
                      <a:gd name="T75" fmla="*/ 17 h 104"/>
                      <a:gd name="T76" fmla="*/ 53 w 360"/>
                      <a:gd name="T77" fmla="*/ 19 h 104"/>
                      <a:gd name="T78" fmla="*/ 59 w 360"/>
                      <a:gd name="T79" fmla="*/ 22 h 104"/>
                      <a:gd name="T80" fmla="*/ 61 w 360"/>
                      <a:gd name="T81" fmla="*/ 19 h 104"/>
                      <a:gd name="T82" fmla="*/ 67 w 360"/>
                      <a:gd name="T83" fmla="*/ 22 h 104"/>
                      <a:gd name="T84" fmla="*/ 70 w 360"/>
                      <a:gd name="T85" fmla="*/ 19 h 104"/>
                      <a:gd name="T86" fmla="*/ 75 w 360"/>
                      <a:gd name="T87" fmla="*/ 22 h 104"/>
                      <a:gd name="T88" fmla="*/ 75 w 360"/>
                      <a:gd name="T89" fmla="*/ 19 h 10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60"/>
                      <a:gd name="T136" fmla="*/ 0 h 104"/>
                      <a:gd name="T137" fmla="*/ 360 w 360"/>
                      <a:gd name="T138" fmla="*/ 104 h 10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60" h="104">
                        <a:moveTo>
                          <a:pt x="240" y="56"/>
                        </a:moveTo>
                        <a:lnTo>
                          <a:pt x="248" y="56"/>
                        </a:lnTo>
                        <a:lnTo>
                          <a:pt x="272" y="48"/>
                        </a:lnTo>
                        <a:lnTo>
                          <a:pt x="280" y="48"/>
                        </a:lnTo>
                        <a:lnTo>
                          <a:pt x="296" y="48"/>
                        </a:lnTo>
                        <a:lnTo>
                          <a:pt x="312" y="48"/>
                        </a:lnTo>
                        <a:lnTo>
                          <a:pt x="328" y="48"/>
                        </a:lnTo>
                        <a:lnTo>
                          <a:pt x="328" y="56"/>
                        </a:lnTo>
                        <a:lnTo>
                          <a:pt x="344" y="56"/>
                        </a:lnTo>
                        <a:lnTo>
                          <a:pt x="352" y="64"/>
                        </a:lnTo>
                        <a:lnTo>
                          <a:pt x="352" y="72"/>
                        </a:lnTo>
                        <a:lnTo>
                          <a:pt x="344" y="72"/>
                        </a:lnTo>
                        <a:lnTo>
                          <a:pt x="344" y="80"/>
                        </a:lnTo>
                        <a:lnTo>
                          <a:pt x="352" y="80"/>
                        </a:lnTo>
                        <a:lnTo>
                          <a:pt x="360" y="88"/>
                        </a:lnTo>
                        <a:lnTo>
                          <a:pt x="344" y="88"/>
                        </a:lnTo>
                        <a:lnTo>
                          <a:pt x="344" y="80"/>
                        </a:lnTo>
                        <a:lnTo>
                          <a:pt x="336" y="88"/>
                        </a:lnTo>
                        <a:lnTo>
                          <a:pt x="344" y="96"/>
                        </a:lnTo>
                        <a:lnTo>
                          <a:pt x="336" y="104"/>
                        </a:lnTo>
                        <a:lnTo>
                          <a:pt x="320" y="104"/>
                        </a:lnTo>
                        <a:lnTo>
                          <a:pt x="312" y="104"/>
                        </a:lnTo>
                        <a:lnTo>
                          <a:pt x="288" y="104"/>
                        </a:lnTo>
                        <a:lnTo>
                          <a:pt x="288" y="88"/>
                        </a:lnTo>
                        <a:lnTo>
                          <a:pt x="272" y="88"/>
                        </a:lnTo>
                        <a:lnTo>
                          <a:pt x="272" y="104"/>
                        </a:lnTo>
                        <a:lnTo>
                          <a:pt x="248" y="104"/>
                        </a:lnTo>
                        <a:lnTo>
                          <a:pt x="248" y="96"/>
                        </a:lnTo>
                        <a:lnTo>
                          <a:pt x="240" y="88"/>
                        </a:lnTo>
                        <a:lnTo>
                          <a:pt x="232" y="104"/>
                        </a:lnTo>
                        <a:lnTo>
                          <a:pt x="216" y="104"/>
                        </a:lnTo>
                        <a:lnTo>
                          <a:pt x="176" y="104"/>
                        </a:lnTo>
                        <a:lnTo>
                          <a:pt x="176" y="96"/>
                        </a:lnTo>
                        <a:lnTo>
                          <a:pt x="168" y="88"/>
                        </a:lnTo>
                        <a:lnTo>
                          <a:pt x="144" y="96"/>
                        </a:lnTo>
                        <a:lnTo>
                          <a:pt x="128" y="96"/>
                        </a:lnTo>
                        <a:lnTo>
                          <a:pt x="112" y="96"/>
                        </a:lnTo>
                        <a:lnTo>
                          <a:pt x="104" y="88"/>
                        </a:lnTo>
                        <a:lnTo>
                          <a:pt x="96" y="80"/>
                        </a:lnTo>
                        <a:lnTo>
                          <a:pt x="104" y="72"/>
                        </a:lnTo>
                        <a:lnTo>
                          <a:pt x="96" y="64"/>
                        </a:lnTo>
                        <a:lnTo>
                          <a:pt x="104" y="56"/>
                        </a:lnTo>
                        <a:lnTo>
                          <a:pt x="88" y="48"/>
                        </a:lnTo>
                        <a:lnTo>
                          <a:pt x="80" y="32"/>
                        </a:lnTo>
                        <a:lnTo>
                          <a:pt x="64" y="32"/>
                        </a:lnTo>
                        <a:lnTo>
                          <a:pt x="56" y="32"/>
                        </a:lnTo>
                        <a:lnTo>
                          <a:pt x="40" y="32"/>
                        </a:lnTo>
                        <a:lnTo>
                          <a:pt x="32" y="24"/>
                        </a:lnTo>
                        <a:lnTo>
                          <a:pt x="24" y="24"/>
                        </a:lnTo>
                        <a:lnTo>
                          <a:pt x="16" y="16"/>
                        </a:lnTo>
                        <a:lnTo>
                          <a:pt x="0" y="16"/>
                        </a:lnTo>
                        <a:lnTo>
                          <a:pt x="8" y="0"/>
                        </a:lnTo>
                        <a:lnTo>
                          <a:pt x="24" y="0"/>
                        </a:lnTo>
                        <a:lnTo>
                          <a:pt x="56" y="8"/>
                        </a:lnTo>
                        <a:lnTo>
                          <a:pt x="72" y="8"/>
                        </a:lnTo>
                        <a:lnTo>
                          <a:pt x="64" y="24"/>
                        </a:lnTo>
                        <a:lnTo>
                          <a:pt x="72" y="24"/>
                        </a:lnTo>
                        <a:lnTo>
                          <a:pt x="88" y="16"/>
                        </a:lnTo>
                        <a:lnTo>
                          <a:pt x="104" y="24"/>
                        </a:lnTo>
                        <a:lnTo>
                          <a:pt x="120" y="16"/>
                        </a:lnTo>
                        <a:lnTo>
                          <a:pt x="128" y="16"/>
                        </a:lnTo>
                        <a:lnTo>
                          <a:pt x="128" y="24"/>
                        </a:lnTo>
                        <a:lnTo>
                          <a:pt x="120" y="24"/>
                        </a:lnTo>
                        <a:lnTo>
                          <a:pt x="112" y="24"/>
                        </a:lnTo>
                        <a:lnTo>
                          <a:pt x="120" y="24"/>
                        </a:lnTo>
                        <a:lnTo>
                          <a:pt x="128" y="24"/>
                        </a:lnTo>
                        <a:lnTo>
                          <a:pt x="136" y="32"/>
                        </a:lnTo>
                        <a:lnTo>
                          <a:pt x="160" y="32"/>
                        </a:lnTo>
                        <a:lnTo>
                          <a:pt x="160" y="40"/>
                        </a:lnTo>
                        <a:lnTo>
                          <a:pt x="136" y="40"/>
                        </a:lnTo>
                        <a:lnTo>
                          <a:pt x="128" y="32"/>
                        </a:lnTo>
                        <a:lnTo>
                          <a:pt x="112" y="32"/>
                        </a:lnTo>
                        <a:lnTo>
                          <a:pt x="120" y="40"/>
                        </a:lnTo>
                        <a:lnTo>
                          <a:pt x="112" y="48"/>
                        </a:lnTo>
                        <a:lnTo>
                          <a:pt x="120" y="48"/>
                        </a:lnTo>
                        <a:lnTo>
                          <a:pt x="136" y="48"/>
                        </a:lnTo>
                        <a:lnTo>
                          <a:pt x="144" y="48"/>
                        </a:lnTo>
                        <a:lnTo>
                          <a:pt x="152" y="56"/>
                        </a:lnTo>
                        <a:lnTo>
                          <a:pt x="160" y="64"/>
                        </a:lnTo>
                        <a:lnTo>
                          <a:pt x="168" y="64"/>
                        </a:lnTo>
                        <a:lnTo>
                          <a:pt x="160" y="56"/>
                        </a:lnTo>
                        <a:lnTo>
                          <a:pt x="176" y="56"/>
                        </a:lnTo>
                        <a:lnTo>
                          <a:pt x="176" y="64"/>
                        </a:lnTo>
                        <a:lnTo>
                          <a:pt x="192" y="64"/>
                        </a:lnTo>
                        <a:lnTo>
                          <a:pt x="192" y="56"/>
                        </a:lnTo>
                        <a:lnTo>
                          <a:pt x="200" y="56"/>
                        </a:lnTo>
                        <a:lnTo>
                          <a:pt x="208" y="64"/>
                        </a:lnTo>
                        <a:lnTo>
                          <a:pt x="216" y="64"/>
                        </a:lnTo>
                        <a:lnTo>
                          <a:pt x="224" y="64"/>
                        </a:lnTo>
                        <a:lnTo>
                          <a:pt x="216" y="56"/>
                        </a:lnTo>
                        <a:lnTo>
                          <a:pt x="240" y="56"/>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61" name="Freeform 49">
                    <a:extLst>
                      <a:ext uri="{FF2B5EF4-FFF2-40B4-BE49-F238E27FC236}">
                        <a16:creationId xmlns:a16="http://schemas.microsoft.com/office/drawing/2014/main" id="{4517808D-C393-E9E7-9010-33BCD0E3DD24}"/>
                      </a:ext>
                    </a:extLst>
                  </p:cNvPr>
                  <p:cNvSpPr>
                    <a:spLocks/>
                  </p:cNvSpPr>
                  <p:nvPr/>
                </p:nvSpPr>
                <p:spPr bwMode="gray">
                  <a:xfrm>
                    <a:off x="1349" y="1265"/>
                    <a:ext cx="50" cy="33"/>
                  </a:xfrm>
                  <a:custGeom>
                    <a:avLst/>
                    <a:gdLst>
                      <a:gd name="T0" fmla="*/ 8 w 72"/>
                      <a:gd name="T1" fmla="*/ 0 h 48"/>
                      <a:gd name="T2" fmla="*/ 10 w 72"/>
                      <a:gd name="T3" fmla="*/ 3 h 48"/>
                      <a:gd name="T4" fmla="*/ 22 w 72"/>
                      <a:gd name="T5" fmla="*/ 6 h 48"/>
                      <a:gd name="T6" fmla="*/ 24 w 72"/>
                      <a:gd name="T7" fmla="*/ 6 h 48"/>
                      <a:gd name="T8" fmla="*/ 24 w 72"/>
                      <a:gd name="T9" fmla="*/ 8 h 48"/>
                      <a:gd name="T10" fmla="*/ 19 w 72"/>
                      <a:gd name="T11" fmla="*/ 8 h 48"/>
                      <a:gd name="T12" fmla="*/ 24 w 72"/>
                      <a:gd name="T13" fmla="*/ 10 h 48"/>
                      <a:gd name="T14" fmla="*/ 22 w 72"/>
                      <a:gd name="T15" fmla="*/ 13 h 48"/>
                      <a:gd name="T16" fmla="*/ 16 w 72"/>
                      <a:gd name="T17" fmla="*/ 13 h 48"/>
                      <a:gd name="T18" fmla="*/ 10 w 72"/>
                      <a:gd name="T19" fmla="*/ 13 h 48"/>
                      <a:gd name="T20" fmla="*/ 8 w 72"/>
                      <a:gd name="T21" fmla="*/ 16 h 48"/>
                      <a:gd name="T22" fmla="*/ 6 w 72"/>
                      <a:gd name="T23" fmla="*/ 13 h 48"/>
                      <a:gd name="T24" fmla="*/ 3 w 72"/>
                      <a:gd name="T25" fmla="*/ 10 h 48"/>
                      <a:gd name="T26" fmla="*/ 6 w 72"/>
                      <a:gd name="T27" fmla="*/ 10 h 48"/>
                      <a:gd name="T28" fmla="*/ 8 w 72"/>
                      <a:gd name="T29" fmla="*/ 10 h 48"/>
                      <a:gd name="T30" fmla="*/ 6 w 72"/>
                      <a:gd name="T31" fmla="*/ 8 h 48"/>
                      <a:gd name="T32" fmla="*/ 3 w 72"/>
                      <a:gd name="T33" fmla="*/ 8 h 48"/>
                      <a:gd name="T34" fmla="*/ 0 w 72"/>
                      <a:gd name="T35" fmla="*/ 3 h 48"/>
                      <a:gd name="T36" fmla="*/ 0 w 72"/>
                      <a:gd name="T37" fmla="*/ 0 h 48"/>
                      <a:gd name="T38" fmla="*/ 3 w 72"/>
                      <a:gd name="T39" fmla="*/ 0 h 48"/>
                      <a:gd name="T40" fmla="*/ 8 w 72"/>
                      <a:gd name="T41" fmla="*/ 0 h 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48"/>
                      <a:gd name="T65" fmla="*/ 72 w 72"/>
                      <a:gd name="T66" fmla="*/ 48 h 4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48">
                        <a:moveTo>
                          <a:pt x="24" y="0"/>
                        </a:moveTo>
                        <a:lnTo>
                          <a:pt x="32" y="8"/>
                        </a:lnTo>
                        <a:lnTo>
                          <a:pt x="64" y="16"/>
                        </a:lnTo>
                        <a:lnTo>
                          <a:pt x="72" y="16"/>
                        </a:lnTo>
                        <a:lnTo>
                          <a:pt x="72" y="24"/>
                        </a:lnTo>
                        <a:lnTo>
                          <a:pt x="56" y="24"/>
                        </a:lnTo>
                        <a:lnTo>
                          <a:pt x="72" y="32"/>
                        </a:lnTo>
                        <a:lnTo>
                          <a:pt x="64" y="40"/>
                        </a:lnTo>
                        <a:lnTo>
                          <a:pt x="48" y="40"/>
                        </a:lnTo>
                        <a:lnTo>
                          <a:pt x="32" y="40"/>
                        </a:lnTo>
                        <a:lnTo>
                          <a:pt x="24" y="48"/>
                        </a:lnTo>
                        <a:lnTo>
                          <a:pt x="16" y="40"/>
                        </a:lnTo>
                        <a:lnTo>
                          <a:pt x="8" y="32"/>
                        </a:lnTo>
                        <a:lnTo>
                          <a:pt x="16" y="32"/>
                        </a:lnTo>
                        <a:lnTo>
                          <a:pt x="24" y="32"/>
                        </a:lnTo>
                        <a:lnTo>
                          <a:pt x="16" y="24"/>
                        </a:lnTo>
                        <a:lnTo>
                          <a:pt x="8" y="24"/>
                        </a:lnTo>
                        <a:lnTo>
                          <a:pt x="0" y="8"/>
                        </a:lnTo>
                        <a:lnTo>
                          <a:pt x="0" y="0"/>
                        </a:lnTo>
                        <a:lnTo>
                          <a:pt x="8" y="0"/>
                        </a:lnTo>
                        <a:lnTo>
                          <a:pt x="24" y="0"/>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62" name="Freeform 50">
                    <a:extLst>
                      <a:ext uri="{FF2B5EF4-FFF2-40B4-BE49-F238E27FC236}">
                        <a16:creationId xmlns:a16="http://schemas.microsoft.com/office/drawing/2014/main" id="{1222A182-0007-212E-8FA5-66E0516B06E9}"/>
                      </a:ext>
                    </a:extLst>
                  </p:cNvPr>
                  <p:cNvSpPr>
                    <a:spLocks/>
                  </p:cNvSpPr>
                  <p:nvPr/>
                </p:nvSpPr>
                <p:spPr bwMode="gray">
                  <a:xfrm>
                    <a:off x="1439" y="1097"/>
                    <a:ext cx="444" cy="253"/>
                  </a:xfrm>
                  <a:custGeom>
                    <a:avLst/>
                    <a:gdLst>
                      <a:gd name="T0" fmla="*/ 17 w 632"/>
                      <a:gd name="T1" fmla="*/ 114 h 360"/>
                      <a:gd name="T2" fmla="*/ 36 w 632"/>
                      <a:gd name="T3" fmla="*/ 119 h 360"/>
                      <a:gd name="T4" fmla="*/ 53 w 632"/>
                      <a:gd name="T5" fmla="*/ 119 h 360"/>
                      <a:gd name="T6" fmla="*/ 70 w 632"/>
                      <a:gd name="T7" fmla="*/ 119 h 360"/>
                      <a:gd name="T8" fmla="*/ 81 w 632"/>
                      <a:gd name="T9" fmla="*/ 125 h 360"/>
                      <a:gd name="T10" fmla="*/ 91 w 632"/>
                      <a:gd name="T11" fmla="*/ 114 h 360"/>
                      <a:gd name="T12" fmla="*/ 72 w 632"/>
                      <a:gd name="T13" fmla="*/ 111 h 360"/>
                      <a:gd name="T14" fmla="*/ 100 w 632"/>
                      <a:gd name="T15" fmla="*/ 105 h 360"/>
                      <a:gd name="T16" fmla="*/ 105 w 632"/>
                      <a:gd name="T17" fmla="*/ 97 h 360"/>
                      <a:gd name="T18" fmla="*/ 117 w 632"/>
                      <a:gd name="T19" fmla="*/ 92 h 360"/>
                      <a:gd name="T20" fmla="*/ 108 w 632"/>
                      <a:gd name="T21" fmla="*/ 84 h 360"/>
                      <a:gd name="T22" fmla="*/ 111 w 632"/>
                      <a:gd name="T23" fmla="*/ 81 h 360"/>
                      <a:gd name="T24" fmla="*/ 111 w 632"/>
                      <a:gd name="T25" fmla="*/ 75 h 360"/>
                      <a:gd name="T26" fmla="*/ 130 w 632"/>
                      <a:gd name="T27" fmla="*/ 72 h 360"/>
                      <a:gd name="T28" fmla="*/ 144 w 632"/>
                      <a:gd name="T29" fmla="*/ 67 h 360"/>
                      <a:gd name="T30" fmla="*/ 144 w 632"/>
                      <a:gd name="T31" fmla="*/ 64 h 360"/>
                      <a:gd name="T32" fmla="*/ 161 w 632"/>
                      <a:gd name="T33" fmla="*/ 58 h 360"/>
                      <a:gd name="T34" fmla="*/ 188 w 632"/>
                      <a:gd name="T35" fmla="*/ 41 h 360"/>
                      <a:gd name="T36" fmla="*/ 166 w 632"/>
                      <a:gd name="T37" fmla="*/ 41 h 360"/>
                      <a:gd name="T38" fmla="*/ 164 w 632"/>
                      <a:gd name="T39" fmla="*/ 41 h 360"/>
                      <a:gd name="T40" fmla="*/ 161 w 632"/>
                      <a:gd name="T41" fmla="*/ 33 h 360"/>
                      <a:gd name="T42" fmla="*/ 194 w 632"/>
                      <a:gd name="T43" fmla="*/ 33 h 360"/>
                      <a:gd name="T44" fmla="*/ 219 w 632"/>
                      <a:gd name="T45" fmla="*/ 22 h 360"/>
                      <a:gd name="T46" fmla="*/ 200 w 632"/>
                      <a:gd name="T47" fmla="*/ 6 h 360"/>
                      <a:gd name="T48" fmla="*/ 178 w 632"/>
                      <a:gd name="T49" fmla="*/ 6 h 360"/>
                      <a:gd name="T50" fmla="*/ 155 w 632"/>
                      <a:gd name="T51" fmla="*/ 3 h 360"/>
                      <a:gd name="T52" fmla="*/ 142 w 632"/>
                      <a:gd name="T53" fmla="*/ 6 h 360"/>
                      <a:gd name="T54" fmla="*/ 133 w 632"/>
                      <a:gd name="T55" fmla="*/ 8 h 360"/>
                      <a:gd name="T56" fmla="*/ 100 w 632"/>
                      <a:gd name="T57" fmla="*/ 3 h 360"/>
                      <a:gd name="T58" fmla="*/ 105 w 632"/>
                      <a:gd name="T59" fmla="*/ 11 h 360"/>
                      <a:gd name="T60" fmla="*/ 81 w 632"/>
                      <a:gd name="T61" fmla="*/ 8 h 360"/>
                      <a:gd name="T62" fmla="*/ 77 w 632"/>
                      <a:gd name="T63" fmla="*/ 11 h 360"/>
                      <a:gd name="T64" fmla="*/ 70 w 632"/>
                      <a:gd name="T65" fmla="*/ 14 h 360"/>
                      <a:gd name="T66" fmla="*/ 77 w 632"/>
                      <a:gd name="T67" fmla="*/ 27 h 360"/>
                      <a:gd name="T68" fmla="*/ 50 w 632"/>
                      <a:gd name="T69" fmla="*/ 19 h 360"/>
                      <a:gd name="T70" fmla="*/ 47 w 632"/>
                      <a:gd name="T71" fmla="*/ 25 h 360"/>
                      <a:gd name="T72" fmla="*/ 31 w 632"/>
                      <a:gd name="T73" fmla="*/ 27 h 360"/>
                      <a:gd name="T74" fmla="*/ 0 w 632"/>
                      <a:gd name="T75" fmla="*/ 33 h 360"/>
                      <a:gd name="T76" fmla="*/ 25 w 632"/>
                      <a:gd name="T77" fmla="*/ 36 h 360"/>
                      <a:gd name="T78" fmla="*/ 27 w 632"/>
                      <a:gd name="T79" fmla="*/ 47 h 360"/>
                      <a:gd name="T80" fmla="*/ 19 w 632"/>
                      <a:gd name="T81" fmla="*/ 50 h 360"/>
                      <a:gd name="T82" fmla="*/ 53 w 632"/>
                      <a:gd name="T83" fmla="*/ 47 h 360"/>
                      <a:gd name="T84" fmla="*/ 53 w 632"/>
                      <a:gd name="T85" fmla="*/ 56 h 360"/>
                      <a:gd name="T86" fmla="*/ 64 w 632"/>
                      <a:gd name="T87" fmla="*/ 56 h 360"/>
                      <a:gd name="T88" fmla="*/ 94 w 632"/>
                      <a:gd name="T89" fmla="*/ 39 h 360"/>
                      <a:gd name="T90" fmla="*/ 103 w 632"/>
                      <a:gd name="T91" fmla="*/ 53 h 360"/>
                      <a:gd name="T92" fmla="*/ 72 w 632"/>
                      <a:gd name="T93" fmla="*/ 58 h 360"/>
                      <a:gd name="T94" fmla="*/ 84 w 632"/>
                      <a:gd name="T95" fmla="*/ 72 h 360"/>
                      <a:gd name="T96" fmla="*/ 39 w 632"/>
                      <a:gd name="T97" fmla="*/ 61 h 360"/>
                      <a:gd name="T98" fmla="*/ 53 w 632"/>
                      <a:gd name="T99" fmla="*/ 77 h 360"/>
                      <a:gd name="T100" fmla="*/ 75 w 632"/>
                      <a:gd name="T101" fmla="*/ 84 h 360"/>
                      <a:gd name="T102" fmla="*/ 41 w 632"/>
                      <a:gd name="T103" fmla="*/ 86 h 360"/>
                      <a:gd name="T104" fmla="*/ 41 w 632"/>
                      <a:gd name="T105" fmla="*/ 97 h 360"/>
                      <a:gd name="T106" fmla="*/ 50 w 632"/>
                      <a:gd name="T107" fmla="*/ 100 h 360"/>
                      <a:gd name="T108" fmla="*/ 70 w 632"/>
                      <a:gd name="T109" fmla="*/ 100 h 360"/>
                      <a:gd name="T110" fmla="*/ 33 w 632"/>
                      <a:gd name="T111" fmla="*/ 100 h 36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32"/>
                      <a:gd name="T169" fmla="*/ 0 h 360"/>
                      <a:gd name="T170" fmla="*/ 632 w 632"/>
                      <a:gd name="T171" fmla="*/ 360 h 36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32" h="360">
                        <a:moveTo>
                          <a:pt x="104" y="312"/>
                        </a:moveTo>
                        <a:lnTo>
                          <a:pt x="104" y="320"/>
                        </a:lnTo>
                        <a:lnTo>
                          <a:pt x="96" y="320"/>
                        </a:lnTo>
                        <a:lnTo>
                          <a:pt x="80" y="320"/>
                        </a:lnTo>
                        <a:lnTo>
                          <a:pt x="72" y="320"/>
                        </a:lnTo>
                        <a:lnTo>
                          <a:pt x="56" y="328"/>
                        </a:lnTo>
                        <a:lnTo>
                          <a:pt x="48" y="328"/>
                        </a:lnTo>
                        <a:lnTo>
                          <a:pt x="48" y="344"/>
                        </a:lnTo>
                        <a:lnTo>
                          <a:pt x="64" y="344"/>
                        </a:lnTo>
                        <a:lnTo>
                          <a:pt x="72" y="344"/>
                        </a:lnTo>
                        <a:lnTo>
                          <a:pt x="80" y="352"/>
                        </a:lnTo>
                        <a:lnTo>
                          <a:pt x="88" y="344"/>
                        </a:lnTo>
                        <a:lnTo>
                          <a:pt x="96" y="344"/>
                        </a:lnTo>
                        <a:lnTo>
                          <a:pt x="104" y="344"/>
                        </a:lnTo>
                        <a:lnTo>
                          <a:pt x="112" y="344"/>
                        </a:lnTo>
                        <a:lnTo>
                          <a:pt x="112" y="352"/>
                        </a:lnTo>
                        <a:lnTo>
                          <a:pt x="128" y="352"/>
                        </a:lnTo>
                        <a:lnTo>
                          <a:pt x="144" y="352"/>
                        </a:lnTo>
                        <a:lnTo>
                          <a:pt x="136" y="344"/>
                        </a:lnTo>
                        <a:lnTo>
                          <a:pt x="144" y="344"/>
                        </a:lnTo>
                        <a:lnTo>
                          <a:pt x="152" y="344"/>
                        </a:lnTo>
                        <a:lnTo>
                          <a:pt x="160" y="344"/>
                        </a:lnTo>
                        <a:lnTo>
                          <a:pt x="152" y="344"/>
                        </a:lnTo>
                        <a:lnTo>
                          <a:pt x="168" y="344"/>
                        </a:lnTo>
                        <a:lnTo>
                          <a:pt x="176" y="344"/>
                        </a:lnTo>
                        <a:lnTo>
                          <a:pt x="184" y="344"/>
                        </a:lnTo>
                        <a:lnTo>
                          <a:pt x="192" y="352"/>
                        </a:lnTo>
                        <a:lnTo>
                          <a:pt x="200" y="344"/>
                        </a:lnTo>
                        <a:lnTo>
                          <a:pt x="200" y="336"/>
                        </a:lnTo>
                        <a:lnTo>
                          <a:pt x="216" y="336"/>
                        </a:lnTo>
                        <a:lnTo>
                          <a:pt x="216" y="344"/>
                        </a:lnTo>
                        <a:lnTo>
                          <a:pt x="232" y="344"/>
                        </a:lnTo>
                        <a:lnTo>
                          <a:pt x="232" y="352"/>
                        </a:lnTo>
                        <a:lnTo>
                          <a:pt x="224" y="352"/>
                        </a:lnTo>
                        <a:lnTo>
                          <a:pt x="232" y="360"/>
                        </a:lnTo>
                        <a:lnTo>
                          <a:pt x="264" y="352"/>
                        </a:lnTo>
                        <a:lnTo>
                          <a:pt x="264" y="344"/>
                        </a:lnTo>
                        <a:lnTo>
                          <a:pt x="280" y="344"/>
                        </a:lnTo>
                        <a:lnTo>
                          <a:pt x="288" y="336"/>
                        </a:lnTo>
                        <a:lnTo>
                          <a:pt x="280" y="328"/>
                        </a:lnTo>
                        <a:lnTo>
                          <a:pt x="272" y="328"/>
                        </a:lnTo>
                        <a:lnTo>
                          <a:pt x="264" y="328"/>
                        </a:lnTo>
                        <a:lnTo>
                          <a:pt x="256" y="328"/>
                        </a:lnTo>
                        <a:lnTo>
                          <a:pt x="256" y="320"/>
                        </a:lnTo>
                        <a:lnTo>
                          <a:pt x="264" y="320"/>
                        </a:lnTo>
                        <a:lnTo>
                          <a:pt x="256" y="312"/>
                        </a:lnTo>
                        <a:lnTo>
                          <a:pt x="248" y="312"/>
                        </a:lnTo>
                        <a:lnTo>
                          <a:pt x="240" y="320"/>
                        </a:lnTo>
                        <a:lnTo>
                          <a:pt x="208" y="320"/>
                        </a:lnTo>
                        <a:lnTo>
                          <a:pt x="208" y="312"/>
                        </a:lnTo>
                        <a:lnTo>
                          <a:pt x="216" y="312"/>
                        </a:lnTo>
                        <a:lnTo>
                          <a:pt x="208" y="304"/>
                        </a:lnTo>
                        <a:lnTo>
                          <a:pt x="216" y="304"/>
                        </a:lnTo>
                        <a:lnTo>
                          <a:pt x="232" y="312"/>
                        </a:lnTo>
                        <a:lnTo>
                          <a:pt x="264" y="312"/>
                        </a:lnTo>
                        <a:lnTo>
                          <a:pt x="288" y="304"/>
                        </a:lnTo>
                        <a:lnTo>
                          <a:pt x="280" y="296"/>
                        </a:lnTo>
                        <a:lnTo>
                          <a:pt x="272" y="288"/>
                        </a:lnTo>
                        <a:lnTo>
                          <a:pt x="280" y="288"/>
                        </a:lnTo>
                        <a:lnTo>
                          <a:pt x="304" y="288"/>
                        </a:lnTo>
                        <a:lnTo>
                          <a:pt x="328" y="280"/>
                        </a:lnTo>
                        <a:lnTo>
                          <a:pt x="320" y="280"/>
                        </a:lnTo>
                        <a:lnTo>
                          <a:pt x="304" y="280"/>
                        </a:lnTo>
                        <a:lnTo>
                          <a:pt x="312" y="272"/>
                        </a:lnTo>
                        <a:lnTo>
                          <a:pt x="336" y="272"/>
                        </a:lnTo>
                        <a:lnTo>
                          <a:pt x="344" y="272"/>
                        </a:lnTo>
                        <a:lnTo>
                          <a:pt x="336" y="264"/>
                        </a:lnTo>
                        <a:lnTo>
                          <a:pt x="320" y="264"/>
                        </a:lnTo>
                        <a:lnTo>
                          <a:pt x="320" y="256"/>
                        </a:lnTo>
                        <a:lnTo>
                          <a:pt x="336" y="264"/>
                        </a:lnTo>
                        <a:lnTo>
                          <a:pt x="352" y="256"/>
                        </a:lnTo>
                        <a:lnTo>
                          <a:pt x="336" y="248"/>
                        </a:lnTo>
                        <a:lnTo>
                          <a:pt x="320" y="248"/>
                        </a:lnTo>
                        <a:lnTo>
                          <a:pt x="312" y="240"/>
                        </a:lnTo>
                        <a:lnTo>
                          <a:pt x="288" y="240"/>
                        </a:lnTo>
                        <a:lnTo>
                          <a:pt x="296" y="240"/>
                        </a:lnTo>
                        <a:lnTo>
                          <a:pt x="312" y="240"/>
                        </a:lnTo>
                        <a:lnTo>
                          <a:pt x="288" y="232"/>
                        </a:lnTo>
                        <a:lnTo>
                          <a:pt x="304" y="232"/>
                        </a:lnTo>
                        <a:lnTo>
                          <a:pt x="320" y="232"/>
                        </a:lnTo>
                        <a:lnTo>
                          <a:pt x="336" y="240"/>
                        </a:lnTo>
                        <a:lnTo>
                          <a:pt x="352" y="240"/>
                        </a:lnTo>
                        <a:lnTo>
                          <a:pt x="352" y="232"/>
                        </a:lnTo>
                        <a:lnTo>
                          <a:pt x="320" y="232"/>
                        </a:lnTo>
                        <a:lnTo>
                          <a:pt x="288" y="232"/>
                        </a:lnTo>
                        <a:lnTo>
                          <a:pt x="288" y="224"/>
                        </a:lnTo>
                        <a:lnTo>
                          <a:pt x="304" y="224"/>
                        </a:lnTo>
                        <a:lnTo>
                          <a:pt x="296" y="224"/>
                        </a:lnTo>
                        <a:lnTo>
                          <a:pt x="320" y="224"/>
                        </a:lnTo>
                        <a:lnTo>
                          <a:pt x="304" y="224"/>
                        </a:lnTo>
                        <a:lnTo>
                          <a:pt x="320" y="216"/>
                        </a:lnTo>
                        <a:lnTo>
                          <a:pt x="328" y="216"/>
                        </a:lnTo>
                        <a:lnTo>
                          <a:pt x="328" y="224"/>
                        </a:lnTo>
                        <a:lnTo>
                          <a:pt x="344" y="224"/>
                        </a:lnTo>
                        <a:lnTo>
                          <a:pt x="344" y="216"/>
                        </a:lnTo>
                        <a:lnTo>
                          <a:pt x="360" y="216"/>
                        </a:lnTo>
                        <a:lnTo>
                          <a:pt x="376" y="216"/>
                        </a:lnTo>
                        <a:lnTo>
                          <a:pt x="376" y="208"/>
                        </a:lnTo>
                        <a:lnTo>
                          <a:pt x="352" y="208"/>
                        </a:lnTo>
                        <a:lnTo>
                          <a:pt x="352" y="200"/>
                        </a:lnTo>
                        <a:lnTo>
                          <a:pt x="360" y="200"/>
                        </a:lnTo>
                        <a:lnTo>
                          <a:pt x="384" y="208"/>
                        </a:lnTo>
                        <a:lnTo>
                          <a:pt x="408" y="208"/>
                        </a:lnTo>
                        <a:lnTo>
                          <a:pt x="416" y="200"/>
                        </a:lnTo>
                        <a:lnTo>
                          <a:pt x="416" y="192"/>
                        </a:lnTo>
                        <a:lnTo>
                          <a:pt x="424" y="192"/>
                        </a:lnTo>
                        <a:lnTo>
                          <a:pt x="416" y="192"/>
                        </a:lnTo>
                        <a:lnTo>
                          <a:pt x="400" y="192"/>
                        </a:lnTo>
                        <a:lnTo>
                          <a:pt x="392" y="192"/>
                        </a:lnTo>
                        <a:lnTo>
                          <a:pt x="392" y="184"/>
                        </a:lnTo>
                        <a:lnTo>
                          <a:pt x="400" y="184"/>
                        </a:lnTo>
                        <a:lnTo>
                          <a:pt x="416" y="184"/>
                        </a:lnTo>
                        <a:lnTo>
                          <a:pt x="424" y="184"/>
                        </a:lnTo>
                        <a:lnTo>
                          <a:pt x="440" y="184"/>
                        </a:lnTo>
                        <a:lnTo>
                          <a:pt x="440" y="176"/>
                        </a:lnTo>
                        <a:lnTo>
                          <a:pt x="424" y="168"/>
                        </a:lnTo>
                        <a:lnTo>
                          <a:pt x="440" y="168"/>
                        </a:lnTo>
                        <a:lnTo>
                          <a:pt x="448" y="176"/>
                        </a:lnTo>
                        <a:lnTo>
                          <a:pt x="464" y="168"/>
                        </a:lnTo>
                        <a:lnTo>
                          <a:pt x="464" y="160"/>
                        </a:lnTo>
                        <a:lnTo>
                          <a:pt x="488" y="144"/>
                        </a:lnTo>
                        <a:lnTo>
                          <a:pt x="496" y="144"/>
                        </a:lnTo>
                        <a:lnTo>
                          <a:pt x="512" y="136"/>
                        </a:lnTo>
                        <a:lnTo>
                          <a:pt x="520" y="136"/>
                        </a:lnTo>
                        <a:lnTo>
                          <a:pt x="536" y="120"/>
                        </a:lnTo>
                        <a:lnTo>
                          <a:pt x="544" y="120"/>
                        </a:lnTo>
                        <a:lnTo>
                          <a:pt x="552" y="112"/>
                        </a:lnTo>
                        <a:lnTo>
                          <a:pt x="560" y="104"/>
                        </a:lnTo>
                        <a:lnTo>
                          <a:pt x="544" y="104"/>
                        </a:lnTo>
                        <a:lnTo>
                          <a:pt x="536" y="112"/>
                        </a:lnTo>
                        <a:lnTo>
                          <a:pt x="520" y="112"/>
                        </a:lnTo>
                        <a:lnTo>
                          <a:pt x="512" y="112"/>
                        </a:lnTo>
                        <a:lnTo>
                          <a:pt x="480" y="120"/>
                        </a:lnTo>
                        <a:lnTo>
                          <a:pt x="464" y="128"/>
                        </a:lnTo>
                        <a:lnTo>
                          <a:pt x="456" y="128"/>
                        </a:lnTo>
                        <a:lnTo>
                          <a:pt x="448" y="128"/>
                        </a:lnTo>
                        <a:lnTo>
                          <a:pt x="432" y="128"/>
                        </a:lnTo>
                        <a:lnTo>
                          <a:pt x="440" y="128"/>
                        </a:lnTo>
                        <a:lnTo>
                          <a:pt x="456" y="128"/>
                        </a:lnTo>
                        <a:lnTo>
                          <a:pt x="472" y="120"/>
                        </a:lnTo>
                        <a:lnTo>
                          <a:pt x="496" y="112"/>
                        </a:lnTo>
                        <a:lnTo>
                          <a:pt x="520" y="112"/>
                        </a:lnTo>
                        <a:lnTo>
                          <a:pt x="512" y="104"/>
                        </a:lnTo>
                        <a:lnTo>
                          <a:pt x="496" y="104"/>
                        </a:lnTo>
                        <a:lnTo>
                          <a:pt x="488" y="104"/>
                        </a:lnTo>
                        <a:lnTo>
                          <a:pt x="464" y="104"/>
                        </a:lnTo>
                        <a:lnTo>
                          <a:pt x="464" y="96"/>
                        </a:lnTo>
                        <a:lnTo>
                          <a:pt x="472" y="96"/>
                        </a:lnTo>
                        <a:lnTo>
                          <a:pt x="480" y="104"/>
                        </a:lnTo>
                        <a:lnTo>
                          <a:pt x="496" y="96"/>
                        </a:lnTo>
                        <a:lnTo>
                          <a:pt x="504" y="104"/>
                        </a:lnTo>
                        <a:lnTo>
                          <a:pt x="536" y="96"/>
                        </a:lnTo>
                        <a:lnTo>
                          <a:pt x="544" y="96"/>
                        </a:lnTo>
                        <a:lnTo>
                          <a:pt x="560" y="96"/>
                        </a:lnTo>
                        <a:lnTo>
                          <a:pt x="576" y="88"/>
                        </a:lnTo>
                        <a:lnTo>
                          <a:pt x="584" y="88"/>
                        </a:lnTo>
                        <a:lnTo>
                          <a:pt x="600" y="80"/>
                        </a:lnTo>
                        <a:lnTo>
                          <a:pt x="608" y="72"/>
                        </a:lnTo>
                        <a:lnTo>
                          <a:pt x="616" y="72"/>
                        </a:lnTo>
                        <a:lnTo>
                          <a:pt x="608" y="72"/>
                        </a:lnTo>
                        <a:lnTo>
                          <a:pt x="632" y="64"/>
                        </a:lnTo>
                        <a:lnTo>
                          <a:pt x="632" y="48"/>
                        </a:lnTo>
                        <a:lnTo>
                          <a:pt x="616" y="40"/>
                        </a:lnTo>
                        <a:lnTo>
                          <a:pt x="584" y="40"/>
                        </a:lnTo>
                        <a:lnTo>
                          <a:pt x="576" y="32"/>
                        </a:lnTo>
                        <a:lnTo>
                          <a:pt x="568" y="24"/>
                        </a:lnTo>
                        <a:lnTo>
                          <a:pt x="576" y="24"/>
                        </a:lnTo>
                        <a:lnTo>
                          <a:pt x="576" y="16"/>
                        </a:lnTo>
                        <a:lnTo>
                          <a:pt x="560" y="16"/>
                        </a:lnTo>
                        <a:lnTo>
                          <a:pt x="552" y="24"/>
                        </a:lnTo>
                        <a:lnTo>
                          <a:pt x="544" y="16"/>
                        </a:lnTo>
                        <a:lnTo>
                          <a:pt x="536" y="24"/>
                        </a:lnTo>
                        <a:lnTo>
                          <a:pt x="528" y="24"/>
                        </a:lnTo>
                        <a:lnTo>
                          <a:pt x="520" y="16"/>
                        </a:lnTo>
                        <a:lnTo>
                          <a:pt x="512" y="16"/>
                        </a:lnTo>
                        <a:lnTo>
                          <a:pt x="488" y="32"/>
                        </a:lnTo>
                        <a:lnTo>
                          <a:pt x="464" y="32"/>
                        </a:lnTo>
                        <a:lnTo>
                          <a:pt x="504" y="16"/>
                        </a:lnTo>
                        <a:lnTo>
                          <a:pt x="496" y="8"/>
                        </a:lnTo>
                        <a:lnTo>
                          <a:pt x="472" y="8"/>
                        </a:lnTo>
                        <a:lnTo>
                          <a:pt x="464" y="8"/>
                        </a:lnTo>
                        <a:lnTo>
                          <a:pt x="448" y="8"/>
                        </a:lnTo>
                        <a:lnTo>
                          <a:pt x="440" y="8"/>
                        </a:lnTo>
                        <a:lnTo>
                          <a:pt x="424" y="8"/>
                        </a:lnTo>
                        <a:lnTo>
                          <a:pt x="424" y="0"/>
                        </a:lnTo>
                        <a:lnTo>
                          <a:pt x="400" y="0"/>
                        </a:lnTo>
                        <a:lnTo>
                          <a:pt x="400" y="8"/>
                        </a:lnTo>
                        <a:lnTo>
                          <a:pt x="416" y="8"/>
                        </a:lnTo>
                        <a:lnTo>
                          <a:pt x="408" y="16"/>
                        </a:lnTo>
                        <a:lnTo>
                          <a:pt x="392" y="8"/>
                        </a:lnTo>
                        <a:lnTo>
                          <a:pt x="392" y="0"/>
                        </a:lnTo>
                        <a:lnTo>
                          <a:pt x="368" y="0"/>
                        </a:lnTo>
                        <a:lnTo>
                          <a:pt x="360" y="0"/>
                        </a:lnTo>
                        <a:lnTo>
                          <a:pt x="360" y="8"/>
                        </a:lnTo>
                        <a:lnTo>
                          <a:pt x="360" y="16"/>
                        </a:lnTo>
                        <a:lnTo>
                          <a:pt x="384" y="24"/>
                        </a:lnTo>
                        <a:lnTo>
                          <a:pt x="384" y="32"/>
                        </a:lnTo>
                        <a:lnTo>
                          <a:pt x="376" y="32"/>
                        </a:lnTo>
                        <a:lnTo>
                          <a:pt x="360" y="24"/>
                        </a:lnTo>
                        <a:lnTo>
                          <a:pt x="352" y="24"/>
                        </a:lnTo>
                        <a:lnTo>
                          <a:pt x="336" y="8"/>
                        </a:lnTo>
                        <a:lnTo>
                          <a:pt x="296" y="8"/>
                        </a:lnTo>
                        <a:lnTo>
                          <a:pt x="288" y="8"/>
                        </a:lnTo>
                        <a:lnTo>
                          <a:pt x="288" y="16"/>
                        </a:lnTo>
                        <a:lnTo>
                          <a:pt x="312" y="24"/>
                        </a:lnTo>
                        <a:lnTo>
                          <a:pt x="320" y="32"/>
                        </a:lnTo>
                        <a:lnTo>
                          <a:pt x="328" y="32"/>
                        </a:lnTo>
                        <a:lnTo>
                          <a:pt x="320" y="40"/>
                        </a:lnTo>
                        <a:lnTo>
                          <a:pt x="304" y="48"/>
                        </a:lnTo>
                        <a:lnTo>
                          <a:pt x="304" y="32"/>
                        </a:lnTo>
                        <a:lnTo>
                          <a:pt x="288" y="24"/>
                        </a:lnTo>
                        <a:lnTo>
                          <a:pt x="272" y="16"/>
                        </a:lnTo>
                        <a:lnTo>
                          <a:pt x="264" y="16"/>
                        </a:lnTo>
                        <a:lnTo>
                          <a:pt x="256" y="16"/>
                        </a:lnTo>
                        <a:lnTo>
                          <a:pt x="232" y="16"/>
                        </a:lnTo>
                        <a:lnTo>
                          <a:pt x="224" y="16"/>
                        </a:lnTo>
                        <a:lnTo>
                          <a:pt x="232" y="24"/>
                        </a:lnTo>
                        <a:lnTo>
                          <a:pt x="256" y="32"/>
                        </a:lnTo>
                        <a:lnTo>
                          <a:pt x="248" y="32"/>
                        </a:lnTo>
                        <a:lnTo>
                          <a:pt x="232" y="32"/>
                        </a:lnTo>
                        <a:lnTo>
                          <a:pt x="208" y="24"/>
                        </a:lnTo>
                        <a:lnTo>
                          <a:pt x="200" y="24"/>
                        </a:lnTo>
                        <a:lnTo>
                          <a:pt x="192" y="24"/>
                        </a:lnTo>
                        <a:lnTo>
                          <a:pt x="224" y="32"/>
                        </a:lnTo>
                        <a:lnTo>
                          <a:pt x="224" y="40"/>
                        </a:lnTo>
                        <a:lnTo>
                          <a:pt x="216" y="40"/>
                        </a:lnTo>
                        <a:lnTo>
                          <a:pt x="200" y="32"/>
                        </a:lnTo>
                        <a:lnTo>
                          <a:pt x="176" y="32"/>
                        </a:lnTo>
                        <a:lnTo>
                          <a:pt x="184" y="40"/>
                        </a:lnTo>
                        <a:lnTo>
                          <a:pt x="192" y="40"/>
                        </a:lnTo>
                        <a:lnTo>
                          <a:pt x="200" y="40"/>
                        </a:lnTo>
                        <a:lnTo>
                          <a:pt x="200" y="48"/>
                        </a:lnTo>
                        <a:lnTo>
                          <a:pt x="184" y="48"/>
                        </a:lnTo>
                        <a:lnTo>
                          <a:pt x="176" y="48"/>
                        </a:lnTo>
                        <a:lnTo>
                          <a:pt x="184" y="56"/>
                        </a:lnTo>
                        <a:lnTo>
                          <a:pt x="216" y="64"/>
                        </a:lnTo>
                        <a:lnTo>
                          <a:pt x="224" y="72"/>
                        </a:lnTo>
                        <a:lnTo>
                          <a:pt x="224" y="80"/>
                        </a:lnTo>
                        <a:lnTo>
                          <a:pt x="216" y="80"/>
                        </a:lnTo>
                        <a:lnTo>
                          <a:pt x="192" y="64"/>
                        </a:lnTo>
                        <a:lnTo>
                          <a:pt x="176" y="64"/>
                        </a:lnTo>
                        <a:lnTo>
                          <a:pt x="168" y="64"/>
                        </a:lnTo>
                        <a:lnTo>
                          <a:pt x="184" y="72"/>
                        </a:lnTo>
                        <a:lnTo>
                          <a:pt x="168" y="72"/>
                        </a:lnTo>
                        <a:lnTo>
                          <a:pt x="144" y="56"/>
                        </a:lnTo>
                        <a:lnTo>
                          <a:pt x="128" y="48"/>
                        </a:lnTo>
                        <a:lnTo>
                          <a:pt x="112" y="48"/>
                        </a:lnTo>
                        <a:lnTo>
                          <a:pt x="120" y="56"/>
                        </a:lnTo>
                        <a:lnTo>
                          <a:pt x="104" y="56"/>
                        </a:lnTo>
                        <a:lnTo>
                          <a:pt x="104" y="64"/>
                        </a:lnTo>
                        <a:lnTo>
                          <a:pt x="112" y="72"/>
                        </a:lnTo>
                        <a:lnTo>
                          <a:pt x="136" y="72"/>
                        </a:lnTo>
                        <a:lnTo>
                          <a:pt x="144" y="80"/>
                        </a:lnTo>
                        <a:lnTo>
                          <a:pt x="128" y="80"/>
                        </a:lnTo>
                        <a:lnTo>
                          <a:pt x="112" y="80"/>
                        </a:lnTo>
                        <a:lnTo>
                          <a:pt x="104" y="72"/>
                        </a:lnTo>
                        <a:lnTo>
                          <a:pt x="96" y="80"/>
                        </a:lnTo>
                        <a:lnTo>
                          <a:pt x="104" y="80"/>
                        </a:lnTo>
                        <a:lnTo>
                          <a:pt x="88" y="80"/>
                        </a:lnTo>
                        <a:lnTo>
                          <a:pt x="80" y="72"/>
                        </a:lnTo>
                        <a:lnTo>
                          <a:pt x="64" y="72"/>
                        </a:lnTo>
                        <a:lnTo>
                          <a:pt x="48" y="80"/>
                        </a:lnTo>
                        <a:lnTo>
                          <a:pt x="48" y="88"/>
                        </a:lnTo>
                        <a:lnTo>
                          <a:pt x="24" y="80"/>
                        </a:lnTo>
                        <a:lnTo>
                          <a:pt x="16" y="88"/>
                        </a:lnTo>
                        <a:lnTo>
                          <a:pt x="0" y="96"/>
                        </a:lnTo>
                        <a:lnTo>
                          <a:pt x="8" y="104"/>
                        </a:lnTo>
                        <a:lnTo>
                          <a:pt x="24" y="104"/>
                        </a:lnTo>
                        <a:lnTo>
                          <a:pt x="40" y="104"/>
                        </a:lnTo>
                        <a:lnTo>
                          <a:pt x="32" y="104"/>
                        </a:lnTo>
                        <a:lnTo>
                          <a:pt x="32" y="112"/>
                        </a:lnTo>
                        <a:lnTo>
                          <a:pt x="56" y="112"/>
                        </a:lnTo>
                        <a:lnTo>
                          <a:pt x="72" y="104"/>
                        </a:lnTo>
                        <a:lnTo>
                          <a:pt x="96" y="104"/>
                        </a:lnTo>
                        <a:lnTo>
                          <a:pt x="88" y="112"/>
                        </a:lnTo>
                        <a:lnTo>
                          <a:pt x="64" y="112"/>
                        </a:lnTo>
                        <a:lnTo>
                          <a:pt x="48" y="120"/>
                        </a:lnTo>
                        <a:lnTo>
                          <a:pt x="40" y="128"/>
                        </a:lnTo>
                        <a:lnTo>
                          <a:pt x="48" y="136"/>
                        </a:lnTo>
                        <a:lnTo>
                          <a:pt x="80" y="136"/>
                        </a:lnTo>
                        <a:lnTo>
                          <a:pt x="104" y="136"/>
                        </a:lnTo>
                        <a:lnTo>
                          <a:pt x="136" y="120"/>
                        </a:lnTo>
                        <a:lnTo>
                          <a:pt x="144" y="120"/>
                        </a:lnTo>
                        <a:lnTo>
                          <a:pt x="128" y="136"/>
                        </a:lnTo>
                        <a:lnTo>
                          <a:pt x="104" y="136"/>
                        </a:lnTo>
                        <a:lnTo>
                          <a:pt x="80" y="136"/>
                        </a:lnTo>
                        <a:lnTo>
                          <a:pt x="56" y="144"/>
                        </a:lnTo>
                        <a:lnTo>
                          <a:pt x="56" y="152"/>
                        </a:lnTo>
                        <a:lnTo>
                          <a:pt x="80" y="152"/>
                        </a:lnTo>
                        <a:lnTo>
                          <a:pt x="96" y="160"/>
                        </a:lnTo>
                        <a:lnTo>
                          <a:pt x="104" y="160"/>
                        </a:lnTo>
                        <a:lnTo>
                          <a:pt x="112" y="144"/>
                        </a:lnTo>
                        <a:lnTo>
                          <a:pt x="128" y="136"/>
                        </a:lnTo>
                        <a:lnTo>
                          <a:pt x="152" y="136"/>
                        </a:lnTo>
                        <a:lnTo>
                          <a:pt x="184" y="128"/>
                        </a:lnTo>
                        <a:lnTo>
                          <a:pt x="184" y="136"/>
                        </a:lnTo>
                        <a:lnTo>
                          <a:pt x="136" y="144"/>
                        </a:lnTo>
                        <a:lnTo>
                          <a:pt x="120" y="152"/>
                        </a:lnTo>
                        <a:lnTo>
                          <a:pt x="120" y="160"/>
                        </a:lnTo>
                        <a:lnTo>
                          <a:pt x="144" y="168"/>
                        </a:lnTo>
                        <a:lnTo>
                          <a:pt x="152" y="160"/>
                        </a:lnTo>
                        <a:lnTo>
                          <a:pt x="152" y="152"/>
                        </a:lnTo>
                        <a:lnTo>
                          <a:pt x="168" y="152"/>
                        </a:lnTo>
                        <a:lnTo>
                          <a:pt x="184" y="152"/>
                        </a:lnTo>
                        <a:lnTo>
                          <a:pt x="200" y="152"/>
                        </a:lnTo>
                        <a:lnTo>
                          <a:pt x="192" y="152"/>
                        </a:lnTo>
                        <a:lnTo>
                          <a:pt x="176" y="160"/>
                        </a:lnTo>
                        <a:lnTo>
                          <a:pt x="184" y="160"/>
                        </a:lnTo>
                        <a:lnTo>
                          <a:pt x="208" y="160"/>
                        </a:lnTo>
                        <a:lnTo>
                          <a:pt x="224" y="152"/>
                        </a:lnTo>
                        <a:lnTo>
                          <a:pt x="248" y="144"/>
                        </a:lnTo>
                        <a:lnTo>
                          <a:pt x="240" y="128"/>
                        </a:lnTo>
                        <a:lnTo>
                          <a:pt x="256" y="128"/>
                        </a:lnTo>
                        <a:lnTo>
                          <a:pt x="264" y="120"/>
                        </a:lnTo>
                        <a:lnTo>
                          <a:pt x="272" y="112"/>
                        </a:lnTo>
                        <a:lnTo>
                          <a:pt x="288" y="112"/>
                        </a:lnTo>
                        <a:lnTo>
                          <a:pt x="288" y="120"/>
                        </a:lnTo>
                        <a:lnTo>
                          <a:pt x="272" y="128"/>
                        </a:lnTo>
                        <a:lnTo>
                          <a:pt x="264" y="144"/>
                        </a:lnTo>
                        <a:lnTo>
                          <a:pt x="288" y="144"/>
                        </a:lnTo>
                        <a:lnTo>
                          <a:pt x="312" y="144"/>
                        </a:lnTo>
                        <a:lnTo>
                          <a:pt x="296" y="152"/>
                        </a:lnTo>
                        <a:lnTo>
                          <a:pt x="264" y="152"/>
                        </a:lnTo>
                        <a:lnTo>
                          <a:pt x="240" y="152"/>
                        </a:lnTo>
                        <a:lnTo>
                          <a:pt x="248" y="160"/>
                        </a:lnTo>
                        <a:lnTo>
                          <a:pt x="264" y="160"/>
                        </a:lnTo>
                        <a:lnTo>
                          <a:pt x="240" y="168"/>
                        </a:lnTo>
                        <a:lnTo>
                          <a:pt x="224" y="168"/>
                        </a:lnTo>
                        <a:lnTo>
                          <a:pt x="208" y="168"/>
                        </a:lnTo>
                        <a:lnTo>
                          <a:pt x="184" y="168"/>
                        </a:lnTo>
                        <a:lnTo>
                          <a:pt x="184" y="176"/>
                        </a:lnTo>
                        <a:lnTo>
                          <a:pt x="200" y="184"/>
                        </a:lnTo>
                        <a:lnTo>
                          <a:pt x="208" y="192"/>
                        </a:lnTo>
                        <a:lnTo>
                          <a:pt x="216" y="208"/>
                        </a:lnTo>
                        <a:lnTo>
                          <a:pt x="224" y="208"/>
                        </a:lnTo>
                        <a:lnTo>
                          <a:pt x="240" y="208"/>
                        </a:lnTo>
                        <a:lnTo>
                          <a:pt x="248" y="208"/>
                        </a:lnTo>
                        <a:lnTo>
                          <a:pt x="232" y="216"/>
                        </a:lnTo>
                        <a:lnTo>
                          <a:pt x="208" y="216"/>
                        </a:lnTo>
                        <a:lnTo>
                          <a:pt x="200" y="200"/>
                        </a:lnTo>
                        <a:lnTo>
                          <a:pt x="168" y="176"/>
                        </a:lnTo>
                        <a:lnTo>
                          <a:pt x="144" y="176"/>
                        </a:lnTo>
                        <a:lnTo>
                          <a:pt x="112" y="176"/>
                        </a:lnTo>
                        <a:lnTo>
                          <a:pt x="112" y="184"/>
                        </a:lnTo>
                        <a:lnTo>
                          <a:pt x="128" y="192"/>
                        </a:lnTo>
                        <a:lnTo>
                          <a:pt x="112" y="192"/>
                        </a:lnTo>
                        <a:lnTo>
                          <a:pt x="112" y="200"/>
                        </a:lnTo>
                        <a:lnTo>
                          <a:pt x="136" y="208"/>
                        </a:lnTo>
                        <a:lnTo>
                          <a:pt x="152" y="216"/>
                        </a:lnTo>
                        <a:lnTo>
                          <a:pt x="152" y="224"/>
                        </a:lnTo>
                        <a:lnTo>
                          <a:pt x="168" y="232"/>
                        </a:lnTo>
                        <a:lnTo>
                          <a:pt x="168" y="240"/>
                        </a:lnTo>
                        <a:lnTo>
                          <a:pt x="152" y="232"/>
                        </a:lnTo>
                        <a:lnTo>
                          <a:pt x="144" y="240"/>
                        </a:lnTo>
                        <a:lnTo>
                          <a:pt x="168" y="248"/>
                        </a:lnTo>
                        <a:lnTo>
                          <a:pt x="192" y="248"/>
                        </a:lnTo>
                        <a:lnTo>
                          <a:pt x="216" y="240"/>
                        </a:lnTo>
                        <a:lnTo>
                          <a:pt x="216" y="248"/>
                        </a:lnTo>
                        <a:lnTo>
                          <a:pt x="200" y="248"/>
                        </a:lnTo>
                        <a:lnTo>
                          <a:pt x="192" y="256"/>
                        </a:lnTo>
                        <a:lnTo>
                          <a:pt x="176" y="248"/>
                        </a:lnTo>
                        <a:lnTo>
                          <a:pt x="152" y="248"/>
                        </a:lnTo>
                        <a:lnTo>
                          <a:pt x="136" y="248"/>
                        </a:lnTo>
                        <a:lnTo>
                          <a:pt x="120" y="248"/>
                        </a:lnTo>
                        <a:lnTo>
                          <a:pt x="112" y="248"/>
                        </a:lnTo>
                        <a:lnTo>
                          <a:pt x="104" y="248"/>
                        </a:lnTo>
                        <a:lnTo>
                          <a:pt x="96" y="264"/>
                        </a:lnTo>
                        <a:lnTo>
                          <a:pt x="96" y="280"/>
                        </a:lnTo>
                        <a:lnTo>
                          <a:pt x="112" y="280"/>
                        </a:lnTo>
                        <a:lnTo>
                          <a:pt x="120" y="272"/>
                        </a:lnTo>
                        <a:lnTo>
                          <a:pt x="120" y="280"/>
                        </a:lnTo>
                        <a:lnTo>
                          <a:pt x="136" y="280"/>
                        </a:lnTo>
                        <a:lnTo>
                          <a:pt x="144" y="272"/>
                        </a:lnTo>
                        <a:lnTo>
                          <a:pt x="144" y="264"/>
                        </a:lnTo>
                        <a:lnTo>
                          <a:pt x="152" y="264"/>
                        </a:lnTo>
                        <a:lnTo>
                          <a:pt x="152" y="272"/>
                        </a:lnTo>
                        <a:lnTo>
                          <a:pt x="144" y="280"/>
                        </a:lnTo>
                        <a:lnTo>
                          <a:pt x="144" y="288"/>
                        </a:lnTo>
                        <a:lnTo>
                          <a:pt x="136" y="288"/>
                        </a:lnTo>
                        <a:lnTo>
                          <a:pt x="136" y="296"/>
                        </a:lnTo>
                        <a:lnTo>
                          <a:pt x="152" y="304"/>
                        </a:lnTo>
                        <a:lnTo>
                          <a:pt x="176" y="296"/>
                        </a:lnTo>
                        <a:lnTo>
                          <a:pt x="184" y="280"/>
                        </a:lnTo>
                        <a:lnTo>
                          <a:pt x="200" y="280"/>
                        </a:lnTo>
                        <a:lnTo>
                          <a:pt x="200" y="288"/>
                        </a:lnTo>
                        <a:lnTo>
                          <a:pt x="192" y="288"/>
                        </a:lnTo>
                        <a:lnTo>
                          <a:pt x="168" y="312"/>
                        </a:lnTo>
                        <a:lnTo>
                          <a:pt x="160" y="312"/>
                        </a:lnTo>
                        <a:lnTo>
                          <a:pt x="144" y="312"/>
                        </a:lnTo>
                        <a:lnTo>
                          <a:pt x="120" y="304"/>
                        </a:lnTo>
                        <a:lnTo>
                          <a:pt x="112" y="296"/>
                        </a:lnTo>
                        <a:lnTo>
                          <a:pt x="96" y="288"/>
                        </a:lnTo>
                        <a:lnTo>
                          <a:pt x="88" y="288"/>
                        </a:lnTo>
                        <a:lnTo>
                          <a:pt x="72" y="296"/>
                        </a:lnTo>
                        <a:lnTo>
                          <a:pt x="80" y="304"/>
                        </a:lnTo>
                        <a:lnTo>
                          <a:pt x="104" y="312"/>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63" name="Freeform 51">
                    <a:extLst>
                      <a:ext uri="{FF2B5EF4-FFF2-40B4-BE49-F238E27FC236}">
                        <a16:creationId xmlns:a16="http://schemas.microsoft.com/office/drawing/2014/main" id="{2713A77C-96EF-7DE7-5BB8-EDF62FD32928}"/>
                      </a:ext>
                    </a:extLst>
                  </p:cNvPr>
                  <p:cNvSpPr>
                    <a:spLocks/>
                  </p:cNvSpPr>
                  <p:nvPr/>
                </p:nvSpPr>
                <p:spPr bwMode="gray">
                  <a:xfrm>
                    <a:off x="1377" y="1182"/>
                    <a:ext cx="163" cy="112"/>
                  </a:xfrm>
                  <a:custGeom>
                    <a:avLst/>
                    <a:gdLst>
                      <a:gd name="T0" fmla="*/ 27 w 232"/>
                      <a:gd name="T1" fmla="*/ 0 h 160"/>
                      <a:gd name="T2" fmla="*/ 36 w 232"/>
                      <a:gd name="T3" fmla="*/ 6 h 160"/>
                      <a:gd name="T4" fmla="*/ 41 w 232"/>
                      <a:gd name="T5" fmla="*/ 14 h 160"/>
                      <a:gd name="T6" fmla="*/ 50 w 232"/>
                      <a:gd name="T7" fmla="*/ 19 h 160"/>
                      <a:gd name="T8" fmla="*/ 58 w 232"/>
                      <a:gd name="T9" fmla="*/ 25 h 160"/>
                      <a:gd name="T10" fmla="*/ 56 w 232"/>
                      <a:gd name="T11" fmla="*/ 19 h 160"/>
                      <a:gd name="T12" fmla="*/ 61 w 232"/>
                      <a:gd name="T13" fmla="*/ 17 h 160"/>
                      <a:gd name="T14" fmla="*/ 61 w 232"/>
                      <a:gd name="T15" fmla="*/ 22 h 160"/>
                      <a:gd name="T16" fmla="*/ 67 w 232"/>
                      <a:gd name="T17" fmla="*/ 30 h 160"/>
                      <a:gd name="T18" fmla="*/ 81 w 232"/>
                      <a:gd name="T19" fmla="*/ 33 h 160"/>
                      <a:gd name="T20" fmla="*/ 75 w 232"/>
                      <a:gd name="T21" fmla="*/ 38 h 160"/>
                      <a:gd name="T22" fmla="*/ 64 w 232"/>
                      <a:gd name="T23" fmla="*/ 44 h 160"/>
                      <a:gd name="T24" fmla="*/ 58 w 232"/>
                      <a:gd name="T25" fmla="*/ 41 h 160"/>
                      <a:gd name="T26" fmla="*/ 61 w 232"/>
                      <a:gd name="T27" fmla="*/ 47 h 160"/>
                      <a:gd name="T28" fmla="*/ 56 w 232"/>
                      <a:gd name="T29" fmla="*/ 47 h 160"/>
                      <a:gd name="T30" fmla="*/ 56 w 232"/>
                      <a:gd name="T31" fmla="*/ 50 h 160"/>
                      <a:gd name="T32" fmla="*/ 47 w 232"/>
                      <a:gd name="T33" fmla="*/ 50 h 160"/>
                      <a:gd name="T34" fmla="*/ 44 w 232"/>
                      <a:gd name="T35" fmla="*/ 47 h 160"/>
                      <a:gd name="T36" fmla="*/ 47 w 232"/>
                      <a:gd name="T37" fmla="*/ 52 h 160"/>
                      <a:gd name="T38" fmla="*/ 39 w 232"/>
                      <a:gd name="T39" fmla="*/ 55 h 160"/>
                      <a:gd name="T40" fmla="*/ 25 w 232"/>
                      <a:gd name="T41" fmla="*/ 50 h 160"/>
                      <a:gd name="T42" fmla="*/ 17 w 232"/>
                      <a:gd name="T43" fmla="*/ 44 h 160"/>
                      <a:gd name="T44" fmla="*/ 19 w 232"/>
                      <a:gd name="T45" fmla="*/ 41 h 160"/>
                      <a:gd name="T46" fmla="*/ 22 w 232"/>
                      <a:gd name="T47" fmla="*/ 36 h 160"/>
                      <a:gd name="T48" fmla="*/ 39 w 232"/>
                      <a:gd name="T49" fmla="*/ 38 h 160"/>
                      <a:gd name="T50" fmla="*/ 36 w 232"/>
                      <a:gd name="T51" fmla="*/ 36 h 160"/>
                      <a:gd name="T52" fmla="*/ 31 w 232"/>
                      <a:gd name="T53" fmla="*/ 33 h 160"/>
                      <a:gd name="T54" fmla="*/ 14 w 232"/>
                      <a:gd name="T55" fmla="*/ 33 h 160"/>
                      <a:gd name="T56" fmla="*/ 6 w 232"/>
                      <a:gd name="T57" fmla="*/ 30 h 160"/>
                      <a:gd name="T58" fmla="*/ 17 w 232"/>
                      <a:gd name="T59" fmla="*/ 27 h 160"/>
                      <a:gd name="T60" fmla="*/ 6 w 232"/>
                      <a:gd name="T61" fmla="*/ 30 h 160"/>
                      <a:gd name="T62" fmla="*/ 0 w 232"/>
                      <a:gd name="T63" fmla="*/ 22 h 160"/>
                      <a:gd name="T64" fmla="*/ 8 w 232"/>
                      <a:gd name="T65" fmla="*/ 22 h 160"/>
                      <a:gd name="T66" fmla="*/ 17 w 232"/>
                      <a:gd name="T67" fmla="*/ 22 h 160"/>
                      <a:gd name="T68" fmla="*/ 0 w 232"/>
                      <a:gd name="T69" fmla="*/ 17 h 160"/>
                      <a:gd name="T70" fmla="*/ 6 w 232"/>
                      <a:gd name="T71" fmla="*/ 14 h 160"/>
                      <a:gd name="T72" fmla="*/ 17 w 232"/>
                      <a:gd name="T73" fmla="*/ 14 h 160"/>
                      <a:gd name="T74" fmla="*/ 11 w 232"/>
                      <a:gd name="T75" fmla="*/ 8 h 160"/>
                      <a:gd name="T76" fmla="*/ 14 w 232"/>
                      <a:gd name="T77" fmla="*/ 6 h 160"/>
                      <a:gd name="T78" fmla="*/ 19 w 232"/>
                      <a:gd name="T79" fmla="*/ 6 h 160"/>
                      <a:gd name="T80" fmla="*/ 25 w 232"/>
                      <a:gd name="T81" fmla="*/ 3 h 160"/>
                      <a:gd name="T82" fmla="*/ 14 w 232"/>
                      <a:gd name="T83" fmla="*/ 3 h 160"/>
                      <a:gd name="T84" fmla="*/ 19 w 232"/>
                      <a:gd name="T85" fmla="*/ 0 h 16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32"/>
                      <a:gd name="T130" fmla="*/ 0 h 160"/>
                      <a:gd name="T131" fmla="*/ 232 w 232"/>
                      <a:gd name="T132" fmla="*/ 160 h 16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32" h="160">
                        <a:moveTo>
                          <a:pt x="64" y="0"/>
                        </a:moveTo>
                        <a:lnTo>
                          <a:pt x="80" y="0"/>
                        </a:lnTo>
                        <a:lnTo>
                          <a:pt x="96" y="8"/>
                        </a:lnTo>
                        <a:lnTo>
                          <a:pt x="104" y="16"/>
                        </a:lnTo>
                        <a:lnTo>
                          <a:pt x="112" y="24"/>
                        </a:lnTo>
                        <a:lnTo>
                          <a:pt x="120" y="40"/>
                        </a:lnTo>
                        <a:lnTo>
                          <a:pt x="144" y="48"/>
                        </a:lnTo>
                        <a:lnTo>
                          <a:pt x="144" y="56"/>
                        </a:lnTo>
                        <a:lnTo>
                          <a:pt x="152" y="64"/>
                        </a:lnTo>
                        <a:lnTo>
                          <a:pt x="168" y="72"/>
                        </a:lnTo>
                        <a:lnTo>
                          <a:pt x="168" y="64"/>
                        </a:lnTo>
                        <a:lnTo>
                          <a:pt x="160" y="56"/>
                        </a:lnTo>
                        <a:lnTo>
                          <a:pt x="160" y="48"/>
                        </a:lnTo>
                        <a:lnTo>
                          <a:pt x="176" y="48"/>
                        </a:lnTo>
                        <a:lnTo>
                          <a:pt x="184" y="64"/>
                        </a:lnTo>
                        <a:lnTo>
                          <a:pt x="176" y="64"/>
                        </a:lnTo>
                        <a:lnTo>
                          <a:pt x="192" y="72"/>
                        </a:lnTo>
                        <a:lnTo>
                          <a:pt x="192" y="88"/>
                        </a:lnTo>
                        <a:lnTo>
                          <a:pt x="216" y="88"/>
                        </a:lnTo>
                        <a:lnTo>
                          <a:pt x="232" y="96"/>
                        </a:lnTo>
                        <a:lnTo>
                          <a:pt x="232" y="104"/>
                        </a:lnTo>
                        <a:lnTo>
                          <a:pt x="216" y="112"/>
                        </a:lnTo>
                        <a:lnTo>
                          <a:pt x="192" y="120"/>
                        </a:lnTo>
                        <a:lnTo>
                          <a:pt x="184" y="128"/>
                        </a:lnTo>
                        <a:lnTo>
                          <a:pt x="176" y="128"/>
                        </a:lnTo>
                        <a:lnTo>
                          <a:pt x="168" y="120"/>
                        </a:lnTo>
                        <a:lnTo>
                          <a:pt x="160" y="128"/>
                        </a:lnTo>
                        <a:lnTo>
                          <a:pt x="176" y="136"/>
                        </a:lnTo>
                        <a:lnTo>
                          <a:pt x="168" y="144"/>
                        </a:lnTo>
                        <a:lnTo>
                          <a:pt x="160" y="136"/>
                        </a:lnTo>
                        <a:lnTo>
                          <a:pt x="152" y="144"/>
                        </a:lnTo>
                        <a:lnTo>
                          <a:pt x="160" y="144"/>
                        </a:lnTo>
                        <a:lnTo>
                          <a:pt x="152" y="160"/>
                        </a:lnTo>
                        <a:lnTo>
                          <a:pt x="136" y="144"/>
                        </a:lnTo>
                        <a:lnTo>
                          <a:pt x="136" y="136"/>
                        </a:lnTo>
                        <a:lnTo>
                          <a:pt x="128" y="136"/>
                        </a:lnTo>
                        <a:lnTo>
                          <a:pt x="120" y="144"/>
                        </a:lnTo>
                        <a:lnTo>
                          <a:pt x="136" y="152"/>
                        </a:lnTo>
                        <a:lnTo>
                          <a:pt x="120" y="152"/>
                        </a:lnTo>
                        <a:lnTo>
                          <a:pt x="112" y="160"/>
                        </a:lnTo>
                        <a:lnTo>
                          <a:pt x="72" y="152"/>
                        </a:lnTo>
                        <a:lnTo>
                          <a:pt x="72" y="144"/>
                        </a:lnTo>
                        <a:lnTo>
                          <a:pt x="64" y="136"/>
                        </a:lnTo>
                        <a:lnTo>
                          <a:pt x="48" y="128"/>
                        </a:lnTo>
                        <a:lnTo>
                          <a:pt x="64" y="128"/>
                        </a:lnTo>
                        <a:lnTo>
                          <a:pt x="56" y="120"/>
                        </a:lnTo>
                        <a:lnTo>
                          <a:pt x="40" y="120"/>
                        </a:lnTo>
                        <a:lnTo>
                          <a:pt x="64" y="104"/>
                        </a:lnTo>
                        <a:lnTo>
                          <a:pt x="88" y="112"/>
                        </a:lnTo>
                        <a:lnTo>
                          <a:pt x="112" y="112"/>
                        </a:lnTo>
                        <a:lnTo>
                          <a:pt x="80" y="104"/>
                        </a:lnTo>
                        <a:lnTo>
                          <a:pt x="104" y="104"/>
                        </a:lnTo>
                        <a:lnTo>
                          <a:pt x="104" y="96"/>
                        </a:lnTo>
                        <a:lnTo>
                          <a:pt x="88" y="96"/>
                        </a:lnTo>
                        <a:lnTo>
                          <a:pt x="80" y="96"/>
                        </a:lnTo>
                        <a:lnTo>
                          <a:pt x="40" y="96"/>
                        </a:lnTo>
                        <a:lnTo>
                          <a:pt x="24" y="96"/>
                        </a:lnTo>
                        <a:lnTo>
                          <a:pt x="16" y="88"/>
                        </a:lnTo>
                        <a:lnTo>
                          <a:pt x="40" y="88"/>
                        </a:lnTo>
                        <a:lnTo>
                          <a:pt x="48" y="80"/>
                        </a:lnTo>
                        <a:lnTo>
                          <a:pt x="32" y="88"/>
                        </a:lnTo>
                        <a:lnTo>
                          <a:pt x="16" y="88"/>
                        </a:lnTo>
                        <a:lnTo>
                          <a:pt x="8" y="80"/>
                        </a:lnTo>
                        <a:lnTo>
                          <a:pt x="0" y="64"/>
                        </a:lnTo>
                        <a:lnTo>
                          <a:pt x="8" y="64"/>
                        </a:lnTo>
                        <a:lnTo>
                          <a:pt x="24" y="64"/>
                        </a:lnTo>
                        <a:lnTo>
                          <a:pt x="48" y="72"/>
                        </a:lnTo>
                        <a:lnTo>
                          <a:pt x="48" y="64"/>
                        </a:lnTo>
                        <a:lnTo>
                          <a:pt x="24" y="64"/>
                        </a:lnTo>
                        <a:lnTo>
                          <a:pt x="0" y="48"/>
                        </a:lnTo>
                        <a:lnTo>
                          <a:pt x="24" y="48"/>
                        </a:lnTo>
                        <a:lnTo>
                          <a:pt x="16" y="40"/>
                        </a:lnTo>
                        <a:lnTo>
                          <a:pt x="32" y="40"/>
                        </a:lnTo>
                        <a:lnTo>
                          <a:pt x="48" y="40"/>
                        </a:lnTo>
                        <a:lnTo>
                          <a:pt x="56" y="40"/>
                        </a:lnTo>
                        <a:lnTo>
                          <a:pt x="32" y="24"/>
                        </a:lnTo>
                        <a:lnTo>
                          <a:pt x="32" y="16"/>
                        </a:lnTo>
                        <a:lnTo>
                          <a:pt x="40" y="16"/>
                        </a:lnTo>
                        <a:lnTo>
                          <a:pt x="48" y="24"/>
                        </a:lnTo>
                        <a:lnTo>
                          <a:pt x="56" y="16"/>
                        </a:lnTo>
                        <a:lnTo>
                          <a:pt x="48" y="16"/>
                        </a:lnTo>
                        <a:lnTo>
                          <a:pt x="72" y="8"/>
                        </a:lnTo>
                        <a:lnTo>
                          <a:pt x="64" y="8"/>
                        </a:lnTo>
                        <a:lnTo>
                          <a:pt x="40" y="8"/>
                        </a:lnTo>
                        <a:lnTo>
                          <a:pt x="40" y="0"/>
                        </a:lnTo>
                        <a:lnTo>
                          <a:pt x="56" y="0"/>
                        </a:lnTo>
                        <a:lnTo>
                          <a:pt x="64" y="0"/>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64" name="Freeform 52">
                    <a:extLst>
                      <a:ext uri="{FF2B5EF4-FFF2-40B4-BE49-F238E27FC236}">
                        <a16:creationId xmlns:a16="http://schemas.microsoft.com/office/drawing/2014/main" id="{6E0D874C-E92E-6F61-847C-C66654D191FC}"/>
                      </a:ext>
                    </a:extLst>
                  </p:cNvPr>
                  <p:cNvSpPr>
                    <a:spLocks/>
                  </p:cNvSpPr>
                  <p:nvPr/>
                </p:nvSpPr>
                <p:spPr bwMode="gray">
                  <a:xfrm>
                    <a:off x="1517" y="1260"/>
                    <a:ext cx="23" cy="6"/>
                  </a:xfrm>
                  <a:custGeom>
                    <a:avLst/>
                    <a:gdLst>
                      <a:gd name="T0" fmla="*/ 0 w 32"/>
                      <a:gd name="T1" fmla="*/ 4 h 8"/>
                      <a:gd name="T2" fmla="*/ 3 w 32"/>
                      <a:gd name="T3" fmla="*/ 4 h 8"/>
                      <a:gd name="T4" fmla="*/ 9 w 32"/>
                      <a:gd name="T5" fmla="*/ 0 h 8"/>
                      <a:gd name="T6" fmla="*/ 12 w 32"/>
                      <a:gd name="T7" fmla="*/ 4 h 8"/>
                      <a:gd name="T8" fmla="*/ 6 w 32"/>
                      <a:gd name="T9" fmla="*/ 4 h 8"/>
                      <a:gd name="T10" fmla="*/ 0 w 32"/>
                      <a:gd name="T11" fmla="*/ 4 h 8"/>
                      <a:gd name="T12" fmla="*/ 0 60000 65536"/>
                      <a:gd name="T13" fmla="*/ 0 60000 65536"/>
                      <a:gd name="T14" fmla="*/ 0 60000 65536"/>
                      <a:gd name="T15" fmla="*/ 0 60000 65536"/>
                      <a:gd name="T16" fmla="*/ 0 60000 65536"/>
                      <a:gd name="T17" fmla="*/ 0 60000 65536"/>
                      <a:gd name="T18" fmla="*/ 0 w 32"/>
                      <a:gd name="T19" fmla="*/ 0 h 8"/>
                      <a:gd name="T20" fmla="*/ 32 w 32"/>
                      <a:gd name="T21" fmla="*/ 8 h 8"/>
                    </a:gdLst>
                    <a:ahLst/>
                    <a:cxnLst>
                      <a:cxn ang="T12">
                        <a:pos x="T0" y="T1"/>
                      </a:cxn>
                      <a:cxn ang="T13">
                        <a:pos x="T2" y="T3"/>
                      </a:cxn>
                      <a:cxn ang="T14">
                        <a:pos x="T4" y="T5"/>
                      </a:cxn>
                      <a:cxn ang="T15">
                        <a:pos x="T6" y="T7"/>
                      </a:cxn>
                      <a:cxn ang="T16">
                        <a:pos x="T8" y="T9"/>
                      </a:cxn>
                      <a:cxn ang="T17">
                        <a:pos x="T10" y="T11"/>
                      </a:cxn>
                    </a:cxnLst>
                    <a:rect l="T18" t="T19" r="T20" b="T21"/>
                    <a:pathLst>
                      <a:path w="32" h="8">
                        <a:moveTo>
                          <a:pt x="0" y="8"/>
                        </a:moveTo>
                        <a:lnTo>
                          <a:pt x="8" y="8"/>
                        </a:lnTo>
                        <a:lnTo>
                          <a:pt x="24" y="0"/>
                        </a:lnTo>
                        <a:lnTo>
                          <a:pt x="32" y="8"/>
                        </a:lnTo>
                        <a:lnTo>
                          <a:pt x="16" y="8"/>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65" name="Freeform 53">
                    <a:extLst>
                      <a:ext uri="{FF2B5EF4-FFF2-40B4-BE49-F238E27FC236}">
                        <a16:creationId xmlns:a16="http://schemas.microsoft.com/office/drawing/2014/main" id="{432ADDB5-0CB5-8472-9A3B-6779919CE06A}"/>
                      </a:ext>
                    </a:extLst>
                  </p:cNvPr>
                  <p:cNvSpPr>
                    <a:spLocks/>
                  </p:cNvSpPr>
                  <p:nvPr/>
                </p:nvSpPr>
                <p:spPr bwMode="gray">
                  <a:xfrm>
                    <a:off x="1630" y="2627"/>
                    <a:ext cx="28" cy="12"/>
                  </a:xfrm>
                  <a:custGeom>
                    <a:avLst/>
                    <a:gdLst>
                      <a:gd name="T0" fmla="*/ 0 w 40"/>
                      <a:gd name="T1" fmla="*/ 0 h 16"/>
                      <a:gd name="T2" fmla="*/ 6 w 40"/>
                      <a:gd name="T3" fmla="*/ 0 h 16"/>
                      <a:gd name="T4" fmla="*/ 14 w 40"/>
                      <a:gd name="T5" fmla="*/ 4 h 16"/>
                      <a:gd name="T6" fmla="*/ 14 w 40"/>
                      <a:gd name="T7" fmla="*/ 7 h 16"/>
                      <a:gd name="T8" fmla="*/ 6 w 40"/>
                      <a:gd name="T9" fmla="*/ 7 h 16"/>
                      <a:gd name="T10" fmla="*/ 3 w 40"/>
                      <a:gd name="T11" fmla="*/ 4 h 16"/>
                      <a:gd name="T12" fmla="*/ 0 w 40"/>
                      <a:gd name="T13" fmla="*/ 0 h 16"/>
                      <a:gd name="T14" fmla="*/ 0 60000 65536"/>
                      <a:gd name="T15" fmla="*/ 0 60000 65536"/>
                      <a:gd name="T16" fmla="*/ 0 60000 65536"/>
                      <a:gd name="T17" fmla="*/ 0 60000 65536"/>
                      <a:gd name="T18" fmla="*/ 0 60000 65536"/>
                      <a:gd name="T19" fmla="*/ 0 60000 65536"/>
                      <a:gd name="T20" fmla="*/ 0 60000 65536"/>
                      <a:gd name="T21" fmla="*/ 0 w 40"/>
                      <a:gd name="T22" fmla="*/ 0 h 16"/>
                      <a:gd name="T23" fmla="*/ 40 w 40"/>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6">
                        <a:moveTo>
                          <a:pt x="0" y="0"/>
                        </a:moveTo>
                        <a:lnTo>
                          <a:pt x="16" y="0"/>
                        </a:lnTo>
                        <a:lnTo>
                          <a:pt x="40" y="8"/>
                        </a:lnTo>
                        <a:lnTo>
                          <a:pt x="40" y="16"/>
                        </a:lnTo>
                        <a:lnTo>
                          <a:pt x="16" y="16"/>
                        </a:lnTo>
                        <a:lnTo>
                          <a:pt x="8"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66" name="Freeform 54">
                    <a:extLst>
                      <a:ext uri="{FF2B5EF4-FFF2-40B4-BE49-F238E27FC236}">
                        <a16:creationId xmlns:a16="http://schemas.microsoft.com/office/drawing/2014/main" id="{8B898A13-2F15-06C3-C52D-177307B176CD}"/>
                      </a:ext>
                    </a:extLst>
                  </p:cNvPr>
                  <p:cNvSpPr>
                    <a:spLocks/>
                  </p:cNvSpPr>
                  <p:nvPr/>
                </p:nvSpPr>
                <p:spPr bwMode="gray">
                  <a:xfrm>
                    <a:off x="1652" y="2521"/>
                    <a:ext cx="12" cy="16"/>
                  </a:xfrm>
                  <a:custGeom>
                    <a:avLst/>
                    <a:gdLst>
                      <a:gd name="T0" fmla="*/ 0 w 16"/>
                      <a:gd name="T1" fmla="*/ 0 h 24"/>
                      <a:gd name="T2" fmla="*/ 4 w 16"/>
                      <a:gd name="T3" fmla="*/ 2 h 24"/>
                      <a:gd name="T4" fmla="*/ 4 w 16"/>
                      <a:gd name="T5" fmla="*/ 7 h 24"/>
                      <a:gd name="T6" fmla="*/ 7 w 16"/>
                      <a:gd name="T7" fmla="*/ 7 h 24"/>
                      <a:gd name="T8" fmla="*/ 7 w 16"/>
                      <a:gd name="T9" fmla="*/ 2 h 24"/>
                      <a:gd name="T10" fmla="*/ 4 w 16"/>
                      <a:gd name="T11" fmla="*/ 0 h 24"/>
                      <a:gd name="T12" fmla="*/ 0 w 16"/>
                      <a:gd name="T13" fmla="*/ 0 h 24"/>
                      <a:gd name="T14" fmla="*/ 0 60000 65536"/>
                      <a:gd name="T15" fmla="*/ 0 60000 65536"/>
                      <a:gd name="T16" fmla="*/ 0 60000 65536"/>
                      <a:gd name="T17" fmla="*/ 0 60000 65536"/>
                      <a:gd name="T18" fmla="*/ 0 60000 65536"/>
                      <a:gd name="T19" fmla="*/ 0 60000 65536"/>
                      <a:gd name="T20" fmla="*/ 0 60000 65536"/>
                      <a:gd name="T21" fmla="*/ 0 w 16"/>
                      <a:gd name="T22" fmla="*/ 0 h 24"/>
                      <a:gd name="T23" fmla="*/ 16 w 16"/>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24">
                        <a:moveTo>
                          <a:pt x="0" y="0"/>
                        </a:moveTo>
                        <a:lnTo>
                          <a:pt x="8" y="8"/>
                        </a:lnTo>
                        <a:lnTo>
                          <a:pt x="8" y="24"/>
                        </a:lnTo>
                        <a:lnTo>
                          <a:pt x="16" y="24"/>
                        </a:lnTo>
                        <a:lnTo>
                          <a:pt x="16" y="8"/>
                        </a:lnTo>
                        <a:lnTo>
                          <a:pt x="8" y="0"/>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67" name="Freeform 55">
                    <a:extLst>
                      <a:ext uri="{FF2B5EF4-FFF2-40B4-BE49-F238E27FC236}">
                        <a16:creationId xmlns:a16="http://schemas.microsoft.com/office/drawing/2014/main" id="{E48FAF6E-950D-B091-C863-7F68A957EAA0}"/>
                      </a:ext>
                    </a:extLst>
                  </p:cNvPr>
                  <p:cNvSpPr>
                    <a:spLocks/>
                  </p:cNvSpPr>
                  <p:nvPr/>
                </p:nvSpPr>
                <p:spPr bwMode="gray">
                  <a:xfrm>
                    <a:off x="1664" y="2532"/>
                    <a:ext cx="11" cy="11"/>
                  </a:xfrm>
                  <a:custGeom>
                    <a:avLst/>
                    <a:gdLst>
                      <a:gd name="T0" fmla="*/ 0 w 16"/>
                      <a:gd name="T1" fmla="*/ 0 h 16"/>
                      <a:gd name="T2" fmla="*/ 3 w 16"/>
                      <a:gd name="T3" fmla="*/ 6 h 16"/>
                      <a:gd name="T4" fmla="*/ 6 w 16"/>
                      <a:gd name="T5" fmla="*/ 6 h 16"/>
                      <a:gd name="T6" fmla="*/ 3 w 16"/>
                      <a:gd name="T7" fmla="*/ 3 h 16"/>
                      <a:gd name="T8" fmla="*/ 0 w 16"/>
                      <a:gd name="T9" fmla="*/ 0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0" y="0"/>
                        </a:moveTo>
                        <a:lnTo>
                          <a:pt x="8" y="16"/>
                        </a:lnTo>
                        <a:lnTo>
                          <a:pt x="16" y="16"/>
                        </a:lnTo>
                        <a:lnTo>
                          <a:pt x="8"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68" name="Freeform 56">
                    <a:extLst>
                      <a:ext uri="{FF2B5EF4-FFF2-40B4-BE49-F238E27FC236}">
                        <a16:creationId xmlns:a16="http://schemas.microsoft.com/office/drawing/2014/main" id="{792C75C5-4DD8-8B12-0C62-F3D5C5EA5911}"/>
                      </a:ext>
                    </a:extLst>
                  </p:cNvPr>
                  <p:cNvSpPr>
                    <a:spLocks/>
                  </p:cNvSpPr>
                  <p:nvPr/>
                </p:nvSpPr>
                <p:spPr bwMode="gray">
                  <a:xfrm>
                    <a:off x="1675" y="2549"/>
                    <a:ext cx="6" cy="17"/>
                  </a:xfrm>
                  <a:custGeom>
                    <a:avLst/>
                    <a:gdLst>
                      <a:gd name="T0" fmla="*/ 0 w 8"/>
                      <a:gd name="T1" fmla="*/ 0 h 24"/>
                      <a:gd name="T2" fmla="*/ 0 w 8"/>
                      <a:gd name="T3" fmla="*/ 9 h 24"/>
                      <a:gd name="T4" fmla="*/ 4 w 8"/>
                      <a:gd name="T5" fmla="*/ 9 h 24"/>
                      <a:gd name="T6" fmla="*/ 0 w 8"/>
                      <a:gd name="T7" fmla="*/ 3 h 24"/>
                      <a:gd name="T8" fmla="*/ 0 w 8"/>
                      <a:gd name="T9" fmla="*/ 3 h 24"/>
                      <a:gd name="T10" fmla="*/ 0 w 8"/>
                      <a:gd name="T11" fmla="*/ 0 h 24"/>
                      <a:gd name="T12" fmla="*/ 0 60000 65536"/>
                      <a:gd name="T13" fmla="*/ 0 60000 65536"/>
                      <a:gd name="T14" fmla="*/ 0 60000 65536"/>
                      <a:gd name="T15" fmla="*/ 0 60000 65536"/>
                      <a:gd name="T16" fmla="*/ 0 60000 65536"/>
                      <a:gd name="T17" fmla="*/ 0 60000 65536"/>
                      <a:gd name="T18" fmla="*/ 0 w 8"/>
                      <a:gd name="T19" fmla="*/ 0 h 24"/>
                      <a:gd name="T20" fmla="*/ 8 w 8"/>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8" h="24">
                        <a:moveTo>
                          <a:pt x="0" y="0"/>
                        </a:moveTo>
                        <a:lnTo>
                          <a:pt x="0" y="24"/>
                        </a:lnTo>
                        <a:lnTo>
                          <a:pt x="8" y="24"/>
                        </a:lnTo>
                        <a:lnTo>
                          <a:pt x="0"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69" name="Freeform 57">
                    <a:extLst>
                      <a:ext uri="{FF2B5EF4-FFF2-40B4-BE49-F238E27FC236}">
                        <a16:creationId xmlns:a16="http://schemas.microsoft.com/office/drawing/2014/main" id="{E0488825-7889-6037-19B9-EDADC54677DF}"/>
                      </a:ext>
                    </a:extLst>
                  </p:cNvPr>
                  <p:cNvSpPr>
                    <a:spLocks/>
                  </p:cNvSpPr>
                  <p:nvPr/>
                </p:nvSpPr>
                <p:spPr bwMode="gray">
                  <a:xfrm>
                    <a:off x="1686" y="2560"/>
                    <a:ext cx="6" cy="17"/>
                  </a:xfrm>
                  <a:custGeom>
                    <a:avLst/>
                    <a:gdLst>
                      <a:gd name="T0" fmla="*/ 0 w 8"/>
                      <a:gd name="T1" fmla="*/ 3 h 24"/>
                      <a:gd name="T2" fmla="*/ 4 w 8"/>
                      <a:gd name="T3" fmla="*/ 3 h 24"/>
                      <a:gd name="T4" fmla="*/ 4 w 8"/>
                      <a:gd name="T5" fmla="*/ 6 h 24"/>
                      <a:gd name="T6" fmla="*/ 0 w 8"/>
                      <a:gd name="T7" fmla="*/ 6 h 24"/>
                      <a:gd name="T8" fmla="*/ 0 w 8"/>
                      <a:gd name="T9" fmla="*/ 9 h 24"/>
                      <a:gd name="T10" fmla="*/ 4 w 8"/>
                      <a:gd name="T11" fmla="*/ 6 h 24"/>
                      <a:gd name="T12" fmla="*/ 4 w 8"/>
                      <a:gd name="T13" fmla="*/ 3 h 24"/>
                      <a:gd name="T14" fmla="*/ 0 w 8"/>
                      <a:gd name="T15" fmla="*/ 0 h 24"/>
                      <a:gd name="T16" fmla="*/ 0 w 8"/>
                      <a:gd name="T17" fmla="*/ 3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24"/>
                      <a:gd name="T29" fmla="*/ 8 w 8"/>
                      <a:gd name="T30" fmla="*/ 24 h 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24">
                        <a:moveTo>
                          <a:pt x="0" y="8"/>
                        </a:moveTo>
                        <a:lnTo>
                          <a:pt x="8" y="8"/>
                        </a:lnTo>
                        <a:lnTo>
                          <a:pt x="8" y="16"/>
                        </a:lnTo>
                        <a:lnTo>
                          <a:pt x="0" y="16"/>
                        </a:lnTo>
                        <a:lnTo>
                          <a:pt x="0" y="24"/>
                        </a:lnTo>
                        <a:lnTo>
                          <a:pt x="8" y="16"/>
                        </a:lnTo>
                        <a:lnTo>
                          <a:pt x="8" y="8"/>
                        </a:lnTo>
                        <a:lnTo>
                          <a:pt x="0" y="0"/>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70" name="Freeform 58">
                    <a:extLst>
                      <a:ext uri="{FF2B5EF4-FFF2-40B4-BE49-F238E27FC236}">
                        <a16:creationId xmlns:a16="http://schemas.microsoft.com/office/drawing/2014/main" id="{E1403019-8302-8B29-932F-B79F588C1129}"/>
                      </a:ext>
                    </a:extLst>
                  </p:cNvPr>
                  <p:cNvSpPr>
                    <a:spLocks/>
                  </p:cNvSpPr>
                  <p:nvPr/>
                </p:nvSpPr>
                <p:spPr bwMode="gray">
                  <a:xfrm>
                    <a:off x="1686" y="2605"/>
                    <a:ext cx="40" cy="28"/>
                  </a:xfrm>
                  <a:custGeom>
                    <a:avLst/>
                    <a:gdLst>
                      <a:gd name="T0" fmla="*/ 21 w 56"/>
                      <a:gd name="T1" fmla="*/ 8 h 40"/>
                      <a:gd name="T2" fmla="*/ 21 w 56"/>
                      <a:gd name="T3" fmla="*/ 0 h 40"/>
                      <a:gd name="T4" fmla="*/ 15 w 56"/>
                      <a:gd name="T5" fmla="*/ 0 h 40"/>
                      <a:gd name="T6" fmla="*/ 11 w 56"/>
                      <a:gd name="T7" fmla="*/ 0 h 40"/>
                      <a:gd name="T8" fmla="*/ 6 w 56"/>
                      <a:gd name="T9" fmla="*/ 0 h 40"/>
                      <a:gd name="T10" fmla="*/ 6 w 56"/>
                      <a:gd name="T11" fmla="*/ 3 h 40"/>
                      <a:gd name="T12" fmla="*/ 11 w 56"/>
                      <a:gd name="T13" fmla="*/ 3 h 40"/>
                      <a:gd name="T14" fmla="*/ 11 w 56"/>
                      <a:gd name="T15" fmla="*/ 6 h 40"/>
                      <a:gd name="T16" fmla="*/ 15 w 56"/>
                      <a:gd name="T17" fmla="*/ 8 h 40"/>
                      <a:gd name="T18" fmla="*/ 11 w 56"/>
                      <a:gd name="T19" fmla="*/ 8 h 40"/>
                      <a:gd name="T20" fmla="*/ 6 w 56"/>
                      <a:gd name="T21" fmla="*/ 8 h 40"/>
                      <a:gd name="T22" fmla="*/ 0 w 56"/>
                      <a:gd name="T23" fmla="*/ 8 h 40"/>
                      <a:gd name="T24" fmla="*/ 0 w 56"/>
                      <a:gd name="T25" fmla="*/ 10 h 40"/>
                      <a:gd name="T26" fmla="*/ 6 w 56"/>
                      <a:gd name="T27" fmla="*/ 14 h 40"/>
                      <a:gd name="T28" fmla="*/ 9 w 56"/>
                      <a:gd name="T29" fmla="*/ 14 h 40"/>
                      <a:gd name="T30" fmla="*/ 17 w 56"/>
                      <a:gd name="T31" fmla="*/ 14 h 40"/>
                      <a:gd name="T32" fmla="*/ 21 w 56"/>
                      <a:gd name="T33" fmla="*/ 8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6"/>
                      <a:gd name="T52" fmla="*/ 0 h 40"/>
                      <a:gd name="T53" fmla="*/ 56 w 56"/>
                      <a:gd name="T54" fmla="*/ 40 h 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6" h="40">
                        <a:moveTo>
                          <a:pt x="56" y="24"/>
                        </a:moveTo>
                        <a:lnTo>
                          <a:pt x="56" y="0"/>
                        </a:lnTo>
                        <a:lnTo>
                          <a:pt x="40" y="0"/>
                        </a:lnTo>
                        <a:lnTo>
                          <a:pt x="32" y="0"/>
                        </a:lnTo>
                        <a:lnTo>
                          <a:pt x="16" y="0"/>
                        </a:lnTo>
                        <a:lnTo>
                          <a:pt x="16" y="8"/>
                        </a:lnTo>
                        <a:lnTo>
                          <a:pt x="32" y="8"/>
                        </a:lnTo>
                        <a:lnTo>
                          <a:pt x="32" y="16"/>
                        </a:lnTo>
                        <a:lnTo>
                          <a:pt x="40" y="24"/>
                        </a:lnTo>
                        <a:lnTo>
                          <a:pt x="32" y="24"/>
                        </a:lnTo>
                        <a:lnTo>
                          <a:pt x="16" y="24"/>
                        </a:lnTo>
                        <a:lnTo>
                          <a:pt x="0" y="24"/>
                        </a:lnTo>
                        <a:lnTo>
                          <a:pt x="0" y="32"/>
                        </a:lnTo>
                        <a:lnTo>
                          <a:pt x="16" y="40"/>
                        </a:lnTo>
                        <a:lnTo>
                          <a:pt x="24" y="40"/>
                        </a:lnTo>
                        <a:lnTo>
                          <a:pt x="48" y="40"/>
                        </a:lnTo>
                        <a:lnTo>
                          <a:pt x="56"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71" name="Freeform 59">
                    <a:extLst>
                      <a:ext uri="{FF2B5EF4-FFF2-40B4-BE49-F238E27FC236}">
                        <a16:creationId xmlns:a16="http://schemas.microsoft.com/office/drawing/2014/main" id="{A1584A53-ABA5-A88B-FA58-FA3669346613}"/>
                      </a:ext>
                    </a:extLst>
                  </p:cNvPr>
                  <p:cNvSpPr>
                    <a:spLocks/>
                  </p:cNvSpPr>
                  <p:nvPr/>
                </p:nvSpPr>
                <p:spPr bwMode="gray">
                  <a:xfrm>
                    <a:off x="1720" y="2605"/>
                    <a:ext cx="51" cy="34"/>
                  </a:xfrm>
                  <a:custGeom>
                    <a:avLst/>
                    <a:gdLst>
                      <a:gd name="T0" fmla="*/ 3 w 72"/>
                      <a:gd name="T1" fmla="*/ 9 h 48"/>
                      <a:gd name="T2" fmla="*/ 0 w 72"/>
                      <a:gd name="T3" fmla="*/ 14 h 48"/>
                      <a:gd name="T4" fmla="*/ 3 w 72"/>
                      <a:gd name="T5" fmla="*/ 17 h 48"/>
                      <a:gd name="T6" fmla="*/ 8 w 72"/>
                      <a:gd name="T7" fmla="*/ 14 h 48"/>
                      <a:gd name="T8" fmla="*/ 8 w 72"/>
                      <a:gd name="T9" fmla="*/ 11 h 48"/>
                      <a:gd name="T10" fmla="*/ 14 w 72"/>
                      <a:gd name="T11" fmla="*/ 11 h 48"/>
                      <a:gd name="T12" fmla="*/ 20 w 72"/>
                      <a:gd name="T13" fmla="*/ 11 h 48"/>
                      <a:gd name="T14" fmla="*/ 23 w 72"/>
                      <a:gd name="T15" fmla="*/ 14 h 48"/>
                      <a:gd name="T16" fmla="*/ 26 w 72"/>
                      <a:gd name="T17" fmla="*/ 11 h 48"/>
                      <a:gd name="T18" fmla="*/ 26 w 72"/>
                      <a:gd name="T19" fmla="*/ 9 h 48"/>
                      <a:gd name="T20" fmla="*/ 20 w 72"/>
                      <a:gd name="T21" fmla="*/ 6 h 48"/>
                      <a:gd name="T22" fmla="*/ 17 w 72"/>
                      <a:gd name="T23" fmla="*/ 6 h 48"/>
                      <a:gd name="T24" fmla="*/ 8 w 72"/>
                      <a:gd name="T25" fmla="*/ 0 h 48"/>
                      <a:gd name="T26" fmla="*/ 3 w 72"/>
                      <a:gd name="T27" fmla="*/ 0 h 48"/>
                      <a:gd name="T28" fmla="*/ 3 w 72"/>
                      <a:gd name="T29" fmla="*/ 9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
                      <a:gd name="T46" fmla="*/ 0 h 48"/>
                      <a:gd name="T47" fmla="*/ 72 w 72"/>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 h="48">
                        <a:moveTo>
                          <a:pt x="8" y="24"/>
                        </a:moveTo>
                        <a:lnTo>
                          <a:pt x="0" y="40"/>
                        </a:lnTo>
                        <a:lnTo>
                          <a:pt x="8" y="48"/>
                        </a:lnTo>
                        <a:lnTo>
                          <a:pt x="24" y="40"/>
                        </a:lnTo>
                        <a:lnTo>
                          <a:pt x="24" y="32"/>
                        </a:lnTo>
                        <a:lnTo>
                          <a:pt x="40" y="32"/>
                        </a:lnTo>
                        <a:lnTo>
                          <a:pt x="56" y="32"/>
                        </a:lnTo>
                        <a:lnTo>
                          <a:pt x="64" y="40"/>
                        </a:lnTo>
                        <a:lnTo>
                          <a:pt x="72" y="32"/>
                        </a:lnTo>
                        <a:lnTo>
                          <a:pt x="72" y="24"/>
                        </a:lnTo>
                        <a:lnTo>
                          <a:pt x="56" y="16"/>
                        </a:lnTo>
                        <a:lnTo>
                          <a:pt x="48" y="16"/>
                        </a:lnTo>
                        <a:lnTo>
                          <a:pt x="24" y="0"/>
                        </a:lnTo>
                        <a:lnTo>
                          <a:pt x="8" y="0"/>
                        </a:lnTo>
                        <a:lnTo>
                          <a:pt x="8"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72" name="Freeform 60">
                    <a:extLst>
                      <a:ext uri="{FF2B5EF4-FFF2-40B4-BE49-F238E27FC236}">
                        <a16:creationId xmlns:a16="http://schemas.microsoft.com/office/drawing/2014/main" id="{DEE3F2E2-FDD0-DF18-A84F-F53776146100}"/>
                      </a:ext>
                    </a:extLst>
                  </p:cNvPr>
                  <p:cNvSpPr>
                    <a:spLocks/>
                  </p:cNvSpPr>
                  <p:nvPr/>
                </p:nvSpPr>
                <p:spPr bwMode="gray">
                  <a:xfrm>
                    <a:off x="1787" y="2627"/>
                    <a:ext cx="23" cy="6"/>
                  </a:xfrm>
                  <a:custGeom>
                    <a:avLst/>
                    <a:gdLst>
                      <a:gd name="T0" fmla="*/ 0 w 32"/>
                      <a:gd name="T1" fmla="*/ 0 h 8"/>
                      <a:gd name="T2" fmla="*/ 3 w 32"/>
                      <a:gd name="T3" fmla="*/ 0 h 8"/>
                      <a:gd name="T4" fmla="*/ 9 w 32"/>
                      <a:gd name="T5" fmla="*/ 0 h 8"/>
                      <a:gd name="T6" fmla="*/ 12 w 32"/>
                      <a:gd name="T7" fmla="*/ 0 h 8"/>
                      <a:gd name="T8" fmla="*/ 9 w 32"/>
                      <a:gd name="T9" fmla="*/ 4 h 8"/>
                      <a:gd name="T10" fmla="*/ 0 w 32"/>
                      <a:gd name="T11" fmla="*/ 4 h 8"/>
                      <a:gd name="T12" fmla="*/ 0 w 32"/>
                      <a:gd name="T13" fmla="*/ 0 h 8"/>
                      <a:gd name="T14" fmla="*/ 0 60000 65536"/>
                      <a:gd name="T15" fmla="*/ 0 60000 65536"/>
                      <a:gd name="T16" fmla="*/ 0 60000 65536"/>
                      <a:gd name="T17" fmla="*/ 0 60000 65536"/>
                      <a:gd name="T18" fmla="*/ 0 60000 65536"/>
                      <a:gd name="T19" fmla="*/ 0 60000 65536"/>
                      <a:gd name="T20" fmla="*/ 0 60000 65536"/>
                      <a:gd name="T21" fmla="*/ 0 w 32"/>
                      <a:gd name="T22" fmla="*/ 0 h 8"/>
                      <a:gd name="T23" fmla="*/ 32 w 32"/>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8">
                        <a:moveTo>
                          <a:pt x="0" y="0"/>
                        </a:moveTo>
                        <a:lnTo>
                          <a:pt x="8" y="0"/>
                        </a:lnTo>
                        <a:lnTo>
                          <a:pt x="24" y="0"/>
                        </a:lnTo>
                        <a:lnTo>
                          <a:pt x="32" y="0"/>
                        </a:lnTo>
                        <a:lnTo>
                          <a:pt x="24" y="8"/>
                        </a:lnTo>
                        <a:lnTo>
                          <a:pt x="0"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73" name="Freeform 61">
                    <a:extLst>
                      <a:ext uri="{FF2B5EF4-FFF2-40B4-BE49-F238E27FC236}">
                        <a16:creationId xmlns:a16="http://schemas.microsoft.com/office/drawing/2014/main" id="{899D80D6-3F5F-82A9-5D6E-11829433CEA4}"/>
                      </a:ext>
                    </a:extLst>
                  </p:cNvPr>
                  <p:cNvSpPr>
                    <a:spLocks/>
                  </p:cNvSpPr>
                  <p:nvPr/>
                </p:nvSpPr>
                <p:spPr bwMode="gray">
                  <a:xfrm>
                    <a:off x="336" y="1491"/>
                    <a:ext cx="551" cy="478"/>
                  </a:xfrm>
                  <a:custGeom>
                    <a:avLst/>
                    <a:gdLst>
                      <a:gd name="T0" fmla="*/ 181 w 784"/>
                      <a:gd name="T1" fmla="*/ 17 h 680"/>
                      <a:gd name="T2" fmla="*/ 153 w 784"/>
                      <a:gd name="T3" fmla="*/ 17 h 680"/>
                      <a:gd name="T4" fmla="*/ 131 w 784"/>
                      <a:gd name="T5" fmla="*/ 11 h 680"/>
                      <a:gd name="T6" fmla="*/ 117 w 784"/>
                      <a:gd name="T7" fmla="*/ 11 h 680"/>
                      <a:gd name="T8" fmla="*/ 100 w 784"/>
                      <a:gd name="T9" fmla="*/ 8 h 680"/>
                      <a:gd name="T10" fmla="*/ 86 w 784"/>
                      <a:gd name="T11" fmla="*/ 8 h 680"/>
                      <a:gd name="T12" fmla="*/ 81 w 784"/>
                      <a:gd name="T13" fmla="*/ 0 h 680"/>
                      <a:gd name="T14" fmla="*/ 56 w 784"/>
                      <a:gd name="T15" fmla="*/ 11 h 680"/>
                      <a:gd name="T16" fmla="*/ 36 w 784"/>
                      <a:gd name="T17" fmla="*/ 19 h 680"/>
                      <a:gd name="T18" fmla="*/ 11 w 784"/>
                      <a:gd name="T19" fmla="*/ 36 h 680"/>
                      <a:gd name="T20" fmla="*/ 22 w 784"/>
                      <a:gd name="T21" fmla="*/ 44 h 680"/>
                      <a:gd name="T22" fmla="*/ 36 w 784"/>
                      <a:gd name="T23" fmla="*/ 53 h 680"/>
                      <a:gd name="T24" fmla="*/ 44 w 784"/>
                      <a:gd name="T25" fmla="*/ 56 h 680"/>
                      <a:gd name="T26" fmla="*/ 58 w 784"/>
                      <a:gd name="T27" fmla="*/ 58 h 680"/>
                      <a:gd name="T28" fmla="*/ 50 w 784"/>
                      <a:gd name="T29" fmla="*/ 67 h 680"/>
                      <a:gd name="T30" fmla="*/ 27 w 784"/>
                      <a:gd name="T31" fmla="*/ 70 h 680"/>
                      <a:gd name="T32" fmla="*/ 17 w 784"/>
                      <a:gd name="T33" fmla="*/ 64 h 680"/>
                      <a:gd name="T34" fmla="*/ 6 w 784"/>
                      <a:gd name="T35" fmla="*/ 72 h 680"/>
                      <a:gd name="T36" fmla="*/ 11 w 784"/>
                      <a:gd name="T37" fmla="*/ 81 h 680"/>
                      <a:gd name="T38" fmla="*/ 14 w 784"/>
                      <a:gd name="T39" fmla="*/ 94 h 680"/>
                      <a:gd name="T40" fmla="*/ 36 w 784"/>
                      <a:gd name="T41" fmla="*/ 94 h 680"/>
                      <a:gd name="T42" fmla="*/ 53 w 784"/>
                      <a:gd name="T43" fmla="*/ 89 h 680"/>
                      <a:gd name="T44" fmla="*/ 53 w 784"/>
                      <a:gd name="T45" fmla="*/ 105 h 680"/>
                      <a:gd name="T46" fmla="*/ 31 w 784"/>
                      <a:gd name="T47" fmla="*/ 117 h 680"/>
                      <a:gd name="T48" fmla="*/ 19 w 784"/>
                      <a:gd name="T49" fmla="*/ 128 h 680"/>
                      <a:gd name="T50" fmla="*/ 19 w 784"/>
                      <a:gd name="T51" fmla="*/ 147 h 680"/>
                      <a:gd name="T52" fmla="*/ 27 w 784"/>
                      <a:gd name="T53" fmla="*/ 164 h 680"/>
                      <a:gd name="T54" fmla="*/ 41 w 784"/>
                      <a:gd name="T55" fmla="*/ 159 h 680"/>
                      <a:gd name="T56" fmla="*/ 41 w 784"/>
                      <a:gd name="T57" fmla="*/ 181 h 680"/>
                      <a:gd name="T58" fmla="*/ 58 w 784"/>
                      <a:gd name="T59" fmla="*/ 178 h 680"/>
                      <a:gd name="T60" fmla="*/ 70 w 784"/>
                      <a:gd name="T61" fmla="*/ 181 h 680"/>
                      <a:gd name="T62" fmla="*/ 77 w 784"/>
                      <a:gd name="T63" fmla="*/ 181 h 680"/>
                      <a:gd name="T64" fmla="*/ 64 w 784"/>
                      <a:gd name="T65" fmla="*/ 205 h 680"/>
                      <a:gd name="T66" fmla="*/ 53 w 784"/>
                      <a:gd name="T67" fmla="*/ 217 h 680"/>
                      <a:gd name="T68" fmla="*/ 36 w 784"/>
                      <a:gd name="T69" fmla="*/ 226 h 680"/>
                      <a:gd name="T70" fmla="*/ 22 w 784"/>
                      <a:gd name="T71" fmla="*/ 236 h 680"/>
                      <a:gd name="T72" fmla="*/ 36 w 784"/>
                      <a:gd name="T73" fmla="*/ 231 h 680"/>
                      <a:gd name="T74" fmla="*/ 53 w 784"/>
                      <a:gd name="T75" fmla="*/ 222 h 680"/>
                      <a:gd name="T76" fmla="*/ 77 w 784"/>
                      <a:gd name="T77" fmla="*/ 205 h 680"/>
                      <a:gd name="T78" fmla="*/ 94 w 784"/>
                      <a:gd name="T79" fmla="*/ 192 h 680"/>
                      <a:gd name="T80" fmla="*/ 103 w 784"/>
                      <a:gd name="T81" fmla="*/ 175 h 680"/>
                      <a:gd name="T82" fmla="*/ 105 w 784"/>
                      <a:gd name="T83" fmla="*/ 167 h 680"/>
                      <a:gd name="T84" fmla="*/ 128 w 784"/>
                      <a:gd name="T85" fmla="*/ 142 h 680"/>
                      <a:gd name="T86" fmla="*/ 128 w 784"/>
                      <a:gd name="T87" fmla="*/ 147 h 680"/>
                      <a:gd name="T88" fmla="*/ 117 w 784"/>
                      <a:gd name="T89" fmla="*/ 167 h 680"/>
                      <a:gd name="T90" fmla="*/ 122 w 784"/>
                      <a:gd name="T91" fmla="*/ 172 h 680"/>
                      <a:gd name="T92" fmla="*/ 142 w 784"/>
                      <a:gd name="T93" fmla="*/ 155 h 680"/>
                      <a:gd name="T94" fmla="*/ 147 w 784"/>
                      <a:gd name="T95" fmla="*/ 144 h 680"/>
                      <a:gd name="T96" fmla="*/ 155 w 784"/>
                      <a:gd name="T97" fmla="*/ 150 h 680"/>
                      <a:gd name="T98" fmla="*/ 169 w 784"/>
                      <a:gd name="T99" fmla="*/ 161 h 680"/>
                      <a:gd name="T100" fmla="*/ 192 w 784"/>
                      <a:gd name="T101" fmla="*/ 164 h 680"/>
                      <a:gd name="T102" fmla="*/ 214 w 784"/>
                      <a:gd name="T103" fmla="*/ 172 h 680"/>
                      <a:gd name="T104" fmla="*/ 225 w 784"/>
                      <a:gd name="T105" fmla="*/ 181 h 680"/>
                      <a:gd name="T106" fmla="*/ 233 w 784"/>
                      <a:gd name="T107" fmla="*/ 183 h 680"/>
                      <a:gd name="T108" fmla="*/ 242 w 784"/>
                      <a:gd name="T109" fmla="*/ 183 h 680"/>
                      <a:gd name="T110" fmla="*/ 255 w 784"/>
                      <a:gd name="T111" fmla="*/ 205 h 680"/>
                      <a:gd name="T112" fmla="*/ 261 w 784"/>
                      <a:gd name="T113" fmla="*/ 222 h 680"/>
                      <a:gd name="T114" fmla="*/ 272 w 784"/>
                      <a:gd name="T115" fmla="*/ 228 h 680"/>
                      <a:gd name="T116" fmla="*/ 259 w 784"/>
                      <a:gd name="T117" fmla="*/ 203 h 680"/>
                      <a:gd name="T118" fmla="*/ 233 w 784"/>
                      <a:gd name="T119" fmla="*/ 167 h 680"/>
                      <a:gd name="T120" fmla="*/ 209 w 784"/>
                      <a:gd name="T121" fmla="*/ 159 h 680"/>
                      <a:gd name="T122" fmla="*/ 195 w 784"/>
                      <a:gd name="T123" fmla="*/ 155 h 68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84"/>
                      <a:gd name="T187" fmla="*/ 0 h 680"/>
                      <a:gd name="T188" fmla="*/ 784 w 784"/>
                      <a:gd name="T189" fmla="*/ 680 h 68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84" h="680">
                        <a:moveTo>
                          <a:pt x="560" y="64"/>
                        </a:moveTo>
                        <a:lnTo>
                          <a:pt x="536" y="56"/>
                        </a:lnTo>
                        <a:lnTo>
                          <a:pt x="528" y="56"/>
                        </a:lnTo>
                        <a:lnTo>
                          <a:pt x="520" y="48"/>
                        </a:lnTo>
                        <a:lnTo>
                          <a:pt x="504" y="48"/>
                        </a:lnTo>
                        <a:lnTo>
                          <a:pt x="472" y="56"/>
                        </a:lnTo>
                        <a:lnTo>
                          <a:pt x="456" y="48"/>
                        </a:lnTo>
                        <a:lnTo>
                          <a:pt x="440" y="48"/>
                        </a:lnTo>
                        <a:lnTo>
                          <a:pt x="432" y="48"/>
                        </a:lnTo>
                        <a:lnTo>
                          <a:pt x="408" y="40"/>
                        </a:lnTo>
                        <a:lnTo>
                          <a:pt x="392" y="32"/>
                        </a:lnTo>
                        <a:lnTo>
                          <a:pt x="376" y="32"/>
                        </a:lnTo>
                        <a:lnTo>
                          <a:pt x="352" y="32"/>
                        </a:lnTo>
                        <a:lnTo>
                          <a:pt x="336" y="40"/>
                        </a:lnTo>
                        <a:lnTo>
                          <a:pt x="328" y="32"/>
                        </a:lnTo>
                        <a:lnTo>
                          <a:pt x="336" y="32"/>
                        </a:lnTo>
                        <a:lnTo>
                          <a:pt x="312" y="24"/>
                        </a:lnTo>
                        <a:lnTo>
                          <a:pt x="320" y="16"/>
                        </a:lnTo>
                        <a:lnTo>
                          <a:pt x="304" y="16"/>
                        </a:lnTo>
                        <a:lnTo>
                          <a:pt x="288" y="24"/>
                        </a:lnTo>
                        <a:lnTo>
                          <a:pt x="272" y="16"/>
                        </a:lnTo>
                        <a:lnTo>
                          <a:pt x="264" y="16"/>
                        </a:lnTo>
                        <a:lnTo>
                          <a:pt x="256" y="24"/>
                        </a:lnTo>
                        <a:lnTo>
                          <a:pt x="248" y="24"/>
                        </a:lnTo>
                        <a:lnTo>
                          <a:pt x="240" y="16"/>
                        </a:lnTo>
                        <a:lnTo>
                          <a:pt x="256" y="8"/>
                        </a:lnTo>
                        <a:lnTo>
                          <a:pt x="248" y="8"/>
                        </a:lnTo>
                        <a:lnTo>
                          <a:pt x="232" y="0"/>
                        </a:lnTo>
                        <a:lnTo>
                          <a:pt x="208" y="24"/>
                        </a:lnTo>
                        <a:lnTo>
                          <a:pt x="184" y="24"/>
                        </a:lnTo>
                        <a:lnTo>
                          <a:pt x="184" y="16"/>
                        </a:lnTo>
                        <a:lnTo>
                          <a:pt x="160" y="32"/>
                        </a:lnTo>
                        <a:lnTo>
                          <a:pt x="144" y="40"/>
                        </a:lnTo>
                        <a:lnTo>
                          <a:pt x="136" y="40"/>
                        </a:lnTo>
                        <a:lnTo>
                          <a:pt x="112" y="48"/>
                        </a:lnTo>
                        <a:lnTo>
                          <a:pt x="104" y="56"/>
                        </a:lnTo>
                        <a:lnTo>
                          <a:pt x="96" y="80"/>
                        </a:lnTo>
                        <a:lnTo>
                          <a:pt x="80" y="96"/>
                        </a:lnTo>
                        <a:lnTo>
                          <a:pt x="32" y="96"/>
                        </a:lnTo>
                        <a:lnTo>
                          <a:pt x="32" y="104"/>
                        </a:lnTo>
                        <a:lnTo>
                          <a:pt x="24" y="104"/>
                        </a:lnTo>
                        <a:lnTo>
                          <a:pt x="32" y="112"/>
                        </a:lnTo>
                        <a:lnTo>
                          <a:pt x="48" y="120"/>
                        </a:lnTo>
                        <a:lnTo>
                          <a:pt x="64" y="128"/>
                        </a:lnTo>
                        <a:lnTo>
                          <a:pt x="80" y="136"/>
                        </a:lnTo>
                        <a:lnTo>
                          <a:pt x="88" y="152"/>
                        </a:lnTo>
                        <a:lnTo>
                          <a:pt x="96" y="152"/>
                        </a:lnTo>
                        <a:lnTo>
                          <a:pt x="104" y="152"/>
                        </a:lnTo>
                        <a:lnTo>
                          <a:pt x="120" y="152"/>
                        </a:lnTo>
                        <a:lnTo>
                          <a:pt x="128" y="152"/>
                        </a:lnTo>
                        <a:lnTo>
                          <a:pt x="136" y="152"/>
                        </a:lnTo>
                        <a:lnTo>
                          <a:pt x="128" y="160"/>
                        </a:lnTo>
                        <a:lnTo>
                          <a:pt x="128" y="168"/>
                        </a:lnTo>
                        <a:lnTo>
                          <a:pt x="136" y="176"/>
                        </a:lnTo>
                        <a:lnTo>
                          <a:pt x="152" y="168"/>
                        </a:lnTo>
                        <a:lnTo>
                          <a:pt x="168" y="168"/>
                        </a:lnTo>
                        <a:lnTo>
                          <a:pt x="176" y="176"/>
                        </a:lnTo>
                        <a:lnTo>
                          <a:pt x="168" y="176"/>
                        </a:lnTo>
                        <a:lnTo>
                          <a:pt x="144" y="184"/>
                        </a:lnTo>
                        <a:lnTo>
                          <a:pt x="144" y="192"/>
                        </a:lnTo>
                        <a:lnTo>
                          <a:pt x="136" y="192"/>
                        </a:lnTo>
                        <a:lnTo>
                          <a:pt x="128" y="200"/>
                        </a:lnTo>
                        <a:lnTo>
                          <a:pt x="104" y="192"/>
                        </a:lnTo>
                        <a:lnTo>
                          <a:pt x="80" y="200"/>
                        </a:lnTo>
                        <a:lnTo>
                          <a:pt x="80" y="192"/>
                        </a:lnTo>
                        <a:lnTo>
                          <a:pt x="88" y="176"/>
                        </a:lnTo>
                        <a:lnTo>
                          <a:pt x="64" y="176"/>
                        </a:lnTo>
                        <a:lnTo>
                          <a:pt x="48" y="184"/>
                        </a:lnTo>
                        <a:lnTo>
                          <a:pt x="40" y="192"/>
                        </a:lnTo>
                        <a:lnTo>
                          <a:pt x="24" y="192"/>
                        </a:lnTo>
                        <a:lnTo>
                          <a:pt x="24" y="208"/>
                        </a:lnTo>
                        <a:lnTo>
                          <a:pt x="16" y="208"/>
                        </a:lnTo>
                        <a:lnTo>
                          <a:pt x="0" y="224"/>
                        </a:lnTo>
                        <a:lnTo>
                          <a:pt x="16" y="232"/>
                        </a:lnTo>
                        <a:lnTo>
                          <a:pt x="24" y="232"/>
                        </a:lnTo>
                        <a:lnTo>
                          <a:pt x="32" y="232"/>
                        </a:lnTo>
                        <a:lnTo>
                          <a:pt x="40" y="240"/>
                        </a:lnTo>
                        <a:lnTo>
                          <a:pt x="32" y="240"/>
                        </a:lnTo>
                        <a:lnTo>
                          <a:pt x="24" y="240"/>
                        </a:lnTo>
                        <a:lnTo>
                          <a:pt x="40" y="272"/>
                        </a:lnTo>
                        <a:lnTo>
                          <a:pt x="64" y="272"/>
                        </a:lnTo>
                        <a:lnTo>
                          <a:pt x="72" y="264"/>
                        </a:lnTo>
                        <a:lnTo>
                          <a:pt x="88" y="272"/>
                        </a:lnTo>
                        <a:lnTo>
                          <a:pt x="104" y="272"/>
                        </a:lnTo>
                        <a:lnTo>
                          <a:pt x="112" y="264"/>
                        </a:lnTo>
                        <a:lnTo>
                          <a:pt x="128" y="256"/>
                        </a:lnTo>
                        <a:lnTo>
                          <a:pt x="136" y="256"/>
                        </a:lnTo>
                        <a:lnTo>
                          <a:pt x="152" y="256"/>
                        </a:lnTo>
                        <a:lnTo>
                          <a:pt x="152" y="272"/>
                        </a:lnTo>
                        <a:lnTo>
                          <a:pt x="136" y="272"/>
                        </a:lnTo>
                        <a:lnTo>
                          <a:pt x="152" y="288"/>
                        </a:lnTo>
                        <a:lnTo>
                          <a:pt x="152" y="304"/>
                        </a:lnTo>
                        <a:lnTo>
                          <a:pt x="136" y="328"/>
                        </a:lnTo>
                        <a:lnTo>
                          <a:pt x="120" y="328"/>
                        </a:lnTo>
                        <a:lnTo>
                          <a:pt x="104" y="328"/>
                        </a:lnTo>
                        <a:lnTo>
                          <a:pt x="88" y="336"/>
                        </a:lnTo>
                        <a:lnTo>
                          <a:pt x="80" y="328"/>
                        </a:lnTo>
                        <a:lnTo>
                          <a:pt x="64" y="352"/>
                        </a:lnTo>
                        <a:lnTo>
                          <a:pt x="64" y="368"/>
                        </a:lnTo>
                        <a:lnTo>
                          <a:pt x="56" y="368"/>
                        </a:lnTo>
                        <a:lnTo>
                          <a:pt x="48" y="392"/>
                        </a:lnTo>
                        <a:lnTo>
                          <a:pt x="40" y="400"/>
                        </a:lnTo>
                        <a:lnTo>
                          <a:pt x="40" y="408"/>
                        </a:lnTo>
                        <a:lnTo>
                          <a:pt x="56" y="424"/>
                        </a:lnTo>
                        <a:lnTo>
                          <a:pt x="64" y="432"/>
                        </a:lnTo>
                        <a:lnTo>
                          <a:pt x="56" y="448"/>
                        </a:lnTo>
                        <a:lnTo>
                          <a:pt x="48" y="448"/>
                        </a:lnTo>
                        <a:lnTo>
                          <a:pt x="80" y="472"/>
                        </a:lnTo>
                        <a:lnTo>
                          <a:pt x="96" y="472"/>
                        </a:lnTo>
                        <a:lnTo>
                          <a:pt x="112" y="472"/>
                        </a:lnTo>
                        <a:lnTo>
                          <a:pt x="112" y="464"/>
                        </a:lnTo>
                        <a:lnTo>
                          <a:pt x="120" y="456"/>
                        </a:lnTo>
                        <a:lnTo>
                          <a:pt x="120" y="472"/>
                        </a:lnTo>
                        <a:lnTo>
                          <a:pt x="120" y="488"/>
                        </a:lnTo>
                        <a:lnTo>
                          <a:pt x="128" y="504"/>
                        </a:lnTo>
                        <a:lnTo>
                          <a:pt x="120" y="520"/>
                        </a:lnTo>
                        <a:lnTo>
                          <a:pt x="136" y="520"/>
                        </a:lnTo>
                        <a:lnTo>
                          <a:pt x="160" y="504"/>
                        </a:lnTo>
                        <a:lnTo>
                          <a:pt x="160" y="512"/>
                        </a:lnTo>
                        <a:lnTo>
                          <a:pt x="168" y="512"/>
                        </a:lnTo>
                        <a:lnTo>
                          <a:pt x="176" y="528"/>
                        </a:lnTo>
                        <a:lnTo>
                          <a:pt x="184" y="528"/>
                        </a:lnTo>
                        <a:lnTo>
                          <a:pt x="192" y="512"/>
                        </a:lnTo>
                        <a:lnTo>
                          <a:pt x="200" y="520"/>
                        </a:lnTo>
                        <a:lnTo>
                          <a:pt x="208" y="520"/>
                        </a:lnTo>
                        <a:lnTo>
                          <a:pt x="216" y="520"/>
                        </a:lnTo>
                        <a:lnTo>
                          <a:pt x="224" y="512"/>
                        </a:lnTo>
                        <a:lnTo>
                          <a:pt x="224" y="520"/>
                        </a:lnTo>
                        <a:lnTo>
                          <a:pt x="216" y="544"/>
                        </a:lnTo>
                        <a:lnTo>
                          <a:pt x="216" y="568"/>
                        </a:lnTo>
                        <a:lnTo>
                          <a:pt x="200" y="568"/>
                        </a:lnTo>
                        <a:lnTo>
                          <a:pt x="184" y="592"/>
                        </a:lnTo>
                        <a:lnTo>
                          <a:pt x="168" y="600"/>
                        </a:lnTo>
                        <a:lnTo>
                          <a:pt x="160" y="616"/>
                        </a:lnTo>
                        <a:lnTo>
                          <a:pt x="160" y="624"/>
                        </a:lnTo>
                        <a:lnTo>
                          <a:pt x="152" y="624"/>
                        </a:lnTo>
                        <a:lnTo>
                          <a:pt x="144" y="624"/>
                        </a:lnTo>
                        <a:lnTo>
                          <a:pt x="128" y="624"/>
                        </a:lnTo>
                        <a:lnTo>
                          <a:pt x="112" y="640"/>
                        </a:lnTo>
                        <a:lnTo>
                          <a:pt x="104" y="648"/>
                        </a:lnTo>
                        <a:lnTo>
                          <a:pt x="96" y="656"/>
                        </a:lnTo>
                        <a:lnTo>
                          <a:pt x="88" y="656"/>
                        </a:lnTo>
                        <a:lnTo>
                          <a:pt x="72" y="664"/>
                        </a:lnTo>
                        <a:lnTo>
                          <a:pt x="64" y="680"/>
                        </a:lnTo>
                        <a:lnTo>
                          <a:pt x="72" y="680"/>
                        </a:lnTo>
                        <a:lnTo>
                          <a:pt x="80" y="680"/>
                        </a:lnTo>
                        <a:lnTo>
                          <a:pt x="96" y="664"/>
                        </a:lnTo>
                        <a:lnTo>
                          <a:pt x="104" y="664"/>
                        </a:lnTo>
                        <a:lnTo>
                          <a:pt x="120" y="648"/>
                        </a:lnTo>
                        <a:lnTo>
                          <a:pt x="128" y="640"/>
                        </a:lnTo>
                        <a:lnTo>
                          <a:pt x="136" y="640"/>
                        </a:lnTo>
                        <a:lnTo>
                          <a:pt x="152" y="640"/>
                        </a:lnTo>
                        <a:lnTo>
                          <a:pt x="168" y="632"/>
                        </a:lnTo>
                        <a:lnTo>
                          <a:pt x="184" y="624"/>
                        </a:lnTo>
                        <a:lnTo>
                          <a:pt x="192" y="616"/>
                        </a:lnTo>
                        <a:lnTo>
                          <a:pt x="224" y="592"/>
                        </a:lnTo>
                        <a:lnTo>
                          <a:pt x="240" y="584"/>
                        </a:lnTo>
                        <a:lnTo>
                          <a:pt x="240" y="568"/>
                        </a:lnTo>
                        <a:lnTo>
                          <a:pt x="256" y="560"/>
                        </a:lnTo>
                        <a:lnTo>
                          <a:pt x="272" y="552"/>
                        </a:lnTo>
                        <a:lnTo>
                          <a:pt x="288" y="536"/>
                        </a:lnTo>
                        <a:lnTo>
                          <a:pt x="288" y="520"/>
                        </a:lnTo>
                        <a:lnTo>
                          <a:pt x="296" y="520"/>
                        </a:lnTo>
                        <a:lnTo>
                          <a:pt x="296" y="504"/>
                        </a:lnTo>
                        <a:lnTo>
                          <a:pt x="288" y="504"/>
                        </a:lnTo>
                        <a:lnTo>
                          <a:pt x="288" y="496"/>
                        </a:lnTo>
                        <a:lnTo>
                          <a:pt x="296" y="480"/>
                        </a:lnTo>
                        <a:lnTo>
                          <a:pt x="304" y="480"/>
                        </a:lnTo>
                        <a:lnTo>
                          <a:pt x="320" y="472"/>
                        </a:lnTo>
                        <a:lnTo>
                          <a:pt x="312" y="456"/>
                        </a:lnTo>
                        <a:lnTo>
                          <a:pt x="352" y="408"/>
                        </a:lnTo>
                        <a:lnTo>
                          <a:pt x="368" y="408"/>
                        </a:lnTo>
                        <a:lnTo>
                          <a:pt x="376" y="400"/>
                        </a:lnTo>
                        <a:lnTo>
                          <a:pt x="384" y="400"/>
                        </a:lnTo>
                        <a:lnTo>
                          <a:pt x="376" y="424"/>
                        </a:lnTo>
                        <a:lnTo>
                          <a:pt x="368" y="424"/>
                        </a:lnTo>
                        <a:lnTo>
                          <a:pt x="344" y="440"/>
                        </a:lnTo>
                        <a:lnTo>
                          <a:pt x="344" y="448"/>
                        </a:lnTo>
                        <a:lnTo>
                          <a:pt x="336" y="472"/>
                        </a:lnTo>
                        <a:lnTo>
                          <a:pt x="336" y="480"/>
                        </a:lnTo>
                        <a:lnTo>
                          <a:pt x="344" y="480"/>
                        </a:lnTo>
                        <a:lnTo>
                          <a:pt x="336" y="488"/>
                        </a:lnTo>
                        <a:lnTo>
                          <a:pt x="328" y="496"/>
                        </a:lnTo>
                        <a:lnTo>
                          <a:pt x="352" y="496"/>
                        </a:lnTo>
                        <a:lnTo>
                          <a:pt x="368" y="480"/>
                        </a:lnTo>
                        <a:lnTo>
                          <a:pt x="384" y="464"/>
                        </a:lnTo>
                        <a:lnTo>
                          <a:pt x="400" y="464"/>
                        </a:lnTo>
                        <a:lnTo>
                          <a:pt x="408" y="448"/>
                        </a:lnTo>
                        <a:lnTo>
                          <a:pt x="408" y="440"/>
                        </a:lnTo>
                        <a:lnTo>
                          <a:pt x="400" y="432"/>
                        </a:lnTo>
                        <a:lnTo>
                          <a:pt x="416" y="416"/>
                        </a:lnTo>
                        <a:lnTo>
                          <a:pt x="424" y="416"/>
                        </a:lnTo>
                        <a:lnTo>
                          <a:pt x="416" y="424"/>
                        </a:lnTo>
                        <a:lnTo>
                          <a:pt x="424" y="424"/>
                        </a:lnTo>
                        <a:lnTo>
                          <a:pt x="440" y="424"/>
                        </a:lnTo>
                        <a:lnTo>
                          <a:pt x="448" y="432"/>
                        </a:lnTo>
                        <a:lnTo>
                          <a:pt x="464" y="448"/>
                        </a:lnTo>
                        <a:lnTo>
                          <a:pt x="480" y="440"/>
                        </a:lnTo>
                        <a:lnTo>
                          <a:pt x="480" y="448"/>
                        </a:lnTo>
                        <a:lnTo>
                          <a:pt x="488" y="464"/>
                        </a:lnTo>
                        <a:lnTo>
                          <a:pt x="512" y="464"/>
                        </a:lnTo>
                        <a:lnTo>
                          <a:pt x="520" y="464"/>
                        </a:lnTo>
                        <a:lnTo>
                          <a:pt x="528" y="472"/>
                        </a:lnTo>
                        <a:lnTo>
                          <a:pt x="552" y="472"/>
                        </a:lnTo>
                        <a:lnTo>
                          <a:pt x="576" y="480"/>
                        </a:lnTo>
                        <a:lnTo>
                          <a:pt x="584" y="472"/>
                        </a:lnTo>
                        <a:lnTo>
                          <a:pt x="584" y="488"/>
                        </a:lnTo>
                        <a:lnTo>
                          <a:pt x="616" y="496"/>
                        </a:lnTo>
                        <a:lnTo>
                          <a:pt x="616" y="512"/>
                        </a:lnTo>
                        <a:lnTo>
                          <a:pt x="632" y="528"/>
                        </a:lnTo>
                        <a:lnTo>
                          <a:pt x="656" y="528"/>
                        </a:lnTo>
                        <a:lnTo>
                          <a:pt x="648" y="520"/>
                        </a:lnTo>
                        <a:lnTo>
                          <a:pt x="648" y="512"/>
                        </a:lnTo>
                        <a:lnTo>
                          <a:pt x="656" y="512"/>
                        </a:lnTo>
                        <a:lnTo>
                          <a:pt x="664" y="528"/>
                        </a:lnTo>
                        <a:lnTo>
                          <a:pt x="672" y="528"/>
                        </a:lnTo>
                        <a:lnTo>
                          <a:pt x="680" y="504"/>
                        </a:lnTo>
                        <a:lnTo>
                          <a:pt x="680" y="520"/>
                        </a:lnTo>
                        <a:lnTo>
                          <a:pt x="688" y="528"/>
                        </a:lnTo>
                        <a:lnTo>
                          <a:pt x="696" y="528"/>
                        </a:lnTo>
                        <a:lnTo>
                          <a:pt x="712" y="560"/>
                        </a:lnTo>
                        <a:lnTo>
                          <a:pt x="712" y="576"/>
                        </a:lnTo>
                        <a:lnTo>
                          <a:pt x="728" y="584"/>
                        </a:lnTo>
                        <a:lnTo>
                          <a:pt x="736" y="592"/>
                        </a:lnTo>
                        <a:lnTo>
                          <a:pt x="736" y="608"/>
                        </a:lnTo>
                        <a:lnTo>
                          <a:pt x="744" y="624"/>
                        </a:lnTo>
                        <a:lnTo>
                          <a:pt x="744" y="632"/>
                        </a:lnTo>
                        <a:lnTo>
                          <a:pt x="752" y="640"/>
                        </a:lnTo>
                        <a:lnTo>
                          <a:pt x="760" y="640"/>
                        </a:lnTo>
                        <a:lnTo>
                          <a:pt x="768" y="656"/>
                        </a:lnTo>
                        <a:lnTo>
                          <a:pt x="776" y="664"/>
                        </a:lnTo>
                        <a:lnTo>
                          <a:pt x="784" y="656"/>
                        </a:lnTo>
                        <a:lnTo>
                          <a:pt x="784" y="640"/>
                        </a:lnTo>
                        <a:lnTo>
                          <a:pt x="784" y="616"/>
                        </a:lnTo>
                        <a:lnTo>
                          <a:pt x="760" y="600"/>
                        </a:lnTo>
                        <a:lnTo>
                          <a:pt x="744" y="584"/>
                        </a:lnTo>
                        <a:lnTo>
                          <a:pt x="720" y="528"/>
                        </a:lnTo>
                        <a:lnTo>
                          <a:pt x="704" y="520"/>
                        </a:lnTo>
                        <a:lnTo>
                          <a:pt x="688" y="488"/>
                        </a:lnTo>
                        <a:lnTo>
                          <a:pt x="672" y="480"/>
                        </a:lnTo>
                        <a:lnTo>
                          <a:pt x="656" y="480"/>
                        </a:lnTo>
                        <a:lnTo>
                          <a:pt x="640" y="496"/>
                        </a:lnTo>
                        <a:lnTo>
                          <a:pt x="632" y="496"/>
                        </a:lnTo>
                        <a:lnTo>
                          <a:pt x="600" y="456"/>
                        </a:lnTo>
                        <a:lnTo>
                          <a:pt x="592" y="440"/>
                        </a:lnTo>
                        <a:lnTo>
                          <a:pt x="584" y="448"/>
                        </a:lnTo>
                        <a:lnTo>
                          <a:pt x="576" y="464"/>
                        </a:lnTo>
                        <a:lnTo>
                          <a:pt x="560" y="448"/>
                        </a:lnTo>
                        <a:lnTo>
                          <a:pt x="560" y="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74" name="Freeform 62">
                    <a:extLst>
                      <a:ext uri="{FF2B5EF4-FFF2-40B4-BE49-F238E27FC236}">
                        <a16:creationId xmlns:a16="http://schemas.microsoft.com/office/drawing/2014/main" id="{8C4A370F-1F46-1ABE-B146-6B30A0163FD1}"/>
                      </a:ext>
                    </a:extLst>
                  </p:cNvPr>
                  <p:cNvSpPr>
                    <a:spLocks/>
                  </p:cNvSpPr>
                  <p:nvPr/>
                </p:nvSpPr>
                <p:spPr bwMode="gray">
                  <a:xfrm>
                    <a:off x="730" y="1474"/>
                    <a:ext cx="1226" cy="765"/>
                  </a:xfrm>
                  <a:custGeom>
                    <a:avLst/>
                    <a:gdLst>
                      <a:gd name="T0" fmla="*/ 400 w 1744"/>
                      <a:gd name="T1" fmla="*/ 326 h 1088"/>
                      <a:gd name="T2" fmla="*/ 470 w 1744"/>
                      <a:gd name="T3" fmla="*/ 347 h 1088"/>
                      <a:gd name="T4" fmla="*/ 522 w 1744"/>
                      <a:gd name="T5" fmla="*/ 342 h 1088"/>
                      <a:gd name="T6" fmla="*/ 542 w 1744"/>
                      <a:gd name="T7" fmla="*/ 345 h 1088"/>
                      <a:gd name="T8" fmla="*/ 548 w 1744"/>
                      <a:gd name="T9" fmla="*/ 347 h 1088"/>
                      <a:gd name="T10" fmla="*/ 558 w 1744"/>
                      <a:gd name="T11" fmla="*/ 339 h 1088"/>
                      <a:gd name="T12" fmla="*/ 528 w 1744"/>
                      <a:gd name="T13" fmla="*/ 314 h 1088"/>
                      <a:gd name="T14" fmla="*/ 525 w 1744"/>
                      <a:gd name="T15" fmla="*/ 306 h 1088"/>
                      <a:gd name="T16" fmla="*/ 498 w 1744"/>
                      <a:gd name="T17" fmla="*/ 323 h 1088"/>
                      <a:gd name="T18" fmla="*/ 536 w 1744"/>
                      <a:gd name="T19" fmla="*/ 292 h 1088"/>
                      <a:gd name="T20" fmla="*/ 589 w 1744"/>
                      <a:gd name="T21" fmla="*/ 278 h 1088"/>
                      <a:gd name="T22" fmla="*/ 595 w 1744"/>
                      <a:gd name="T23" fmla="*/ 253 h 1088"/>
                      <a:gd name="T24" fmla="*/ 575 w 1744"/>
                      <a:gd name="T25" fmla="*/ 253 h 1088"/>
                      <a:gd name="T26" fmla="*/ 573 w 1744"/>
                      <a:gd name="T27" fmla="*/ 231 h 1088"/>
                      <a:gd name="T28" fmla="*/ 562 w 1744"/>
                      <a:gd name="T29" fmla="*/ 206 h 1088"/>
                      <a:gd name="T30" fmla="*/ 545 w 1744"/>
                      <a:gd name="T31" fmla="*/ 164 h 1088"/>
                      <a:gd name="T32" fmla="*/ 528 w 1744"/>
                      <a:gd name="T33" fmla="*/ 186 h 1088"/>
                      <a:gd name="T34" fmla="*/ 503 w 1744"/>
                      <a:gd name="T35" fmla="*/ 186 h 1088"/>
                      <a:gd name="T36" fmla="*/ 506 w 1744"/>
                      <a:gd name="T37" fmla="*/ 159 h 1088"/>
                      <a:gd name="T38" fmla="*/ 489 w 1744"/>
                      <a:gd name="T39" fmla="*/ 145 h 1088"/>
                      <a:gd name="T40" fmla="*/ 456 w 1744"/>
                      <a:gd name="T41" fmla="*/ 134 h 1088"/>
                      <a:gd name="T42" fmla="*/ 447 w 1744"/>
                      <a:gd name="T43" fmla="*/ 155 h 1088"/>
                      <a:gd name="T44" fmla="*/ 450 w 1744"/>
                      <a:gd name="T45" fmla="*/ 195 h 1088"/>
                      <a:gd name="T46" fmla="*/ 439 w 1744"/>
                      <a:gd name="T47" fmla="*/ 239 h 1088"/>
                      <a:gd name="T48" fmla="*/ 441 w 1744"/>
                      <a:gd name="T49" fmla="*/ 278 h 1088"/>
                      <a:gd name="T50" fmla="*/ 420 w 1744"/>
                      <a:gd name="T51" fmla="*/ 262 h 1088"/>
                      <a:gd name="T52" fmla="*/ 395 w 1744"/>
                      <a:gd name="T53" fmla="*/ 228 h 1088"/>
                      <a:gd name="T54" fmla="*/ 361 w 1744"/>
                      <a:gd name="T55" fmla="*/ 206 h 1088"/>
                      <a:gd name="T56" fmla="*/ 334 w 1744"/>
                      <a:gd name="T57" fmla="*/ 184 h 1088"/>
                      <a:gd name="T58" fmla="*/ 342 w 1744"/>
                      <a:gd name="T59" fmla="*/ 139 h 1088"/>
                      <a:gd name="T60" fmla="*/ 356 w 1744"/>
                      <a:gd name="T61" fmla="*/ 117 h 1088"/>
                      <a:gd name="T62" fmla="*/ 380 w 1744"/>
                      <a:gd name="T63" fmla="*/ 101 h 1088"/>
                      <a:gd name="T64" fmla="*/ 375 w 1744"/>
                      <a:gd name="T65" fmla="*/ 84 h 1088"/>
                      <a:gd name="T66" fmla="*/ 400 w 1744"/>
                      <a:gd name="T67" fmla="*/ 70 h 1088"/>
                      <a:gd name="T68" fmla="*/ 408 w 1744"/>
                      <a:gd name="T69" fmla="*/ 67 h 1088"/>
                      <a:gd name="T70" fmla="*/ 420 w 1744"/>
                      <a:gd name="T71" fmla="*/ 44 h 1088"/>
                      <a:gd name="T72" fmla="*/ 420 w 1744"/>
                      <a:gd name="T73" fmla="*/ 31 h 1088"/>
                      <a:gd name="T74" fmla="*/ 395 w 1744"/>
                      <a:gd name="T75" fmla="*/ 39 h 1088"/>
                      <a:gd name="T76" fmla="*/ 380 w 1744"/>
                      <a:gd name="T77" fmla="*/ 44 h 1088"/>
                      <a:gd name="T78" fmla="*/ 361 w 1744"/>
                      <a:gd name="T79" fmla="*/ 39 h 1088"/>
                      <a:gd name="T80" fmla="*/ 353 w 1744"/>
                      <a:gd name="T81" fmla="*/ 23 h 1088"/>
                      <a:gd name="T82" fmla="*/ 328 w 1744"/>
                      <a:gd name="T83" fmla="*/ 0 h 1088"/>
                      <a:gd name="T84" fmla="*/ 322 w 1744"/>
                      <a:gd name="T85" fmla="*/ 17 h 1088"/>
                      <a:gd name="T86" fmla="*/ 334 w 1744"/>
                      <a:gd name="T87" fmla="*/ 31 h 1088"/>
                      <a:gd name="T88" fmla="*/ 334 w 1744"/>
                      <a:gd name="T89" fmla="*/ 44 h 1088"/>
                      <a:gd name="T90" fmla="*/ 317 w 1744"/>
                      <a:gd name="T91" fmla="*/ 48 h 1088"/>
                      <a:gd name="T92" fmla="*/ 280 w 1744"/>
                      <a:gd name="T93" fmla="*/ 50 h 1088"/>
                      <a:gd name="T94" fmla="*/ 247 w 1744"/>
                      <a:gd name="T95" fmla="*/ 44 h 1088"/>
                      <a:gd name="T96" fmla="*/ 231 w 1744"/>
                      <a:gd name="T97" fmla="*/ 61 h 1088"/>
                      <a:gd name="T98" fmla="*/ 192 w 1744"/>
                      <a:gd name="T99" fmla="*/ 53 h 1088"/>
                      <a:gd name="T100" fmla="*/ 178 w 1744"/>
                      <a:gd name="T101" fmla="*/ 36 h 1088"/>
                      <a:gd name="T102" fmla="*/ 128 w 1744"/>
                      <a:gd name="T103" fmla="*/ 27 h 1088"/>
                      <a:gd name="T104" fmla="*/ 111 w 1744"/>
                      <a:gd name="T105" fmla="*/ 31 h 1088"/>
                      <a:gd name="T106" fmla="*/ 89 w 1744"/>
                      <a:gd name="T107" fmla="*/ 23 h 1088"/>
                      <a:gd name="T108" fmla="*/ 53 w 1744"/>
                      <a:gd name="T109" fmla="*/ 39 h 1088"/>
                      <a:gd name="T110" fmla="*/ 70 w 1744"/>
                      <a:gd name="T111" fmla="*/ 25 h 1088"/>
                      <a:gd name="T112" fmla="*/ 39 w 1744"/>
                      <a:gd name="T113" fmla="*/ 34 h 1088"/>
                      <a:gd name="T114" fmla="*/ 17 w 1744"/>
                      <a:gd name="T115" fmla="*/ 36 h 1088"/>
                      <a:gd name="T116" fmla="*/ 25 w 1744"/>
                      <a:gd name="T117" fmla="*/ 181 h 1088"/>
                      <a:gd name="T118" fmla="*/ 77 w 1744"/>
                      <a:gd name="T119" fmla="*/ 222 h 1088"/>
                      <a:gd name="T120" fmla="*/ 86 w 1744"/>
                      <a:gd name="T121" fmla="*/ 259 h 1088"/>
                      <a:gd name="T122" fmla="*/ 97 w 1744"/>
                      <a:gd name="T123" fmla="*/ 281 h 1088"/>
                      <a:gd name="T124" fmla="*/ 128 w 1744"/>
                      <a:gd name="T125" fmla="*/ 303 h 108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744"/>
                      <a:gd name="T190" fmla="*/ 0 h 1088"/>
                      <a:gd name="T191" fmla="*/ 1744 w 1744"/>
                      <a:gd name="T192" fmla="*/ 1088 h 108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744" h="1088">
                        <a:moveTo>
                          <a:pt x="384" y="880"/>
                        </a:moveTo>
                        <a:lnTo>
                          <a:pt x="952" y="880"/>
                        </a:lnTo>
                        <a:lnTo>
                          <a:pt x="968" y="896"/>
                        </a:lnTo>
                        <a:lnTo>
                          <a:pt x="992" y="896"/>
                        </a:lnTo>
                        <a:lnTo>
                          <a:pt x="1008" y="904"/>
                        </a:lnTo>
                        <a:lnTo>
                          <a:pt x="1032" y="904"/>
                        </a:lnTo>
                        <a:lnTo>
                          <a:pt x="1048" y="912"/>
                        </a:lnTo>
                        <a:lnTo>
                          <a:pt x="1088" y="904"/>
                        </a:lnTo>
                        <a:lnTo>
                          <a:pt x="1152" y="936"/>
                        </a:lnTo>
                        <a:lnTo>
                          <a:pt x="1168" y="968"/>
                        </a:lnTo>
                        <a:lnTo>
                          <a:pt x="1208" y="1008"/>
                        </a:lnTo>
                        <a:lnTo>
                          <a:pt x="1208" y="1032"/>
                        </a:lnTo>
                        <a:lnTo>
                          <a:pt x="1200" y="1072"/>
                        </a:lnTo>
                        <a:lnTo>
                          <a:pt x="1200" y="1088"/>
                        </a:lnTo>
                        <a:lnTo>
                          <a:pt x="1264" y="1056"/>
                        </a:lnTo>
                        <a:lnTo>
                          <a:pt x="1272" y="1040"/>
                        </a:lnTo>
                        <a:lnTo>
                          <a:pt x="1320" y="1024"/>
                        </a:lnTo>
                        <a:lnTo>
                          <a:pt x="1352" y="1000"/>
                        </a:lnTo>
                        <a:lnTo>
                          <a:pt x="1360" y="992"/>
                        </a:lnTo>
                        <a:lnTo>
                          <a:pt x="1376" y="992"/>
                        </a:lnTo>
                        <a:lnTo>
                          <a:pt x="1392" y="992"/>
                        </a:lnTo>
                        <a:lnTo>
                          <a:pt x="1424" y="984"/>
                        </a:lnTo>
                        <a:lnTo>
                          <a:pt x="1456" y="936"/>
                        </a:lnTo>
                        <a:lnTo>
                          <a:pt x="1464" y="928"/>
                        </a:lnTo>
                        <a:lnTo>
                          <a:pt x="1488" y="936"/>
                        </a:lnTo>
                        <a:lnTo>
                          <a:pt x="1488" y="968"/>
                        </a:lnTo>
                        <a:lnTo>
                          <a:pt x="1504" y="984"/>
                        </a:lnTo>
                        <a:lnTo>
                          <a:pt x="1504" y="1008"/>
                        </a:lnTo>
                        <a:lnTo>
                          <a:pt x="1512" y="1000"/>
                        </a:lnTo>
                        <a:lnTo>
                          <a:pt x="1520" y="992"/>
                        </a:lnTo>
                        <a:lnTo>
                          <a:pt x="1536" y="992"/>
                        </a:lnTo>
                        <a:lnTo>
                          <a:pt x="1544" y="984"/>
                        </a:lnTo>
                        <a:lnTo>
                          <a:pt x="1560" y="976"/>
                        </a:lnTo>
                        <a:lnTo>
                          <a:pt x="1560" y="984"/>
                        </a:lnTo>
                        <a:lnTo>
                          <a:pt x="1568" y="984"/>
                        </a:lnTo>
                        <a:lnTo>
                          <a:pt x="1560" y="992"/>
                        </a:lnTo>
                        <a:lnTo>
                          <a:pt x="1552" y="992"/>
                        </a:lnTo>
                        <a:lnTo>
                          <a:pt x="1536" y="1008"/>
                        </a:lnTo>
                        <a:lnTo>
                          <a:pt x="1536" y="1016"/>
                        </a:lnTo>
                        <a:lnTo>
                          <a:pt x="1528" y="1032"/>
                        </a:lnTo>
                        <a:lnTo>
                          <a:pt x="1536" y="1040"/>
                        </a:lnTo>
                        <a:lnTo>
                          <a:pt x="1552" y="1040"/>
                        </a:lnTo>
                        <a:lnTo>
                          <a:pt x="1560" y="1032"/>
                        </a:lnTo>
                        <a:lnTo>
                          <a:pt x="1560" y="1024"/>
                        </a:lnTo>
                        <a:lnTo>
                          <a:pt x="1576" y="1000"/>
                        </a:lnTo>
                        <a:lnTo>
                          <a:pt x="1584" y="1008"/>
                        </a:lnTo>
                        <a:lnTo>
                          <a:pt x="1592" y="1008"/>
                        </a:lnTo>
                        <a:lnTo>
                          <a:pt x="1608" y="1000"/>
                        </a:lnTo>
                        <a:lnTo>
                          <a:pt x="1616" y="1000"/>
                        </a:lnTo>
                        <a:lnTo>
                          <a:pt x="1624" y="992"/>
                        </a:lnTo>
                        <a:lnTo>
                          <a:pt x="1624" y="984"/>
                        </a:lnTo>
                        <a:lnTo>
                          <a:pt x="1616" y="984"/>
                        </a:lnTo>
                        <a:lnTo>
                          <a:pt x="1616" y="976"/>
                        </a:lnTo>
                        <a:lnTo>
                          <a:pt x="1608" y="976"/>
                        </a:lnTo>
                        <a:lnTo>
                          <a:pt x="1592" y="976"/>
                        </a:lnTo>
                        <a:lnTo>
                          <a:pt x="1584" y="968"/>
                        </a:lnTo>
                        <a:lnTo>
                          <a:pt x="1576" y="968"/>
                        </a:lnTo>
                        <a:lnTo>
                          <a:pt x="1552" y="952"/>
                        </a:lnTo>
                        <a:lnTo>
                          <a:pt x="1552" y="928"/>
                        </a:lnTo>
                        <a:lnTo>
                          <a:pt x="1552" y="912"/>
                        </a:lnTo>
                        <a:lnTo>
                          <a:pt x="1544" y="920"/>
                        </a:lnTo>
                        <a:lnTo>
                          <a:pt x="1536" y="912"/>
                        </a:lnTo>
                        <a:lnTo>
                          <a:pt x="1520" y="904"/>
                        </a:lnTo>
                        <a:lnTo>
                          <a:pt x="1528" y="896"/>
                        </a:lnTo>
                        <a:lnTo>
                          <a:pt x="1544" y="896"/>
                        </a:lnTo>
                        <a:lnTo>
                          <a:pt x="1552" y="904"/>
                        </a:lnTo>
                        <a:lnTo>
                          <a:pt x="1568" y="888"/>
                        </a:lnTo>
                        <a:lnTo>
                          <a:pt x="1568" y="880"/>
                        </a:lnTo>
                        <a:lnTo>
                          <a:pt x="1560" y="880"/>
                        </a:lnTo>
                        <a:lnTo>
                          <a:pt x="1544" y="864"/>
                        </a:lnTo>
                        <a:lnTo>
                          <a:pt x="1520" y="864"/>
                        </a:lnTo>
                        <a:lnTo>
                          <a:pt x="1512" y="880"/>
                        </a:lnTo>
                        <a:lnTo>
                          <a:pt x="1496" y="888"/>
                        </a:lnTo>
                        <a:lnTo>
                          <a:pt x="1480" y="896"/>
                        </a:lnTo>
                        <a:lnTo>
                          <a:pt x="1472" y="896"/>
                        </a:lnTo>
                        <a:lnTo>
                          <a:pt x="1456" y="920"/>
                        </a:lnTo>
                        <a:lnTo>
                          <a:pt x="1456" y="928"/>
                        </a:lnTo>
                        <a:lnTo>
                          <a:pt x="1440" y="936"/>
                        </a:lnTo>
                        <a:lnTo>
                          <a:pt x="1432" y="944"/>
                        </a:lnTo>
                        <a:lnTo>
                          <a:pt x="1424" y="944"/>
                        </a:lnTo>
                        <a:lnTo>
                          <a:pt x="1432" y="928"/>
                        </a:lnTo>
                        <a:lnTo>
                          <a:pt x="1448" y="912"/>
                        </a:lnTo>
                        <a:lnTo>
                          <a:pt x="1448" y="904"/>
                        </a:lnTo>
                        <a:lnTo>
                          <a:pt x="1464" y="896"/>
                        </a:lnTo>
                        <a:lnTo>
                          <a:pt x="1480" y="872"/>
                        </a:lnTo>
                        <a:lnTo>
                          <a:pt x="1504" y="864"/>
                        </a:lnTo>
                        <a:lnTo>
                          <a:pt x="1504" y="856"/>
                        </a:lnTo>
                        <a:lnTo>
                          <a:pt x="1512" y="856"/>
                        </a:lnTo>
                        <a:lnTo>
                          <a:pt x="1528" y="840"/>
                        </a:lnTo>
                        <a:lnTo>
                          <a:pt x="1544" y="840"/>
                        </a:lnTo>
                        <a:lnTo>
                          <a:pt x="1576" y="840"/>
                        </a:lnTo>
                        <a:lnTo>
                          <a:pt x="1592" y="832"/>
                        </a:lnTo>
                        <a:lnTo>
                          <a:pt x="1600" y="840"/>
                        </a:lnTo>
                        <a:lnTo>
                          <a:pt x="1624" y="840"/>
                        </a:lnTo>
                        <a:lnTo>
                          <a:pt x="1632" y="840"/>
                        </a:lnTo>
                        <a:lnTo>
                          <a:pt x="1656" y="840"/>
                        </a:lnTo>
                        <a:lnTo>
                          <a:pt x="1672" y="832"/>
                        </a:lnTo>
                        <a:lnTo>
                          <a:pt x="1680" y="808"/>
                        </a:lnTo>
                        <a:lnTo>
                          <a:pt x="1696" y="800"/>
                        </a:lnTo>
                        <a:lnTo>
                          <a:pt x="1720" y="792"/>
                        </a:lnTo>
                        <a:lnTo>
                          <a:pt x="1736" y="784"/>
                        </a:lnTo>
                        <a:lnTo>
                          <a:pt x="1744" y="784"/>
                        </a:lnTo>
                        <a:lnTo>
                          <a:pt x="1744" y="768"/>
                        </a:lnTo>
                        <a:lnTo>
                          <a:pt x="1736" y="760"/>
                        </a:lnTo>
                        <a:lnTo>
                          <a:pt x="1744" y="744"/>
                        </a:lnTo>
                        <a:lnTo>
                          <a:pt x="1736" y="728"/>
                        </a:lnTo>
                        <a:lnTo>
                          <a:pt x="1720" y="720"/>
                        </a:lnTo>
                        <a:lnTo>
                          <a:pt x="1712" y="728"/>
                        </a:lnTo>
                        <a:lnTo>
                          <a:pt x="1704" y="720"/>
                        </a:lnTo>
                        <a:lnTo>
                          <a:pt x="1712" y="704"/>
                        </a:lnTo>
                        <a:lnTo>
                          <a:pt x="1696" y="704"/>
                        </a:lnTo>
                        <a:lnTo>
                          <a:pt x="1680" y="720"/>
                        </a:lnTo>
                        <a:lnTo>
                          <a:pt x="1672" y="720"/>
                        </a:lnTo>
                        <a:lnTo>
                          <a:pt x="1656" y="736"/>
                        </a:lnTo>
                        <a:lnTo>
                          <a:pt x="1648" y="736"/>
                        </a:lnTo>
                        <a:lnTo>
                          <a:pt x="1648" y="720"/>
                        </a:lnTo>
                        <a:lnTo>
                          <a:pt x="1656" y="728"/>
                        </a:lnTo>
                        <a:lnTo>
                          <a:pt x="1664" y="720"/>
                        </a:lnTo>
                        <a:lnTo>
                          <a:pt x="1688" y="704"/>
                        </a:lnTo>
                        <a:lnTo>
                          <a:pt x="1712" y="696"/>
                        </a:lnTo>
                        <a:lnTo>
                          <a:pt x="1712" y="688"/>
                        </a:lnTo>
                        <a:lnTo>
                          <a:pt x="1696" y="688"/>
                        </a:lnTo>
                        <a:lnTo>
                          <a:pt x="1688" y="680"/>
                        </a:lnTo>
                        <a:lnTo>
                          <a:pt x="1672" y="672"/>
                        </a:lnTo>
                        <a:lnTo>
                          <a:pt x="1664" y="672"/>
                        </a:lnTo>
                        <a:lnTo>
                          <a:pt x="1648" y="664"/>
                        </a:lnTo>
                        <a:lnTo>
                          <a:pt x="1648" y="656"/>
                        </a:lnTo>
                        <a:lnTo>
                          <a:pt x="1640" y="640"/>
                        </a:lnTo>
                        <a:lnTo>
                          <a:pt x="1632" y="640"/>
                        </a:lnTo>
                        <a:lnTo>
                          <a:pt x="1632" y="632"/>
                        </a:lnTo>
                        <a:lnTo>
                          <a:pt x="1616" y="632"/>
                        </a:lnTo>
                        <a:lnTo>
                          <a:pt x="1616" y="608"/>
                        </a:lnTo>
                        <a:lnTo>
                          <a:pt x="1624" y="608"/>
                        </a:lnTo>
                        <a:lnTo>
                          <a:pt x="1624" y="600"/>
                        </a:lnTo>
                        <a:lnTo>
                          <a:pt x="1616" y="592"/>
                        </a:lnTo>
                        <a:lnTo>
                          <a:pt x="1616" y="568"/>
                        </a:lnTo>
                        <a:lnTo>
                          <a:pt x="1600" y="560"/>
                        </a:lnTo>
                        <a:lnTo>
                          <a:pt x="1600" y="544"/>
                        </a:lnTo>
                        <a:lnTo>
                          <a:pt x="1592" y="544"/>
                        </a:lnTo>
                        <a:lnTo>
                          <a:pt x="1592" y="520"/>
                        </a:lnTo>
                        <a:lnTo>
                          <a:pt x="1584" y="520"/>
                        </a:lnTo>
                        <a:lnTo>
                          <a:pt x="1576" y="496"/>
                        </a:lnTo>
                        <a:lnTo>
                          <a:pt x="1568" y="488"/>
                        </a:lnTo>
                        <a:lnTo>
                          <a:pt x="1568" y="472"/>
                        </a:lnTo>
                        <a:lnTo>
                          <a:pt x="1560" y="472"/>
                        </a:lnTo>
                        <a:lnTo>
                          <a:pt x="1552" y="480"/>
                        </a:lnTo>
                        <a:lnTo>
                          <a:pt x="1552" y="488"/>
                        </a:lnTo>
                        <a:lnTo>
                          <a:pt x="1544" y="496"/>
                        </a:lnTo>
                        <a:lnTo>
                          <a:pt x="1544" y="512"/>
                        </a:lnTo>
                        <a:lnTo>
                          <a:pt x="1536" y="536"/>
                        </a:lnTo>
                        <a:lnTo>
                          <a:pt x="1528" y="544"/>
                        </a:lnTo>
                        <a:lnTo>
                          <a:pt x="1528" y="536"/>
                        </a:lnTo>
                        <a:lnTo>
                          <a:pt x="1520" y="536"/>
                        </a:lnTo>
                        <a:lnTo>
                          <a:pt x="1512" y="536"/>
                        </a:lnTo>
                        <a:lnTo>
                          <a:pt x="1512" y="544"/>
                        </a:lnTo>
                        <a:lnTo>
                          <a:pt x="1504" y="552"/>
                        </a:lnTo>
                        <a:lnTo>
                          <a:pt x="1496" y="560"/>
                        </a:lnTo>
                        <a:lnTo>
                          <a:pt x="1488" y="552"/>
                        </a:lnTo>
                        <a:lnTo>
                          <a:pt x="1488" y="544"/>
                        </a:lnTo>
                        <a:lnTo>
                          <a:pt x="1472" y="528"/>
                        </a:lnTo>
                        <a:lnTo>
                          <a:pt x="1456" y="536"/>
                        </a:lnTo>
                        <a:lnTo>
                          <a:pt x="1448" y="536"/>
                        </a:lnTo>
                        <a:lnTo>
                          <a:pt x="1464" y="528"/>
                        </a:lnTo>
                        <a:lnTo>
                          <a:pt x="1464" y="520"/>
                        </a:lnTo>
                        <a:lnTo>
                          <a:pt x="1456" y="512"/>
                        </a:lnTo>
                        <a:lnTo>
                          <a:pt x="1448" y="512"/>
                        </a:lnTo>
                        <a:lnTo>
                          <a:pt x="1456" y="504"/>
                        </a:lnTo>
                        <a:lnTo>
                          <a:pt x="1456" y="496"/>
                        </a:lnTo>
                        <a:lnTo>
                          <a:pt x="1448" y="488"/>
                        </a:lnTo>
                        <a:lnTo>
                          <a:pt x="1456" y="480"/>
                        </a:lnTo>
                        <a:lnTo>
                          <a:pt x="1456" y="456"/>
                        </a:lnTo>
                        <a:lnTo>
                          <a:pt x="1464" y="456"/>
                        </a:lnTo>
                        <a:lnTo>
                          <a:pt x="1464" y="440"/>
                        </a:lnTo>
                        <a:lnTo>
                          <a:pt x="1456" y="440"/>
                        </a:lnTo>
                        <a:lnTo>
                          <a:pt x="1448" y="448"/>
                        </a:lnTo>
                        <a:lnTo>
                          <a:pt x="1448" y="440"/>
                        </a:lnTo>
                        <a:lnTo>
                          <a:pt x="1424" y="440"/>
                        </a:lnTo>
                        <a:lnTo>
                          <a:pt x="1416" y="424"/>
                        </a:lnTo>
                        <a:lnTo>
                          <a:pt x="1416" y="416"/>
                        </a:lnTo>
                        <a:lnTo>
                          <a:pt x="1408" y="416"/>
                        </a:lnTo>
                        <a:lnTo>
                          <a:pt x="1400" y="400"/>
                        </a:lnTo>
                        <a:lnTo>
                          <a:pt x="1392" y="392"/>
                        </a:lnTo>
                        <a:lnTo>
                          <a:pt x="1384" y="392"/>
                        </a:lnTo>
                        <a:lnTo>
                          <a:pt x="1376" y="384"/>
                        </a:lnTo>
                        <a:lnTo>
                          <a:pt x="1360" y="384"/>
                        </a:lnTo>
                        <a:lnTo>
                          <a:pt x="1352" y="392"/>
                        </a:lnTo>
                        <a:lnTo>
                          <a:pt x="1344" y="392"/>
                        </a:lnTo>
                        <a:lnTo>
                          <a:pt x="1328" y="392"/>
                        </a:lnTo>
                        <a:lnTo>
                          <a:pt x="1312" y="384"/>
                        </a:lnTo>
                        <a:lnTo>
                          <a:pt x="1304" y="376"/>
                        </a:lnTo>
                        <a:lnTo>
                          <a:pt x="1296" y="376"/>
                        </a:lnTo>
                        <a:lnTo>
                          <a:pt x="1288" y="384"/>
                        </a:lnTo>
                        <a:lnTo>
                          <a:pt x="1288" y="408"/>
                        </a:lnTo>
                        <a:lnTo>
                          <a:pt x="1296" y="416"/>
                        </a:lnTo>
                        <a:lnTo>
                          <a:pt x="1296" y="432"/>
                        </a:lnTo>
                        <a:lnTo>
                          <a:pt x="1288" y="440"/>
                        </a:lnTo>
                        <a:lnTo>
                          <a:pt x="1280" y="440"/>
                        </a:lnTo>
                        <a:lnTo>
                          <a:pt x="1288" y="448"/>
                        </a:lnTo>
                        <a:lnTo>
                          <a:pt x="1296" y="456"/>
                        </a:lnTo>
                        <a:lnTo>
                          <a:pt x="1296" y="472"/>
                        </a:lnTo>
                        <a:lnTo>
                          <a:pt x="1304" y="488"/>
                        </a:lnTo>
                        <a:lnTo>
                          <a:pt x="1296" y="496"/>
                        </a:lnTo>
                        <a:lnTo>
                          <a:pt x="1288" y="512"/>
                        </a:lnTo>
                        <a:lnTo>
                          <a:pt x="1288" y="520"/>
                        </a:lnTo>
                        <a:lnTo>
                          <a:pt x="1280" y="528"/>
                        </a:lnTo>
                        <a:lnTo>
                          <a:pt x="1280" y="544"/>
                        </a:lnTo>
                        <a:lnTo>
                          <a:pt x="1296" y="560"/>
                        </a:lnTo>
                        <a:lnTo>
                          <a:pt x="1312" y="568"/>
                        </a:lnTo>
                        <a:lnTo>
                          <a:pt x="1320" y="608"/>
                        </a:lnTo>
                        <a:lnTo>
                          <a:pt x="1312" y="640"/>
                        </a:lnTo>
                        <a:lnTo>
                          <a:pt x="1304" y="656"/>
                        </a:lnTo>
                        <a:lnTo>
                          <a:pt x="1296" y="656"/>
                        </a:lnTo>
                        <a:lnTo>
                          <a:pt x="1288" y="672"/>
                        </a:lnTo>
                        <a:lnTo>
                          <a:pt x="1272" y="672"/>
                        </a:lnTo>
                        <a:lnTo>
                          <a:pt x="1272" y="680"/>
                        </a:lnTo>
                        <a:lnTo>
                          <a:pt x="1264" y="688"/>
                        </a:lnTo>
                        <a:lnTo>
                          <a:pt x="1256" y="696"/>
                        </a:lnTo>
                        <a:lnTo>
                          <a:pt x="1264" y="704"/>
                        </a:lnTo>
                        <a:lnTo>
                          <a:pt x="1272" y="720"/>
                        </a:lnTo>
                        <a:lnTo>
                          <a:pt x="1272" y="744"/>
                        </a:lnTo>
                        <a:lnTo>
                          <a:pt x="1272" y="760"/>
                        </a:lnTo>
                        <a:lnTo>
                          <a:pt x="1280" y="768"/>
                        </a:lnTo>
                        <a:lnTo>
                          <a:pt x="1280" y="776"/>
                        </a:lnTo>
                        <a:lnTo>
                          <a:pt x="1272" y="792"/>
                        </a:lnTo>
                        <a:lnTo>
                          <a:pt x="1272" y="800"/>
                        </a:lnTo>
                        <a:lnTo>
                          <a:pt x="1256" y="792"/>
                        </a:lnTo>
                        <a:lnTo>
                          <a:pt x="1256" y="808"/>
                        </a:lnTo>
                        <a:lnTo>
                          <a:pt x="1248" y="800"/>
                        </a:lnTo>
                        <a:lnTo>
                          <a:pt x="1240" y="800"/>
                        </a:lnTo>
                        <a:lnTo>
                          <a:pt x="1240" y="792"/>
                        </a:lnTo>
                        <a:lnTo>
                          <a:pt x="1224" y="776"/>
                        </a:lnTo>
                        <a:lnTo>
                          <a:pt x="1216" y="776"/>
                        </a:lnTo>
                        <a:lnTo>
                          <a:pt x="1216" y="768"/>
                        </a:lnTo>
                        <a:lnTo>
                          <a:pt x="1208" y="752"/>
                        </a:lnTo>
                        <a:lnTo>
                          <a:pt x="1208" y="744"/>
                        </a:lnTo>
                        <a:lnTo>
                          <a:pt x="1208" y="712"/>
                        </a:lnTo>
                        <a:lnTo>
                          <a:pt x="1208" y="704"/>
                        </a:lnTo>
                        <a:lnTo>
                          <a:pt x="1208" y="672"/>
                        </a:lnTo>
                        <a:lnTo>
                          <a:pt x="1200" y="664"/>
                        </a:lnTo>
                        <a:lnTo>
                          <a:pt x="1176" y="664"/>
                        </a:lnTo>
                        <a:lnTo>
                          <a:pt x="1160" y="664"/>
                        </a:lnTo>
                        <a:lnTo>
                          <a:pt x="1152" y="656"/>
                        </a:lnTo>
                        <a:lnTo>
                          <a:pt x="1136" y="656"/>
                        </a:lnTo>
                        <a:lnTo>
                          <a:pt x="1128" y="648"/>
                        </a:lnTo>
                        <a:lnTo>
                          <a:pt x="1104" y="640"/>
                        </a:lnTo>
                        <a:lnTo>
                          <a:pt x="1096" y="632"/>
                        </a:lnTo>
                        <a:lnTo>
                          <a:pt x="1088" y="624"/>
                        </a:lnTo>
                        <a:lnTo>
                          <a:pt x="1088" y="616"/>
                        </a:lnTo>
                        <a:lnTo>
                          <a:pt x="1080" y="616"/>
                        </a:lnTo>
                        <a:lnTo>
                          <a:pt x="1072" y="608"/>
                        </a:lnTo>
                        <a:lnTo>
                          <a:pt x="1048" y="592"/>
                        </a:lnTo>
                        <a:lnTo>
                          <a:pt x="1040" y="592"/>
                        </a:lnTo>
                        <a:lnTo>
                          <a:pt x="1032" y="592"/>
                        </a:lnTo>
                        <a:lnTo>
                          <a:pt x="1016" y="592"/>
                        </a:lnTo>
                        <a:lnTo>
                          <a:pt x="992" y="600"/>
                        </a:lnTo>
                        <a:lnTo>
                          <a:pt x="992" y="592"/>
                        </a:lnTo>
                        <a:lnTo>
                          <a:pt x="1000" y="576"/>
                        </a:lnTo>
                        <a:lnTo>
                          <a:pt x="992" y="568"/>
                        </a:lnTo>
                        <a:lnTo>
                          <a:pt x="984" y="536"/>
                        </a:lnTo>
                        <a:lnTo>
                          <a:pt x="976" y="536"/>
                        </a:lnTo>
                        <a:lnTo>
                          <a:pt x="960" y="528"/>
                        </a:lnTo>
                        <a:lnTo>
                          <a:pt x="944" y="520"/>
                        </a:lnTo>
                        <a:lnTo>
                          <a:pt x="944" y="496"/>
                        </a:lnTo>
                        <a:lnTo>
                          <a:pt x="952" y="488"/>
                        </a:lnTo>
                        <a:lnTo>
                          <a:pt x="952" y="456"/>
                        </a:lnTo>
                        <a:lnTo>
                          <a:pt x="960" y="440"/>
                        </a:lnTo>
                        <a:lnTo>
                          <a:pt x="968" y="416"/>
                        </a:lnTo>
                        <a:lnTo>
                          <a:pt x="976" y="408"/>
                        </a:lnTo>
                        <a:lnTo>
                          <a:pt x="976" y="400"/>
                        </a:lnTo>
                        <a:lnTo>
                          <a:pt x="984" y="400"/>
                        </a:lnTo>
                        <a:lnTo>
                          <a:pt x="992" y="384"/>
                        </a:lnTo>
                        <a:lnTo>
                          <a:pt x="1000" y="376"/>
                        </a:lnTo>
                        <a:lnTo>
                          <a:pt x="1000" y="360"/>
                        </a:lnTo>
                        <a:lnTo>
                          <a:pt x="1008" y="352"/>
                        </a:lnTo>
                        <a:lnTo>
                          <a:pt x="1008" y="360"/>
                        </a:lnTo>
                        <a:lnTo>
                          <a:pt x="1016" y="360"/>
                        </a:lnTo>
                        <a:lnTo>
                          <a:pt x="1032" y="352"/>
                        </a:lnTo>
                        <a:lnTo>
                          <a:pt x="1032" y="344"/>
                        </a:lnTo>
                        <a:lnTo>
                          <a:pt x="1024" y="336"/>
                        </a:lnTo>
                        <a:lnTo>
                          <a:pt x="1016" y="328"/>
                        </a:lnTo>
                        <a:lnTo>
                          <a:pt x="1024" y="320"/>
                        </a:lnTo>
                        <a:lnTo>
                          <a:pt x="1032" y="328"/>
                        </a:lnTo>
                        <a:lnTo>
                          <a:pt x="1048" y="328"/>
                        </a:lnTo>
                        <a:lnTo>
                          <a:pt x="1056" y="312"/>
                        </a:lnTo>
                        <a:lnTo>
                          <a:pt x="1064" y="320"/>
                        </a:lnTo>
                        <a:lnTo>
                          <a:pt x="1080" y="312"/>
                        </a:lnTo>
                        <a:lnTo>
                          <a:pt x="1088" y="304"/>
                        </a:lnTo>
                        <a:lnTo>
                          <a:pt x="1096" y="288"/>
                        </a:lnTo>
                        <a:lnTo>
                          <a:pt x="1096" y="280"/>
                        </a:lnTo>
                        <a:lnTo>
                          <a:pt x="1104" y="264"/>
                        </a:lnTo>
                        <a:lnTo>
                          <a:pt x="1096" y="256"/>
                        </a:lnTo>
                        <a:lnTo>
                          <a:pt x="1096" y="248"/>
                        </a:lnTo>
                        <a:lnTo>
                          <a:pt x="1072" y="248"/>
                        </a:lnTo>
                        <a:lnTo>
                          <a:pt x="1056" y="232"/>
                        </a:lnTo>
                        <a:lnTo>
                          <a:pt x="1048" y="224"/>
                        </a:lnTo>
                        <a:lnTo>
                          <a:pt x="1064" y="224"/>
                        </a:lnTo>
                        <a:lnTo>
                          <a:pt x="1080" y="240"/>
                        </a:lnTo>
                        <a:lnTo>
                          <a:pt x="1104" y="248"/>
                        </a:lnTo>
                        <a:lnTo>
                          <a:pt x="1112" y="232"/>
                        </a:lnTo>
                        <a:lnTo>
                          <a:pt x="1128" y="216"/>
                        </a:lnTo>
                        <a:lnTo>
                          <a:pt x="1136" y="200"/>
                        </a:lnTo>
                        <a:lnTo>
                          <a:pt x="1120" y="200"/>
                        </a:lnTo>
                        <a:lnTo>
                          <a:pt x="1120" y="192"/>
                        </a:lnTo>
                        <a:lnTo>
                          <a:pt x="1136" y="184"/>
                        </a:lnTo>
                        <a:lnTo>
                          <a:pt x="1144" y="200"/>
                        </a:lnTo>
                        <a:lnTo>
                          <a:pt x="1152" y="200"/>
                        </a:lnTo>
                        <a:lnTo>
                          <a:pt x="1160" y="200"/>
                        </a:lnTo>
                        <a:lnTo>
                          <a:pt x="1168" y="200"/>
                        </a:lnTo>
                        <a:lnTo>
                          <a:pt x="1168" y="192"/>
                        </a:lnTo>
                        <a:lnTo>
                          <a:pt x="1160" y="184"/>
                        </a:lnTo>
                        <a:lnTo>
                          <a:pt x="1152" y="176"/>
                        </a:lnTo>
                        <a:lnTo>
                          <a:pt x="1160" y="176"/>
                        </a:lnTo>
                        <a:lnTo>
                          <a:pt x="1168" y="176"/>
                        </a:lnTo>
                        <a:lnTo>
                          <a:pt x="1176" y="184"/>
                        </a:lnTo>
                        <a:lnTo>
                          <a:pt x="1176" y="192"/>
                        </a:lnTo>
                        <a:lnTo>
                          <a:pt x="1192" y="192"/>
                        </a:lnTo>
                        <a:lnTo>
                          <a:pt x="1200" y="184"/>
                        </a:lnTo>
                        <a:lnTo>
                          <a:pt x="1216" y="176"/>
                        </a:lnTo>
                        <a:lnTo>
                          <a:pt x="1216" y="168"/>
                        </a:lnTo>
                        <a:lnTo>
                          <a:pt x="1232" y="160"/>
                        </a:lnTo>
                        <a:lnTo>
                          <a:pt x="1216" y="144"/>
                        </a:lnTo>
                        <a:lnTo>
                          <a:pt x="1208" y="136"/>
                        </a:lnTo>
                        <a:lnTo>
                          <a:pt x="1200" y="128"/>
                        </a:lnTo>
                        <a:lnTo>
                          <a:pt x="1208" y="128"/>
                        </a:lnTo>
                        <a:lnTo>
                          <a:pt x="1224" y="128"/>
                        </a:lnTo>
                        <a:lnTo>
                          <a:pt x="1224" y="120"/>
                        </a:lnTo>
                        <a:lnTo>
                          <a:pt x="1216" y="112"/>
                        </a:lnTo>
                        <a:lnTo>
                          <a:pt x="1224" y="104"/>
                        </a:lnTo>
                        <a:lnTo>
                          <a:pt x="1224" y="96"/>
                        </a:lnTo>
                        <a:lnTo>
                          <a:pt x="1208" y="96"/>
                        </a:lnTo>
                        <a:lnTo>
                          <a:pt x="1200" y="96"/>
                        </a:lnTo>
                        <a:lnTo>
                          <a:pt x="1200" y="88"/>
                        </a:lnTo>
                        <a:lnTo>
                          <a:pt x="1208" y="88"/>
                        </a:lnTo>
                        <a:lnTo>
                          <a:pt x="1200" y="80"/>
                        </a:lnTo>
                        <a:lnTo>
                          <a:pt x="1184" y="80"/>
                        </a:lnTo>
                        <a:lnTo>
                          <a:pt x="1168" y="80"/>
                        </a:lnTo>
                        <a:lnTo>
                          <a:pt x="1160" y="80"/>
                        </a:lnTo>
                        <a:lnTo>
                          <a:pt x="1144" y="80"/>
                        </a:lnTo>
                        <a:lnTo>
                          <a:pt x="1144" y="104"/>
                        </a:lnTo>
                        <a:lnTo>
                          <a:pt x="1152" y="104"/>
                        </a:lnTo>
                        <a:lnTo>
                          <a:pt x="1144" y="112"/>
                        </a:lnTo>
                        <a:lnTo>
                          <a:pt x="1136" y="112"/>
                        </a:lnTo>
                        <a:lnTo>
                          <a:pt x="1136" y="128"/>
                        </a:lnTo>
                        <a:lnTo>
                          <a:pt x="1128" y="136"/>
                        </a:lnTo>
                        <a:lnTo>
                          <a:pt x="1120" y="152"/>
                        </a:lnTo>
                        <a:lnTo>
                          <a:pt x="1120" y="160"/>
                        </a:lnTo>
                        <a:lnTo>
                          <a:pt x="1104" y="160"/>
                        </a:lnTo>
                        <a:lnTo>
                          <a:pt x="1104" y="168"/>
                        </a:lnTo>
                        <a:lnTo>
                          <a:pt x="1080" y="152"/>
                        </a:lnTo>
                        <a:lnTo>
                          <a:pt x="1080" y="128"/>
                        </a:lnTo>
                        <a:lnTo>
                          <a:pt x="1096" y="128"/>
                        </a:lnTo>
                        <a:lnTo>
                          <a:pt x="1096" y="120"/>
                        </a:lnTo>
                        <a:lnTo>
                          <a:pt x="1088" y="112"/>
                        </a:lnTo>
                        <a:lnTo>
                          <a:pt x="1072" y="104"/>
                        </a:lnTo>
                        <a:lnTo>
                          <a:pt x="1064" y="104"/>
                        </a:lnTo>
                        <a:lnTo>
                          <a:pt x="1056" y="104"/>
                        </a:lnTo>
                        <a:lnTo>
                          <a:pt x="1056" y="112"/>
                        </a:lnTo>
                        <a:lnTo>
                          <a:pt x="1048" y="128"/>
                        </a:lnTo>
                        <a:lnTo>
                          <a:pt x="1040" y="128"/>
                        </a:lnTo>
                        <a:lnTo>
                          <a:pt x="1040" y="112"/>
                        </a:lnTo>
                        <a:lnTo>
                          <a:pt x="1024" y="96"/>
                        </a:lnTo>
                        <a:lnTo>
                          <a:pt x="1040" y="96"/>
                        </a:lnTo>
                        <a:lnTo>
                          <a:pt x="1032" y="88"/>
                        </a:lnTo>
                        <a:lnTo>
                          <a:pt x="1024" y="80"/>
                        </a:lnTo>
                        <a:lnTo>
                          <a:pt x="1008" y="88"/>
                        </a:lnTo>
                        <a:lnTo>
                          <a:pt x="992" y="80"/>
                        </a:lnTo>
                        <a:lnTo>
                          <a:pt x="1000" y="72"/>
                        </a:lnTo>
                        <a:lnTo>
                          <a:pt x="1000" y="64"/>
                        </a:lnTo>
                        <a:lnTo>
                          <a:pt x="1016" y="64"/>
                        </a:lnTo>
                        <a:lnTo>
                          <a:pt x="1016" y="56"/>
                        </a:lnTo>
                        <a:lnTo>
                          <a:pt x="992" y="40"/>
                        </a:lnTo>
                        <a:lnTo>
                          <a:pt x="984" y="24"/>
                        </a:lnTo>
                        <a:lnTo>
                          <a:pt x="984" y="16"/>
                        </a:lnTo>
                        <a:lnTo>
                          <a:pt x="976" y="8"/>
                        </a:lnTo>
                        <a:lnTo>
                          <a:pt x="968" y="8"/>
                        </a:lnTo>
                        <a:lnTo>
                          <a:pt x="960" y="8"/>
                        </a:lnTo>
                        <a:lnTo>
                          <a:pt x="952" y="0"/>
                        </a:lnTo>
                        <a:lnTo>
                          <a:pt x="944" y="0"/>
                        </a:lnTo>
                        <a:lnTo>
                          <a:pt x="944" y="8"/>
                        </a:lnTo>
                        <a:lnTo>
                          <a:pt x="936" y="8"/>
                        </a:lnTo>
                        <a:lnTo>
                          <a:pt x="928" y="16"/>
                        </a:lnTo>
                        <a:lnTo>
                          <a:pt x="936" y="16"/>
                        </a:lnTo>
                        <a:lnTo>
                          <a:pt x="928" y="24"/>
                        </a:lnTo>
                        <a:lnTo>
                          <a:pt x="920" y="24"/>
                        </a:lnTo>
                        <a:lnTo>
                          <a:pt x="912" y="40"/>
                        </a:lnTo>
                        <a:lnTo>
                          <a:pt x="920" y="48"/>
                        </a:lnTo>
                        <a:lnTo>
                          <a:pt x="928" y="48"/>
                        </a:lnTo>
                        <a:lnTo>
                          <a:pt x="928" y="56"/>
                        </a:lnTo>
                        <a:lnTo>
                          <a:pt x="912" y="48"/>
                        </a:lnTo>
                        <a:lnTo>
                          <a:pt x="912" y="64"/>
                        </a:lnTo>
                        <a:lnTo>
                          <a:pt x="920" y="72"/>
                        </a:lnTo>
                        <a:lnTo>
                          <a:pt x="928" y="80"/>
                        </a:lnTo>
                        <a:lnTo>
                          <a:pt x="944" y="80"/>
                        </a:lnTo>
                        <a:lnTo>
                          <a:pt x="952" y="80"/>
                        </a:lnTo>
                        <a:lnTo>
                          <a:pt x="952" y="88"/>
                        </a:lnTo>
                        <a:lnTo>
                          <a:pt x="960" y="88"/>
                        </a:lnTo>
                        <a:lnTo>
                          <a:pt x="968" y="88"/>
                        </a:lnTo>
                        <a:lnTo>
                          <a:pt x="976" y="88"/>
                        </a:lnTo>
                        <a:lnTo>
                          <a:pt x="960" y="96"/>
                        </a:lnTo>
                        <a:lnTo>
                          <a:pt x="952" y="112"/>
                        </a:lnTo>
                        <a:lnTo>
                          <a:pt x="960" y="112"/>
                        </a:lnTo>
                        <a:lnTo>
                          <a:pt x="968" y="112"/>
                        </a:lnTo>
                        <a:lnTo>
                          <a:pt x="976" y="112"/>
                        </a:lnTo>
                        <a:lnTo>
                          <a:pt x="968" y="120"/>
                        </a:lnTo>
                        <a:lnTo>
                          <a:pt x="960" y="128"/>
                        </a:lnTo>
                        <a:lnTo>
                          <a:pt x="952" y="136"/>
                        </a:lnTo>
                        <a:lnTo>
                          <a:pt x="944" y="136"/>
                        </a:lnTo>
                        <a:lnTo>
                          <a:pt x="928" y="144"/>
                        </a:lnTo>
                        <a:lnTo>
                          <a:pt x="944" y="160"/>
                        </a:lnTo>
                        <a:lnTo>
                          <a:pt x="936" y="160"/>
                        </a:lnTo>
                        <a:lnTo>
                          <a:pt x="920" y="160"/>
                        </a:lnTo>
                        <a:lnTo>
                          <a:pt x="920" y="144"/>
                        </a:lnTo>
                        <a:lnTo>
                          <a:pt x="920" y="136"/>
                        </a:lnTo>
                        <a:lnTo>
                          <a:pt x="912" y="136"/>
                        </a:lnTo>
                        <a:lnTo>
                          <a:pt x="896" y="128"/>
                        </a:lnTo>
                        <a:lnTo>
                          <a:pt x="888" y="128"/>
                        </a:lnTo>
                        <a:lnTo>
                          <a:pt x="880" y="128"/>
                        </a:lnTo>
                        <a:lnTo>
                          <a:pt x="872" y="128"/>
                        </a:lnTo>
                        <a:lnTo>
                          <a:pt x="864" y="152"/>
                        </a:lnTo>
                        <a:lnTo>
                          <a:pt x="856" y="144"/>
                        </a:lnTo>
                        <a:lnTo>
                          <a:pt x="840" y="144"/>
                        </a:lnTo>
                        <a:lnTo>
                          <a:pt x="816" y="152"/>
                        </a:lnTo>
                        <a:lnTo>
                          <a:pt x="808" y="144"/>
                        </a:lnTo>
                        <a:lnTo>
                          <a:pt x="800" y="152"/>
                        </a:lnTo>
                        <a:lnTo>
                          <a:pt x="784" y="144"/>
                        </a:lnTo>
                        <a:lnTo>
                          <a:pt x="776" y="136"/>
                        </a:lnTo>
                        <a:lnTo>
                          <a:pt x="752" y="136"/>
                        </a:lnTo>
                        <a:lnTo>
                          <a:pt x="744" y="136"/>
                        </a:lnTo>
                        <a:lnTo>
                          <a:pt x="728" y="128"/>
                        </a:lnTo>
                        <a:lnTo>
                          <a:pt x="728" y="120"/>
                        </a:lnTo>
                        <a:lnTo>
                          <a:pt x="720" y="128"/>
                        </a:lnTo>
                        <a:lnTo>
                          <a:pt x="712" y="128"/>
                        </a:lnTo>
                        <a:lnTo>
                          <a:pt x="696" y="136"/>
                        </a:lnTo>
                        <a:lnTo>
                          <a:pt x="680" y="136"/>
                        </a:lnTo>
                        <a:lnTo>
                          <a:pt x="680" y="152"/>
                        </a:lnTo>
                        <a:lnTo>
                          <a:pt x="688" y="160"/>
                        </a:lnTo>
                        <a:lnTo>
                          <a:pt x="696" y="168"/>
                        </a:lnTo>
                        <a:lnTo>
                          <a:pt x="688" y="176"/>
                        </a:lnTo>
                        <a:lnTo>
                          <a:pt x="688" y="184"/>
                        </a:lnTo>
                        <a:lnTo>
                          <a:pt x="672" y="176"/>
                        </a:lnTo>
                        <a:lnTo>
                          <a:pt x="664" y="176"/>
                        </a:lnTo>
                        <a:lnTo>
                          <a:pt x="672" y="168"/>
                        </a:lnTo>
                        <a:lnTo>
                          <a:pt x="664" y="160"/>
                        </a:lnTo>
                        <a:lnTo>
                          <a:pt x="656" y="152"/>
                        </a:lnTo>
                        <a:lnTo>
                          <a:pt x="648" y="152"/>
                        </a:lnTo>
                        <a:lnTo>
                          <a:pt x="640" y="144"/>
                        </a:lnTo>
                        <a:lnTo>
                          <a:pt x="632" y="144"/>
                        </a:lnTo>
                        <a:lnTo>
                          <a:pt x="608" y="152"/>
                        </a:lnTo>
                        <a:lnTo>
                          <a:pt x="592" y="152"/>
                        </a:lnTo>
                        <a:lnTo>
                          <a:pt x="552" y="152"/>
                        </a:lnTo>
                        <a:lnTo>
                          <a:pt x="544" y="144"/>
                        </a:lnTo>
                        <a:lnTo>
                          <a:pt x="528" y="144"/>
                        </a:lnTo>
                        <a:lnTo>
                          <a:pt x="520" y="144"/>
                        </a:lnTo>
                        <a:lnTo>
                          <a:pt x="528" y="136"/>
                        </a:lnTo>
                        <a:lnTo>
                          <a:pt x="536" y="136"/>
                        </a:lnTo>
                        <a:lnTo>
                          <a:pt x="536" y="128"/>
                        </a:lnTo>
                        <a:lnTo>
                          <a:pt x="552" y="128"/>
                        </a:lnTo>
                        <a:lnTo>
                          <a:pt x="520" y="104"/>
                        </a:lnTo>
                        <a:lnTo>
                          <a:pt x="512" y="104"/>
                        </a:lnTo>
                        <a:lnTo>
                          <a:pt x="504" y="112"/>
                        </a:lnTo>
                        <a:lnTo>
                          <a:pt x="496" y="112"/>
                        </a:lnTo>
                        <a:lnTo>
                          <a:pt x="480" y="104"/>
                        </a:lnTo>
                        <a:lnTo>
                          <a:pt x="472" y="104"/>
                        </a:lnTo>
                        <a:lnTo>
                          <a:pt x="456" y="96"/>
                        </a:lnTo>
                        <a:lnTo>
                          <a:pt x="432" y="96"/>
                        </a:lnTo>
                        <a:lnTo>
                          <a:pt x="424" y="96"/>
                        </a:lnTo>
                        <a:lnTo>
                          <a:pt x="392" y="80"/>
                        </a:lnTo>
                        <a:lnTo>
                          <a:pt x="368" y="80"/>
                        </a:lnTo>
                        <a:lnTo>
                          <a:pt x="368" y="88"/>
                        </a:lnTo>
                        <a:lnTo>
                          <a:pt x="352" y="96"/>
                        </a:lnTo>
                        <a:lnTo>
                          <a:pt x="336" y="96"/>
                        </a:lnTo>
                        <a:lnTo>
                          <a:pt x="344" y="88"/>
                        </a:lnTo>
                        <a:lnTo>
                          <a:pt x="336" y="80"/>
                        </a:lnTo>
                        <a:lnTo>
                          <a:pt x="344" y="72"/>
                        </a:lnTo>
                        <a:lnTo>
                          <a:pt x="336" y="64"/>
                        </a:lnTo>
                        <a:lnTo>
                          <a:pt x="320" y="72"/>
                        </a:lnTo>
                        <a:lnTo>
                          <a:pt x="320" y="88"/>
                        </a:lnTo>
                        <a:lnTo>
                          <a:pt x="320" y="96"/>
                        </a:lnTo>
                        <a:lnTo>
                          <a:pt x="304" y="96"/>
                        </a:lnTo>
                        <a:lnTo>
                          <a:pt x="288" y="80"/>
                        </a:lnTo>
                        <a:lnTo>
                          <a:pt x="288" y="72"/>
                        </a:lnTo>
                        <a:lnTo>
                          <a:pt x="264" y="48"/>
                        </a:lnTo>
                        <a:lnTo>
                          <a:pt x="264" y="56"/>
                        </a:lnTo>
                        <a:lnTo>
                          <a:pt x="272" y="64"/>
                        </a:lnTo>
                        <a:lnTo>
                          <a:pt x="264" y="64"/>
                        </a:lnTo>
                        <a:lnTo>
                          <a:pt x="256" y="64"/>
                        </a:lnTo>
                        <a:lnTo>
                          <a:pt x="256" y="72"/>
                        </a:lnTo>
                        <a:lnTo>
                          <a:pt x="248" y="80"/>
                        </a:lnTo>
                        <a:lnTo>
                          <a:pt x="248" y="72"/>
                        </a:lnTo>
                        <a:lnTo>
                          <a:pt x="240" y="80"/>
                        </a:lnTo>
                        <a:lnTo>
                          <a:pt x="216" y="80"/>
                        </a:lnTo>
                        <a:lnTo>
                          <a:pt x="200" y="96"/>
                        </a:lnTo>
                        <a:lnTo>
                          <a:pt x="176" y="104"/>
                        </a:lnTo>
                        <a:lnTo>
                          <a:pt x="168" y="112"/>
                        </a:lnTo>
                        <a:lnTo>
                          <a:pt x="152" y="112"/>
                        </a:lnTo>
                        <a:lnTo>
                          <a:pt x="160" y="104"/>
                        </a:lnTo>
                        <a:lnTo>
                          <a:pt x="176" y="96"/>
                        </a:lnTo>
                        <a:lnTo>
                          <a:pt x="192" y="88"/>
                        </a:lnTo>
                        <a:lnTo>
                          <a:pt x="200" y="88"/>
                        </a:lnTo>
                        <a:lnTo>
                          <a:pt x="232" y="72"/>
                        </a:lnTo>
                        <a:lnTo>
                          <a:pt x="224" y="72"/>
                        </a:lnTo>
                        <a:lnTo>
                          <a:pt x="216" y="72"/>
                        </a:lnTo>
                        <a:lnTo>
                          <a:pt x="208" y="72"/>
                        </a:lnTo>
                        <a:lnTo>
                          <a:pt x="200" y="72"/>
                        </a:lnTo>
                        <a:lnTo>
                          <a:pt x="184" y="80"/>
                        </a:lnTo>
                        <a:lnTo>
                          <a:pt x="176" y="80"/>
                        </a:lnTo>
                        <a:lnTo>
                          <a:pt x="160" y="88"/>
                        </a:lnTo>
                        <a:lnTo>
                          <a:pt x="160" y="96"/>
                        </a:lnTo>
                        <a:lnTo>
                          <a:pt x="144" y="96"/>
                        </a:lnTo>
                        <a:lnTo>
                          <a:pt x="144" y="88"/>
                        </a:lnTo>
                        <a:lnTo>
                          <a:pt x="128" y="88"/>
                        </a:lnTo>
                        <a:lnTo>
                          <a:pt x="120" y="96"/>
                        </a:lnTo>
                        <a:lnTo>
                          <a:pt x="112" y="96"/>
                        </a:lnTo>
                        <a:lnTo>
                          <a:pt x="104" y="104"/>
                        </a:lnTo>
                        <a:lnTo>
                          <a:pt x="104" y="112"/>
                        </a:lnTo>
                        <a:lnTo>
                          <a:pt x="120" y="112"/>
                        </a:lnTo>
                        <a:lnTo>
                          <a:pt x="120" y="120"/>
                        </a:lnTo>
                        <a:lnTo>
                          <a:pt x="112" y="120"/>
                        </a:lnTo>
                        <a:lnTo>
                          <a:pt x="96" y="120"/>
                        </a:lnTo>
                        <a:lnTo>
                          <a:pt x="80" y="112"/>
                        </a:lnTo>
                        <a:lnTo>
                          <a:pt x="64" y="112"/>
                        </a:lnTo>
                        <a:lnTo>
                          <a:pt x="48" y="104"/>
                        </a:lnTo>
                        <a:lnTo>
                          <a:pt x="32" y="88"/>
                        </a:lnTo>
                        <a:lnTo>
                          <a:pt x="8" y="88"/>
                        </a:lnTo>
                        <a:lnTo>
                          <a:pt x="0" y="88"/>
                        </a:lnTo>
                        <a:lnTo>
                          <a:pt x="0" y="472"/>
                        </a:lnTo>
                        <a:lnTo>
                          <a:pt x="16" y="488"/>
                        </a:lnTo>
                        <a:lnTo>
                          <a:pt x="24" y="472"/>
                        </a:lnTo>
                        <a:lnTo>
                          <a:pt x="32" y="464"/>
                        </a:lnTo>
                        <a:lnTo>
                          <a:pt x="40" y="480"/>
                        </a:lnTo>
                        <a:lnTo>
                          <a:pt x="72" y="520"/>
                        </a:lnTo>
                        <a:lnTo>
                          <a:pt x="80" y="520"/>
                        </a:lnTo>
                        <a:lnTo>
                          <a:pt x="96" y="504"/>
                        </a:lnTo>
                        <a:lnTo>
                          <a:pt x="112" y="504"/>
                        </a:lnTo>
                        <a:lnTo>
                          <a:pt x="128" y="512"/>
                        </a:lnTo>
                        <a:lnTo>
                          <a:pt x="144" y="544"/>
                        </a:lnTo>
                        <a:lnTo>
                          <a:pt x="160" y="552"/>
                        </a:lnTo>
                        <a:lnTo>
                          <a:pt x="184" y="608"/>
                        </a:lnTo>
                        <a:lnTo>
                          <a:pt x="200" y="624"/>
                        </a:lnTo>
                        <a:lnTo>
                          <a:pt x="224" y="640"/>
                        </a:lnTo>
                        <a:lnTo>
                          <a:pt x="224" y="664"/>
                        </a:lnTo>
                        <a:lnTo>
                          <a:pt x="224" y="680"/>
                        </a:lnTo>
                        <a:lnTo>
                          <a:pt x="216" y="688"/>
                        </a:lnTo>
                        <a:lnTo>
                          <a:pt x="216" y="696"/>
                        </a:lnTo>
                        <a:lnTo>
                          <a:pt x="224" y="712"/>
                        </a:lnTo>
                        <a:lnTo>
                          <a:pt x="224" y="728"/>
                        </a:lnTo>
                        <a:lnTo>
                          <a:pt x="232" y="736"/>
                        </a:lnTo>
                        <a:lnTo>
                          <a:pt x="240" y="728"/>
                        </a:lnTo>
                        <a:lnTo>
                          <a:pt x="248" y="744"/>
                        </a:lnTo>
                        <a:lnTo>
                          <a:pt x="240" y="744"/>
                        </a:lnTo>
                        <a:lnTo>
                          <a:pt x="240" y="752"/>
                        </a:lnTo>
                        <a:lnTo>
                          <a:pt x="248" y="760"/>
                        </a:lnTo>
                        <a:lnTo>
                          <a:pt x="256" y="752"/>
                        </a:lnTo>
                        <a:lnTo>
                          <a:pt x="264" y="768"/>
                        </a:lnTo>
                        <a:lnTo>
                          <a:pt x="264" y="776"/>
                        </a:lnTo>
                        <a:lnTo>
                          <a:pt x="264" y="792"/>
                        </a:lnTo>
                        <a:lnTo>
                          <a:pt x="272" y="808"/>
                        </a:lnTo>
                        <a:lnTo>
                          <a:pt x="280" y="808"/>
                        </a:lnTo>
                        <a:lnTo>
                          <a:pt x="296" y="816"/>
                        </a:lnTo>
                        <a:lnTo>
                          <a:pt x="304" y="824"/>
                        </a:lnTo>
                        <a:lnTo>
                          <a:pt x="320" y="824"/>
                        </a:lnTo>
                        <a:lnTo>
                          <a:pt x="328" y="832"/>
                        </a:lnTo>
                        <a:lnTo>
                          <a:pt x="336" y="848"/>
                        </a:lnTo>
                        <a:lnTo>
                          <a:pt x="344" y="848"/>
                        </a:lnTo>
                        <a:lnTo>
                          <a:pt x="352" y="856"/>
                        </a:lnTo>
                        <a:lnTo>
                          <a:pt x="360" y="856"/>
                        </a:lnTo>
                        <a:lnTo>
                          <a:pt x="368" y="872"/>
                        </a:lnTo>
                        <a:lnTo>
                          <a:pt x="376" y="880"/>
                        </a:lnTo>
                        <a:lnTo>
                          <a:pt x="384" y="880"/>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75" name="Freeform 63">
                    <a:extLst>
                      <a:ext uri="{FF2B5EF4-FFF2-40B4-BE49-F238E27FC236}">
                        <a16:creationId xmlns:a16="http://schemas.microsoft.com/office/drawing/2014/main" id="{63DD1024-5CE4-A832-074D-DC3FF724F53D}"/>
                      </a:ext>
                    </a:extLst>
                  </p:cNvPr>
                  <p:cNvSpPr>
                    <a:spLocks/>
                  </p:cNvSpPr>
                  <p:nvPr/>
                </p:nvSpPr>
                <p:spPr bwMode="gray">
                  <a:xfrm>
                    <a:off x="1073" y="2402"/>
                    <a:ext cx="439" cy="282"/>
                  </a:xfrm>
                  <a:custGeom>
                    <a:avLst/>
                    <a:gdLst>
                      <a:gd name="T0" fmla="*/ 212 w 624"/>
                      <a:gd name="T1" fmla="*/ 112 h 400"/>
                      <a:gd name="T2" fmla="*/ 215 w 624"/>
                      <a:gd name="T3" fmla="*/ 95 h 400"/>
                      <a:gd name="T4" fmla="*/ 212 w 624"/>
                      <a:gd name="T5" fmla="*/ 90 h 400"/>
                      <a:gd name="T6" fmla="*/ 198 w 624"/>
                      <a:gd name="T7" fmla="*/ 90 h 400"/>
                      <a:gd name="T8" fmla="*/ 192 w 624"/>
                      <a:gd name="T9" fmla="*/ 101 h 400"/>
                      <a:gd name="T10" fmla="*/ 173 w 624"/>
                      <a:gd name="T11" fmla="*/ 112 h 400"/>
                      <a:gd name="T12" fmla="*/ 159 w 624"/>
                      <a:gd name="T13" fmla="*/ 109 h 400"/>
                      <a:gd name="T14" fmla="*/ 151 w 624"/>
                      <a:gd name="T15" fmla="*/ 104 h 400"/>
                      <a:gd name="T16" fmla="*/ 142 w 624"/>
                      <a:gd name="T17" fmla="*/ 90 h 400"/>
                      <a:gd name="T18" fmla="*/ 139 w 624"/>
                      <a:gd name="T19" fmla="*/ 65 h 400"/>
                      <a:gd name="T20" fmla="*/ 136 w 624"/>
                      <a:gd name="T21" fmla="*/ 53 h 400"/>
                      <a:gd name="T22" fmla="*/ 117 w 624"/>
                      <a:gd name="T23" fmla="*/ 27 h 400"/>
                      <a:gd name="T24" fmla="*/ 103 w 624"/>
                      <a:gd name="T25" fmla="*/ 27 h 400"/>
                      <a:gd name="T26" fmla="*/ 92 w 624"/>
                      <a:gd name="T27" fmla="*/ 23 h 400"/>
                      <a:gd name="T28" fmla="*/ 86 w 624"/>
                      <a:gd name="T29" fmla="*/ 14 h 400"/>
                      <a:gd name="T30" fmla="*/ 67 w 624"/>
                      <a:gd name="T31" fmla="*/ 6 h 400"/>
                      <a:gd name="T32" fmla="*/ 42 w 624"/>
                      <a:gd name="T33" fmla="*/ 11 h 400"/>
                      <a:gd name="T34" fmla="*/ 17 w 624"/>
                      <a:gd name="T35" fmla="*/ 0 h 400"/>
                      <a:gd name="T36" fmla="*/ 3 w 624"/>
                      <a:gd name="T37" fmla="*/ 6 h 400"/>
                      <a:gd name="T38" fmla="*/ 11 w 624"/>
                      <a:gd name="T39" fmla="*/ 23 h 400"/>
                      <a:gd name="T40" fmla="*/ 23 w 624"/>
                      <a:gd name="T41" fmla="*/ 31 h 400"/>
                      <a:gd name="T42" fmla="*/ 17 w 624"/>
                      <a:gd name="T43" fmla="*/ 42 h 400"/>
                      <a:gd name="T44" fmla="*/ 34 w 624"/>
                      <a:gd name="T45" fmla="*/ 53 h 400"/>
                      <a:gd name="T46" fmla="*/ 42 w 624"/>
                      <a:gd name="T47" fmla="*/ 67 h 400"/>
                      <a:gd name="T48" fmla="*/ 50 w 624"/>
                      <a:gd name="T49" fmla="*/ 78 h 400"/>
                      <a:gd name="T50" fmla="*/ 53 w 624"/>
                      <a:gd name="T51" fmla="*/ 70 h 400"/>
                      <a:gd name="T52" fmla="*/ 48 w 624"/>
                      <a:gd name="T53" fmla="*/ 61 h 400"/>
                      <a:gd name="T54" fmla="*/ 42 w 624"/>
                      <a:gd name="T55" fmla="*/ 51 h 400"/>
                      <a:gd name="T56" fmla="*/ 31 w 624"/>
                      <a:gd name="T57" fmla="*/ 36 h 400"/>
                      <a:gd name="T58" fmla="*/ 19 w 624"/>
                      <a:gd name="T59" fmla="*/ 19 h 400"/>
                      <a:gd name="T60" fmla="*/ 19 w 624"/>
                      <a:gd name="T61" fmla="*/ 8 h 400"/>
                      <a:gd name="T62" fmla="*/ 27 w 624"/>
                      <a:gd name="T63" fmla="*/ 11 h 400"/>
                      <a:gd name="T64" fmla="*/ 31 w 624"/>
                      <a:gd name="T65" fmla="*/ 23 h 400"/>
                      <a:gd name="T66" fmla="*/ 39 w 624"/>
                      <a:gd name="T67" fmla="*/ 34 h 400"/>
                      <a:gd name="T68" fmla="*/ 48 w 624"/>
                      <a:gd name="T69" fmla="*/ 42 h 400"/>
                      <a:gd name="T70" fmla="*/ 58 w 624"/>
                      <a:gd name="T71" fmla="*/ 51 h 400"/>
                      <a:gd name="T72" fmla="*/ 61 w 624"/>
                      <a:gd name="T73" fmla="*/ 59 h 400"/>
                      <a:gd name="T74" fmla="*/ 67 w 624"/>
                      <a:gd name="T75" fmla="*/ 65 h 400"/>
                      <a:gd name="T76" fmla="*/ 75 w 624"/>
                      <a:gd name="T77" fmla="*/ 73 h 400"/>
                      <a:gd name="T78" fmla="*/ 86 w 624"/>
                      <a:gd name="T79" fmla="*/ 90 h 400"/>
                      <a:gd name="T80" fmla="*/ 84 w 624"/>
                      <a:gd name="T81" fmla="*/ 101 h 400"/>
                      <a:gd name="T82" fmla="*/ 92 w 624"/>
                      <a:gd name="T83" fmla="*/ 106 h 400"/>
                      <a:gd name="T84" fmla="*/ 101 w 624"/>
                      <a:gd name="T85" fmla="*/ 112 h 400"/>
                      <a:gd name="T86" fmla="*/ 115 w 624"/>
                      <a:gd name="T87" fmla="*/ 118 h 400"/>
                      <a:gd name="T88" fmla="*/ 122 w 624"/>
                      <a:gd name="T89" fmla="*/ 123 h 400"/>
                      <a:gd name="T90" fmla="*/ 134 w 624"/>
                      <a:gd name="T91" fmla="*/ 129 h 400"/>
                      <a:gd name="T92" fmla="*/ 142 w 624"/>
                      <a:gd name="T93" fmla="*/ 132 h 400"/>
                      <a:gd name="T94" fmla="*/ 161 w 624"/>
                      <a:gd name="T95" fmla="*/ 126 h 400"/>
                      <a:gd name="T96" fmla="*/ 170 w 624"/>
                      <a:gd name="T97" fmla="*/ 132 h 400"/>
                      <a:gd name="T98" fmla="*/ 189 w 624"/>
                      <a:gd name="T99" fmla="*/ 129 h 400"/>
                      <a:gd name="T100" fmla="*/ 186 w 624"/>
                      <a:gd name="T101" fmla="*/ 121 h 400"/>
                      <a:gd name="T102" fmla="*/ 198 w 624"/>
                      <a:gd name="T103" fmla="*/ 115 h 40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624"/>
                      <a:gd name="T157" fmla="*/ 0 h 400"/>
                      <a:gd name="T158" fmla="*/ 624 w 624"/>
                      <a:gd name="T159" fmla="*/ 400 h 40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624" h="400">
                        <a:moveTo>
                          <a:pt x="576" y="328"/>
                        </a:moveTo>
                        <a:lnTo>
                          <a:pt x="584" y="320"/>
                        </a:lnTo>
                        <a:lnTo>
                          <a:pt x="608" y="320"/>
                        </a:lnTo>
                        <a:lnTo>
                          <a:pt x="608" y="312"/>
                        </a:lnTo>
                        <a:lnTo>
                          <a:pt x="608" y="288"/>
                        </a:lnTo>
                        <a:lnTo>
                          <a:pt x="616" y="272"/>
                        </a:lnTo>
                        <a:lnTo>
                          <a:pt x="624" y="256"/>
                        </a:lnTo>
                        <a:lnTo>
                          <a:pt x="616" y="248"/>
                        </a:lnTo>
                        <a:lnTo>
                          <a:pt x="608" y="256"/>
                        </a:lnTo>
                        <a:lnTo>
                          <a:pt x="600" y="248"/>
                        </a:lnTo>
                        <a:lnTo>
                          <a:pt x="584" y="248"/>
                        </a:lnTo>
                        <a:lnTo>
                          <a:pt x="568" y="256"/>
                        </a:lnTo>
                        <a:lnTo>
                          <a:pt x="560" y="256"/>
                        </a:lnTo>
                        <a:lnTo>
                          <a:pt x="552" y="272"/>
                        </a:lnTo>
                        <a:lnTo>
                          <a:pt x="552" y="288"/>
                        </a:lnTo>
                        <a:lnTo>
                          <a:pt x="536" y="304"/>
                        </a:lnTo>
                        <a:lnTo>
                          <a:pt x="536" y="312"/>
                        </a:lnTo>
                        <a:lnTo>
                          <a:pt x="496" y="320"/>
                        </a:lnTo>
                        <a:lnTo>
                          <a:pt x="488" y="320"/>
                        </a:lnTo>
                        <a:lnTo>
                          <a:pt x="472" y="320"/>
                        </a:lnTo>
                        <a:lnTo>
                          <a:pt x="456" y="312"/>
                        </a:lnTo>
                        <a:lnTo>
                          <a:pt x="448" y="312"/>
                        </a:lnTo>
                        <a:lnTo>
                          <a:pt x="440" y="304"/>
                        </a:lnTo>
                        <a:lnTo>
                          <a:pt x="432" y="296"/>
                        </a:lnTo>
                        <a:lnTo>
                          <a:pt x="424" y="288"/>
                        </a:lnTo>
                        <a:lnTo>
                          <a:pt x="416" y="272"/>
                        </a:lnTo>
                        <a:lnTo>
                          <a:pt x="408" y="256"/>
                        </a:lnTo>
                        <a:lnTo>
                          <a:pt x="400" y="232"/>
                        </a:lnTo>
                        <a:lnTo>
                          <a:pt x="400" y="208"/>
                        </a:lnTo>
                        <a:lnTo>
                          <a:pt x="400" y="184"/>
                        </a:lnTo>
                        <a:lnTo>
                          <a:pt x="408" y="168"/>
                        </a:lnTo>
                        <a:lnTo>
                          <a:pt x="408" y="160"/>
                        </a:lnTo>
                        <a:lnTo>
                          <a:pt x="392" y="152"/>
                        </a:lnTo>
                        <a:lnTo>
                          <a:pt x="368" y="136"/>
                        </a:lnTo>
                        <a:lnTo>
                          <a:pt x="368" y="120"/>
                        </a:lnTo>
                        <a:lnTo>
                          <a:pt x="336" y="80"/>
                        </a:lnTo>
                        <a:lnTo>
                          <a:pt x="312" y="64"/>
                        </a:lnTo>
                        <a:lnTo>
                          <a:pt x="296" y="72"/>
                        </a:lnTo>
                        <a:lnTo>
                          <a:pt x="296" y="80"/>
                        </a:lnTo>
                        <a:lnTo>
                          <a:pt x="296" y="88"/>
                        </a:lnTo>
                        <a:lnTo>
                          <a:pt x="280" y="80"/>
                        </a:lnTo>
                        <a:lnTo>
                          <a:pt x="264" y="64"/>
                        </a:lnTo>
                        <a:lnTo>
                          <a:pt x="264" y="48"/>
                        </a:lnTo>
                        <a:lnTo>
                          <a:pt x="256" y="40"/>
                        </a:lnTo>
                        <a:lnTo>
                          <a:pt x="248" y="40"/>
                        </a:lnTo>
                        <a:lnTo>
                          <a:pt x="224" y="24"/>
                        </a:lnTo>
                        <a:lnTo>
                          <a:pt x="208" y="16"/>
                        </a:lnTo>
                        <a:lnTo>
                          <a:pt x="192" y="16"/>
                        </a:lnTo>
                        <a:lnTo>
                          <a:pt x="184" y="32"/>
                        </a:lnTo>
                        <a:lnTo>
                          <a:pt x="168" y="32"/>
                        </a:lnTo>
                        <a:lnTo>
                          <a:pt x="120" y="32"/>
                        </a:lnTo>
                        <a:lnTo>
                          <a:pt x="112" y="32"/>
                        </a:lnTo>
                        <a:lnTo>
                          <a:pt x="80" y="16"/>
                        </a:lnTo>
                        <a:lnTo>
                          <a:pt x="48" y="0"/>
                        </a:lnTo>
                        <a:lnTo>
                          <a:pt x="16" y="0"/>
                        </a:lnTo>
                        <a:lnTo>
                          <a:pt x="0" y="8"/>
                        </a:lnTo>
                        <a:lnTo>
                          <a:pt x="8" y="16"/>
                        </a:lnTo>
                        <a:lnTo>
                          <a:pt x="8" y="32"/>
                        </a:lnTo>
                        <a:lnTo>
                          <a:pt x="32" y="48"/>
                        </a:lnTo>
                        <a:lnTo>
                          <a:pt x="32" y="64"/>
                        </a:lnTo>
                        <a:lnTo>
                          <a:pt x="40" y="72"/>
                        </a:lnTo>
                        <a:lnTo>
                          <a:pt x="48" y="72"/>
                        </a:lnTo>
                        <a:lnTo>
                          <a:pt x="64" y="88"/>
                        </a:lnTo>
                        <a:lnTo>
                          <a:pt x="64" y="104"/>
                        </a:lnTo>
                        <a:lnTo>
                          <a:pt x="64" y="120"/>
                        </a:lnTo>
                        <a:lnTo>
                          <a:pt x="48" y="120"/>
                        </a:lnTo>
                        <a:lnTo>
                          <a:pt x="72" y="136"/>
                        </a:lnTo>
                        <a:lnTo>
                          <a:pt x="80" y="136"/>
                        </a:lnTo>
                        <a:lnTo>
                          <a:pt x="96" y="152"/>
                        </a:lnTo>
                        <a:lnTo>
                          <a:pt x="104" y="160"/>
                        </a:lnTo>
                        <a:lnTo>
                          <a:pt x="112" y="176"/>
                        </a:lnTo>
                        <a:lnTo>
                          <a:pt x="120" y="192"/>
                        </a:lnTo>
                        <a:lnTo>
                          <a:pt x="128" y="192"/>
                        </a:lnTo>
                        <a:lnTo>
                          <a:pt x="144" y="208"/>
                        </a:lnTo>
                        <a:lnTo>
                          <a:pt x="144" y="224"/>
                        </a:lnTo>
                        <a:lnTo>
                          <a:pt x="160" y="224"/>
                        </a:lnTo>
                        <a:lnTo>
                          <a:pt x="160" y="216"/>
                        </a:lnTo>
                        <a:lnTo>
                          <a:pt x="152" y="200"/>
                        </a:lnTo>
                        <a:lnTo>
                          <a:pt x="144" y="192"/>
                        </a:lnTo>
                        <a:lnTo>
                          <a:pt x="136" y="192"/>
                        </a:lnTo>
                        <a:lnTo>
                          <a:pt x="136" y="176"/>
                        </a:lnTo>
                        <a:lnTo>
                          <a:pt x="128" y="168"/>
                        </a:lnTo>
                        <a:lnTo>
                          <a:pt x="120" y="160"/>
                        </a:lnTo>
                        <a:lnTo>
                          <a:pt x="120" y="144"/>
                        </a:lnTo>
                        <a:lnTo>
                          <a:pt x="96" y="120"/>
                        </a:lnTo>
                        <a:lnTo>
                          <a:pt x="96" y="112"/>
                        </a:lnTo>
                        <a:lnTo>
                          <a:pt x="88" y="104"/>
                        </a:lnTo>
                        <a:lnTo>
                          <a:pt x="88" y="96"/>
                        </a:lnTo>
                        <a:lnTo>
                          <a:pt x="56" y="64"/>
                        </a:lnTo>
                        <a:lnTo>
                          <a:pt x="56" y="56"/>
                        </a:lnTo>
                        <a:lnTo>
                          <a:pt x="48" y="24"/>
                        </a:lnTo>
                        <a:lnTo>
                          <a:pt x="56" y="16"/>
                        </a:lnTo>
                        <a:lnTo>
                          <a:pt x="56" y="24"/>
                        </a:lnTo>
                        <a:lnTo>
                          <a:pt x="72" y="24"/>
                        </a:lnTo>
                        <a:lnTo>
                          <a:pt x="72" y="32"/>
                        </a:lnTo>
                        <a:lnTo>
                          <a:pt x="80" y="32"/>
                        </a:lnTo>
                        <a:lnTo>
                          <a:pt x="88" y="40"/>
                        </a:lnTo>
                        <a:lnTo>
                          <a:pt x="80" y="56"/>
                        </a:lnTo>
                        <a:lnTo>
                          <a:pt x="88" y="64"/>
                        </a:lnTo>
                        <a:lnTo>
                          <a:pt x="96" y="72"/>
                        </a:lnTo>
                        <a:lnTo>
                          <a:pt x="104" y="88"/>
                        </a:lnTo>
                        <a:lnTo>
                          <a:pt x="112" y="96"/>
                        </a:lnTo>
                        <a:lnTo>
                          <a:pt x="120" y="104"/>
                        </a:lnTo>
                        <a:lnTo>
                          <a:pt x="136" y="112"/>
                        </a:lnTo>
                        <a:lnTo>
                          <a:pt x="136" y="120"/>
                        </a:lnTo>
                        <a:lnTo>
                          <a:pt x="152" y="136"/>
                        </a:lnTo>
                        <a:lnTo>
                          <a:pt x="160" y="136"/>
                        </a:lnTo>
                        <a:lnTo>
                          <a:pt x="168" y="144"/>
                        </a:lnTo>
                        <a:lnTo>
                          <a:pt x="160" y="152"/>
                        </a:lnTo>
                        <a:lnTo>
                          <a:pt x="160" y="160"/>
                        </a:lnTo>
                        <a:lnTo>
                          <a:pt x="176" y="168"/>
                        </a:lnTo>
                        <a:lnTo>
                          <a:pt x="184" y="168"/>
                        </a:lnTo>
                        <a:lnTo>
                          <a:pt x="192" y="176"/>
                        </a:lnTo>
                        <a:lnTo>
                          <a:pt x="192" y="184"/>
                        </a:lnTo>
                        <a:lnTo>
                          <a:pt x="200" y="200"/>
                        </a:lnTo>
                        <a:lnTo>
                          <a:pt x="208" y="200"/>
                        </a:lnTo>
                        <a:lnTo>
                          <a:pt x="216" y="208"/>
                        </a:lnTo>
                        <a:lnTo>
                          <a:pt x="232" y="232"/>
                        </a:lnTo>
                        <a:lnTo>
                          <a:pt x="240" y="240"/>
                        </a:lnTo>
                        <a:lnTo>
                          <a:pt x="248" y="256"/>
                        </a:lnTo>
                        <a:lnTo>
                          <a:pt x="240" y="272"/>
                        </a:lnTo>
                        <a:lnTo>
                          <a:pt x="240" y="280"/>
                        </a:lnTo>
                        <a:lnTo>
                          <a:pt x="240" y="288"/>
                        </a:lnTo>
                        <a:lnTo>
                          <a:pt x="240" y="296"/>
                        </a:lnTo>
                        <a:lnTo>
                          <a:pt x="256" y="296"/>
                        </a:lnTo>
                        <a:lnTo>
                          <a:pt x="264" y="304"/>
                        </a:lnTo>
                        <a:lnTo>
                          <a:pt x="272" y="304"/>
                        </a:lnTo>
                        <a:lnTo>
                          <a:pt x="280" y="320"/>
                        </a:lnTo>
                        <a:lnTo>
                          <a:pt x="288" y="320"/>
                        </a:lnTo>
                        <a:lnTo>
                          <a:pt x="304" y="328"/>
                        </a:lnTo>
                        <a:lnTo>
                          <a:pt x="312" y="328"/>
                        </a:lnTo>
                        <a:lnTo>
                          <a:pt x="328" y="336"/>
                        </a:lnTo>
                        <a:lnTo>
                          <a:pt x="336" y="344"/>
                        </a:lnTo>
                        <a:lnTo>
                          <a:pt x="344" y="352"/>
                        </a:lnTo>
                        <a:lnTo>
                          <a:pt x="352" y="352"/>
                        </a:lnTo>
                        <a:lnTo>
                          <a:pt x="360" y="360"/>
                        </a:lnTo>
                        <a:lnTo>
                          <a:pt x="368" y="360"/>
                        </a:lnTo>
                        <a:lnTo>
                          <a:pt x="384" y="368"/>
                        </a:lnTo>
                        <a:lnTo>
                          <a:pt x="392" y="368"/>
                        </a:lnTo>
                        <a:lnTo>
                          <a:pt x="400" y="368"/>
                        </a:lnTo>
                        <a:lnTo>
                          <a:pt x="408" y="376"/>
                        </a:lnTo>
                        <a:lnTo>
                          <a:pt x="416" y="376"/>
                        </a:lnTo>
                        <a:lnTo>
                          <a:pt x="440" y="376"/>
                        </a:lnTo>
                        <a:lnTo>
                          <a:pt x="464" y="360"/>
                        </a:lnTo>
                        <a:lnTo>
                          <a:pt x="472" y="368"/>
                        </a:lnTo>
                        <a:lnTo>
                          <a:pt x="488" y="368"/>
                        </a:lnTo>
                        <a:lnTo>
                          <a:pt x="488" y="376"/>
                        </a:lnTo>
                        <a:lnTo>
                          <a:pt x="512" y="400"/>
                        </a:lnTo>
                        <a:lnTo>
                          <a:pt x="520" y="368"/>
                        </a:lnTo>
                        <a:lnTo>
                          <a:pt x="544" y="368"/>
                        </a:lnTo>
                        <a:lnTo>
                          <a:pt x="552" y="368"/>
                        </a:lnTo>
                        <a:lnTo>
                          <a:pt x="552" y="360"/>
                        </a:lnTo>
                        <a:lnTo>
                          <a:pt x="536" y="344"/>
                        </a:lnTo>
                        <a:lnTo>
                          <a:pt x="544" y="336"/>
                        </a:lnTo>
                        <a:lnTo>
                          <a:pt x="544" y="328"/>
                        </a:lnTo>
                        <a:lnTo>
                          <a:pt x="568" y="328"/>
                        </a:lnTo>
                        <a:lnTo>
                          <a:pt x="576" y="32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76" name="Freeform 64">
                    <a:extLst>
                      <a:ext uri="{FF2B5EF4-FFF2-40B4-BE49-F238E27FC236}">
                        <a16:creationId xmlns:a16="http://schemas.microsoft.com/office/drawing/2014/main" id="{DB80AC9F-0618-4261-2E94-22AC9D0E65C9}"/>
                      </a:ext>
                    </a:extLst>
                  </p:cNvPr>
                  <p:cNvSpPr>
                    <a:spLocks/>
                  </p:cNvSpPr>
                  <p:nvPr/>
                </p:nvSpPr>
                <p:spPr bwMode="gray">
                  <a:xfrm>
                    <a:off x="1478" y="2627"/>
                    <a:ext cx="22" cy="34"/>
                  </a:xfrm>
                  <a:custGeom>
                    <a:avLst/>
                    <a:gdLst>
                      <a:gd name="T0" fmla="*/ 3 w 32"/>
                      <a:gd name="T1" fmla="*/ 17 h 48"/>
                      <a:gd name="T2" fmla="*/ 0 w 32"/>
                      <a:gd name="T3" fmla="*/ 14 h 48"/>
                      <a:gd name="T4" fmla="*/ 0 w 32"/>
                      <a:gd name="T5" fmla="*/ 3 h 48"/>
                      <a:gd name="T6" fmla="*/ 3 w 32"/>
                      <a:gd name="T7" fmla="*/ 0 h 48"/>
                      <a:gd name="T8" fmla="*/ 10 w 32"/>
                      <a:gd name="T9" fmla="*/ 0 h 48"/>
                      <a:gd name="T10" fmla="*/ 8 w 32"/>
                      <a:gd name="T11" fmla="*/ 3 h 48"/>
                      <a:gd name="T12" fmla="*/ 8 w 32"/>
                      <a:gd name="T13" fmla="*/ 9 h 48"/>
                      <a:gd name="T14" fmla="*/ 3 w 32"/>
                      <a:gd name="T15" fmla="*/ 17 h 48"/>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48"/>
                      <a:gd name="T26" fmla="*/ 32 w 32"/>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48">
                        <a:moveTo>
                          <a:pt x="8" y="48"/>
                        </a:moveTo>
                        <a:lnTo>
                          <a:pt x="0" y="40"/>
                        </a:lnTo>
                        <a:lnTo>
                          <a:pt x="0" y="8"/>
                        </a:lnTo>
                        <a:lnTo>
                          <a:pt x="8" y="0"/>
                        </a:lnTo>
                        <a:lnTo>
                          <a:pt x="32" y="0"/>
                        </a:lnTo>
                        <a:lnTo>
                          <a:pt x="24" y="8"/>
                        </a:lnTo>
                        <a:lnTo>
                          <a:pt x="24" y="24"/>
                        </a:lnTo>
                        <a:lnTo>
                          <a:pt x="8" y="4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77" name="Freeform 65">
                    <a:extLst>
                      <a:ext uri="{FF2B5EF4-FFF2-40B4-BE49-F238E27FC236}">
                        <a16:creationId xmlns:a16="http://schemas.microsoft.com/office/drawing/2014/main" id="{25A0E7D4-05B8-0898-318C-6D52369DD28D}"/>
                      </a:ext>
                    </a:extLst>
                  </p:cNvPr>
                  <p:cNvSpPr>
                    <a:spLocks/>
                  </p:cNvSpPr>
                  <p:nvPr/>
                </p:nvSpPr>
                <p:spPr bwMode="gray">
                  <a:xfrm>
                    <a:off x="1433" y="2633"/>
                    <a:ext cx="62" cy="62"/>
                  </a:xfrm>
                  <a:custGeom>
                    <a:avLst/>
                    <a:gdLst>
                      <a:gd name="T0" fmla="*/ 14 w 88"/>
                      <a:gd name="T1" fmla="*/ 31 h 88"/>
                      <a:gd name="T2" fmla="*/ 3 w 88"/>
                      <a:gd name="T3" fmla="*/ 27 h 88"/>
                      <a:gd name="T4" fmla="*/ 0 w 88"/>
                      <a:gd name="T5" fmla="*/ 25 h 88"/>
                      <a:gd name="T6" fmla="*/ 3 w 88"/>
                      <a:gd name="T7" fmla="*/ 14 h 88"/>
                      <a:gd name="T8" fmla="*/ 11 w 88"/>
                      <a:gd name="T9" fmla="*/ 14 h 88"/>
                      <a:gd name="T10" fmla="*/ 14 w 88"/>
                      <a:gd name="T11" fmla="*/ 14 h 88"/>
                      <a:gd name="T12" fmla="*/ 14 w 88"/>
                      <a:gd name="T13" fmla="*/ 11 h 88"/>
                      <a:gd name="T14" fmla="*/ 8 w 88"/>
                      <a:gd name="T15" fmla="*/ 6 h 88"/>
                      <a:gd name="T16" fmla="*/ 11 w 88"/>
                      <a:gd name="T17" fmla="*/ 3 h 88"/>
                      <a:gd name="T18" fmla="*/ 11 w 88"/>
                      <a:gd name="T19" fmla="*/ 0 h 88"/>
                      <a:gd name="T20" fmla="*/ 19 w 88"/>
                      <a:gd name="T21" fmla="*/ 0 h 88"/>
                      <a:gd name="T22" fmla="*/ 23 w 88"/>
                      <a:gd name="T23" fmla="*/ 0 h 88"/>
                      <a:gd name="T24" fmla="*/ 23 w 88"/>
                      <a:gd name="T25" fmla="*/ 11 h 88"/>
                      <a:gd name="T26" fmla="*/ 25 w 88"/>
                      <a:gd name="T27" fmla="*/ 14 h 88"/>
                      <a:gd name="T28" fmla="*/ 31 w 88"/>
                      <a:gd name="T29" fmla="*/ 17 h 88"/>
                      <a:gd name="T30" fmla="*/ 27 w 88"/>
                      <a:gd name="T31" fmla="*/ 19 h 88"/>
                      <a:gd name="T32" fmla="*/ 19 w 88"/>
                      <a:gd name="T33" fmla="*/ 27 h 88"/>
                      <a:gd name="T34" fmla="*/ 14 w 88"/>
                      <a:gd name="T35" fmla="*/ 31 h 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88"/>
                      <a:gd name="T56" fmla="*/ 88 w 88"/>
                      <a:gd name="T57" fmla="*/ 88 h 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88">
                        <a:moveTo>
                          <a:pt x="40" y="88"/>
                        </a:moveTo>
                        <a:lnTo>
                          <a:pt x="8" y="80"/>
                        </a:lnTo>
                        <a:lnTo>
                          <a:pt x="0" y="72"/>
                        </a:lnTo>
                        <a:lnTo>
                          <a:pt x="8" y="40"/>
                        </a:lnTo>
                        <a:lnTo>
                          <a:pt x="32" y="40"/>
                        </a:lnTo>
                        <a:lnTo>
                          <a:pt x="40" y="40"/>
                        </a:lnTo>
                        <a:lnTo>
                          <a:pt x="40" y="32"/>
                        </a:lnTo>
                        <a:lnTo>
                          <a:pt x="24" y="16"/>
                        </a:lnTo>
                        <a:lnTo>
                          <a:pt x="32" y="8"/>
                        </a:lnTo>
                        <a:lnTo>
                          <a:pt x="32" y="0"/>
                        </a:lnTo>
                        <a:lnTo>
                          <a:pt x="56" y="0"/>
                        </a:lnTo>
                        <a:lnTo>
                          <a:pt x="64" y="0"/>
                        </a:lnTo>
                        <a:lnTo>
                          <a:pt x="64" y="32"/>
                        </a:lnTo>
                        <a:lnTo>
                          <a:pt x="72" y="40"/>
                        </a:lnTo>
                        <a:lnTo>
                          <a:pt x="88" y="48"/>
                        </a:lnTo>
                        <a:lnTo>
                          <a:pt x="80" y="56"/>
                        </a:lnTo>
                        <a:lnTo>
                          <a:pt x="56" y="80"/>
                        </a:lnTo>
                        <a:lnTo>
                          <a:pt x="40" y="8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78" name="Freeform 66">
                    <a:extLst>
                      <a:ext uri="{FF2B5EF4-FFF2-40B4-BE49-F238E27FC236}">
                        <a16:creationId xmlns:a16="http://schemas.microsoft.com/office/drawing/2014/main" id="{41986547-B3A1-D6A0-07D9-5500ECD5AF28}"/>
                      </a:ext>
                    </a:extLst>
                  </p:cNvPr>
                  <p:cNvSpPr>
                    <a:spLocks/>
                  </p:cNvSpPr>
                  <p:nvPr/>
                </p:nvSpPr>
                <p:spPr bwMode="gray">
                  <a:xfrm>
                    <a:off x="1472" y="2661"/>
                    <a:ext cx="90" cy="45"/>
                  </a:xfrm>
                  <a:custGeom>
                    <a:avLst/>
                    <a:gdLst>
                      <a:gd name="T0" fmla="*/ 14 w 128"/>
                      <a:gd name="T1" fmla="*/ 23 h 64"/>
                      <a:gd name="T2" fmla="*/ 17 w 128"/>
                      <a:gd name="T3" fmla="*/ 23 h 64"/>
                      <a:gd name="T4" fmla="*/ 19 w 128"/>
                      <a:gd name="T5" fmla="*/ 23 h 64"/>
                      <a:gd name="T6" fmla="*/ 19 w 128"/>
                      <a:gd name="T7" fmla="*/ 17 h 64"/>
                      <a:gd name="T8" fmla="*/ 25 w 128"/>
                      <a:gd name="T9" fmla="*/ 14 h 64"/>
                      <a:gd name="T10" fmla="*/ 27 w 128"/>
                      <a:gd name="T11" fmla="*/ 14 h 64"/>
                      <a:gd name="T12" fmla="*/ 34 w 128"/>
                      <a:gd name="T13" fmla="*/ 8 h 64"/>
                      <a:gd name="T14" fmla="*/ 39 w 128"/>
                      <a:gd name="T15" fmla="*/ 8 h 64"/>
                      <a:gd name="T16" fmla="*/ 44 w 128"/>
                      <a:gd name="T17" fmla="*/ 8 h 64"/>
                      <a:gd name="T18" fmla="*/ 41 w 128"/>
                      <a:gd name="T19" fmla="*/ 6 h 64"/>
                      <a:gd name="T20" fmla="*/ 36 w 128"/>
                      <a:gd name="T21" fmla="*/ 0 h 64"/>
                      <a:gd name="T22" fmla="*/ 25 w 128"/>
                      <a:gd name="T23" fmla="*/ 3 h 64"/>
                      <a:gd name="T24" fmla="*/ 11 w 128"/>
                      <a:gd name="T25" fmla="*/ 3 h 64"/>
                      <a:gd name="T26" fmla="*/ 8 w 128"/>
                      <a:gd name="T27" fmla="*/ 6 h 64"/>
                      <a:gd name="T28" fmla="*/ 0 w 128"/>
                      <a:gd name="T29" fmla="*/ 14 h 64"/>
                      <a:gd name="T30" fmla="*/ 8 w 128"/>
                      <a:gd name="T31" fmla="*/ 14 h 64"/>
                      <a:gd name="T32" fmla="*/ 11 w 128"/>
                      <a:gd name="T33" fmla="*/ 19 h 64"/>
                      <a:gd name="T34" fmla="*/ 14 w 128"/>
                      <a:gd name="T35" fmla="*/ 23 h 6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28"/>
                      <a:gd name="T55" fmla="*/ 0 h 64"/>
                      <a:gd name="T56" fmla="*/ 128 w 128"/>
                      <a:gd name="T57" fmla="*/ 64 h 6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28" h="64">
                        <a:moveTo>
                          <a:pt x="40" y="64"/>
                        </a:moveTo>
                        <a:lnTo>
                          <a:pt x="48" y="64"/>
                        </a:lnTo>
                        <a:lnTo>
                          <a:pt x="56" y="64"/>
                        </a:lnTo>
                        <a:lnTo>
                          <a:pt x="56" y="48"/>
                        </a:lnTo>
                        <a:lnTo>
                          <a:pt x="72" y="40"/>
                        </a:lnTo>
                        <a:lnTo>
                          <a:pt x="80" y="40"/>
                        </a:lnTo>
                        <a:lnTo>
                          <a:pt x="96" y="24"/>
                        </a:lnTo>
                        <a:lnTo>
                          <a:pt x="112" y="24"/>
                        </a:lnTo>
                        <a:lnTo>
                          <a:pt x="128" y="24"/>
                        </a:lnTo>
                        <a:lnTo>
                          <a:pt x="120" y="16"/>
                        </a:lnTo>
                        <a:lnTo>
                          <a:pt x="104" y="0"/>
                        </a:lnTo>
                        <a:lnTo>
                          <a:pt x="72" y="8"/>
                        </a:lnTo>
                        <a:lnTo>
                          <a:pt x="32" y="8"/>
                        </a:lnTo>
                        <a:lnTo>
                          <a:pt x="24" y="16"/>
                        </a:lnTo>
                        <a:lnTo>
                          <a:pt x="0" y="40"/>
                        </a:lnTo>
                        <a:lnTo>
                          <a:pt x="24" y="40"/>
                        </a:lnTo>
                        <a:lnTo>
                          <a:pt x="32" y="56"/>
                        </a:lnTo>
                        <a:lnTo>
                          <a:pt x="40" y="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79" name="Freeform 67">
                    <a:extLst>
                      <a:ext uri="{FF2B5EF4-FFF2-40B4-BE49-F238E27FC236}">
                        <a16:creationId xmlns:a16="http://schemas.microsoft.com/office/drawing/2014/main" id="{4E952D10-2280-E42F-356B-3E9295EA4682}"/>
                      </a:ext>
                    </a:extLst>
                  </p:cNvPr>
                  <p:cNvSpPr>
                    <a:spLocks/>
                  </p:cNvSpPr>
                  <p:nvPr/>
                </p:nvSpPr>
                <p:spPr bwMode="gray">
                  <a:xfrm>
                    <a:off x="1500" y="2678"/>
                    <a:ext cx="62" cy="62"/>
                  </a:xfrm>
                  <a:custGeom>
                    <a:avLst/>
                    <a:gdLst>
                      <a:gd name="T0" fmla="*/ 31 w 88"/>
                      <a:gd name="T1" fmla="*/ 0 h 88"/>
                      <a:gd name="T2" fmla="*/ 25 w 88"/>
                      <a:gd name="T3" fmla="*/ 0 h 88"/>
                      <a:gd name="T4" fmla="*/ 19 w 88"/>
                      <a:gd name="T5" fmla="*/ 0 h 88"/>
                      <a:gd name="T6" fmla="*/ 14 w 88"/>
                      <a:gd name="T7" fmla="*/ 6 h 88"/>
                      <a:gd name="T8" fmla="*/ 11 w 88"/>
                      <a:gd name="T9" fmla="*/ 6 h 88"/>
                      <a:gd name="T10" fmla="*/ 6 w 88"/>
                      <a:gd name="T11" fmla="*/ 8 h 88"/>
                      <a:gd name="T12" fmla="*/ 6 w 88"/>
                      <a:gd name="T13" fmla="*/ 14 h 88"/>
                      <a:gd name="T14" fmla="*/ 3 w 88"/>
                      <a:gd name="T15" fmla="*/ 14 h 88"/>
                      <a:gd name="T16" fmla="*/ 0 w 88"/>
                      <a:gd name="T17" fmla="*/ 14 h 88"/>
                      <a:gd name="T18" fmla="*/ 0 w 88"/>
                      <a:gd name="T19" fmla="*/ 17 h 88"/>
                      <a:gd name="T20" fmla="*/ 3 w 88"/>
                      <a:gd name="T21" fmla="*/ 17 h 88"/>
                      <a:gd name="T22" fmla="*/ 8 w 88"/>
                      <a:gd name="T23" fmla="*/ 23 h 88"/>
                      <a:gd name="T24" fmla="*/ 14 w 88"/>
                      <a:gd name="T25" fmla="*/ 27 h 88"/>
                      <a:gd name="T26" fmla="*/ 19 w 88"/>
                      <a:gd name="T27" fmla="*/ 31 h 88"/>
                      <a:gd name="T28" fmla="*/ 25 w 88"/>
                      <a:gd name="T29" fmla="*/ 31 h 88"/>
                      <a:gd name="T30" fmla="*/ 27 w 88"/>
                      <a:gd name="T31" fmla="*/ 31 h 88"/>
                      <a:gd name="T32" fmla="*/ 27 w 88"/>
                      <a:gd name="T33" fmla="*/ 25 h 88"/>
                      <a:gd name="T34" fmla="*/ 27 w 88"/>
                      <a:gd name="T35" fmla="*/ 19 h 88"/>
                      <a:gd name="T36" fmla="*/ 27 w 88"/>
                      <a:gd name="T37" fmla="*/ 14 h 88"/>
                      <a:gd name="T38" fmla="*/ 31 w 88"/>
                      <a:gd name="T39" fmla="*/ 6 h 88"/>
                      <a:gd name="T40" fmla="*/ 31 w 88"/>
                      <a:gd name="T41" fmla="*/ 0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8"/>
                      <a:gd name="T64" fmla="*/ 0 h 88"/>
                      <a:gd name="T65" fmla="*/ 88 w 88"/>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8" h="88">
                        <a:moveTo>
                          <a:pt x="88" y="0"/>
                        </a:moveTo>
                        <a:lnTo>
                          <a:pt x="72" y="0"/>
                        </a:lnTo>
                        <a:lnTo>
                          <a:pt x="56" y="0"/>
                        </a:lnTo>
                        <a:lnTo>
                          <a:pt x="40" y="16"/>
                        </a:lnTo>
                        <a:lnTo>
                          <a:pt x="32" y="16"/>
                        </a:lnTo>
                        <a:lnTo>
                          <a:pt x="16" y="24"/>
                        </a:lnTo>
                        <a:lnTo>
                          <a:pt x="16" y="40"/>
                        </a:lnTo>
                        <a:lnTo>
                          <a:pt x="8" y="40"/>
                        </a:lnTo>
                        <a:lnTo>
                          <a:pt x="0" y="40"/>
                        </a:lnTo>
                        <a:lnTo>
                          <a:pt x="0" y="48"/>
                        </a:lnTo>
                        <a:lnTo>
                          <a:pt x="8" y="48"/>
                        </a:lnTo>
                        <a:lnTo>
                          <a:pt x="24" y="64"/>
                        </a:lnTo>
                        <a:lnTo>
                          <a:pt x="40" y="80"/>
                        </a:lnTo>
                        <a:lnTo>
                          <a:pt x="56" y="88"/>
                        </a:lnTo>
                        <a:lnTo>
                          <a:pt x="72" y="88"/>
                        </a:lnTo>
                        <a:lnTo>
                          <a:pt x="80" y="88"/>
                        </a:lnTo>
                        <a:lnTo>
                          <a:pt x="80" y="72"/>
                        </a:lnTo>
                        <a:lnTo>
                          <a:pt x="80" y="56"/>
                        </a:lnTo>
                        <a:lnTo>
                          <a:pt x="80" y="40"/>
                        </a:lnTo>
                        <a:lnTo>
                          <a:pt x="88" y="16"/>
                        </a:lnTo>
                        <a:lnTo>
                          <a:pt x="8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80" name="Freeform 68">
                    <a:extLst>
                      <a:ext uri="{FF2B5EF4-FFF2-40B4-BE49-F238E27FC236}">
                        <a16:creationId xmlns:a16="http://schemas.microsoft.com/office/drawing/2014/main" id="{8B7FCE9F-4475-82B2-6EC2-FF76C68044D2}"/>
                      </a:ext>
                    </a:extLst>
                  </p:cNvPr>
                  <p:cNvSpPr>
                    <a:spLocks/>
                  </p:cNvSpPr>
                  <p:nvPr/>
                </p:nvSpPr>
                <p:spPr bwMode="gray">
                  <a:xfrm>
                    <a:off x="1461" y="2689"/>
                    <a:ext cx="34" cy="17"/>
                  </a:xfrm>
                  <a:custGeom>
                    <a:avLst/>
                    <a:gdLst>
                      <a:gd name="T0" fmla="*/ 6 w 48"/>
                      <a:gd name="T1" fmla="*/ 0 h 24"/>
                      <a:gd name="T2" fmla="*/ 14 w 48"/>
                      <a:gd name="T3" fmla="*/ 0 h 24"/>
                      <a:gd name="T4" fmla="*/ 17 w 48"/>
                      <a:gd name="T5" fmla="*/ 6 h 24"/>
                      <a:gd name="T6" fmla="*/ 17 w 48"/>
                      <a:gd name="T7" fmla="*/ 9 h 24"/>
                      <a:gd name="T8" fmla="*/ 11 w 48"/>
                      <a:gd name="T9" fmla="*/ 9 h 24"/>
                      <a:gd name="T10" fmla="*/ 0 w 48"/>
                      <a:gd name="T11" fmla="*/ 3 h 24"/>
                      <a:gd name="T12" fmla="*/ 6 w 48"/>
                      <a:gd name="T13" fmla="*/ 0 h 24"/>
                      <a:gd name="T14" fmla="*/ 0 60000 65536"/>
                      <a:gd name="T15" fmla="*/ 0 60000 65536"/>
                      <a:gd name="T16" fmla="*/ 0 60000 65536"/>
                      <a:gd name="T17" fmla="*/ 0 60000 65536"/>
                      <a:gd name="T18" fmla="*/ 0 60000 65536"/>
                      <a:gd name="T19" fmla="*/ 0 60000 65536"/>
                      <a:gd name="T20" fmla="*/ 0 60000 65536"/>
                      <a:gd name="T21" fmla="*/ 0 w 48"/>
                      <a:gd name="T22" fmla="*/ 0 h 24"/>
                      <a:gd name="T23" fmla="*/ 48 w 48"/>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4">
                        <a:moveTo>
                          <a:pt x="16" y="0"/>
                        </a:moveTo>
                        <a:lnTo>
                          <a:pt x="40" y="0"/>
                        </a:lnTo>
                        <a:lnTo>
                          <a:pt x="48" y="16"/>
                        </a:lnTo>
                        <a:lnTo>
                          <a:pt x="48" y="24"/>
                        </a:lnTo>
                        <a:lnTo>
                          <a:pt x="32" y="24"/>
                        </a:lnTo>
                        <a:lnTo>
                          <a:pt x="0" y="8"/>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81" name="Freeform 69">
                    <a:extLst>
                      <a:ext uri="{FF2B5EF4-FFF2-40B4-BE49-F238E27FC236}">
                        <a16:creationId xmlns:a16="http://schemas.microsoft.com/office/drawing/2014/main" id="{868BBD7D-D328-322C-B649-4FC2E4989165}"/>
                      </a:ext>
                    </a:extLst>
                  </p:cNvPr>
                  <p:cNvSpPr>
                    <a:spLocks/>
                  </p:cNvSpPr>
                  <p:nvPr/>
                </p:nvSpPr>
                <p:spPr bwMode="gray">
                  <a:xfrm>
                    <a:off x="240" y="1570"/>
                    <a:ext cx="84" cy="107"/>
                  </a:xfrm>
                  <a:custGeom>
                    <a:avLst/>
                    <a:gdLst>
                      <a:gd name="T0" fmla="*/ 0 w 120"/>
                      <a:gd name="T1" fmla="*/ 0 h 152"/>
                      <a:gd name="T2" fmla="*/ 6 w 120"/>
                      <a:gd name="T3" fmla="*/ 6 h 152"/>
                      <a:gd name="T4" fmla="*/ 8 w 120"/>
                      <a:gd name="T5" fmla="*/ 11 h 152"/>
                      <a:gd name="T6" fmla="*/ 3 w 120"/>
                      <a:gd name="T7" fmla="*/ 11 h 152"/>
                      <a:gd name="T8" fmla="*/ 11 w 120"/>
                      <a:gd name="T9" fmla="*/ 17 h 152"/>
                      <a:gd name="T10" fmla="*/ 11 w 120"/>
                      <a:gd name="T11" fmla="*/ 14 h 152"/>
                      <a:gd name="T12" fmla="*/ 11 w 120"/>
                      <a:gd name="T13" fmla="*/ 11 h 152"/>
                      <a:gd name="T14" fmla="*/ 8 w 120"/>
                      <a:gd name="T15" fmla="*/ 8 h 152"/>
                      <a:gd name="T16" fmla="*/ 17 w 120"/>
                      <a:gd name="T17" fmla="*/ 8 h 152"/>
                      <a:gd name="T18" fmla="*/ 19 w 120"/>
                      <a:gd name="T19" fmla="*/ 8 h 152"/>
                      <a:gd name="T20" fmla="*/ 25 w 120"/>
                      <a:gd name="T21" fmla="*/ 8 h 152"/>
                      <a:gd name="T22" fmla="*/ 33 w 120"/>
                      <a:gd name="T23" fmla="*/ 14 h 152"/>
                      <a:gd name="T24" fmla="*/ 41 w 120"/>
                      <a:gd name="T25" fmla="*/ 19 h 152"/>
                      <a:gd name="T26" fmla="*/ 41 w 120"/>
                      <a:gd name="T27" fmla="*/ 23 h 152"/>
                      <a:gd name="T28" fmla="*/ 36 w 120"/>
                      <a:gd name="T29" fmla="*/ 23 h 152"/>
                      <a:gd name="T30" fmla="*/ 36 w 120"/>
                      <a:gd name="T31" fmla="*/ 27 h 152"/>
                      <a:gd name="T32" fmla="*/ 33 w 120"/>
                      <a:gd name="T33" fmla="*/ 31 h 152"/>
                      <a:gd name="T34" fmla="*/ 25 w 120"/>
                      <a:gd name="T35" fmla="*/ 31 h 152"/>
                      <a:gd name="T36" fmla="*/ 22 w 120"/>
                      <a:gd name="T37" fmla="*/ 34 h 152"/>
                      <a:gd name="T38" fmla="*/ 22 w 120"/>
                      <a:gd name="T39" fmla="*/ 36 h 152"/>
                      <a:gd name="T40" fmla="*/ 25 w 120"/>
                      <a:gd name="T41" fmla="*/ 39 h 152"/>
                      <a:gd name="T42" fmla="*/ 19 w 120"/>
                      <a:gd name="T43" fmla="*/ 42 h 152"/>
                      <a:gd name="T44" fmla="*/ 19 w 120"/>
                      <a:gd name="T45" fmla="*/ 48 h 152"/>
                      <a:gd name="T46" fmla="*/ 22 w 120"/>
                      <a:gd name="T47" fmla="*/ 50 h 152"/>
                      <a:gd name="T48" fmla="*/ 17 w 120"/>
                      <a:gd name="T49" fmla="*/ 53 h 152"/>
                      <a:gd name="T50" fmla="*/ 11 w 120"/>
                      <a:gd name="T51" fmla="*/ 50 h 152"/>
                      <a:gd name="T52" fmla="*/ 8 w 120"/>
                      <a:gd name="T53" fmla="*/ 44 h 152"/>
                      <a:gd name="T54" fmla="*/ 6 w 120"/>
                      <a:gd name="T55" fmla="*/ 42 h 152"/>
                      <a:gd name="T56" fmla="*/ 0 w 120"/>
                      <a:gd name="T57" fmla="*/ 44 h 152"/>
                      <a:gd name="T58" fmla="*/ 0 w 120"/>
                      <a:gd name="T59" fmla="*/ 0 h 1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0"/>
                      <a:gd name="T91" fmla="*/ 0 h 152"/>
                      <a:gd name="T92" fmla="*/ 120 w 120"/>
                      <a:gd name="T93" fmla="*/ 152 h 1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0" h="152">
                        <a:moveTo>
                          <a:pt x="0" y="0"/>
                        </a:moveTo>
                        <a:lnTo>
                          <a:pt x="16" y="16"/>
                        </a:lnTo>
                        <a:lnTo>
                          <a:pt x="24" y="32"/>
                        </a:lnTo>
                        <a:lnTo>
                          <a:pt x="8" y="32"/>
                        </a:lnTo>
                        <a:lnTo>
                          <a:pt x="32" y="48"/>
                        </a:lnTo>
                        <a:lnTo>
                          <a:pt x="32" y="40"/>
                        </a:lnTo>
                        <a:lnTo>
                          <a:pt x="32" y="32"/>
                        </a:lnTo>
                        <a:lnTo>
                          <a:pt x="24" y="24"/>
                        </a:lnTo>
                        <a:lnTo>
                          <a:pt x="48" y="24"/>
                        </a:lnTo>
                        <a:lnTo>
                          <a:pt x="56" y="24"/>
                        </a:lnTo>
                        <a:lnTo>
                          <a:pt x="72" y="24"/>
                        </a:lnTo>
                        <a:lnTo>
                          <a:pt x="96" y="40"/>
                        </a:lnTo>
                        <a:lnTo>
                          <a:pt x="120" y="56"/>
                        </a:lnTo>
                        <a:lnTo>
                          <a:pt x="120" y="64"/>
                        </a:lnTo>
                        <a:lnTo>
                          <a:pt x="104" y="64"/>
                        </a:lnTo>
                        <a:lnTo>
                          <a:pt x="104" y="80"/>
                        </a:lnTo>
                        <a:lnTo>
                          <a:pt x="96" y="88"/>
                        </a:lnTo>
                        <a:lnTo>
                          <a:pt x="72" y="88"/>
                        </a:lnTo>
                        <a:lnTo>
                          <a:pt x="64" y="96"/>
                        </a:lnTo>
                        <a:lnTo>
                          <a:pt x="64" y="104"/>
                        </a:lnTo>
                        <a:lnTo>
                          <a:pt x="72" y="112"/>
                        </a:lnTo>
                        <a:lnTo>
                          <a:pt x="56" y="120"/>
                        </a:lnTo>
                        <a:lnTo>
                          <a:pt x="56" y="136"/>
                        </a:lnTo>
                        <a:lnTo>
                          <a:pt x="64" y="144"/>
                        </a:lnTo>
                        <a:lnTo>
                          <a:pt x="48" y="152"/>
                        </a:lnTo>
                        <a:lnTo>
                          <a:pt x="32" y="144"/>
                        </a:lnTo>
                        <a:lnTo>
                          <a:pt x="24" y="128"/>
                        </a:lnTo>
                        <a:lnTo>
                          <a:pt x="16" y="120"/>
                        </a:lnTo>
                        <a:lnTo>
                          <a:pt x="0" y="12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82" name="Freeform 70">
                    <a:extLst>
                      <a:ext uri="{FF2B5EF4-FFF2-40B4-BE49-F238E27FC236}">
                        <a16:creationId xmlns:a16="http://schemas.microsoft.com/office/drawing/2014/main" id="{8C38336F-4269-AC71-0770-4C0CEF204283}"/>
                      </a:ext>
                    </a:extLst>
                  </p:cNvPr>
                  <p:cNvSpPr>
                    <a:spLocks/>
                  </p:cNvSpPr>
                  <p:nvPr/>
                </p:nvSpPr>
                <p:spPr bwMode="gray">
                  <a:xfrm>
                    <a:off x="966" y="2093"/>
                    <a:ext cx="821" cy="433"/>
                  </a:xfrm>
                  <a:custGeom>
                    <a:avLst/>
                    <a:gdLst>
                      <a:gd name="T0" fmla="*/ 70 w 1168"/>
                      <a:gd name="T1" fmla="*/ 153 h 616"/>
                      <a:gd name="T2" fmla="*/ 94 w 1168"/>
                      <a:gd name="T3" fmla="*/ 164 h 616"/>
                      <a:gd name="T4" fmla="*/ 119 w 1168"/>
                      <a:gd name="T5" fmla="*/ 159 h 616"/>
                      <a:gd name="T6" fmla="*/ 139 w 1168"/>
                      <a:gd name="T7" fmla="*/ 167 h 616"/>
                      <a:gd name="T8" fmla="*/ 144 w 1168"/>
                      <a:gd name="T9" fmla="*/ 175 h 616"/>
                      <a:gd name="T10" fmla="*/ 155 w 1168"/>
                      <a:gd name="T11" fmla="*/ 181 h 616"/>
                      <a:gd name="T12" fmla="*/ 169 w 1168"/>
                      <a:gd name="T13" fmla="*/ 181 h 616"/>
                      <a:gd name="T14" fmla="*/ 189 w 1168"/>
                      <a:gd name="T15" fmla="*/ 205 h 616"/>
                      <a:gd name="T16" fmla="*/ 195 w 1168"/>
                      <a:gd name="T17" fmla="*/ 200 h 616"/>
                      <a:gd name="T18" fmla="*/ 205 w 1168"/>
                      <a:gd name="T19" fmla="*/ 183 h 616"/>
                      <a:gd name="T20" fmla="*/ 222 w 1168"/>
                      <a:gd name="T21" fmla="*/ 178 h 616"/>
                      <a:gd name="T22" fmla="*/ 236 w 1168"/>
                      <a:gd name="T23" fmla="*/ 178 h 616"/>
                      <a:gd name="T24" fmla="*/ 250 w 1168"/>
                      <a:gd name="T25" fmla="*/ 183 h 616"/>
                      <a:gd name="T26" fmla="*/ 253 w 1168"/>
                      <a:gd name="T27" fmla="*/ 178 h 616"/>
                      <a:gd name="T28" fmla="*/ 264 w 1168"/>
                      <a:gd name="T29" fmla="*/ 172 h 616"/>
                      <a:gd name="T30" fmla="*/ 280 w 1168"/>
                      <a:gd name="T31" fmla="*/ 175 h 616"/>
                      <a:gd name="T32" fmla="*/ 286 w 1168"/>
                      <a:gd name="T33" fmla="*/ 175 h 616"/>
                      <a:gd name="T34" fmla="*/ 297 w 1168"/>
                      <a:gd name="T35" fmla="*/ 181 h 616"/>
                      <a:gd name="T36" fmla="*/ 300 w 1168"/>
                      <a:gd name="T37" fmla="*/ 189 h 616"/>
                      <a:gd name="T38" fmla="*/ 303 w 1168"/>
                      <a:gd name="T39" fmla="*/ 203 h 616"/>
                      <a:gd name="T40" fmla="*/ 311 w 1168"/>
                      <a:gd name="T41" fmla="*/ 214 h 616"/>
                      <a:gd name="T42" fmla="*/ 313 w 1168"/>
                      <a:gd name="T43" fmla="*/ 189 h 616"/>
                      <a:gd name="T44" fmla="*/ 309 w 1168"/>
                      <a:gd name="T45" fmla="*/ 167 h 616"/>
                      <a:gd name="T46" fmla="*/ 317 w 1168"/>
                      <a:gd name="T47" fmla="*/ 155 h 616"/>
                      <a:gd name="T48" fmla="*/ 336 w 1168"/>
                      <a:gd name="T49" fmla="*/ 139 h 616"/>
                      <a:gd name="T50" fmla="*/ 344 w 1168"/>
                      <a:gd name="T51" fmla="*/ 131 h 616"/>
                      <a:gd name="T52" fmla="*/ 344 w 1168"/>
                      <a:gd name="T53" fmla="*/ 122 h 616"/>
                      <a:gd name="T54" fmla="*/ 342 w 1168"/>
                      <a:gd name="T55" fmla="*/ 105 h 616"/>
                      <a:gd name="T56" fmla="*/ 344 w 1168"/>
                      <a:gd name="T57" fmla="*/ 94 h 616"/>
                      <a:gd name="T58" fmla="*/ 344 w 1168"/>
                      <a:gd name="T59" fmla="*/ 111 h 616"/>
                      <a:gd name="T60" fmla="*/ 350 w 1168"/>
                      <a:gd name="T61" fmla="*/ 100 h 616"/>
                      <a:gd name="T62" fmla="*/ 353 w 1168"/>
                      <a:gd name="T63" fmla="*/ 97 h 616"/>
                      <a:gd name="T64" fmla="*/ 361 w 1168"/>
                      <a:gd name="T65" fmla="*/ 86 h 616"/>
                      <a:gd name="T66" fmla="*/ 361 w 1168"/>
                      <a:gd name="T67" fmla="*/ 81 h 616"/>
                      <a:gd name="T68" fmla="*/ 370 w 1168"/>
                      <a:gd name="T69" fmla="*/ 77 h 616"/>
                      <a:gd name="T70" fmla="*/ 378 w 1168"/>
                      <a:gd name="T71" fmla="*/ 77 h 616"/>
                      <a:gd name="T72" fmla="*/ 380 w 1168"/>
                      <a:gd name="T73" fmla="*/ 72 h 616"/>
                      <a:gd name="T74" fmla="*/ 383 w 1168"/>
                      <a:gd name="T75" fmla="*/ 61 h 616"/>
                      <a:gd name="T76" fmla="*/ 387 w 1168"/>
                      <a:gd name="T77" fmla="*/ 53 h 616"/>
                      <a:gd name="T78" fmla="*/ 395 w 1168"/>
                      <a:gd name="T79" fmla="*/ 47 h 616"/>
                      <a:gd name="T80" fmla="*/ 406 w 1168"/>
                      <a:gd name="T81" fmla="*/ 44 h 616"/>
                      <a:gd name="T82" fmla="*/ 400 w 1168"/>
                      <a:gd name="T83" fmla="*/ 19 h 616"/>
                      <a:gd name="T84" fmla="*/ 378 w 1168"/>
                      <a:gd name="T85" fmla="*/ 36 h 616"/>
                      <a:gd name="T86" fmla="*/ 356 w 1168"/>
                      <a:gd name="T87" fmla="*/ 39 h 616"/>
                      <a:gd name="T88" fmla="*/ 325 w 1168"/>
                      <a:gd name="T89" fmla="*/ 56 h 616"/>
                      <a:gd name="T90" fmla="*/ 300 w 1168"/>
                      <a:gd name="T91" fmla="*/ 67 h 616"/>
                      <a:gd name="T92" fmla="*/ 289 w 1168"/>
                      <a:gd name="T93" fmla="*/ 31 h 616"/>
                      <a:gd name="T94" fmla="*/ 247 w 1168"/>
                      <a:gd name="T95" fmla="*/ 11 h 616"/>
                      <a:gd name="T96" fmla="*/ 228 w 1168"/>
                      <a:gd name="T97" fmla="*/ 6 h 616"/>
                      <a:gd name="T98" fmla="*/ 17 w 1168"/>
                      <a:gd name="T99" fmla="*/ 0 h 616"/>
                      <a:gd name="T100" fmla="*/ 17 w 1168"/>
                      <a:gd name="T101" fmla="*/ 17 h 616"/>
                      <a:gd name="T102" fmla="*/ 8 w 1168"/>
                      <a:gd name="T103" fmla="*/ 8 h 616"/>
                      <a:gd name="T104" fmla="*/ 3 w 1168"/>
                      <a:gd name="T105" fmla="*/ 19 h 616"/>
                      <a:gd name="T106" fmla="*/ 3 w 1168"/>
                      <a:gd name="T107" fmla="*/ 47 h 616"/>
                      <a:gd name="T108" fmla="*/ 3 w 1168"/>
                      <a:gd name="T109" fmla="*/ 75 h 616"/>
                      <a:gd name="T110" fmla="*/ 6 w 1168"/>
                      <a:gd name="T111" fmla="*/ 89 h 616"/>
                      <a:gd name="T112" fmla="*/ 11 w 1168"/>
                      <a:gd name="T113" fmla="*/ 105 h 616"/>
                      <a:gd name="T114" fmla="*/ 17 w 1168"/>
                      <a:gd name="T115" fmla="*/ 111 h 616"/>
                      <a:gd name="T116" fmla="*/ 19 w 1168"/>
                      <a:gd name="T117" fmla="*/ 122 h 616"/>
                      <a:gd name="T118" fmla="*/ 27 w 1168"/>
                      <a:gd name="T119" fmla="*/ 136 h 616"/>
                      <a:gd name="T120" fmla="*/ 39 w 1168"/>
                      <a:gd name="T121" fmla="*/ 142 h 616"/>
                      <a:gd name="T122" fmla="*/ 50 w 1168"/>
                      <a:gd name="T123" fmla="*/ 147 h 61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68"/>
                      <a:gd name="T187" fmla="*/ 0 h 616"/>
                      <a:gd name="T188" fmla="*/ 1168 w 1168"/>
                      <a:gd name="T189" fmla="*/ 616 h 61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68" h="616">
                        <a:moveTo>
                          <a:pt x="152" y="448"/>
                        </a:moveTo>
                        <a:lnTo>
                          <a:pt x="168" y="440"/>
                        </a:lnTo>
                        <a:lnTo>
                          <a:pt x="200" y="440"/>
                        </a:lnTo>
                        <a:lnTo>
                          <a:pt x="232" y="456"/>
                        </a:lnTo>
                        <a:lnTo>
                          <a:pt x="264" y="472"/>
                        </a:lnTo>
                        <a:lnTo>
                          <a:pt x="272" y="472"/>
                        </a:lnTo>
                        <a:lnTo>
                          <a:pt x="320" y="472"/>
                        </a:lnTo>
                        <a:lnTo>
                          <a:pt x="336" y="472"/>
                        </a:lnTo>
                        <a:lnTo>
                          <a:pt x="344" y="456"/>
                        </a:lnTo>
                        <a:lnTo>
                          <a:pt x="360" y="456"/>
                        </a:lnTo>
                        <a:lnTo>
                          <a:pt x="376" y="464"/>
                        </a:lnTo>
                        <a:lnTo>
                          <a:pt x="400" y="480"/>
                        </a:lnTo>
                        <a:lnTo>
                          <a:pt x="408" y="480"/>
                        </a:lnTo>
                        <a:lnTo>
                          <a:pt x="416" y="488"/>
                        </a:lnTo>
                        <a:lnTo>
                          <a:pt x="416" y="504"/>
                        </a:lnTo>
                        <a:lnTo>
                          <a:pt x="432" y="520"/>
                        </a:lnTo>
                        <a:lnTo>
                          <a:pt x="448" y="528"/>
                        </a:lnTo>
                        <a:lnTo>
                          <a:pt x="448" y="520"/>
                        </a:lnTo>
                        <a:lnTo>
                          <a:pt x="448" y="512"/>
                        </a:lnTo>
                        <a:lnTo>
                          <a:pt x="464" y="504"/>
                        </a:lnTo>
                        <a:lnTo>
                          <a:pt x="488" y="520"/>
                        </a:lnTo>
                        <a:lnTo>
                          <a:pt x="520" y="560"/>
                        </a:lnTo>
                        <a:lnTo>
                          <a:pt x="520" y="576"/>
                        </a:lnTo>
                        <a:lnTo>
                          <a:pt x="544" y="592"/>
                        </a:lnTo>
                        <a:lnTo>
                          <a:pt x="560" y="600"/>
                        </a:lnTo>
                        <a:lnTo>
                          <a:pt x="560" y="584"/>
                        </a:lnTo>
                        <a:lnTo>
                          <a:pt x="560" y="576"/>
                        </a:lnTo>
                        <a:lnTo>
                          <a:pt x="568" y="568"/>
                        </a:lnTo>
                        <a:lnTo>
                          <a:pt x="568" y="552"/>
                        </a:lnTo>
                        <a:lnTo>
                          <a:pt x="592" y="528"/>
                        </a:lnTo>
                        <a:lnTo>
                          <a:pt x="608" y="528"/>
                        </a:lnTo>
                        <a:lnTo>
                          <a:pt x="624" y="520"/>
                        </a:lnTo>
                        <a:lnTo>
                          <a:pt x="640" y="512"/>
                        </a:lnTo>
                        <a:lnTo>
                          <a:pt x="648" y="512"/>
                        </a:lnTo>
                        <a:lnTo>
                          <a:pt x="672" y="512"/>
                        </a:lnTo>
                        <a:lnTo>
                          <a:pt x="680" y="512"/>
                        </a:lnTo>
                        <a:lnTo>
                          <a:pt x="696" y="528"/>
                        </a:lnTo>
                        <a:lnTo>
                          <a:pt x="712" y="520"/>
                        </a:lnTo>
                        <a:lnTo>
                          <a:pt x="720" y="528"/>
                        </a:lnTo>
                        <a:lnTo>
                          <a:pt x="728" y="528"/>
                        </a:lnTo>
                        <a:lnTo>
                          <a:pt x="736" y="520"/>
                        </a:lnTo>
                        <a:lnTo>
                          <a:pt x="728" y="512"/>
                        </a:lnTo>
                        <a:lnTo>
                          <a:pt x="728" y="504"/>
                        </a:lnTo>
                        <a:lnTo>
                          <a:pt x="736" y="496"/>
                        </a:lnTo>
                        <a:lnTo>
                          <a:pt x="760" y="496"/>
                        </a:lnTo>
                        <a:lnTo>
                          <a:pt x="784" y="496"/>
                        </a:lnTo>
                        <a:lnTo>
                          <a:pt x="792" y="496"/>
                        </a:lnTo>
                        <a:lnTo>
                          <a:pt x="808" y="504"/>
                        </a:lnTo>
                        <a:lnTo>
                          <a:pt x="816" y="512"/>
                        </a:lnTo>
                        <a:lnTo>
                          <a:pt x="824" y="512"/>
                        </a:lnTo>
                        <a:lnTo>
                          <a:pt x="824" y="504"/>
                        </a:lnTo>
                        <a:lnTo>
                          <a:pt x="832" y="504"/>
                        </a:lnTo>
                        <a:lnTo>
                          <a:pt x="848" y="512"/>
                        </a:lnTo>
                        <a:lnTo>
                          <a:pt x="856" y="520"/>
                        </a:lnTo>
                        <a:lnTo>
                          <a:pt x="864" y="528"/>
                        </a:lnTo>
                        <a:lnTo>
                          <a:pt x="864" y="536"/>
                        </a:lnTo>
                        <a:lnTo>
                          <a:pt x="864" y="544"/>
                        </a:lnTo>
                        <a:lnTo>
                          <a:pt x="864" y="560"/>
                        </a:lnTo>
                        <a:lnTo>
                          <a:pt x="872" y="568"/>
                        </a:lnTo>
                        <a:lnTo>
                          <a:pt x="872" y="584"/>
                        </a:lnTo>
                        <a:lnTo>
                          <a:pt x="880" y="600"/>
                        </a:lnTo>
                        <a:lnTo>
                          <a:pt x="888" y="616"/>
                        </a:lnTo>
                        <a:lnTo>
                          <a:pt x="896" y="616"/>
                        </a:lnTo>
                        <a:lnTo>
                          <a:pt x="912" y="616"/>
                        </a:lnTo>
                        <a:lnTo>
                          <a:pt x="912" y="584"/>
                        </a:lnTo>
                        <a:lnTo>
                          <a:pt x="904" y="544"/>
                        </a:lnTo>
                        <a:lnTo>
                          <a:pt x="896" y="520"/>
                        </a:lnTo>
                        <a:lnTo>
                          <a:pt x="888" y="496"/>
                        </a:lnTo>
                        <a:lnTo>
                          <a:pt x="888" y="480"/>
                        </a:lnTo>
                        <a:lnTo>
                          <a:pt x="896" y="456"/>
                        </a:lnTo>
                        <a:lnTo>
                          <a:pt x="904" y="448"/>
                        </a:lnTo>
                        <a:lnTo>
                          <a:pt x="912" y="448"/>
                        </a:lnTo>
                        <a:lnTo>
                          <a:pt x="936" y="416"/>
                        </a:lnTo>
                        <a:lnTo>
                          <a:pt x="952" y="416"/>
                        </a:lnTo>
                        <a:lnTo>
                          <a:pt x="968" y="400"/>
                        </a:lnTo>
                        <a:lnTo>
                          <a:pt x="976" y="392"/>
                        </a:lnTo>
                        <a:lnTo>
                          <a:pt x="976" y="384"/>
                        </a:lnTo>
                        <a:lnTo>
                          <a:pt x="992" y="376"/>
                        </a:lnTo>
                        <a:lnTo>
                          <a:pt x="992" y="368"/>
                        </a:lnTo>
                        <a:lnTo>
                          <a:pt x="984" y="360"/>
                        </a:lnTo>
                        <a:lnTo>
                          <a:pt x="992" y="352"/>
                        </a:lnTo>
                        <a:lnTo>
                          <a:pt x="992" y="344"/>
                        </a:lnTo>
                        <a:lnTo>
                          <a:pt x="984" y="328"/>
                        </a:lnTo>
                        <a:lnTo>
                          <a:pt x="984" y="304"/>
                        </a:lnTo>
                        <a:lnTo>
                          <a:pt x="976" y="288"/>
                        </a:lnTo>
                        <a:lnTo>
                          <a:pt x="976" y="272"/>
                        </a:lnTo>
                        <a:lnTo>
                          <a:pt x="992" y="272"/>
                        </a:lnTo>
                        <a:lnTo>
                          <a:pt x="992" y="288"/>
                        </a:lnTo>
                        <a:lnTo>
                          <a:pt x="992" y="304"/>
                        </a:lnTo>
                        <a:lnTo>
                          <a:pt x="992" y="320"/>
                        </a:lnTo>
                        <a:lnTo>
                          <a:pt x="1000" y="328"/>
                        </a:lnTo>
                        <a:lnTo>
                          <a:pt x="1008" y="304"/>
                        </a:lnTo>
                        <a:lnTo>
                          <a:pt x="1008" y="288"/>
                        </a:lnTo>
                        <a:lnTo>
                          <a:pt x="1008" y="280"/>
                        </a:lnTo>
                        <a:lnTo>
                          <a:pt x="1008" y="272"/>
                        </a:lnTo>
                        <a:lnTo>
                          <a:pt x="1016" y="280"/>
                        </a:lnTo>
                        <a:lnTo>
                          <a:pt x="1024" y="272"/>
                        </a:lnTo>
                        <a:lnTo>
                          <a:pt x="1032" y="256"/>
                        </a:lnTo>
                        <a:lnTo>
                          <a:pt x="1040" y="248"/>
                        </a:lnTo>
                        <a:lnTo>
                          <a:pt x="1040" y="240"/>
                        </a:lnTo>
                        <a:lnTo>
                          <a:pt x="1032" y="232"/>
                        </a:lnTo>
                        <a:lnTo>
                          <a:pt x="1040" y="232"/>
                        </a:lnTo>
                        <a:lnTo>
                          <a:pt x="1048" y="216"/>
                        </a:lnTo>
                        <a:lnTo>
                          <a:pt x="1056" y="216"/>
                        </a:lnTo>
                        <a:lnTo>
                          <a:pt x="1064" y="224"/>
                        </a:lnTo>
                        <a:lnTo>
                          <a:pt x="1072" y="224"/>
                        </a:lnTo>
                        <a:lnTo>
                          <a:pt x="1080" y="216"/>
                        </a:lnTo>
                        <a:lnTo>
                          <a:pt x="1088" y="224"/>
                        </a:lnTo>
                        <a:lnTo>
                          <a:pt x="1104" y="216"/>
                        </a:lnTo>
                        <a:lnTo>
                          <a:pt x="1112" y="208"/>
                        </a:lnTo>
                        <a:lnTo>
                          <a:pt x="1096" y="208"/>
                        </a:lnTo>
                        <a:lnTo>
                          <a:pt x="1096" y="200"/>
                        </a:lnTo>
                        <a:lnTo>
                          <a:pt x="1088" y="192"/>
                        </a:lnTo>
                        <a:lnTo>
                          <a:pt x="1104" y="176"/>
                        </a:lnTo>
                        <a:lnTo>
                          <a:pt x="1104" y="168"/>
                        </a:lnTo>
                        <a:lnTo>
                          <a:pt x="1112" y="160"/>
                        </a:lnTo>
                        <a:lnTo>
                          <a:pt x="1112" y="152"/>
                        </a:lnTo>
                        <a:lnTo>
                          <a:pt x="1128" y="152"/>
                        </a:lnTo>
                        <a:lnTo>
                          <a:pt x="1136" y="144"/>
                        </a:lnTo>
                        <a:lnTo>
                          <a:pt x="1136" y="136"/>
                        </a:lnTo>
                        <a:lnTo>
                          <a:pt x="1144" y="136"/>
                        </a:lnTo>
                        <a:lnTo>
                          <a:pt x="1152" y="136"/>
                        </a:lnTo>
                        <a:lnTo>
                          <a:pt x="1168" y="128"/>
                        </a:lnTo>
                        <a:lnTo>
                          <a:pt x="1168" y="104"/>
                        </a:lnTo>
                        <a:lnTo>
                          <a:pt x="1152" y="88"/>
                        </a:lnTo>
                        <a:lnTo>
                          <a:pt x="1152" y="56"/>
                        </a:lnTo>
                        <a:lnTo>
                          <a:pt x="1128" y="48"/>
                        </a:lnTo>
                        <a:lnTo>
                          <a:pt x="1120" y="56"/>
                        </a:lnTo>
                        <a:lnTo>
                          <a:pt x="1088" y="104"/>
                        </a:lnTo>
                        <a:lnTo>
                          <a:pt x="1056" y="112"/>
                        </a:lnTo>
                        <a:lnTo>
                          <a:pt x="1040" y="112"/>
                        </a:lnTo>
                        <a:lnTo>
                          <a:pt x="1024" y="112"/>
                        </a:lnTo>
                        <a:lnTo>
                          <a:pt x="1016" y="120"/>
                        </a:lnTo>
                        <a:lnTo>
                          <a:pt x="984" y="144"/>
                        </a:lnTo>
                        <a:lnTo>
                          <a:pt x="936" y="160"/>
                        </a:lnTo>
                        <a:lnTo>
                          <a:pt x="928" y="176"/>
                        </a:lnTo>
                        <a:lnTo>
                          <a:pt x="864" y="208"/>
                        </a:lnTo>
                        <a:lnTo>
                          <a:pt x="864" y="192"/>
                        </a:lnTo>
                        <a:lnTo>
                          <a:pt x="872" y="152"/>
                        </a:lnTo>
                        <a:lnTo>
                          <a:pt x="872" y="128"/>
                        </a:lnTo>
                        <a:lnTo>
                          <a:pt x="832" y="88"/>
                        </a:lnTo>
                        <a:lnTo>
                          <a:pt x="816" y="56"/>
                        </a:lnTo>
                        <a:lnTo>
                          <a:pt x="752" y="24"/>
                        </a:lnTo>
                        <a:lnTo>
                          <a:pt x="712" y="32"/>
                        </a:lnTo>
                        <a:lnTo>
                          <a:pt x="696" y="24"/>
                        </a:lnTo>
                        <a:lnTo>
                          <a:pt x="672" y="24"/>
                        </a:lnTo>
                        <a:lnTo>
                          <a:pt x="656" y="16"/>
                        </a:lnTo>
                        <a:lnTo>
                          <a:pt x="632" y="16"/>
                        </a:lnTo>
                        <a:lnTo>
                          <a:pt x="616" y="0"/>
                        </a:lnTo>
                        <a:lnTo>
                          <a:pt x="48" y="0"/>
                        </a:lnTo>
                        <a:lnTo>
                          <a:pt x="48" y="16"/>
                        </a:lnTo>
                        <a:lnTo>
                          <a:pt x="48" y="32"/>
                        </a:lnTo>
                        <a:lnTo>
                          <a:pt x="48" y="48"/>
                        </a:lnTo>
                        <a:lnTo>
                          <a:pt x="40" y="48"/>
                        </a:lnTo>
                        <a:lnTo>
                          <a:pt x="48" y="24"/>
                        </a:lnTo>
                        <a:lnTo>
                          <a:pt x="24" y="24"/>
                        </a:lnTo>
                        <a:lnTo>
                          <a:pt x="8" y="24"/>
                        </a:lnTo>
                        <a:lnTo>
                          <a:pt x="0" y="24"/>
                        </a:lnTo>
                        <a:lnTo>
                          <a:pt x="8" y="56"/>
                        </a:lnTo>
                        <a:lnTo>
                          <a:pt x="16" y="80"/>
                        </a:lnTo>
                        <a:lnTo>
                          <a:pt x="8" y="104"/>
                        </a:lnTo>
                        <a:lnTo>
                          <a:pt x="8" y="136"/>
                        </a:lnTo>
                        <a:lnTo>
                          <a:pt x="0" y="168"/>
                        </a:lnTo>
                        <a:lnTo>
                          <a:pt x="0" y="184"/>
                        </a:lnTo>
                        <a:lnTo>
                          <a:pt x="8" y="216"/>
                        </a:lnTo>
                        <a:lnTo>
                          <a:pt x="8" y="232"/>
                        </a:lnTo>
                        <a:lnTo>
                          <a:pt x="8" y="248"/>
                        </a:lnTo>
                        <a:lnTo>
                          <a:pt x="16" y="256"/>
                        </a:lnTo>
                        <a:lnTo>
                          <a:pt x="16" y="272"/>
                        </a:lnTo>
                        <a:lnTo>
                          <a:pt x="32" y="288"/>
                        </a:lnTo>
                        <a:lnTo>
                          <a:pt x="32" y="304"/>
                        </a:lnTo>
                        <a:lnTo>
                          <a:pt x="48" y="304"/>
                        </a:lnTo>
                        <a:lnTo>
                          <a:pt x="48" y="312"/>
                        </a:lnTo>
                        <a:lnTo>
                          <a:pt x="48" y="320"/>
                        </a:lnTo>
                        <a:lnTo>
                          <a:pt x="48" y="336"/>
                        </a:lnTo>
                        <a:lnTo>
                          <a:pt x="56" y="336"/>
                        </a:lnTo>
                        <a:lnTo>
                          <a:pt x="56" y="352"/>
                        </a:lnTo>
                        <a:lnTo>
                          <a:pt x="64" y="360"/>
                        </a:lnTo>
                        <a:lnTo>
                          <a:pt x="80" y="376"/>
                        </a:lnTo>
                        <a:lnTo>
                          <a:pt x="80" y="392"/>
                        </a:lnTo>
                        <a:lnTo>
                          <a:pt x="96" y="392"/>
                        </a:lnTo>
                        <a:lnTo>
                          <a:pt x="104" y="400"/>
                        </a:lnTo>
                        <a:lnTo>
                          <a:pt x="112" y="408"/>
                        </a:lnTo>
                        <a:lnTo>
                          <a:pt x="120" y="408"/>
                        </a:lnTo>
                        <a:lnTo>
                          <a:pt x="128" y="408"/>
                        </a:lnTo>
                        <a:lnTo>
                          <a:pt x="144" y="424"/>
                        </a:lnTo>
                        <a:lnTo>
                          <a:pt x="152" y="440"/>
                        </a:lnTo>
                        <a:lnTo>
                          <a:pt x="152" y="448"/>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83" name="Freeform 71">
                    <a:extLst>
                      <a:ext uri="{FF2B5EF4-FFF2-40B4-BE49-F238E27FC236}">
                        <a16:creationId xmlns:a16="http://schemas.microsoft.com/office/drawing/2014/main" id="{35B098A9-5DFE-C273-1E3A-796BF1551FF7}"/>
                      </a:ext>
                    </a:extLst>
                  </p:cNvPr>
                  <p:cNvSpPr>
                    <a:spLocks/>
                  </p:cNvSpPr>
                  <p:nvPr/>
                </p:nvSpPr>
                <p:spPr bwMode="gray">
                  <a:xfrm>
                    <a:off x="1337" y="1412"/>
                    <a:ext cx="17" cy="6"/>
                  </a:xfrm>
                  <a:custGeom>
                    <a:avLst/>
                    <a:gdLst>
                      <a:gd name="T0" fmla="*/ 6 w 24"/>
                      <a:gd name="T1" fmla="*/ 4 h 8"/>
                      <a:gd name="T2" fmla="*/ 9 w 24"/>
                      <a:gd name="T3" fmla="*/ 0 h 8"/>
                      <a:gd name="T4" fmla="*/ 3 w 24"/>
                      <a:gd name="T5" fmla="*/ 0 h 8"/>
                      <a:gd name="T6" fmla="*/ 0 w 24"/>
                      <a:gd name="T7" fmla="*/ 0 h 8"/>
                      <a:gd name="T8" fmla="*/ 0 w 24"/>
                      <a:gd name="T9" fmla="*/ 4 h 8"/>
                      <a:gd name="T10" fmla="*/ 3 w 24"/>
                      <a:gd name="T11" fmla="*/ 4 h 8"/>
                      <a:gd name="T12" fmla="*/ 6 w 24"/>
                      <a:gd name="T13" fmla="*/ 4 h 8"/>
                      <a:gd name="T14" fmla="*/ 0 60000 65536"/>
                      <a:gd name="T15" fmla="*/ 0 60000 65536"/>
                      <a:gd name="T16" fmla="*/ 0 60000 65536"/>
                      <a:gd name="T17" fmla="*/ 0 60000 65536"/>
                      <a:gd name="T18" fmla="*/ 0 60000 65536"/>
                      <a:gd name="T19" fmla="*/ 0 60000 65536"/>
                      <a:gd name="T20" fmla="*/ 0 60000 65536"/>
                      <a:gd name="T21" fmla="*/ 0 w 24"/>
                      <a:gd name="T22" fmla="*/ 0 h 8"/>
                      <a:gd name="T23" fmla="*/ 24 w 24"/>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8">
                        <a:moveTo>
                          <a:pt x="16" y="8"/>
                        </a:moveTo>
                        <a:lnTo>
                          <a:pt x="24" y="0"/>
                        </a:lnTo>
                        <a:lnTo>
                          <a:pt x="8" y="0"/>
                        </a:lnTo>
                        <a:lnTo>
                          <a:pt x="0" y="0"/>
                        </a:lnTo>
                        <a:lnTo>
                          <a:pt x="0" y="8"/>
                        </a:lnTo>
                        <a:lnTo>
                          <a:pt x="8" y="8"/>
                        </a:lnTo>
                        <a:lnTo>
                          <a:pt x="1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84" name="Freeform 72">
                    <a:extLst>
                      <a:ext uri="{FF2B5EF4-FFF2-40B4-BE49-F238E27FC236}">
                        <a16:creationId xmlns:a16="http://schemas.microsoft.com/office/drawing/2014/main" id="{DE9A92D6-C940-8346-9E20-7A0204E1AA82}"/>
                      </a:ext>
                    </a:extLst>
                  </p:cNvPr>
                  <p:cNvSpPr>
                    <a:spLocks/>
                  </p:cNvSpPr>
                  <p:nvPr/>
                </p:nvSpPr>
                <p:spPr bwMode="gray">
                  <a:xfrm>
                    <a:off x="1602" y="1416"/>
                    <a:ext cx="67" cy="29"/>
                  </a:xfrm>
                  <a:custGeom>
                    <a:avLst/>
                    <a:gdLst>
                      <a:gd name="T0" fmla="*/ 24 w 96"/>
                      <a:gd name="T1" fmla="*/ 3 h 40"/>
                      <a:gd name="T2" fmla="*/ 22 w 96"/>
                      <a:gd name="T3" fmla="*/ 3 h 40"/>
                      <a:gd name="T4" fmla="*/ 14 w 96"/>
                      <a:gd name="T5" fmla="*/ 0 h 40"/>
                      <a:gd name="T6" fmla="*/ 6 w 96"/>
                      <a:gd name="T7" fmla="*/ 0 h 40"/>
                      <a:gd name="T8" fmla="*/ 3 w 96"/>
                      <a:gd name="T9" fmla="*/ 0 h 40"/>
                      <a:gd name="T10" fmla="*/ 0 w 96"/>
                      <a:gd name="T11" fmla="*/ 0 h 40"/>
                      <a:gd name="T12" fmla="*/ 0 w 96"/>
                      <a:gd name="T13" fmla="*/ 3 h 40"/>
                      <a:gd name="T14" fmla="*/ 3 w 96"/>
                      <a:gd name="T15" fmla="*/ 7 h 40"/>
                      <a:gd name="T16" fmla="*/ 3 w 96"/>
                      <a:gd name="T17" fmla="*/ 15 h 40"/>
                      <a:gd name="T18" fmla="*/ 6 w 96"/>
                      <a:gd name="T19" fmla="*/ 15 h 40"/>
                      <a:gd name="T20" fmla="*/ 10 w 96"/>
                      <a:gd name="T21" fmla="*/ 15 h 40"/>
                      <a:gd name="T22" fmla="*/ 10 w 96"/>
                      <a:gd name="T23" fmla="*/ 12 h 40"/>
                      <a:gd name="T24" fmla="*/ 22 w 96"/>
                      <a:gd name="T25" fmla="*/ 12 h 40"/>
                      <a:gd name="T26" fmla="*/ 30 w 96"/>
                      <a:gd name="T27" fmla="*/ 15 h 40"/>
                      <a:gd name="T28" fmla="*/ 33 w 96"/>
                      <a:gd name="T29" fmla="*/ 12 h 40"/>
                      <a:gd name="T30" fmla="*/ 27 w 96"/>
                      <a:gd name="T31" fmla="*/ 9 h 40"/>
                      <a:gd name="T32" fmla="*/ 27 w 96"/>
                      <a:gd name="T33" fmla="*/ 7 h 40"/>
                      <a:gd name="T34" fmla="*/ 24 w 96"/>
                      <a:gd name="T35" fmla="*/ 3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6"/>
                      <a:gd name="T55" fmla="*/ 0 h 40"/>
                      <a:gd name="T56" fmla="*/ 96 w 96"/>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6" h="40">
                        <a:moveTo>
                          <a:pt x="72" y="8"/>
                        </a:moveTo>
                        <a:lnTo>
                          <a:pt x="64" y="8"/>
                        </a:lnTo>
                        <a:lnTo>
                          <a:pt x="40" y="0"/>
                        </a:lnTo>
                        <a:lnTo>
                          <a:pt x="16" y="0"/>
                        </a:lnTo>
                        <a:lnTo>
                          <a:pt x="8" y="0"/>
                        </a:lnTo>
                        <a:lnTo>
                          <a:pt x="0" y="0"/>
                        </a:lnTo>
                        <a:lnTo>
                          <a:pt x="0" y="8"/>
                        </a:lnTo>
                        <a:lnTo>
                          <a:pt x="8" y="16"/>
                        </a:lnTo>
                        <a:lnTo>
                          <a:pt x="8" y="40"/>
                        </a:lnTo>
                        <a:lnTo>
                          <a:pt x="16" y="40"/>
                        </a:lnTo>
                        <a:lnTo>
                          <a:pt x="32" y="40"/>
                        </a:lnTo>
                        <a:lnTo>
                          <a:pt x="32" y="32"/>
                        </a:lnTo>
                        <a:lnTo>
                          <a:pt x="64" y="32"/>
                        </a:lnTo>
                        <a:lnTo>
                          <a:pt x="88" y="40"/>
                        </a:lnTo>
                        <a:lnTo>
                          <a:pt x="96" y="32"/>
                        </a:lnTo>
                        <a:lnTo>
                          <a:pt x="80" y="24"/>
                        </a:lnTo>
                        <a:lnTo>
                          <a:pt x="80" y="16"/>
                        </a:lnTo>
                        <a:lnTo>
                          <a:pt x="72" y="8"/>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85" name="Freeform 73">
                    <a:extLst>
                      <a:ext uri="{FF2B5EF4-FFF2-40B4-BE49-F238E27FC236}">
                        <a16:creationId xmlns:a16="http://schemas.microsoft.com/office/drawing/2014/main" id="{EC933620-BA33-A258-283B-CFC6ACF3096E}"/>
                      </a:ext>
                    </a:extLst>
                  </p:cNvPr>
                  <p:cNvSpPr>
                    <a:spLocks/>
                  </p:cNvSpPr>
                  <p:nvPr/>
                </p:nvSpPr>
                <p:spPr bwMode="gray">
                  <a:xfrm>
                    <a:off x="1506" y="1625"/>
                    <a:ext cx="96" cy="90"/>
                  </a:xfrm>
                  <a:custGeom>
                    <a:avLst/>
                    <a:gdLst>
                      <a:gd name="T0" fmla="*/ 48 w 136"/>
                      <a:gd name="T1" fmla="*/ 34 h 128"/>
                      <a:gd name="T2" fmla="*/ 48 w 136"/>
                      <a:gd name="T3" fmla="*/ 31 h 128"/>
                      <a:gd name="T4" fmla="*/ 37 w 136"/>
                      <a:gd name="T5" fmla="*/ 31 h 128"/>
                      <a:gd name="T6" fmla="*/ 40 w 136"/>
                      <a:gd name="T7" fmla="*/ 25 h 128"/>
                      <a:gd name="T8" fmla="*/ 37 w 136"/>
                      <a:gd name="T9" fmla="*/ 19 h 128"/>
                      <a:gd name="T10" fmla="*/ 28 w 136"/>
                      <a:gd name="T11" fmla="*/ 14 h 128"/>
                      <a:gd name="T12" fmla="*/ 25 w 136"/>
                      <a:gd name="T13" fmla="*/ 11 h 128"/>
                      <a:gd name="T14" fmla="*/ 20 w 136"/>
                      <a:gd name="T15" fmla="*/ 8 h 128"/>
                      <a:gd name="T16" fmla="*/ 17 w 136"/>
                      <a:gd name="T17" fmla="*/ 11 h 128"/>
                      <a:gd name="T18" fmla="*/ 14 w 136"/>
                      <a:gd name="T19" fmla="*/ 6 h 128"/>
                      <a:gd name="T20" fmla="*/ 14 w 136"/>
                      <a:gd name="T21" fmla="*/ 0 h 128"/>
                      <a:gd name="T22" fmla="*/ 11 w 136"/>
                      <a:gd name="T23" fmla="*/ 0 h 128"/>
                      <a:gd name="T24" fmla="*/ 8 w 136"/>
                      <a:gd name="T25" fmla="*/ 3 h 128"/>
                      <a:gd name="T26" fmla="*/ 8 w 136"/>
                      <a:gd name="T27" fmla="*/ 6 h 128"/>
                      <a:gd name="T28" fmla="*/ 8 w 136"/>
                      <a:gd name="T29" fmla="*/ 19 h 128"/>
                      <a:gd name="T30" fmla="*/ 0 w 136"/>
                      <a:gd name="T31" fmla="*/ 34 h 128"/>
                      <a:gd name="T32" fmla="*/ 3 w 136"/>
                      <a:gd name="T33" fmla="*/ 36 h 128"/>
                      <a:gd name="T34" fmla="*/ 11 w 136"/>
                      <a:gd name="T35" fmla="*/ 36 h 128"/>
                      <a:gd name="T36" fmla="*/ 11 w 136"/>
                      <a:gd name="T37" fmla="*/ 44 h 128"/>
                      <a:gd name="T38" fmla="*/ 17 w 136"/>
                      <a:gd name="T39" fmla="*/ 41 h 128"/>
                      <a:gd name="T40" fmla="*/ 20 w 136"/>
                      <a:gd name="T41" fmla="*/ 36 h 128"/>
                      <a:gd name="T42" fmla="*/ 25 w 136"/>
                      <a:gd name="T43" fmla="*/ 36 h 128"/>
                      <a:gd name="T44" fmla="*/ 28 w 136"/>
                      <a:gd name="T45" fmla="*/ 31 h 128"/>
                      <a:gd name="T46" fmla="*/ 31 w 136"/>
                      <a:gd name="T47" fmla="*/ 31 h 128"/>
                      <a:gd name="T48" fmla="*/ 34 w 136"/>
                      <a:gd name="T49" fmla="*/ 31 h 128"/>
                      <a:gd name="T50" fmla="*/ 34 w 136"/>
                      <a:gd name="T51" fmla="*/ 36 h 128"/>
                      <a:gd name="T52" fmla="*/ 37 w 136"/>
                      <a:gd name="T53" fmla="*/ 36 h 128"/>
                      <a:gd name="T54" fmla="*/ 48 w 136"/>
                      <a:gd name="T55" fmla="*/ 39 h 128"/>
                      <a:gd name="T56" fmla="*/ 48 w 136"/>
                      <a:gd name="T57" fmla="*/ 34 h 1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6"/>
                      <a:gd name="T88" fmla="*/ 0 h 128"/>
                      <a:gd name="T89" fmla="*/ 136 w 136"/>
                      <a:gd name="T90" fmla="*/ 128 h 1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6" h="128">
                        <a:moveTo>
                          <a:pt x="136" y="96"/>
                        </a:moveTo>
                        <a:lnTo>
                          <a:pt x="136" y="88"/>
                        </a:lnTo>
                        <a:lnTo>
                          <a:pt x="104" y="88"/>
                        </a:lnTo>
                        <a:lnTo>
                          <a:pt x="112" y="72"/>
                        </a:lnTo>
                        <a:lnTo>
                          <a:pt x="104" y="56"/>
                        </a:lnTo>
                        <a:lnTo>
                          <a:pt x="80" y="40"/>
                        </a:lnTo>
                        <a:lnTo>
                          <a:pt x="72" y="32"/>
                        </a:lnTo>
                        <a:lnTo>
                          <a:pt x="56" y="24"/>
                        </a:lnTo>
                        <a:lnTo>
                          <a:pt x="48" y="32"/>
                        </a:lnTo>
                        <a:lnTo>
                          <a:pt x="40" y="16"/>
                        </a:lnTo>
                        <a:lnTo>
                          <a:pt x="40" y="0"/>
                        </a:lnTo>
                        <a:lnTo>
                          <a:pt x="32" y="0"/>
                        </a:lnTo>
                        <a:lnTo>
                          <a:pt x="24" y="8"/>
                        </a:lnTo>
                        <a:lnTo>
                          <a:pt x="24" y="16"/>
                        </a:lnTo>
                        <a:lnTo>
                          <a:pt x="24" y="56"/>
                        </a:lnTo>
                        <a:lnTo>
                          <a:pt x="0" y="96"/>
                        </a:lnTo>
                        <a:lnTo>
                          <a:pt x="8" y="104"/>
                        </a:lnTo>
                        <a:lnTo>
                          <a:pt x="32" y="104"/>
                        </a:lnTo>
                        <a:lnTo>
                          <a:pt x="32" y="128"/>
                        </a:lnTo>
                        <a:lnTo>
                          <a:pt x="48" y="120"/>
                        </a:lnTo>
                        <a:lnTo>
                          <a:pt x="56" y="104"/>
                        </a:lnTo>
                        <a:lnTo>
                          <a:pt x="72" y="104"/>
                        </a:lnTo>
                        <a:lnTo>
                          <a:pt x="80" y="88"/>
                        </a:lnTo>
                        <a:lnTo>
                          <a:pt x="88" y="88"/>
                        </a:lnTo>
                        <a:lnTo>
                          <a:pt x="96" y="88"/>
                        </a:lnTo>
                        <a:lnTo>
                          <a:pt x="96" y="104"/>
                        </a:lnTo>
                        <a:lnTo>
                          <a:pt x="104" y="104"/>
                        </a:lnTo>
                        <a:lnTo>
                          <a:pt x="136" y="112"/>
                        </a:lnTo>
                        <a:lnTo>
                          <a:pt x="136" y="96"/>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86" name="Freeform 74">
                    <a:extLst>
                      <a:ext uri="{FF2B5EF4-FFF2-40B4-BE49-F238E27FC236}">
                        <a16:creationId xmlns:a16="http://schemas.microsoft.com/office/drawing/2014/main" id="{F909F58A-AAE0-5B9E-0FC1-AEB25873DD9E}"/>
                      </a:ext>
                    </a:extLst>
                  </p:cNvPr>
                  <p:cNvSpPr>
                    <a:spLocks/>
                  </p:cNvSpPr>
                  <p:nvPr/>
                </p:nvSpPr>
                <p:spPr bwMode="gray">
                  <a:xfrm>
                    <a:off x="1388" y="1204"/>
                    <a:ext cx="11" cy="1"/>
                  </a:xfrm>
                  <a:custGeom>
                    <a:avLst/>
                    <a:gdLst>
                      <a:gd name="T0" fmla="*/ 6 w 16"/>
                      <a:gd name="T1" fmla="*/ 0 h 1"/>
                      <a:gd name="T2" fmla="*/ 3 w 16"/>
                      <a:gd name="T3" fmla="*/ 0 h 1"/>
                      <a:gd name="T4" fmla="*/ 0 w 16"/>
                      <a:gd name="T5" fmla="*/ 0 h 1"/>
                      <a:gd name="T6" fmla="*/ 3 w 16"/>
                      <a:gd name="T7" fmla="*/ 0 h 1"/>
                      <a:gd name="T8" fmla="*/ 6 w 16"/>
                      <a:gd name="T9" fmla="*/ 0 h 1"/>
                      <a:gd name="T10" fmla="*/ 0 60000 65536"/>
                      <a:gd name="T11" fmla="*/ 0 60000 65536"/>
                      <a:gd name="T12" fmla="*/ 0 60000 65536"/>
                      <a:gd name="T13" fmla="*/ 0 60000 65536"/>
                      <a:gd name="T14" fmla="*/ 0 60000 65536"/>
                      <a:gd name="T15" fmla="*/ 0 w 16"/>
                      <a:gd name="T16" fmla="*/ 0 h 1"/>
                      <a:gd name="T17" fmla="*/ 16 w 16"/>
                      <a:gd name="T18" fmla="*/ 1 h 1"/>
                    </a:gdLst>
                    <a:ahLst/>
                    <a:cxnLst>
                      <a:cxn ang="T10">
                        <a:pos x="T0" y="T1"/>
                      </a:cxn>
                      <a:cxn ang="T11">
                        <a:pos x="T2" y="T3"/>
                      </a:cxn>
                      <a:cxn ang="T12">
                        <a:pos x="T4" y="T5"/>
                      </a:cxn>
                      <a:cxn ang="T13">
                        <a:pos x="T6" y="T7"/>
                      </a:cxn>
                      <a:cxn ang="T14">
                        <a:pos x="T8" y="T9"/>
                      </a:cxn>
                    </a:cxnLst>
                    <a:rect l="T15" t="T16" r="T17" b="T18"/>
                    <a:pathLst>
                      <a:path w="16" h="1">
                        <a:moveTo>
                          <a:pt x="16" y="0"/>
                        </a:moveTo>
                        <a:lnTo>
                          <a:pt x="8" y="0"/>
                        </a:lnTo>
                        <a:lnTo>
                          <a:pt x="0" y="0"/>
                        </a:lnTo>
                        <a:lnTo>
                          <a:pt x="8" y="0"/>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87" name="Freeform 75">
                    <a:extLst>
                      <a:ext uri="{FF2B5EF4-FFF2-40B4-BE49-F238E27FC236}">
                        <a16:creationId xmlns:a16="http://schemas.microsoft.com/office/drawing/2014/main" id="{49B65F18-0AAF-2D2C-36A6-20ACD404E291}"/>
                      </a:ext>
                    </a:extLst>
                  </p:cNvPr>
                  <p:cNvSpPr>
                    <a:spLocks/>
                  </p:cNvSpPr>
                  <p:nvPr/>
                </p:nvSpPr>
                <p:spPr bwMode="gray">
                  <a:xfrm>
                    <a:off x="1517" y="1260"/>
                    <a:ext cx="23" cy="6"/>
                  </a:xfrm>
                  <a:custGeom>
                    <a:avLst/>
                    <a:gdLst>
                      <a:gd name="T0" fmla="*/ 12 w 32"/>
                      <a:gd name="T1" fmla="*/ 4 h 8"/>
                      <a:gd name="T2" fmla="*/ 9 w 32"/>
                      <a:gd name="T3" fmla="*/ 0 h 8"/>
                      <a:gd name="T4" fmla="*/ 3 w 32"/>
                      <a:gd name="T5" fmla="*/ 4 h 8"/>
                      <a:gd name="T6" fmla="*/ 0 w 32"/>
                      <a:gd name="T7" fmla="*/ 4 h 8"/>
                      <a:gd name="T8" fmla="*/ 6 w 32"/>
                      <a:gd name="T9" fmla="*/ 4 h 8"/>
                      <a:gd name="T10" fmla="*/ 12 w 32"/>
                      <a:gd name="T11" fmla="*/ 4 h 8"/>
                      <a:gd name="T12" fmla="*/ 0 60000 65536"/>
                      <a:gd name="T13" fmla="*/ 0 60000 65536"/>
                      <a:gd name="T14" fmla="*/ 0 60000 65536"/>
                      <a:gd name="T15" fmla="*/ 0 60000 65536"/>
                      <a:gd name="T16" fmla="*/ 0 60000 65536"/>
                      <a:gd name="T17" fmla="*/ 0 60000 65536"/>
                      <a:gd name="T18" fmla="*/ 0 w 32"/>
                      <a:gd name="T19" fmla="*/ 0 h 8"/>
                      <a:gd name="T20" fmla="*/ 32 w 32"/>
                      <a:gd name="T21" fmla="*/ 8 h 8"/>
                    </a:gdLst>
                    <a:ahLst/>
                    <a:cxnLst>
                      <a:cxn ang="T12">
                        <a:pos x="T0" y="T1"/>
                      </a:cxn>
                      <a:cxn ang="T13">
                        <a:pos x="T2" y="T3"/>
                      </a:cxn>
                      <a:cxn ang="T14">
                        <a:pos x="T4" y="T5"/>
                      </a:cxn>
                      <a:cxn ang="T15">
                        <a:pos x="T6" y="T7"/>
                      </a:cxn>
                      <a:cxn ang="T16">
                        <a:pos x="T8" y="T9"/>
                      </a:cxn>
                      <a:cxn ang="T17">
                        <a:pos x="T10" y="T11"/>
                      </a:cxn>
                    </a:cxnLst>
                    <a:rect l="T18" t="T19" r="T20" b="T21"/>
                    <a:pathLst>
                      <a:path w="32" h="8">
                        <a:moveTo>
                          <a:pt x="32" y="8"/>
                        </a:moveTo>
                        <a:lnTo>
                          <a:pt x="24" y="0"/>
                        </a:lnTo>
                        <a:lnTo>
                          <a:pt x="8" y="8"/>
                        </a:lnTo>
                        <a:lnTo>
                          <a:pt x="0" y="8"/>
                        </a:lnTo>
                        <a:lnTo>
                          <a:pt x="16" y="8"/>
                        </a:lnTo>
                        <a:lnTo>
                          <a:pt x="32"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88" name="Freeform 76">
                    <a:extLst>
                      <a:ext uri="{FF2B5EF4-FFF2-40B4-BE49-F238E27FC236}">
                        <a16:creationId xmlns:a16="http://schemas.microsoft.com/office/drawing/2014/main" id="{09CB135A-0FA2-4668-C655-3DFABE93C29F}"/>
                      </a:ext>
                    </a:extLst>
                  </p:cNvPr>
                  <p:cNvSpPr>
                    <a:spLocks/>
                  </p:cNvSpPr>
                  <p:nvPr/>
                </p:nvSpPr>
                <p:spPr bwMode="gray">
                  <a:xfrm>
                    <a:off x="1900" y="2031"/>
                    <a:ext cx="96" cy="113"/>
                  </a:xfrm>
                  <a:custGeom>
                    <a:avLst/>
                    <a:gdLst>
                      <a:gd name="T0" fmla="*/ 28 w 136"/>
                      <a:gd name="T1" fmla="*/ 0 h 160"/>
                      <a:gd name="T2" fmla="*/ 20 w 136"/>
                      <a:gd name="T3" fmla="*/ 3 h 160"/>
                      <a:gd name="T4" fmla="*/ 17 w 136"/>
                      <a:gd name="T5" fmla="*/ 11 h 160"/>
                      <a:gd name="T6" fmla="*/ 11 w 136"/>
                      <a:gd name="T7" fmla="*/ 20 h 160"/>
                      <a:gd name="T8" fmla="*/ 11 w 136"/>
                      <a:gd name="T9" fmla="*/ 25 h 160"/>
                      <a:gd name="T10" fmla="*/ 8 w 136"/>
                      <a:gd name="T11" fmla="*/ 28 h 160"/>
                      <a:gd name="T12" fmla="*/ 6 w 136"/>
                      <a:gd name="T13" fmla="*/ 31 h 160"/>
                      <a:gd name="T14" fmla="*/ 0 w 136"/>
                      <a:gd name="T15" fmla="*/ 34 h 160"/>
                      <a:gd name="T16" fmla="*/ 0 w 136"/>
                      <a:gd name="T17" fmla="*/ 37 h 160"/>
                      <a:gd name="T18" fmla="*/ 6 w 136"/>
                      <a:gd name="T19" fmla="*/ 37 h 160"/>
                      <a:gd name="T20" fmla="*/ 0 w 136"/>
                      <a:gd name="T21" fmla="*/ 40 h 160"/>
                      <a:gd name="T22" fmla="*/ 3 w 136"/>
                      <a:gd name="T23" fmla="*/ 45 h 160"/>
                      <a:gd name="T24" fmla="*/ 14 w 136"/>
                      <a:gd name="T25" fmla="*/ 45 h 160"/>
                      <a:gd name="T26" fmla="*/ 17 w 136"/>
                      <a:gd name="T27" fmla="*/ 45 h 160"/>
                      <a:gd name="T28" fmla="*/ 23 w 136"/>
                      <a:gd name="T29" fmla="*/ 42 h 160"/>
                      <a:gd name="T30" fmla="*/ 25 w 136"/>
                      <a:gd name="T31" fmla="*/ 45 h 160"/>
                      <a:gd name="T32" fmla="*/ 31 w 136"/>
                      <a:gd name="T33" fmla="*/ 42 h 160"/>
                      <a:gd name="T34" fmla="*/ 31 w 136"/>
                      <a:gd name="T35" fmla="*/ 48 h 160"/>
                      <a:gd name="T36" fmla="*/ 34 w 136"/>
                      <a:gd name="T37" fmla="*/ 48 h 160"/>
                      <a:gd name="T38" fmla="*/ 40 w 136"/>
                      <a:gd name="T39" fmla="*/ 45 h 160"/>
                      <a:gd name="T40" fmla="*/ 40 w 136"/>
                      <a:gd name="T41" fmla="*/ 48 h 160"/>
                      <a:gd name="T42" fmla="*/ 40 w 136"/>
                      <a:gd name="T43" fmla="*/ 51 h 160"/>
                      <a:gd name="T44" fmla="*/ 42 w 136"/>
                      <a:gd name="T45" fmla="*/ 54 h 160"/>
                      <a:gd name="T46" fmla="*/ 42 w 136"/>
                      <a:gd name="T47" fmla="*/ 57 h 160"/>
                      <a:gd name="T48" fmla="*/ 48 w 136"/>
                      <a:gd name="T49" fmla="*/ 57 h 160"/>
                      <a:gd name="T50" fmla="*/ 48 w 136"/>
                      <a:gd name="T51" fmla="*/ 42 h 160"/>
                      <a:gd name="T52" fmla="*/ 45 w 136"/>
                      <a:gd name="T53" fmla="*/ 40 h 160"/>
                      <a:gd name="T54" fmla="*/ 48 w 136"/>
                      <a:gd name="T55" fmla="*/ 40 h 160"/>
                      <a:gd name="T56" fmla="*/ 48 w 136"/>
                      <a:gd name="T57" fmla="*/ 34 h 160"/>
                      <a:gd name="T58" fmla="*/ 40 w 136"/>
                      <a:gd name="T59" fmla="*/ 37 h 160"/>
                      <a:gd name="T60" fmla="*/ 42 w 136"/>
                      <a:gd name="T61" fmla="*/ 25 h 160"/>
                      <a:gd name="T62" fmla="*/ 37 w 136"/>
                      <a:gd name="T63" fmla="*/ 25 h 160"/>
                      <a:gd name="T64" fmla="*/ 31 w 136"/>
                      <a:gd name="T65" fmla="*/ 25 h 160"/>
                      <a:gd name="T66" fmla="*/ 25 w 136"/>
                      <a:gd name="T67" fmla="*/ 23 h 160"/>
                      <a:gd name="T68" fmla="*/ 25 w 136"/>
                      <a:gd name="T69" fmla="*/ 20 h 160"/>
                      <a:gd name="T70" fmla="*/ 23 w 136"/>
                      <a:gd name="T71" fmla="*/ 17 h 160"/>
                      <a:gd name="T72" fmla="*/ 20 w 136"/>
                      <a:gd name="T73" fmla="*/ 23 h 160"/>
                      <a:gd name="T74" fmla="*/ 20 w 136"/>
                      <a:gd name="T75" fmla="*/ 20 h 160"/>
                      <a:gd name="T76" fmla="*/ 28 w 136"/>
                      <a:gd name="T77" fmla="*/ 0 h 16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36"/>
                      <a:gd name="T118" fmla="*/ 0 h 160"/>
                      <a:gd name="T119" fmla="*/ 136 w 136"/>
                      <a:gd name="T120" fmla="*/ 160 h 16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36" h="160">
                        <a:moveTo>
                          <a:pt x="80" y="0"/>
                        </a:moveTo>
                        <a:lnTo>
                          <a:pt x="56" y="8"/>
                        </a:lnTo>
                        <a:lnTo>
                          <a:pt x="48" y="32"/>
                        </a:lnTo>
                        <a:lnTo>
                          <a:pt x="32" y="56"/>
                        </a:lnTo>
                        <a:lnTo>
                          <a:pt x="32" y="72"/>
                        </a:lnTo>
                        <a:lnTo>
                          <a:pt x="24" y="80"/>
                        </a:lnTo>
                        <a:lnTo>
                          <a:pt x="16" y="88"/>
                        </a:lnTo>
                        <a:lnTo>
                          <a:pt x="0" y="96"/>
                        </a:lnTo>
                        <a:lnTo>
                          <a:pt x="0" y="104"/>
                        </a:lnTo>
                        <a:lnTo>
                          <a:pt x="16" y="104"/>
                        </a:lnTo>
                        <a:lnTo>
                          <a:pt x="0" y="112"/>
                        </a:lnTo>
                        <a:lnTo>
                          <a:pt x="8" y="128"/>
                        </a:lnTo>
                        <a:lnTo>
                          <a:pt x="40" y="128"/>
                        </a:lnTo>
                        <a:lnTo>
                          <a:pt x="48" y="128"/>
                        </a:lnTo>
                        <a:lnTo>
                          <a:pt x="64" y="120"/>
                        </a:lnTo>
                        <a:lnTo>
                          <a:pt x="72" y="128"/>
                        </a:lnTo>
                        <a:lnTo>
                          <a:pt x="88" y="120"/>
                        </a:lnTo>
                        <a:lnTo>
                          <a:pt x="88" y="136"/>
                        </a:lnTo>
                        <a:lnTo>
                          <a:pt x="96" y="136"/>
                        </a:lnTo>
                        <a:lnTo>
                          <a:pt x="112" y="128"/>
                        </a:lnTo>
                        <a:lnTo>
                          <a:pt x="112" y="136"/>
                        </a:lnTo>
                        <a:lnTo>
                          <a:pt x="112" y="144"/>
                        </a:lnTo>
                        <a:lnTo>
                          <a:pt x="120" y="152"/>
                        </a:lnTo>
                        <a:lnTo>
                          <a:pt x="120" y="160"/>
                        </a:lnTo>
                        <a:lnTo>
                          <a:pt x="136" y="160"/>
                        </a:lnTo>
                        <a:lnTo>
                          <a:pt x="136" y="120"/>
                        </a:lnTo>
                        <a:lnTo>
                          <a:pt x="128" y="112"/>
                        </a:lnTo>
                        <a:lnTo>
                          <a:pt x="136" y="112"/>
                        </a:lnTo>
                        <a:lnTo>
                          <a:pt x="136" y="96"/>
                        </a:lnTo>
                        <a:lnTo>
                          <a:pt x="112" y="104"/>
                        </a:lnTo>
                        <a:lnTo>
                          <a:pt x="120" y="72"/>
                        </a:lnTo>
                        <a:lnTo>
                          <a:pt x="104" y="72"/>
                        </a:lnTo>
                        <a:lnTo>
                          <a:pt x="88" y="72"/>
                        </a:lnTo>
                        <a:lnTo>
                          <a:pt x="72" y="64"/>
                        </a:lnTo>
                        <a:lnTo>
                          <a:pt x="72" y="56"/>
                        </a:lnTo>
                        <a:lnTo>
                          <a:pt x="64" y="48"/>
                        </a:lnTo>
                        <a:lnTo>
                          <a:pt x="56" y="64"/>
                        </a:lnTo>
                        <a:lnTo>
                          <a:pt x="56" y="56"/>
                        </a:lnTo>
                        <a:lnTo>
                          <a:pt x="80" y="0"/>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grpSp>
            <p:grpSp>
              <p:nvGrpSpPr>
                <p:cNvPr id="933" name="Group 77">
                  <a:extLst>
                    <a:ext uri="{FF2B5EF4-FFF2-40B4-BE49-F238E27FC236}">
                      <a16:creationId xmlns:a16="http://schemas.microsoft.com/office/drawing/2014/main" id="{6C78F89E-34BF-B042-E78B-6E3C1DDA2434}"/>
                    </a:ext>
                  </a:extLst>
                </p:cNvPr>
                <p:cNvGrpSpPr>
                  <a:grpSpLocks/>
                </p:cNvGrpSpPr>
                <p:nvPr/>
              </p:nvGrpSpPr>
              <p:grpSpPr bwMode="gray">
                <a:xfrm>
                  <a:off x="5372009" y="3617433"/>
                  <a:ext cx="1869389" cy="1454715"/>
                  <a:chOff x="3627" y="2290"/>
                  <a:chExt cx="1728" cy="1345"/>
                </a:xfrm>
                <a:grpFill/>
              </p:grpSpPr>
              <p:sp>
                <p:nvSpPr>
                  <p:cNvPr id="1168" name="Freeform 78">
                    <a:extLst>
                      <a:ext uri="{FF2B5EF4-FFF2-40B4-BE49-F238E27FC236}">
                        <a16:creationId xmlns:a16="http://schemas.microsoft.com/office/drawing/2014/main" id="{8CC0B486-6033-C7F8-9F03-64A081BA6D09}"/>
                      </a:ext>
                    </a:extLst>
                  </p:cNvPr>
                  <p:cNvSpPr>
                    <a:spLocks/>
                  </p:cNvSpPr>
                  <p:nvPr/>
                </p:nvSpPr>
                <p:spPr bwMode="gray">
                  <a:xfrm>
                    <a:off x="4331" y="2594"/>
                    <a:ext cx="34" cy="28"/>
                  </a:xfrm>
                  <a:custGeom>
                    <a:avLst/>
                    <a:gdLst>
                      <a:gd name="T0" fmla="*/ 17 w 48"/>
                      <a:gd name="T1" fmla="*/ 0 h 40"/>
                      <a:gd name="T2" fmla="*/ 11 w 48"/>
                      <a:gd name="T3" fmla="*/ 0 h 40"/>
                      <a:gd name="T4" fmla="*/ 9 w 48"/>
                      <a:gd name="T5" fmla="*/ 0 h 40"/>
                      <a:gd name="T6" fmla="*/ 6 w 48"/>
                      <a:gd name="T7" fmla="*/ 0 h 40"/>
                      <a:gd name="T8" fmla="*/ 3 w 48"/>
                      <a:gd name="T9" fmla="*/ 0 h 40"/>
                      <a:gd name="T10" fmla="*/ 0 w 48"/>
                      <a:gd name="T11" fmla="*/ 6 h 40"/>
                      <a:gd name="T12" fmla="*/ 0 w 48"/>
                      <a:gd name="T13" fmla="*/ 10 h 40"/>
                      <a:gd name="T14" fmla="*/ 3 w 48"/>
                      <a:gd name="T15" fmla="*/ 14 h 40"/>
                      <a:gd name="T16" fmla="*/ 9 w 48"/>
                      <a:gd name="T17" fmla="*/ 14 h 40"/>
                      <a:gd name="T18" fmla="*/ 11 w 48"/>
                      <a:gd name="T19" fmla="*/ 8 h 40"/>
                      <a:gd name="T20" fmla="*/ 14 w 48"/>
                      <a:gd name="T21" fmla="*/ 3 h 40"/>
                      <a:gd name="T22" fmla="*/ 17 w 48"/>
                      <a:gd name="T23" fmla="*/ 0 h 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
                      <a:gd name="T37" fmla="*/ 0 h 40"/>
                      <a:gd name="T38" fmla="*/ 48 w 48"/>
                      <a:gd name="T39" fmla="*/ 40 h 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 h="40">
                        <a:moveTo>
                          <a:pt x="48" y="0"/>
                        </a:moveTo>
                        <a:lnTo>
                          <a:pt x="32" y="0"/>
                        </a:lnTo>
                        <a:lnTo>
                          <a:pt x="24" y="0"/>
                        </a:lnTo>
                        <a:lnTo>
                          <a:pt x="16" y="0"/>
                        </a:lnTo>
                        <a:lnTo>
                          <a:pt x="8" y="0"/>
                        </a:lnTo>
                        <a:lnTo>
                          <a:pt x="0" y="16"/>
                        </a:lnTo>
                        <a:lnTo>
                          <a:pt x="0" y="32"/>
                        </a:lnTo>
                        <a:lnTo>
                          <a:pt x="8" y="40"/>
                        </a:lnTo>
                        <a:lnTo>
                          <a:pt x="24" y="40"/>
                        </a:lnTo>
                        <a:lnTo>
                          <a:pt x="32" y="24"/>
                        </a:lnTo>
                        <a:lnTo>
                          <a:pt x="40" y="8"/>
                        </a:lnTo>
                        <a:lnTo>
                          <a:pt x="4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69" name="Freeform 79">
                    <a:extLst>
                      <a:ext uri="{FF2B5EF4-FFF2-40B4-BE49-F238E27FC236}">
                        <a16:creationId xmlns:a16="http://schemas.microsoft.com/office/drawing/2014/main" id="{13193D3C-D50A-9FD2-669F-0EFCFE9590AF}"/>
                      </a:ext>
                    </a:extLst>
                  </p:cNvPr>
                  <p:cNvSpPr>
                    <a:spLocks/>
                  </p:cNvSpPr>
                  <p:nvPr/>
                </p:nvSpPr>
                <p:spPr bwMode="gray">
                  <a:xfrm>
                    <a:off x="4134" y="2808"/>
                    <a:ext cx="152" cy="157"/>
                  </a:xfrm>
                  <a:custGeom>
                    <a:avLst/>
                    <a:gdLst>
                      <a:gd name="T0" fmla="*/ 0 w 216"/>
                      <a:gd name="T1" fmla="*/ 0 h 224"/>
                      <a:gd name="T2" fmla="*/ 6 w 216"/>
                      <a:gd name="T3" fmla="*/ 3 h 224"/>
                      <a:gd name="T4" fmla="*/ 14 w 216"/>
                      <a:gd name="T5" fmla="*/ 3 h 224"/>
                      <a:gd name="T6" fmla="*/ 17 w 216"/>
                      <a:gd name="T7" fmla="*/ 3 h 224"/>
                      <a:gd name="T8" fmla="*/ 19 w 216"/>
                      <a:gd name="T9" fmla="*/ 8 h 224"/>
                      <a:gd name="T10" fmla="*/ 23 w 216"/>
                      <a:gd name="T11" fmla="*/ 11 h 224"/>
                      <a:gd name="T12" fmla="*/ 27 w 216"/>
                      <a:gd name="T13" fmla="*/ 17 h 224"/>
                      <a:gd name="T14" fmla="*/ 34 w 216"/>
                      <a:gd name="T15" fmla="*/ 17 h 224"/>
                      <a:gd name="T16" fmla="*/ 39 w 216"/>
                      <a:gd name="T17" fmla="*/ 25 h 224"/>
                      <a:gd name="T18" fmla="*/ 48 w 216"/>
                      <a:gd name="T19" fmla="*/ 30 h 224"/>
                      <a:gd name="T20" fmla="*/ 48 w 216"/>
                      <a:gd name="T21" fmla="*/ 33 h 224"/>
                      <a:gd name="T22" fmla="*/ 53 w 216"/>
                      <a:gd name="T23" fmla="*/ 36 h 224"/>
                      <a:gd name="T24" fmla="*/ 58 w 216"/>
                      <a:gd name="T25" fmla="*/ 39 h 224"/>
                      <a:gd name="T26" fmla="*/ 58 w 216"/>
                      <a:gd name="T27" fmla="*/ 44 h 224"/>
                      <a:gd name="T28" fmla="*/ 64 w 216"/>
                      <a:gd name="T29" fmla="*/ 47 h 224"/>
                      <a:gd name="T30" fmla="*/ 67 w 216"/>
                      <a:gd name="T31" fmla="*/ 55 h 224"/>
                      <a:gd name="T32" fmla="*/ 70 w 216"/>
                      <a:gd name="T33" fmla="*/ 55 h 224"/>
                      <a:gd name="T34" fmla="*/ 75 w 216"/>
                      <a:gd name="T35" fmla="*/ 60 h 224"/>
                      <a:gd name="T36" fmla="*/ 75 w 216"/>
                      <a:gd name="T37" fmla="*/ 77 h 224"/>
                      <a:gd name="T38" fmla="*/ 72 w 216"/>
                      <a:gd name="T39" fmla="*/ 77 h 224"/>
                      <a:gd name="T40" fmla="*/ 67 w 216"/>
                      <a:gd name="T41" fmla="*/ 74 h 224"/>
                      <a:gd name="T42" fmla="*/ 58 w 216"/>
                      <a:gd name="T43" fmla="*/ 71 h 224"/>
                      <a:gd name="T44" fmla="*/ 48 w 216"/>
                      <a:gd name="T45" fmla="*/ 63 h 224"/>
                      <a:gd name="T46" fmla="*/ 39 w 216"/>
                      <a:gd name="T47" fmla="*/ 53 h 224"/>
                      <a:gd name="T48" fmla="*/ 39 w 216"/>
                      <a:gd name="T49" fmla="*/ 47 h 224"/>
                      <a:gd name="T50" fmla="*/ 31 w 216"/>
                      <a:gd name="T51" fmla="*/ 39 h 224"/>
                      <a:gd name="T52" fmla="*/ 27 w 216"/>
                      <a:gd name="T53" fmla="*/ 39 h 224"/>
                      <a:gd name="T54" fmla="*/ 25 w 216"/>
                      <a:gd name="T55" fmla="*/ 27 h 224"/>
                      <a:gd name="T56" fmla="*/ 19 w 216"/>
                      <a:gd name="T57" fmla="*/ 22 h 224"/>
                      <a:gd name="T58" fmla="*/ 17 w 216"/>
                      <a:gd name="T59" fmla="*/ 22 h 224"/>
                      <a:gd name="T60" fmla="*/ 14 w 216"/>
                      <a:gd name="T61" fmla="*/ 17 h 224"/>
                      <a:gd name="T62" fmla="*/ 11 w 216"/>
                      <a:gd name="T63" fmla="*/ 14 h 224"/>
                      <a:gd name="T64" fmla="*/ 8 w 216"/>
                      <a:gd name="T65" fmla="*/ 14 h 224"/>
                      <a:gd name="T66" fmla="*/ 0 w 216"/>
                      <a:gd name="T67" fmla="*/ 3 h 224"/>
                      <a:gd name="T68" fmla="*/ 0 w 216"/>
                      <a:gd name="T69" fmla="*/ 0 h 22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16"/>
                      <a:gd name="T106" fmla="*/ 0 h 224"/>
                      <a:gd name="T107" fmla="*/ 216 w 216"/>
                      <a:gd name="T108" fmla="*/ 224 h 22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16" h="224">
                        <a:moveTo>
                          <a:pt x="0" y="0"/>
                        </a:moveTo>
                        <a:lnTo>
                          <a:pt x="16" y="8"/>
                        </a:lnTo>
                        <a:lnTo>
                          <a:pt x="40" y="8"/>
                        </a:lnTo>
                        <a:lnTo>
                          <a:pt x="48" y="8"/>
                        </a:lnTo>
                        <a:lnTo>
                          <a:pt x="56" y="24"/>
                        </a:lnTo>
                        <a:lnTo>
                          <a:pt x="64" y="32"/>
                        </a:lnTo>
                        <a:lnTo>
                          <a:pt x="80" y="48"/>
                        </a:lnTo>
                        <a:lnTo>
                          <a:pt x="96" y="48"/>
                        </a:lnTo>
                        <a:lnTo>
                          <a:pt x="112" y="72"/>
                        </a:lnTo>
                        <a:lnTo>
                          <a:pt x="136" y="88"/>
                        </a:lnTo>
                        <a:lnTo>
                          <a:pt x="136" y="96"/>
                        </a:lnTo>
                        <a:lnTo>
                          <a:pt x="152" y="104"/>
                        </a:lnTo>
                        <a:lnTo>
                          <a:pt x="168" y="112"/>
                        </a:lnTo>
                        <a:lnTo>
                          <a:pt x="168" y="128"/>
                        </a:lnTo>
                        <a:lnTo>
                          <a:pt x="184" y="136"/>
                        </a:lnTo>
                        <a:lnTo>
                          <a:pt x="192" y="160"/>
                        </a:lnTo>
                        <a:lnTo>
                          <a:pt x="200" y="160"/>
                        </a:lnTo>
                        <a:lnTo>
                          <a:pt x="216" y="176"/>
                        </a:lnTo>
                        <a:lnTo>
                          <a:pt x="216" y="224"/>
                        </a:lnTo>
                        <a:lnTo>
                          <a:pt x="208" y="224"/>
                        </a:lnTo>
                        <a:lnTo>
                          <a:pt x="192" y="216"/>
                        </a:lnTo>
                        <a:lnTo>
                          <a:pt x="168" y="208"/>
                        </a:lnTo>
                        <a:lnTo>
                          <a:pt x="136" y="184"/>
                        </a:lnTo>
                        <a:lnTo>
                          <a:pt x="112" y="152"/>
                        </a:lnTo>
                        <a:lnTo>
                          <a:pt x="112" y="136"/>
                        </a:lnTo>
                        <a:lnTo>
                          <a:pt x="88" y="112"/>
                        </a:lnTo>
                        <a:lnTo>
                          <a:pt x="80" y="112"/>
                        </a:lnTo>
                        <a:lnTo>
                          <a:pt x="72" y="80"/>
                        </a:lnTo>
                        <a:lnTo>
                          <a:pt x="56" y="64"/>
                        </a:lnTo>
                        <a:lnTo>
                          <a:pt x="48" y="64"/>
                        </a:lnTo>
                        <a:lnTo>
                          <a:pt x="40" y="48"/>
                        </a:lnTo>
                        <a:lnTo>
                          <a:pt x="32" y="40"/>
                        </a:lnTo>
                        <a:lnTo>
                          <a:pt x="24" y="40"/>
                        </a:lnTo>
                        <a:lnTo>
                          <a:pt x="0"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70" name="Freeform 80">
                    <a:extLst>
                      <a:ext uri="{FF2B5EF4-FFF2-40B4-BE49-F238E27FC236}">
                        <a16:creationId xmlns:a16="http://schemas.microsoft.com/office/drawing/2014/main" id="{D7172AFC-89F4-3288-F290-734602FD98C1}"/>
                      </a:ext>
                    </a:extLst>
                  </p:cNvPr>
                  <p:cNvSpPr>
                    <a:spLocks/>
                  </p:cNvSpPr>
                  <p:nvPr/>
                </p:nvSpPr>
                <p:spPr bwMode="gray">
                  <a:xfrm>
                    <a:off x="4280" y="2909"/>
                    <a:ext cx="23" cy="17"/>
                  </a:xfrm>
                  <a:custGeom>
                    <a:avLst/>
                    <a:gdLst>
                      <a:gd name="T0" fmla="*/ 0 w 32"/>
                      <a:gd name="T1" fmla="*/ 3 h 24"/>
                      <a:gd name="T2" fmla="*/ 6 w 32"/>
                      <a:gd name="T3" fmla="*/ 9 h 24"/>
                      <a:gd name="T4" fmla="*/ 12 w 32"/>
                      <a:gd name="T5" fmla="*/ 9 h 24"/>
                      <a:gd name="T6" fmla="*/ 3 w 32"/>
                      <a:gd name="T7" fmla="*/ 0 h 24"/>
                      <a:gd name="T8" fmla="*/ 0 w 32"/>
                      <a:gd name="T9" fmla="*/ 0 h 24"/>
                      <a:gd name="T10" fmla="*/ 0 w 32"/>
                      <a:gd name="T11" fmla="*/ 3 h 24"/>
                      <a:gd name="T12" fmla="*/ 0 60000 65536"/>
                      <a:gd name="T13" fmla="*/ 0 60000 65536"/>
                      <a:gd name="T14" fmla="*/ 0 60000 65536"/>
                      <a:gd name="T15" fmla="*/ 0 60000 65536"/>
                      <a:gd name="T16" fmla="*/ 0 60000 65536"/>
                      <a:gd name="T17" fmla="*/ 0 60000 65536"/>
                      <a:gd name="T18" fmla="*/ 0 w 32"/>
                      <a:gd name="T19" fmla="*/ 0 h 24"/>
                      <a:gd name="T20" fmla="*/ 32 w 32"/>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32" h="24">
                        <a:moveTo>
                          <a:pt x="0" y="8"/>
                        </a:moveTo>
                        <a:lnTo>
                          <a:pt x="16" y="24"/>
                        </a:lnTo>
                        <a:lnTo>
                          <a:pt x="32" y="24"/>
                        </a:lnTo>
                        <a:lnTo>
                          <a:pt x="8" y="0"/>
                        </a:lnTo>
                        <a:lnTo>
                          <a:pt x="0" y="0"/>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71" name="Freeform 81">
                    <a:extLst>
                      <a:ext uri="{FF2B5EF4-FFF2-40B4-BE49-F238E27FC236}">
                        <a16:creationId xmlns:a16="http://schemas.microsoft.com/office/drawing/2014/main" id="{2958B79F-9578-F745-BDF2-EA73273113E6}"/>
                      </a:ext>
                    </a:extLst>
                  </p:cNvPr>
                  <p:cNvSpPr>
                    <a:spLocks/>
                  </p:cNvSpPr>
                  <p:nvPr/>
                </p:nvSpPr>
                <p:spPr bwMode="gray">
                  <a:xfrm>
                    <a:off x="4286" y="2971"/>
                    <a:ext cx="124" cy="39"/>
                  </a:xfrm>
                  <a:custGeom>
                    <a:avLst/>
                    <a:gdLst>
                      <a:gd name="T0" fmla="*/ 61 w 176"/>
                      <a:gd name="T1" fmla="*/ 14 h 56"/>
                      <a:gd name="T2" fmla="*/ 58 w 176"/>
                      <a:gd name="T3" fmla="*/ 14 h 56"/>
                      <a:gd name="T4" fmla="*/ 56 w 176"/>
                      <a:gd name="T5" fmla="*/ 14 h 56"/>
                      <a:gd name="T6" fmla="*/ 48 w 176"/>
                      <a:gd name="T7" fmla="*/ 10 h 56"/>
                      <a:gd name="T8" fmla="*/ 48 w 176"/>
                      <a:gd name="T9" fmla="*/ 6 h 56"/>
                      <a:gd name="T10" fmla="*/ 36 w 176"/>
                      <a:gd name="T11" fmla="*/ 3 h 56"/>
                      <a:gd name="T12" fmla="*/ 34 w 176"/>
                      <a:gd name="T13" fmla="*/ 6 h 56"/>
                      <a:gd name="T14" fmla="*/ 34 w 176"/>
                      <a:gd name="T15" fmla="*/ 8 h 56"/>
                      <a:gd name="T16" fmla="*/ 19 w 176"/>
                      <a:gd name="T17" fmla="*/ 6 h 56"/>
                      <a:gd name="T18" fmla="*/ 19 w 176"/>
                      <a:gd name="T19" fmla="*/ 3 h 56"/>
                      <a:gd name="T20" fmla="*/ 11 w 176"/>
                      <a:gd name="T21" fmla="*/ 3 h 56"/>
                      <a:gd name="T22" fmla="*/ 8 w 176"/>
                      <a:gd name="T23" fmla="*/ 3 h 56"/>
                      <a:gd name="T24" fmla="*/ 3 w 176"/>
                      <a:gd name="T25" fmla="*/ 0 h 56"/>
                      <a:gd name="T26" fmla="*/ 0 w 176"/>
                      <a:gd name="T27" fmla="*/ 6 h 56"/>
                      <a:gd name="T28" fmla="*/ 3 w 176"/>
                      <a:gd name="T29" fmla="*/ 10 h 56"/>
                      <a:gd name="T30" fmla="*/ 17 w 176"/>
                      <a:gd name="T31" fmla="*/ 10 h 56"/>
                      <a:gd name="T32" fmla="*/ 17 w 176"/>
                      <a:gd name="T33" fmla="*/ 14 h 56"/>
                      <a:gd name="T34" fmla="*/ 27 w 176"/>
                      <a:gd name="T35" fmla="*/ 14 h 56"/>
                      <a:gd name="T36" fmla="*/ 34 w 176"/>
                      <a:gd name="T37" fmla="*/ 16 h 56"/>
                      <a:gd name="T38" fmla="*/ 48 w 176"/>
                      <a:gd name="T39" fmla="*/ 16 h 56"/>
                      <a:gd name="T40" fmla="*/ 56 w 176"/>
                      <a:gd name="T41" fmla="*/ 19 h 56"/>
                      <a:gd name="T42" fmla="*/ 61 w 176"/>
                      <a:gd name="T43" fmla="*/ 19 h 56"/>
                      <a:gd name="T44" fmla="*/ 61 w 176"/>
                      <a:gd name="T45" fmla="*/ 14 h 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6"/>
                      <a:gd name="T70" fmla="*/ 0 h 56"/>
                      <a:gd name="T71" fmla="*/ 176 w 176"/>
                      <a:gd name="T72" fmla="*/ 56 h 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6" h="56">
                        <a:moveTo>
                          <a:pt x="176" y="40"/>
                        </a:moveTo>
                        <a:lnTo>
                          <a:pt x="168" y="40"/>
                        </a:lnTo>
                        <a:lnTo>
                          <a:pt x="160" y="40"/>
                        </a:lnTo>
                        <a:lnTo>
                          <a:pt x="136" y="32"/>
                        </a:lnTo>
                        <a:lnTo>
                          <a:pt x="136" y="16"/>
                        </a:lnTo>
                        <a:lnTo>
                          <a:pt x="104" y="8"/>
                        </a:lnTo>
                        <a:lnTo>
                          <a:pt x="96" y="16"/>
                        </a:lnTo>
                        <a:lnTo>
                          <a:pt x="96" y="24"/>
                        </a:lnTo>
                        <a:lnTo>
                          <a:pt x="56" y="16"/>
                        </a:lnTo>
                        <a:lnTo>
                          <a:pt x="56" y="8"/>
                        </a:lnTo>
                        <a:lnTo>
                          <a:pt x="32" y="8"/>
                        </a:lnTo>
                        <a:lnTo>
                          <a:pt x="24" y="8"/>
                        </a:lnTo>
                        <a:lnTo>
                          <a:pt x="8" y="0"/>
                        </a:lnTo>
                        <a:lnTo>
                          <a:pt x="0" y="16"/>
                        </a:lnTo>
                        <a:lnTo>
                          <a:pt x="8" y="32"/>
                        </a:lnTo>
                        <a:lnTo>
                          <a:pt x="48" y="32"/>
                        </a:lnTo>
                        <a:lnTo>
                          <a:pt x="48" y="40"/>
                        </a:lnTo>
                        <a:lnTo>
                          <a:pt x="80" y="40"/>
                        </a:lnTo>
                        <a:lnTo>
                          <a:pt x="96" y="48"/>
                        </a:lnTo>
                        <a:lnTo>
                          <a:pt x="136" y="48"/>
                        </a:lnTo>
                        <a:lnTo>
                          <a:pt x="160" y="56"/>
                        </a:lnTo>
                        <a:lnTo>
                          <a:pt x="176" y="56"/>
                        </a:lnTo>
                        <a:lnTo>
                          <a:pt x="176" y="4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72" name="Freeform 82">
                    <a:extLst>
                      <a:ext uri="{FF2B5EF4-FFF2-40B4-BE49-F238E27FC236}">
                        <a16:creationId xmlns:a16="http://schemas.microsoft.com/office/drawing/2014/main" id="{741CDAFB-44A0-A4FD-6AAD-E9B12C5190ED}"/>
                      </a:ext>
                    </a:extLst>
                  </p:cNvPr>
                  <p:cNvSpPr>
                    <a:spLocks/>
                  </p:cNvSpPr>
                  <p:nvPr/>
                </p:nvSpPr>
                <p:spPr bwMode="gray">
                  <a:xfrm>
                    <a:off x="4415" y="2999"/>
                    <a:ext cx="11" cy="11"/>
                  </a:xfrm>
                  <a:custGeom>
                    <a:avLst/>
                    <a:gdLst>
                      <a:gd name="T0" fmla="*/ 0 w 16"/>
                      <a:gd name="T1" fmla="*/ 0 h 16"/>
                      <a:gd name="T2" fmla="*/ 0 w 16"/>
                      <a:gd name="T3" fmla="*/ 6 h 16"/>
                      <a:gd name="T4" fmla="*/ 3 w 16"/>
                      <a:gd name="T5" fmla="*/ 6 h 16"/>
                      <a:gd name="T6" fmla="*/ 6 w 16"/>
                      <a:gd name="T7" fmla="*/ 6 h 16"/>
                      <a:gd name="T8" fmla="*/ 6 w 16"/>
                      <a:gd name="T9" fmla="*/ 0 h 16"/>
                      <a:gd name="T10" fmla="*/ 0 w 16"/>
                      <a:gd name="T11" fmla="*/ 0 h 16"/>
                      <a:gd name="T12" fmla="*/ 0 60000 65536"/>
                      <a:gd name="T13" fmla="*/ 0 60000 65536"/>
                      <a:gd name="T14" fmla="*/ 0 60000 65536"/>
                      <a:gd name="T15" fmla="*/ 0 60000 65536"/>
                      <a:gd name="T16" fmla="*/ 0 60000 65536"/>
                      <a:gd name="T17" fmla="*/ 0 60000 65536"/>
                      <a:gd name="T18" fmla="*/ 0 w 16"/>
                      <a:gd name="T19" fmla="*/ 0 h 16"/>
                      <a:gd name="T20" fmla="*/ 16 w 1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6" h="16">
                        <a:moveTo>
                          <a:pt x="0" y="0"/>
                        </a:moveTo>
                        <a:lnTo>
                          <a:pt x="0" y="16"/>
                        </a:lnTo>
                        <a:lnTo>
                          <a:pt x="8" y="16"/>
                        </a:lnTo>
                        <a:lnTo>
                          <a:pt x="16" y="16"/>
                        </a:lnTo>
                        <a:lnTo>
                          <a:pt x="16" y="0"/>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73" name="Freeform 83">
                    <a:extLst>
                      <a:ext uri="{FF2B5EF4-FFF2-40B4-BE49-F238E27FC236}">
                        <a16:creationId xmlns:a16="http://schemas.microsoft.com/office/drawing/2014/main" id="{245280D7-F040-0D9D-79D7-3CFCB60E231A}"/>
                      </a:ext>
                    </a:extLst>
                  </p:cNvPr>
                  <p:cNvSpPr>
                    <a:spLocks/>
                  </p:cNvSpPr>
                  <p:nvPr/>
                </p:nvSpPr>
                <p:spPr bwMode="gray">
                  <a:xfrm>
                    <a:off x="4432" y="3004"/>
                    <a:ext cx="51" cy="12"/>
                  </a:xfrm>
                  <a:custGeom>
                    <a:avLst/>
                    <a:gdLst>
                      <a:gd name="T0" fmla="*/ 0 w 72"/>
                      <a:gd name="T1" fmla="*/ 4 h 16"/>
                      <a:gd name="T2" fmla="*/ 3 w 72"/>
                      <a:gd name="T3" fmla="*/ 0 h 16"/>
                      <a:gd name="T4" fmla="*/ 6 w 72"/>
                      <a:gd name="T5" fmla="*/ 4 h 16"/>
                      <a:gd name="T6" fmla="*/ 11 w 72"/>
                      <a:gd name="T7" fmla="*/ 0 h 16"/>
                      <a:gd name="T8" fmla="*/ 14 w 72"/>
                      <a:gd name="T9" fmla="*/ 0 h 16"/>
                      <a:gd name="T10" fmla="*/ 23 w 72"/>
                      <a:gd name="T11" fmla="*/ 0 h 16"/>
                      <a:gd name="T12" fmla="*/ 26 w 72"/>
                      <a:gd name="T13" fmla="*/ 4 h 16"/>
                      <a:gd name="T14" fmla="*/ 23 w 72"/>
                      <a:gd name="T15" fmla="*/ 4 h 16"/>
                      <a:gd name="T16" fmla="*/ 8 w 72"/>
                      <a:gd name="T17" fmla="*/ 7 h 16"/>
                      <a:gd name="T18" fmla="*/ 3 w 72"/>
                      <a:gd name="T19" fmla="*/ 4 h 16"/>
                      <a:gd name="T20" fmla="*/ 0 w 72"/>
                      <a:gd name="T21" fmla="*/ 4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
                      <a:gd name="T34" fmla="*/ 0 h 16"/>
                      <a:gd name="T35" fmla="*/ 72 w 72"/>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 h="16">
                        <a:moveTo>
                          <a:pt x="0" y="8"/>
                        </a:moveTo>
                        <a:lnTo>
                          <a:pt x="8" y="0"/>
                        </a:lnTo>
                        <a:lnTo>
                          <a:pt x="16" y="8"/>
                        </a:lnTo>
                        <a:lnTo>
                          <a:pt x="32" y="0"/>
                        </a:lnTo>
                        <a:lnTo>
                          <a:pt x="40" y="0"/>
                        </a:lnTo>
                        <a:lnTo>
                          <a:pt x="64" y="0"/>
                        </a:lnTo>
                        <a:lnTo>
                          <a:pt x="72" y="8"/>
                        </a:lnTo>
                        <a:lnTo>
                          <a:pt x="64" y="8"/>
                        </a:lnTo>
                        <a:lnTo>
                          <a:pt x="24" y="16"/>
                        </a:lnTo>
                        <a:lnTo>
                          <a:pt x="8" y="8"/>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74" name="Freeform 84">
                    <a:extLst>
                      <a:ext uri="{FF2B5EF4-FFF2-40B4-BE49-F238E27FC236}">
                        <a16:creationId xmlns:a16="http://schemas.microsoft.com/office/drawing/2014/main" id="{DFA0BB54-31C9-DB22-E11C-45015B38004A}"/>
                      </a:ext>
                    </a:extLst>
                  </p:cNvPr>
                  <p:cNvSpPr>
                    <a:spLocks/>
                  </p:cNvSpPr>
                  <p:nvPr/>
                </p:nvSpPr>
                <p:spPr bwMode="gray">
                  <a:xfrm>
                    <a:off x="4488" y="3004"/>
                    <a:ext cx="34" cy="12"/>
                  </a:xfrm>
                  <a:custGeom>
                    <a:avLst/>
                    <a:gdLst>
                      <a:gd name="T0" fmla="*/ 0 w 48"/>
                      <a:gd name="T1" fmla="*/ 4 h 16"/>
                      <a:gd name="T2" fmla="*/ 6 w 48"/>
                      <a:gd name="T3" fmla="*/ 0 h 16"/>
                      <a:gd name="T4" fmla="*/ 17 w 48"/>
                      <a:gd name="T5" fmla="*/ 0 h 16"/>
                      <a:gd name="T6" fmla="*/ 17 w 48"/>
                      <a:gd name="T7" fmla="*/ 4 h 16"/>
                      <a:gd name="T8" fmla="*/ 14 w 48"/>
                      <a:gd name="T9" fmla="*/ 4 h 16"/>
                      <a:gd name="T10" fmla="*/ 0 w 48"/>
                      <a:gd name="T11" fmla="*/ 7 h 16"/>
                      <a:gd name="T12" fmla="*/ 0 w 48"/>
                      <a:gd name="T13" fmla="*/ 4 h 16"/>
                      <a:gd name="T14" fmla="*/ 0 60000 65536"/>
                      <a:gd name="T15" fmla="*/ 0 60000 65536"/>
                      <a:gd name="T16" fmla="*/ 0 60000 65536"/>
                      <a:gd name="T17" fmla="*/ 0 60000 65536"/>
                      <a:gd name="T18" fmla="*/ 0 60000 65536"/>
                      <a:gd name="T19" fmla="*/ 0 60000 65536"/>
                      <a:gd name="T20" fmla="*/ 0 60000 65536"/>
                      <a:gd name="T21" fmla="*/ 0 w 48"/>
                      <a:gd name="T22" fmla="*/ 0 h 16"/>
                      <a:gd name="T23" fmla="*/ 48 w 48"/>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6">
                        <a:moveTo>
                          <a:pt x="0" y="8"/>
                        </a:moveTo>
                        <a:lnTo>
                          <a:pt x="16" y="0"/>
                        </a:lnTo>
                        <a:lnTo>
                          <a:pt x="48" y="0"/>
                        </a:lnTo>
                        <a:lnTo>
                          <a:pt x="48" y="8"/>
                        </a:lnTo>
                        <a:lnTo>
                          <a:pt x="40" y="8"/>
                        </a:lnTo>
                        <a:lnTo>
                          <a:pt x="0" y="16"/>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75" name="Freeform 85">
                    <a:extLst>
                      <a:ext uri="{FF2B5EF4-FFF2-40B4-BE49-F238E27FC236}">
                        <a16:creationId xmlns:a16="http://schemas.microsoft.com/office/drawing/2014/main" id="{CF2ABE99-AEF8-FF79-74CB-C0C843CE8A46}"/>
                      </a:ext>
                    </a:extLst>
                  </p:cNvPr>
                  <p:cNvSpPr>
                    <a:spLocks/>
                  </p:cNvSpPr>
                  <p:nvPr/>
                </p:nvSpPr>
                <p:spPr bwMode="gray">
                  <a:xfrm>
                    <a:off x="4545" y="3004"/>
                    <a:ext cx="50" cy="29"/>
                  </a:xfrm>
                  <a:custGeom>
                    <a:avLst/>
                    <a:gdLst>
                      <a:gd name="T0" fmla="*/ 22 w 72"/>
                      <a:gd name="T1" fmla="*/ 0 h 40"/>
                      <a:gd name="T2" fmla="*/ 24 w 72"/>
                      <a:gd name="T3" fmla="*/ 3 h 40"/>
                      <a:gd name="T4" fmla="*/ 22 w 72"/>
                      <a:gd name="T5" fmla="*/ 7 h 40"/>
                      <a:gd name="T6" fmla="*/ 16 w 72"/>
                      <a:gd name="T7" fmla="*/ 7 h 40"/>
                      <a:gd name="T8" fmla="*/ 10 w 72"/>
                      <a:gd name="T9" fmla="*/ 9 h 40"/>
                      <a:gd name="T10" fmla="*/ 8 w 72"/>
                      <a:gd name="T11" fmla="*/ 12 h 40"/>
                      <a:gd name="T12" fmla="*/ 3 w 72"/>
                      <a:gd name="T13" fmla="*/ 15 h 40"/>
                      <a:gd name="T14" fmla="*/ 0 w 72"/>
                      <a:gd name="T15" fmla="*/ 15 h 40"/>
                      <a:gd name="T16" fmla="*/ 0 w 72"/>
                      <a:gd name="T17" fmla="*/ 12 h 40"/>
                      <a:gd name="T18" fmla="*/ 3 w 72"/>
                      <a:gd name="T19" fmla="*/ 9 h 40"/>
                      <a:gd name="T20" fmla="*/ 6 w 72"/>
                      <a:gd name="T21" fmla="*/ 7 h 40"/>
                      <a:gd name="T22" fmla="*/ 10 w 72"/>
                      <a:gd name="T23" fmla="*/ 3 h 40"/>
                      <a:gd name="T24" fmla="*/ 22 w 72"/>
                      <a:gd name="T25" fmla="*/ 0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40"/>
                      <a:gd name="T41" fmla="*/ 72 w 72"/>
                      <a:gd name="T42" fmla="*/ 40 h 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40">
                        <a:moveTo>
                          <a:pt x="64" y="0"/>
                        </a:moveTo>
                        <a:lnTo>
                          <a:pt x="72" y="8"/>
                        </a:lnTo>
                        <a:lnTo>
                          <a:pt x="64" y="16"/>
                        </a:lnTo>
                        <a:lnTo>
                          <a:pt x="48" y="16"/>
                        </a:lnTo>
                        <a:lnTo>
                          <a:pt x="32" y="24"/>
                        </a:lnTo>
                        <a:lnTo>
                          <a:pt x="24" y="32"/>
                        </a:lnTo>
                        <a:lnTo>
                          <a:pt x="8" y="40"/>
                        </a:lnTo>
                        <a:lnTo>
                          <a:pt x="0" y="40"/>
                        </a:lnTo>
                        <a:lnTo>
                          <a:pt x="0" y="32"/>
                        </a:lnTo>
                        <a:lnTo>
                          <a:pt x="8" y="24"/>
                        </a:lnTo>
                        <a:lnTo>
                          <a:pt x="16" y="16"/>
                        </a:lnTo>
                        <a:lnTo>
                          <a:pt x="32" y="8"/>
                        </a:lnTo>
                        <a:lnTo>
                          <a:pt x="6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76" name="Freeform 86">
                    <a:extLst>
                      <a:ext uri="{FF2B5EF4-FFF2-40B4-BE49-F238E27FC236}">
                        <a16:creationId xmlns:a16="http://schemas.microsoft.com/office/drawing/2014/main" id="{721FEAD5-8EFE-6D4A-5995-011A4E9152D1}"/>
                      </a:ext>
                    </a:extLst>
                  </p:cNvPr>
                  <p:cNvSpPr>
                    <a:spLocks/>
                  </p:cNvSpPr>
                  <p:nvPr/>
                </p:nvSpPr>
                <p:spPr bwMode="gray">
                  <a:xfrm>
                    <a:off x="4477" y="2864"/>
                    <a:ext cx="85" cy="101"/>
                  </a:xfrm>
                  <a:custGeom>
                    <a:avLst/>
                    <a:gdLst>
                      <a:gd name="T0" fmla="*/ 40 w 120"/>
                      <a:gd name="T1" fmla="*/ 0 h 144"/>
                      <a:gd name="T2" fmla="*/ 37 w 120"/>
                      <a:gd name="T3" fmla="*/ 3 h 144"/>
                      <a:gd name="T4" fmla="*/ 34 w 120"/>
                      <a:gd name="T5" fmla="*/ 6 h 144"/>
                      <a:gd name="T6" fmla="*/ 23 w 120"/>
                      <a:gd name="T7" fmla="*/ 6 h 144"/>
                      <a:gd name="T8" fmla="*/ 17 w 120"/>
                      <a:gd name="T9" fmla="*/ 0 h 144"/>
                      <a:gd name="T10" fmla="*/ 14 w 120"/>
                      <a:gd name="T11" fmla="*/ 0 h 144"/>
                      <a:gd name="T12" fmla="*/ 11 w 120"/>
                      <a:gd name="T13" fmla="*/ 6 h 144"/>
                      <a:gd name="T14" fmla="*/ 9 w 120"/>
                      <a:gd name="T15" fmla="*/ 6 h 144"/>
                      <a:gd name="T16" fmla="*/ 6 w 120"/>
                      <a:gd name="T17" fmla="*/ 11 h 144"/>
                      <a:gd name="T18" fmla="*/ 3 w 120"/>
                      <a:gd name="T19" fmla="*/ 17 h 144"/>
                      <a:gd name="T20" fmla="*/ 3 w 120"/>
                      <a:gd name="T21" fmla="*/ 19 h 144"/>
                      <a:gd name="T22" fmla="*/ 3 w 120"/>
                      <a:gd name="T23" fmla="*/ 25 h 144"/>
                      <a:gd name="T24" fmla="*/ 0 w 120"/>
                      <a:gd name="T25" fmla="*/ 27 h 144"/>
                      <a:gd name="T26" fmla="*/ 0 w 120"/>
                      <a:gd name="T27" fmla="*/ 36 h 144"/>
                      <a:gd name="T28" fmla="*/ 3 w 120"/>
                      <a:gd name="T29" fmla="*/ 36 h 144"/>
                      <a:gd name="T30" fmla="*/ 6 w 120"/>
                      <a:gd name="T31" fmla="*/ 39 h 144"/>
                      <a:gd name="T32" fmla="*/ 6 w 120"/>
                      <a:gd name="T33" fmla="*/ 44 h 144"/>
                      <a:gd name="T34" fmla="*/ 3 w 120"/>
                      <a:gd name="T35" fmla="*/ 50 h 144"/>
                      <a:gd name="T36" fmla="*/ 6 w 120"/>
                      <a:gd name="T37" fmla="*/ 50 h 144"/>
                      <a:gd name="T38" fmla="*/ 9 w 120"/>
                      <a:gd name="T39" fmla="*/ 44 h 144"/>
                      <a:gd name="T40" fmla="*/ 9 w 120"/>
                      <a:gd name="T41" fmla="*/ 33 h 144"/>
                      <a:gd name="T42" fmla="*/ 9 w 120"/>
                      <a:gd name="T43" fmla="*/ 30 h 144"/>
                      <a:gd name="T44" fmla="*/ 11 w 120"/>
                      <a:gd name="T45" fmla="*/ 30 h 144"/>
                      <a:gd name="T46" fmla="*/ 11 w 120"/>
                      <a:gd name="T47" fmla="*/ 27 h 144"/>
                      <a:gd name="T48" fmla="*/ 14 w 120"/>
                      <a:gd name="T49" fmla="*/ 30 h 144"/>
                      <a:gd name="T50" fmla="*/ 14 w 120"/>
                      <a:gd name="T51" fmla="*/ 36 h 144"/>
                      <a:gd name="T52" fmla="*/ 20 w 120"/>
                      <a:gd name="T53" fmla="*/ 41 h 144"/>
                      <a:gd name="T54" fmla="*/ 17 w 120"/>
                      <a:gd name="T55" fmla="*/ 44 h 144"/>
                      <a:gd name="T56" fmla="*/ 20 w 120"/>
                      <a:gd name="T57" fmla="*/ 47 h 144"/>
                      <a:gd name="T58" fmla="*/ 23 w 120"/>
                      <a:gd name="T59" fmla="*/ 41 h 144"/>
                      <a:gd name="T60" fmla="*/ 26 w 120"/>
                      <a:gd name="T61" fmla="*/ 41 h 144"/>
                      <a:gd name="T62" fmla="*/ 26 w 120"/>
                      <a:gd name="T63" fmla="*/ 39 h 144"/>
                      <a:gd name="T64" fmla="*/ 23 w 120"/>
                      <a:gd name="T65" fmla="*/ 33 h 144"/>
                      <a:gd name="T66" fmla="*/ 23 w 120"/>
                      <a:gd name="T67" fmla="*/ 27 h 144"/>
                      <a:gd name="T68" fmla="*/ 17 w 120"/>
                      <a:gd name="T69" fmla="*/ 25 h 144"/>
                      <a:gd name="T70" fmla="*/ 17 w 120"/>
                      <a:gd name="T71" fmla="*/ 22 h 144"/>
                      <a:gd name="T72" fmla="*/ 23 w 120"/>
                      <a:gd name="T73" fmla="*/ 22 h 144"/>
                      <a:gd name="T74" fmla="*/ 26 w 120"/>
                      <a:gd name="T75" fmla="*/ 19 h 144"/>
                      <a:gd name="T76" fmla="*/ 31 w 120"/>
                      <a:gd name="T77" fmla="*/ 19 h 144"/>
                      <a:gd name="T78" fmla="*/ 34 w 120"/>
                      <a:gd name="T79" fmla="*/ 17 h 144"/>
                      <a:gd name="T80" fmla="*/ 28 w 120"/>
                      <a:gd name="T81" fmla="*/ 14 h 144"/>
                      <a:gd name="T82" fmla="*/ 23 w 120"/>
                      <a:gd name="T83" fmla="*/ 14 h 144"/>
                      <a:gd name="T84" fmla="*/ 17 w 120"/>
                      <a:gd name="T85" fmla="*/ 17 h 144"/>
                      <a:gd name="T86" fmla="*/ 14 w 120"/>
                      <a:gd name="T87" fmla="*/ 19 h 144"/>
                      <a:gd name="T88" fmla="*/ 9 w 120"/>
                      <a:gd name="T89" fmla="*/ 14 h 144"/>
                      <a:gd name="T90" fmla="*/ 9 w 120"/>
                      <a:gd name="T91" fmla="*/ 11 h 144"/>
                      <a:gd name="T92" fmla="*/ 11 w 120"/>
                      <a:gd name="T93" fmla="*/ 8 h 144"/>
                      <a:gd name="T94" fmla="*/ 28 w 120"/>
                      <a:gd name="T95" fmla="*/ 8 h 144"/>
                      <a:gd name="T96" fmla="*/ 34 w 120"/>
                      <a:gd name="T97" fmla="*/ 8 h 144"/>
                      <a:gd name="T98" fmla="*/ 40 w 120"/>
                      <a:gd name="T99" fmla="*/ 6 h 144"/>
                      <a:gd name="T100" fmla="*/ 43 w 120"/>
                      <a:gd name="T101" fmla="*/ 0 h 144"/>
                      <a:gd name="T102" fmla="*/ 40 w 120"/>
                      <a:gd name="T103" fmla="*/ 0 h 14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0"/>
                      <a:gd name="T157" fmla="*/ 0 h 144"/>
                      <a:gd name="T158" fmla="*/ 120 w 120"/>
                      <a:gd name="T159" fmla="*/ 144 h 14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0" h="144">
                        <a:moveTo>
                          <a:pt x="112" y="0"/>
                        </a:moveTo>
                        <a:lnTo>
                          <a:pt x="104" y="8"/>
                        </a:lnTo>
                        <a:lnTo>
                          <a:pt x="96" y="16"/>
                        </a:lnTo>
                        <a:lnTo>
                          <a:pt x="64" y="16"/>
                        </a:lnTo>
                        <a:lnTo>
                          <a:pt x="48" y="0"/>
                        </a:lnTo>
                        <a:lnTo>
                          <a:pt x="40" y="0"/>
                        </a:lnTo>
                        <a:lnTo>
                          <a:pt x="32" y="16"/>
                        </a:lnTo>
                        <a:lnTo>
                          <a:pt x="24" y="16"/>
                        </a:lnTo>
                        <a:lnTo>
                          <a:pt x="16" y="32"/>
                        </a:lnTo>
                        <a:lnTo>
                          <a:pt x="8" y="48"/>
                        </a:lnTo>
                        <a:lnTo>
                          <a:pt x="8" y="56"/>
                        </a:lnTo>
                        <a:lnTo>
                          <a:pt x="8" y="72"/>
                        </a:lnTo>
                        <a:lnTo>
                          <a:pt x="0" y="80"/>
                        </a:lnTo>
                        <a:lnTo>
                          <a:pt x="0" y="104"/>
                        </a:lnTo>
                        <a:lnTo>
                          <a:pt x="8" y="104"/>
                        </a:lnTo>
                        <a:lnTo>
                          <a:pt x="16" y="112"/>
                        </a:lnTo>
                        <a:lnTo>
                          <a:pt x="16" y="128"/>
                        </a:lnTo>
                        <a:lnTo>
                          <a:pt x="8" y="144"/>
                        </a:lnTo>
                        <a:lnTo>
                          <a:pt x="16" y="144"/>
                        </a:lnTo>
                        <a:lnTo>
                          <a:pt x="24" y="128"/>
                        </a:lnTo>
                        <a:lnTo>
                          <a:pt x="24" y="96"/>
                        </a:lnTo>
                        <a:lnTo>
                          <a:pt x="24" y="88"/>
                        </a:lnTo>
                        <a:lnTo>
                          <a:pt x="32" y="88"/>
                        </a:lnTo>
                        <a:lnTo>
                          <a:pt x="32" y="80"/>
                        </a:lnTo>
                        <a:lnTo>
                          <a:pt x="40" y="88"/>
                        </a:lnTo>
                        <a:lnTo>
                          <a:pt x="40" y="104"/>
                        </a:lnTo>
                        <a:lnTo>
                          <a:pt x="56" y="120"/>
                        </a:lnTo>
                        <a:lnTo>
                          <a:pt x="48" y="128"/>
                        </a:lnTo>
                        <a:lnTo>
                          <a:pt x="56" y="136"/>
                        </a:lnTo>
                        <a:lnTo>
                          <a:pt x="64" y="120"/>
                        </a:lnTo>
                        <a:lnTo>
                          <a:pt x="72" y="120"/>
                        </a:lnTo>
                        <a:lnTo>
                          <a:pt x="72" y="112"/>
                        </a:lnTo>
                        <a:lnTo>
                          <a:pt x="64" y="96"/>
                        </a:lnTo>
                        <a:lnTo>
                          <a:pt x="64" y="80"/>
                        </a:lnTo>
                        <a:lnTo>
                          <a:pt x="48" y="72"/>
                        </a:lnTo>
                        <a:lnTo>
                          <a:pt x="48" y="64"/>
                        </a:lnTo>
                        <a:lnTo>
                          <a:pt x="64" y="64"/>
                        </a:lnTo>
                        <a:lnTo>
                          <a:pt x="72" y="56"/>
                        </a:lnTo>
                        <a:lnTo>
                          <a:pt x="88" y="56"/>
                        </a:lnTo>
                        <a:lnTo>
                          <a:pt x="96" y="48"/>
                        </a:lnTo>
                        <a:lnTo>
                          <a:pt x="80" y="40"/>
                        </a:lnTo>
                        <a:lnTo>
                          <a:pt x="64" y="40"/>
                        </a:lnTo>
                        <a:lnTo>
                          <a:pt x="48" y="48"/>
                        </a:lnTo>
                        <a:lnTo>
                          <a:pt x="40" y="56"/>
                        </a:lnTo>
                        <a:lnTo>
                          <a:pt x="24" y="40"/>
                        </a:lnTo>
                        <a:lnTo>
                          <a:pt x="24" y="32"/>
                        </a:lnTo>
                        <a:lnTo>
                          <a:pt x="32" y="24"/>
                        </a:lnTo>
                        <a:lnTo>
                          <a:pt x="80" y="24"/>
                        </a:lnTo>
                        <a:lnTo>
                          <a:pt x="96" y="24"/>
                        </a:lnTo>
                        <a:lnTo>
                          <a:pt x="112" y="16"/>
                        </a:lnTo>
                        <a:lnTo>
                          <a:pt x="120" y="0"/>
                        </a:lnTo>
                        <a:lnTo>
                          <a:pt x="112"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77" name="Freeform 87">
                    <a:extLst>
                      <a:ext uri="{FF2B5EF4-FFF2-40B4-BE49-F238E27FC236}">
                        <a16:creationId xmlns:a16="http://schemas.microsoft.com/office/drawing/2014/main" id="{BB696656-EEBF-6CD1-156F-B9A5D67B0A6D}"/>
                      </a:ext>
                    </a:extLst>
                  </p:cNvPr>
                  <p:cNvSpPr>
                    <a:spLocks/>
                  </p:cNvSpPr>
                  <p:nvPr/>
                </p:nvSpPr>
                <p:spPr bwMode="gray">
                  <a:xfrm>
                    <a:off x="4488" y="2616"/>
                    <a:ext cx="40" cy="73"/>
                  </a:xfrm>
                  <a:custGeom>
                    <a:avLst/>
                    <a:gdLst>
                      <a:gd name="T0" fmla="*/ 9 w 56"/>
                      <a:gd name="T1" fmla="*/ 0 h 104"/>
                      <a:gd name="T2" fmla="*/ 11 w 56"/>
                      <a:gd name="T3" fmla="*/ 3 h 104"/>
                      <a:gd name="T4" fmla="*/ 17 w 56"/>
                      <a:gd name="T5" fmla="*/ 0 h 104"/>
                      <a:gd name="T6" fmla="*/ 21 w 56"/>
                      <a:gd name="T7" fmla="*/ 0 h 104"/>
                      <a:gd name="T8" fmla="*/ 17 w 56"/>
                      <a:gd name="T9" fmla="*/ 8 h 104"/>
                      <a:gd name="T10" fmla="*/ 21 w 56"/>
                      <a:gd name="T11" fmla="*/ 11 h 104"/>
                      <a:gd name="T12" fmla="*/ 21 w 56"/>
                      <a:gd name="T13" fmla="*/ 14 h 104"/>
                      <a:gd name="T14" fmla="*/ 15 w 56"/>
                      <a:gd name="T15" fmla="*/ 19 h 104"/>
                      <a:gd name="T16" fmla="*/ 11 w 56"/>
                      <a:gd name="T17" fmla="*/ 22 h 104"/>
                      <a:gd name="T18" fmla="*/ 15 w 56"/>
                      <a:gd name="T19" fmla="*/ 31 h 104"/>
                      <a:gd name="T20" fmla="*/ 15 w 56"/>
                      <a:gd name="T21" fmla="*/ 33 h 104"/>
                      <a:gd name="T22" fmla="*/ 11 w 56"/>
                      <a:gd name="T23" fmla="*/ 36 h 104"/>
                      <a:gd name="T24" fmla="*/ 9 w 56"/>
                      <a:gd name="T25" fmla="*/ 33 h 104"/>
                      <a:gd name="T26" fmla="*/ 9 w 56"/>
                      <a:gd name="T27" fmla="*/ 27 h 104"/>
                      <a:gd name="T28" fmla="*/ 3 w 56"/>
                      <a:gd name="T29" fmla="*/ 25 h 104"/>
                      <a:gd name="T30" fmla="*/ 0 w 56"/>
                      <a:gd name="T31" fmla="*/ 19 h 104"/>
                      <a:gd name="T32" fmla="*/ 0 w 56"/>
                      <a:gd name="T33" fmla="*/ 17 h 104"/>
                      <a:gd name="T34" fmla="*/ 3 w 56"/>
                      <a:gd name="T35" fmla="*/ 17 h 104"/>
                      <a:gd name="T36" fmla="*/ 6 w 56"/>
                      <a:gd name="T37" fmla="*/ 6 h 104"/>
                      <a:gd name="T38" fmla="*/ 6 w 56"/>
                      <a:gd name="T39" fmla="*/ 3 h 104"/>
                      <a:gd name="T40" fmla="*/ 6 w 56"/>
                      <a:gd name="T41" fmla="*/ 0 h 104"/>
                      <a:gd name="T42" fmla="*/ 9 w 56"/>
                      <a:gd name="T43" fmla="*/ 0 h 10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6"/>
                      <a:gd name="T67" fmla="*/ 0 h 104"/>
                      <a:gd name="T68" fmla="*/ 56 w 56"/>
                      <a:gd name="T69" fmla="*/ 104 h 10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6" h="104">
                        <a:moveTo>
                          <a:pt x="24" y="0"/>
                        </a:moveTo>
                        <a:lnTo>
                          <a:pt x="32" y="8"/>
                        </a:lnTo>
                        <a:lnTo>
                          <a:pt x="48" y="0"/>
                        </a:lnTo>
                        <a:lnTo>
                          <a:pt x="56" y="0"/>
                        </a:lnTo>
                        <a:lnTo>
                          <a:pt x="48" y="24"/>
                        </a:lnTo>
                        <a:lnTo>
                          <a:pt x="56" y="32"/>
                        </a:lnTo>
                        <a:lnTo>
                          <a:pt x="56" y="40"/>
                        </a:lnTo>
                        <a:lnTo>
                          <a:pt x="40" y="56"/>
                        </a:lnTo>
                        <a:lnTo>
                          <a:pt x="32" y="64"/>
                        </a:lnTo>
                        <a:lnTo>
                          <a:pt x="40" y="88"/>
                        </a:lnTo>
                        <a:lnTo>
                          <a:pt x="40" y="96"/>
                        </a:lnTo>
                        <a:lnTo>
                          <a:pt x="32" y="104"/>
                        </a:lnTo>
                        <a:lnTo>
                          <a:pt x="24" y="96"/>
                        </a:lnTo>
                        <a:lnTo>
                          <a:pt x="24" y="80"/>
                        </a:lnTo>
                        <a:lnTo>
                          <a:pt x="8" y="72"/>
                        </a:lnTo>
                        <a:lnTo>
                          <a:pt x="0" y="56"/>
                        </a:lnTo>
                        <a:lnTo>
                          <a:pt x="0" y="48"/>
                        </a:lnTo>
                        <a:lnTo>
                          <a:pt x="8" y="48"/>
                        </a:lnTo>
                        <a:lnTo>
                          <a:pt x="16" y="16"/>
                        </a:lnTo>
                        <a:lnTo>
                          <a:pt x="16" y="8"/>
                        </a:lnTo>
                        <a:lnTo>
                          <a:pt x="16" y="0"/>
                        </a:lnTo>
                        <a:lnTo>
                          <a:pt x="2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78" name="Freeform 88">
                    <a:extLst>
                      <a:ext uri="{FF2B5EF4-FFF2-40B4-BE49-F238E27FC236}">
                        <a16:creationId xmlns:a16="http://schemas.microsoft.com/office/drawing/2014/main" id="{3C0FF419-EB43-3F8A-0A66-806DD498739E}"/>
                      </a:ext>
                    </a:extLst>
                  </p:cNvPr>
                  <p:cNvSpPr>
                    <a:spLocks/>
                  </p:cNvSpPr>
                  <p:nvPr/>
                </p:nvSpPr>
                <p:spPr bwMode="gray">
                  <a:xfrm>
                    <a:off x="4494" y="2689"/>
                    <a:ext cx="17" cy="17"/>
                  </a:xfrm>
                  <a:custGeom>
                    <a:avLst/>
                    <a:gdLst>
                      <a:gd name="T0" fmla="*/ 6 w 24"/>
                      <a:gd name="T1" fmla="*/ 0 h 24"/>
                      <a:gd name="T2" fmla="*/ 9 w 24"/>
                      <a:gd name="T3" fmla="*/ 3 h 24"/>
                      <a:gd name="T4" fmla="*/ 9 w 24"/>
                      <a:gd name="T5" fmla="*/ 9 h 24"/>
                      <a:gd name="T6" fmla="*/ 6 w 24"/>
                      <a:gd name="T7" fmla="*/ 9 h 24"/>
                      <a:gd name="T8" fmla="*/ 3 w 24"/>
                      <a:gd name="T9" fmla="*/ 3 h 24"/>
                      <a:gd name="T10" fmla="*/ 0 w 24"/>
                      <a:gd name="T11" fmla="*/ 0 h 24"/>
                      <a:gd name="T12" fmla="*/ 3 w 24"/>
                      <a:gd name="T13" fmla="*/ 0 h 24"/>
                      <a:gd name="T14" fmla="*/ 6 w 24"/>
                      <a:gd name="T15" fmla="*/ 0 h 24"/>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24"/>
                      <a:gd name="T26" fmla="*/ 24 w 24"/>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24">
                        <a:moveTo>
                          <a:pt x="16" y="0"/>
                        </a:moveTo>
                        <a:lnTo>
                          <a:pt x="24" y="8"/>
                        </a:lnTo>
                        <a:lnTo>
                          <a:pt x="24" y="24"/>
                        </a:lnTo>
                        <a:lnTo>
                          <a:pt x="16" y="24"/>
                        </a:lnTo>
                        <a:lnTo>
                          <a:pt x="8" y="8"/>
                        </a:lnTo>
                        <a:lnTo>
                          <a:pt x="0" y="0"/>
                        </a:lnTo>
                        <a:lnTo>
                          <a:pt x="8" y="0"/>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79" name="Freeform 89">
                    <a:extLst>
                      <a:ext uri="{FF2B5EF4-FFF2-40B4-BE49-F238E27FC236}">
                        <a16:creationId xmlns:a16="http://schemas.microsoft.com/office/drawing/2014/main" id="{E4893C6A-3F27-DB30-62E7-A8DA7173D287}"/>
                      </a:ext>
                    </a:extLst>
                  </p:cNvPr>
                  <p:cNvSpPr>
                    <a:spLocks/>
                  </p:cNvSpPr>
                  <p:nvPr/>
                </p:nvSpPr>
                <p:spPr bwMode="gray">
                  <a:xfrm>
                    <a:off x="4517" y="2678"/>
                    <a:ext cx="33" cy="23"/>
                  </a:xfrm>
                  <a:custGeom>
                    <a:avLst/>
                    <a:gdLst>
                      <a:gd name="T0" fmla="*/ 0 w 48"/>
                      <a:gd name="T1" fmla="*/ 3 h 32"/>
                      <a:gd name="T2" fmla="*/ 3 w 48"/>
                      <a:gd name="T3" fmla="*/ 0 h 32"/>
                      <a:gd name="T4" fmla="*/ 6 w 48"/>
                      <a:gd name="T5" fmla="*/ 0 h 32"/>
                      <a:gd name="T6" fmla="*/ 8 w 48"/>
                      <a:gd name="T7" fmla="*/ 3 h 32"/>
                      <a:gd name="T8" fmla="*/ 10 w 48"/>
                      <a:gd name="T9" fmla="*/ 3 h 32"/>
                      <a:gd name="T10" fmla="*/ 13 w 48"/>
                      <a:gd name="T11" fmla="*/ 6 h 32"/>
                      <a:gd name="T12" fmla="*/ 13 w 48"/>
                      <a:gd name="T13" fmla="*/ 9 h 32"/>
                      <a:gd name="T14" fmla="*/ 16 w 48"/>
                      <a:gd name="T15" fmla="*/ 12 h 32"/>
                      <a:gd name="T16" fmla="*/ 10 w 48"/>
                      <a:gd name="T17" fmla="*/ 9 h 32"/>
                      <a:gd name="T18" fmla="*/ 6 w 48"/>
                      <a:gd name="T19" fmla="*/ 6 h 32"/>
                      <a:gd name="T20" fmla="*/ 6 w 48"/>
                      <a:gd name="T21" fmla="*/ 9 h 32"/>
                      <a:gd name="T22" fmla="*/ 0 w 48"/>
                      <a:gd name="T23" fmla="*/ 3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
                      <a:gd name="T37" fmla="*/ 0 h 32"/>
                      <a:gd name="T38" fmla="*/ 48 w 48"/>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 h="32">
                        <a:moveTo>
                          <a:pt x="0" y="8"/>
                        </a:moveTo>
                        <a:lnTo>
                          <a:pt x="8" y="0"/>
                        </a:lnTo>
                        <a:lnTo>
                          <a:pt x="16" y="0"/>
                        </a:lnTo>
                        <a:lnTo>
                          <a:pt x="24" y="8"/>
                        </a:lnTo>
                        <a:lnTo>
                          <a:pt x="32" y="8"/>
                        </a:lnTo>
                        <a:lnTo>
                          <a:pt x="40" y="16"/>
                        </a:lnTo>
                        <a:lnTo>
                          <a:pt x="40" y="24"/>
                        </a:lnTo>
                        <a:lnTo>
                          <a:pt x="48" y="32"/>
                        </a:lnTo>
                        <a:lnTo>
                          <a:pt x="32" y="24"/>
                        </a:lnTo>
                        <a:lnTo>
                          <a:pt x="16" y="16"/>
                        </a:lnTo>
                        <a:lnTo>
                          <a:pt x="16" y="24"/>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80" name="Freeform 90">
                    <a:extLst>
                      <a:ext uri="{FF2B5EF4-FFF2-40B4-BE49-F238E27FC236}">
                        <a16:creationId xmlns:a16="http://schemas.microsoft.com/office/drawing/2014/main" id="{1B6F6079-DF7A-F992-6E27-4B787B2476DA}"/>
                      </a:ext>
                    </a:extLst>
                  </p:cNvPr>
                  <p:cNvSpPr>
                    <a:spLocks/>
                  </p:cNvSpPr>
                  <p:nvPr/>
                </p:nvSpPr>
                <p:spPr bwMode="gray">
                  <a:xfrm>
                    <a:off x="4556" y="2706"/>
                    <a:ext cx="17" cy="17"/>
                  </a:xfrm>
                  <a:custGeom>
                    <a:avLst/>
                    <a:gdLst>
                      <a:gd name="T0" fmla="*/ 0 w 24"/>
                      <a:gd name="T1" fmla="*/ 0 h 24"/>
                      <a:gd name="T2" fmla="*/ 3 w 24"/>
                      <a:gd name="T3" fmla="*/ 0 h 24"/>
                      <a:gd name="T4" fmla="*/ 6 w 24"/>
                      <a:gd name="T5" fmla="*/ 0 h 24"/>
                      <a:gd name="T6" fmla="*/ 9 w 24"/>
                      <a:gd name="T7" fmla="*/ 3 h 24"/>
                      <a:gd name="T8" fmla="*/ 6 w 24"/>
                      <a:gd name="T9" fmla="*/ 9 h 24"/>
                      <a:gd name="T10" fmla="*/ 3 w 24"/>
                      <a:gd name="T11" fmla="*/ 9 h 24"/>
                      <a:gd name="T12" fmla="*/ 3 w 24"/>
                      <a:gd name="T13" fmla="*/ 3 h 24"/>
                      <a:gd name="T14" fmla="*/ 0 w 24"/>
                      <a:gd name="T15" fmla="*/ 3 h 24"/>
                      <a:gd name="T16" fmla="*/ 0 w 24"/>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
                      <a:gd name="T28" fmla="*/ 0 h 24"/>
                      <a:gd name="T29" fmla="*/ 24 w 24"/>
                      <a:gd name="T30" fmla="*/ 24 h 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 h="24">
                        <a:moveTo>
                          <a:pt x="0" y="0"/>
                        </a:moveTo>
                        <a:lnTo>
                          <a:pt x="8" y="0"/>
                        </a:lnTo>
                        <a:lnTo>
                          <a:pt x="16" y="0"/>
                        </a:lnTo>
                        <a:lnTo>
                          <a:pt x="24" y="8"/>
                        </a:lnTo>
                        <a:lnTo>
                          <a:pt x="16" y="24"/>
                        </a:lnTo>
                        <a:lnTo>
                          <a:pt x="8" y="24"/>
                        </a:lnTo>
                        <a:lnTo>
                          <a:pt x="8" y="8"/>
                        </a:lnTo>
                        <a:lnTo>
                          <a:pt x="0"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81" name="Freeform 91">
                    <a:extLst>
                      <a:ext uri="{FF2B5EF4-FFF2-40B4-BE49-F238E27FC236}">
                        <a16:creationId xmlns:a16="http://schemas.microsoft.com/office/drawing/2014/main" id="{6C359067-7B03-CA30-55A7-2785071923F4}"/>
                      </a:ext>
                    </a:extLst>
                  </p:cNvPr>
                  <p:cNvSpPr>
                    <a:spLocks/>
                  </p:cNvSpPr>
                  <p:nvPr/>
                </p:nvSpPr>
                <p:spPr bwMode="gray">
                  <a:xfrm>
                    <a:off x="4522" y="2718"/>
                    <a:ext cx="11" cy="16"/>
                  </a:xfrm>
                  <a:custGeom>
                    <a:avLst/>
                    <a:gdLst>
                      <a:gd name="T0" fmla="*/ 0 w 16"/>
                      <a:gd name="T1" fmla="*/ 0 h 24"/>
                      <a:gd name="T2" fmla="*/ 0 w 16"/>
                      <a:gd name="T3" fmla="*/ 7 h 24"/>
                      <a:gd name="T4" fmla="*/ 6 w 16"/>
                      <a:gd name="T5" fmla="*/ 5 h 24"/>
                      <a:gd name="T6" fmla="*/ 6 w 16"/>
                      <a:gd name="T7" fmla="*/ 2 h 24"/>
                      <a:gd name="T8" fmla="*/ 3 w 16"/>
                      <a:gd name="T9" fmla="*/ 0 h 24"/>
                      <a:gd name="T10" fmla="*/ 0 w 16"/>
                      <a:gd name="T11" fmla="*/ 0 h 24"/>
                      <a:gd name="T12" fmla="*/ 0 60000 65536"/>
                      <a:gd name="T13" fmla="*/ 0 60000 65536"/>
                      <a:gd name="T14" fmla="*/ 0 60000 65536"/>
                      <a:gd name="T15" fmla="*/ 0 60000 65536"/>
                      <a:gd name="T16" fmla="*/ 0 60000 65536"/>
                      <a:gd name="T17" fmla="*/ 0 60000 65536"/>
                      <a:gd name="T18" fmla="*/ 0 w 16"/>
                      <a:gd name="T19" fmla="*/ 0 h 24"/>
                      <a:gd name="T20" fmla="*/ 16 w 16"/>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16" h="24">
                        <a:moveTo>
                          <a:pt x="0" y="0"/>
                        </a:moveTo>
                        <a:lnTo>
                          <a:pt x="0" y="24"/>
                        </a:lnTo>
                        <a:lnTo>
                          <a:pt x="16" y="16"/>
                        </a:lnTo>
                        <a:lnTo>
                          <a:pt x="16" y="8"/>
                        </a:lnTo>
                        <a:lnTo>
                          <a:pt x="8" y="0"/>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82" name="Freeform 92">
                    <a:extLst>
                      <a:ext uri="{FF2B5EF4-FFF2-40B4-BE49-F238E27FC236}">
                        <a16:creationId xmlns:a16="http://schemas.microsoft.com/office/drawing/2014/main" id="{E0F093E0-78BB-6854-7615-80DA82490D84}"/>
                      </a:ext>
                    </a:extLst>
                  </p:cNvPr>
                  <p:cNvSpPr>
                    <a:spLocks/>
                  </p:cNvSpPr>
                  <p:nvPr/>
                </p:nvSpPr>
                <p:spPr bwMode="gray">
                  <a:xfrm>
                    <a:off x="4528" y="2729"/>
                    <a:ext cx="17" cy="22"/>
                  </a:xfrm>
                  <a:custGeom>
                    <a:avLst/>
                    <a:gdLst>
                      <a:gd name="T0" fmla="*/ 9 w 24"/>
                      <a:gd name="T1" fmla="*/ 3 h 32"/>
                      <a:gd name="T2" fmla="*/ 9 w 24"/>
                      <a:gd name="T3" fmla="*/ 8 h 32"/>
                      <a:gd name="T4" fmla="*/ 6 w 24"/>
                      <a:gd name="T5" fmla="*/ 10 h 32"/>
                      <a:gd name="T6" fmla="*/ 3 w 24"/>
                      <a:gd name="T7" fmla="*/ 10 h 32"/>
                      <a:gd name="T8" fmla="*/ 0 w 24"/>
                      <a:gd name="T9" fmla="*/ 8 h 32"/>
                      <a:gd name="T10" fmla="*/ 0 w 24"/>
                      <a:gd name="T11" fmla="*/ 6 h 32"/>
                      <a:gd name="T12" fmla="*/ 6 w 24"/>
                      <a:gd name="T13" fmla="*/ 6 h 32"/>
                      <a:gd name="T14" fmla="*/ 3 w 24"/>
                      <a:gd name="T15" fmla="*/ 3 h 32"/>
                      <a:gd name="T16" fmla="*/ 3 w 24"/>
                      <a:gd name="T17" fmla="*/ 0 h 32"/>
                      <a:gd name="T18" fmla="*/ 9 w 24"/>
                      <a:gd name="T19" fmla="*/ 3 h 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
                      <a:gd name="T31" fmla="*/ 0 h 32"/>
                      <a:gd name="T32" fmla="*/ 24 w 24"/>
                      <a:gd name="T33" fmla="*/ 32 h 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 h="32">
                        <a:moveTo>
                          <a:pt x="24" y="8"/>
                        </a:moveTo>
                        <a:lnTo>
                          <a:pt x="24" y="24"/>
                        </a:lnTo>
                        <a:lnTo>
                          <a:pt x="16" y="32"/>
                        </a:lnTo>
                        <a:lnTo>
                          <a:pt x="8" y="32"/>
                        </a:lnTo>
                        <a:lnTo>
                          <a:pt x="0" y="24"/>
                        </a:lnTo>
                        <a:lnTo>
                          <a:pt x="0" y="16"/>
                        </a:lnTo>
                        <a:lnTo>
                          <a:pt x="16" y="16"/>
                        </a:lnTo>
                        <a:lnTo>
                          <a:pt x="8" y="8"/>
                        </a:lnTo>
                        <a:lnTo>
                          <a:pt x="8" y="0"/>
                        </a:lnTo>
                        <a:lnTo>
                          <a:pt x="24"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83" name="Freeform 93">
                    <a:extLst>
                      <a:ext uri="{FF2B5EF4-FFF2-40B4-BE49-F238E27FC236}">
                        <a16:creationId xmlns:a16="http://schemas.microsoft.com/office/drawing/2014/main" id="{F11060B2-2858-798D-3935-936100392FA8}"/>
                      </a:ext>
                    </a:extLst>
                  </p:cNvPr>
                  <p:cNvSpPr>
                    <a:spLocks/>
                  </p:cNvSpPr>
                  <p:nvPr/>
                </p:nvSpPr>
                <p:spPr bwMode="gray">
                  <a:xfrm>
                    <a:off x="4550" y="2723"/>
                    <a:ext cx="17" cy="17"/>
                  </a:xfrm>
                  <a:custGeom>
                    <a:avLst/>
                    <a:gdLst>
                      <a:gd name="T0" fmla="*/ 0 w 24"/>
                      <a:gd name="T1" fmla="*/ 0 h 24"/>
                      <a:gd name="T2" fmla="*/ 6 w 24"/>
                      <a:gd name="T3" fmla="*/ 0 h 24"/>
                      <a:gd name="T4" fmla="*/ 9 w 24"/>
                      <a:gd name="T5" fmla="*/ 6 h 24"/>
                      <a:gd name="T6" fmla="*/ 9 w 24"/>
                      <a:gd name="T7" fmla="*/ 9 h 24"/>
                      <a:gd name="T8" fmla="*/ 6 w 24"/>
                      <a:gd name="T9" fmla="*/ 9 h 24"/>
                      <a:gd name="T10" fmla="*/ 6 w 24"/>
                      <a:gd name="T11" fmla="*/ 6 h 24"/>
                      <a:gd name="T12" fmla="*/ 0 w 24"/>
                      <a:gd name="T13" fmla="*/ 0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0" y="0"/>
                        </a:moveTo>
                        <a:lnTo>
                          <a:pt x="16" y="0"/>
                        </a:lnTo>
                        <a:lnTo>
                          <a:pt x="24" y="16"/>
                        </a:lnTo>
                        <a:lnTo>
                          <a:pt x="24" y="24"/>
                        </a:lnTo>
                        <a:lnTo>
                          <a:pt x="16" y="24"/>
                        </a:lnTo>
                        <a:lnTo>
                          <a:pt x="16" y="16"/>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84" name="Freeform 94">
                    <a:extLst>
                      <a:ext uri="{FF2B5EF4-FFF2-40B4-BE49-F238E27FC236}">
                        <a16:creationId xmlns:a16="http://schemas.microsoft.com/office/drawing/2014/main" id="{A6A8A60A-0D52-8948-5717-A362FF9AD78A}"/>
                      </a:ext>
                    </a:extLst>
                  </p:cNvPr>
                  <p:cNvSpPr>
                    <a:spLocks/>
                  </p:cNvSpPr>
                  <p:nvPr/>
                </p:nvSpPr>
                <p:spPr bwMode="gray">
                  <a:xfrm>
                    <a:off x="4522" y="2751"/>
                    <a:ext cx="62" cy="57"/>
                  </a:xfrm>
                  <a:custGeom>
                    <a:avLst/>
                    <a:gdLst>
                      <a:gd name="T0" fmla="*/ 14 w 88"/>
                      <a:gd name="T1" fmla="*/ 15 h 80"/>
                      <a:gd name="T2" fmla="*/ 17 w 88"/>
                      <a:gd name="T3" fmla="*/ 15 h 80"/>
                      <a:gd name="T4" fmla="*/ 14 w 88"/>
                      <a:gd name="T5" fmla="*/ 21 h 80"/>
                      <a:gd name="T6" fmla="*/ 19 w 88"/>
                      <a:gd name="T7" fmla="*/ 26 h 80"/>
                      <a:gd name="T8" fmla="*/ 23 w 88"/>
                      <a:gd name="T9" fmla="*/ 26 h 80"/>
                      <a:gd name="T10" fmla="*/ 23 w 88"/>
                      <a:gd name="T11" fmla="*/ 24 h 80"/>
                      <a:gd name="T12" fmla="*/ 23 w 88"/>
                      <a:gd name="T13" fmla="*/ 26 h 80"/>
                      <a:gd name="T14" fmla="*/ 25 w 88"/>
                      <a:gd name="T15" fmla="*/ 29 h 80"/>
                      <a:gd name="T16" fmla="*/ 25 w 88"/>
                      <a:gd name="T17" fmla="*/ 26 h 80"/>
                      <a:gd name="T18" fmla="*/ 25 w 88"/>
                      <a:gd name="T19" fmla="*/ 24 h 80"/>
                      <a:gd name="T20" fmla="*/ 23 w 88"/>
                      <a:gd name="T21" fmla="*/ 21 h 80"/>
                      <a:gd name="T22" fmla="*/ 23 w 88"/>
                      <a:gd name="T23" fmla="*/ 17 h 80"/>
                      <a:gd name="T24" fmla="*/ 25 w 88"/>
                      <a:gd name="T25" fmla="*/ 17 h 80"/>
                      <a:gd name="T26" fmla="*/ 27 w 88"/>
                      <a:gd name="T27" fmla="*/ 21 h 80"/>
                      <a:gd name="T28" fmla="*/ 31 w 88"/>
                      <a:gd name="T29" fmla="*/ 17 h 80"/>
                      <a:gd name="T30" fmla="*/ 31 w 88"/>
                      <a:gd name="T31" fmla="*/ 11 h 80"/>
                      <a:gd name="T32" fmla="*/ 31 w 88"/>
                      <a:gd name="T33" fmla="*/ 9 h 80"/>
                      <a:gd name="T34" fmla="*/ 31 w 88"/>
                      <a:gd name="T35" fmla="*/ 6 h 80"/>
                      <a:gd name="T36" fmla="*/ 27 w 88"/>
                      <a:gd name="T37" fmla="*/ 3 h 80"/>
                      <a:gd name="T38" fmla="*/ 23 w 88"/>
                      <a:gd name="T39" fmla="*/ 0 h 80"/>
                      <a:gd name="T40" fmla="*/ 25 w 88"/>
                      <a:gd name="T41" fmla="*/ 3 h 80"/>
                      <a:gd name="T42" fmla="*/ 23 w 88"/>
                      <a:gd name="T43" fmla="*/ 3 h 80"/>
                      <a:gd name="T44" fmla="*/ 19 w 88"/>
                      <a:gd name="T45" fmla="*/ 3 h 80"/>
                      <a:gd name="T46" fmla="*/ 19 w 88"/>
                      <a:gd name="T47" fmla="*/ 6 h 80"/>
                      <a:gd name="T48" fmla="*/ 17 w 88"/>
                      <a:gd name="T49" fmla="*/ 6 h 80"/>
                      <a:gd name="T50" fmla="*/ 17 w 88"/>
                      <a:gd name="T51" fmla="*/ 9 h 80"/>
                      <a:gd name="T52" fmla="*/ 14 w 88"/>
                      <a:gd name="T53" fmla="*/ 11 h 80"/>
                      <a:gd name="T54" fmla="*/ 14 w 88"/>
                      <a:gd name="T55" fmla="*/ 6 h 80"/>
                      <a:gd name="T56" fmla="*/ 8 w 88"/>
                      <a:gd name="T57" fmla="*/ 6 h 80"/>
                      <a:gd name="T58" fmla="*/ 3 w 88"/>
                      <a:gd name="T59" fmla="*/ 11 h 80"/>
                      <a:gd name="T60" fmla="*/ 0 w 88"/>
                      <a:gd name="T61" fmla="*/ 11 h 80"/>
                      <a:gd name="T62" fmla="*/ 0 w 88"/>
                      <a:gd name="T63" fmla="*/ 15 h 80"/>
                      <a:gd name="T64" fmla="*/ 0 w 88"/>
                      <a:gd name="T65" fmla="*/ 17 h 80"/>
                      <a:gd name="T66" fmla="*/ 3 w 88"/>
                      <a:gd name="T67" fmla="*/ 15 h 80"/>
                      <a:gd name="T68" fmla="*/ 6 w 88"/>
                      <a:gd name="T69" fmla="*/ 11 h 80"/>
                      <a:gd name="T70" fmla="*/ 6 w 88"/>
                      <a:gd name="T71" fmla="*/ 15 h 80"/>
                      <a:gd name="T72" fmla="*/ 8 w 88"/>
                      <a:gd name="T73" fmla="*/ 15 h 80"/>
                      <a:gd name="T74" fmla="*/ 11 w 88"/>
                      <a:gd name="T75" fmla="*/ 15 h 80"/>
                      <a:gd name="T76" fmla="*/ 14 w 88"/>
                      <a:gd name="T77" fmla="*/ 15 h 8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88"/>
                      <a:gd name="T118" fmla="*/ 0 h 80"/>
                      <a:gd name="T119" fmla="*/ 88 w 88"/>
                      <a:gd name="T120" fmla="*/ 80 h 8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88" h="80">
                        <a:moveTo>
                          <a:pt x="40" y="40"/>
                        </a:moveTo>
                        <a:lnTo>
                          <a:pt x="48" y="40"/>
                        </a:lnTo>
                        <a:lnTo>
                          <a:pt x="40" y="56"/>
                        </a:lnTo>
                        <a:lnTo>
                          <a:pt x="56" y="72"/>
                        </a:lnTo>
                        <a:lnTo>
                          <a:pt x="64" y="72"/>
                        </a:lnTo>
                        <a:lnTo>
                          <a:pt x="64" y="64"/>
                        </a:lnTo>
                        <a:lnTo>
                          <a:pt x="64" y="72"/>
                        </a:lnTo>
                        <a:lnTo>
                          <a:pt x="72" y="80"/>
                        </a:lnTo>
                        <a:lnTo>
                          <a:pt x="72" y="72"/>
                        </a:lnTo>
                        <a:lnTo>
                          <a:pt x="72" y="64"/>
                        </a:lnTo>
                        <a:lnTo>
                          <a:pt x="64" y="56"/>
                        </a:lnTo>
                        <a:lnTo>
                          <a:pt x="64" y="48"/>
                        </a:lnTo>
                        <a:lnTo>
                          <a:pt x="72" y="48"/>
                        </a:lnTo>
                        <a:lnTo>
                          <a:pt x="80" y="56"/>
                        </a:lnTo>
                        <a:lnTo>
                          <a:pt x="88" y="48"/>
                        </a:lnTo>
                        <a:lnTo>
                          <a:pt x="88" y="32"/>
                        </a:lnTo>
                        <a:lnTo>
                          <a:pt x="88" y="24"/>
                        </a:lnTo>
                        <a:lnTo>
                          <a:pt x="88" y="16"/>
                        </a:lnTo>
                        <a:lnTo>
                          <a:pt x="80" y="8"/>
                        </a:lnTo>
                        <a:lnTo>
                          <a:pt x="64" y="0"/>
                        </a:lnTo>
                        <a:lnTo>
                          <a:pt x="72" y="8"/>
                        </a:lnTo>
                        <a:lnTo>
                          <a:pt x="64" y="8"/>
                        </a:lnTo>
                        <a:lnTo>
                          <a:pt x="56" y="8"/>
                        </a:lnTo>
                        <a:lnTo>
                          <a:pt x="56" y="16"/>
                        </a:lnTo>
                        <a:lnTo>
                          <a:pt x="48" y="16"/>
                        </a:lnTo>
                        <a:lnTo>
                          <a:pt x="48" y="24"/>
                        </a:lnTo>
                        <a:lnTo>
                          <a:pt x="40" y="32"/>
                        </a:lnTo>
                        <a:lnTo>
                          <a:pt x="40" y="16"/>
                        </a:lnTo>
                        <a:lnTo>
                          <a:pt x="24" y="16"/>
                        </a:lnTo>
                        <a:lnTo>
                          <a:pt x="8" y="32"/>
                        </a:lnTo>
                        <a:lnTo>
                          <a:pt x="0" y="32"/>
                        </a:lnTo>
                        <a:lnTo>
                          <a:pt x="0" y="40"/>
                        </a:lnTo>
                        <a:lnTo>
                          <a:pt x="0" y="48"/>
                        </a:lnTo>
                        <a:lnTo>
                          <a:pt x="8" y="40"/>
                        </a:lnTo>
                        <a:lnTo>
                          <a:pt x="16" y="32"/>
                        </a:lnTo>
                        <a:lnTo>
                          <a:pt x="16" y="40"/>
                        </a:lnTo>
                        <a:lnTo>
                          <a:pt x="24" y="40"/>
                        </a:lnTo>
                        <a:lnTo>
                          <a:pt x="32" y="40"/>
                        </a:lnTo>
                        <a:lnTo>
                          <a:pt x="40" y="4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85" name="Freeform 95">
                    <a:extLst>
                      <a:ext uri="{FF2B5EF4-FFF2-40B4-BE49-F238E27FC236}">
                        <a16:creationId xmlns:a16="http://schemas.microsoft.com/office/drawing/2014/main" id="{EE84C60D-61BA-0059-4337-4FC621B09C0C}"/>
                      </a:ext>
                    </a:extLst>
                  </p:cNvPr>
                  <p:cNvSpPr>
                    <a:spLocks/>
                  </p:cNvSpPr>
                  <p:nvPr/>
                </p:nvSpPr>
                <p:spPr bwMode="gray">
                  <a:xfrm>
                    <a:off x="4584" y="2926"/>
                    <a:ext cx="11" cy="11"/>
                  </a:xfrm>
                  <a:custGeom>
                    <a:avLst/>
                    <a:gdLst>
                      <a:gd name="T0" fmla="*/ 0 w 16"/>
                      <a:gd name="T1" fmla="*/ 3 h 16"/>
                      <a:gd name="T2" fmla="*/ 0 w 16"/>
                      <a:gd name="T3" fmla="*/ 0 h 16"/>
                      <a:gd name="T4" fmla="*/ 6 w 16"/>
                      <a:gd name="T5" fmla="*/ 0 h 16"/>
                      <a:gd name="T6" fmla="*/ 6 w 16"/>
                      <a:gd name="T7" fmla="*/ 3 h 16"/>
                      <a:gd name="T8" fmla="*/ 6 w 16"/>
                      <a:gd name="T9" fmla="*/ 6 h 16"/>
                      <a:gd name="T10" fmla="*/ 3 w 16"/>
                      <a:gd name="T11" fmla="*/ 6 h 16"/>
                      <a:gd name="T12" fmla="*/ 0 w 16"/>
                      <a:gd name="T13" fmla="*/ 3 h 16"/>
                      <a:gd name="T14" fmla="*/ 0 60000 65536"/>
                      <a:gd name="T15" fmla="*/ 0 60000 65536"/>
                      <a:gd name="T16" fmla="*/ 0 60000 65536"/>
                      <a:gd name="T17" fmla="*/ 0 60000 65536"/>
                      <a:gd name="T18" fmla="*/ 0 60000 65536"/>
                      <a:gd name="T19" fmla="*/ 0 60000 65536"/>
                      <a:gd name="T20" fmla="*/ 0 60000 65536"/>
                      <a:gd name="T21" fmla="*/ 0 w 16"/>
                      <a:gd name="T22" fmla="*/ 0 h 16"/>
                      <a:gd name="T23" fmla="*/ 16 w 16"/>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16">
                        <a:moveTo>
                          <a:pt x="0" y="8"/>
                        </a:moveTo>
                        <a:lnTo>
                          <a:pt x="0" y="0"/>
                        </a:lnTo>
                        <a:lnTo>
                          <a:pt x="16" y="0"/>
                        </a:lnTo>
                        <a:lnTo>
                          <a:pt x="16" y="8"/>
                        </a:lnTo>
                        <a:lnTo>
                          <a:pt x="16" y="16"/>
                        </a:lnTo>
                        <a:lnTo>
                          <a:pt x="8" y="16"/>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86" name="Freeform 96">
                    <a:extLst>
                      <a:ext uri="{FF2B5EF4-FFF2-40B4-BE49-F238E27FC236}">
                        <a16:creationId xmlns:a16="http://schemas.microsoft.com/office/drawing/2014/main" id="{8A93E0B8-8BFE-B470-5F1B-CD83F9ADE999}"/>
                      </a:ext>
                    </a:extLst>
                  </p:cNvPr>
                  <p:cNvSpPr>
                    <a:spLocks/>
                  </p:cNvSpPr>
                  <p:nvPr/>
                </p:nvSpPr>
                <p:spPr bwMode="gray">
                  <a:xfrm>
                    <a:off x="4607" y="2926"/>
                    <a:ext cx="45" cy="17"/>
                  </a:xfrm>
                  <a:custGeom>
                    <a:avLst/>
                    <a:gdLst>
                      <a:gd name="T0" fmla="*/ 0 w 64"/>
                      <a:gd name="T1" fmla="*/ 3 h 24"/>
                      <a:gd name="T2" fmla="*/ 6 w 64"/>
                      <a:gd name="T3" fmla="*/ 0 h 24"/>
                      <a:gd name="T4" fmla="*/ 14 w 64"/>
                      <a:gd name="T5" fmla="*/ 0 h 24"/>
                      <a:gd name="T6" fmla="*/ 17 w 64"/>
                      <a:gd name="T7" fmla="*/ 0 h 24"/>
                      <a:gd name="T8" fmla="*/ 19 w 64"/>
                      <a:gd name="T9" fmla="*/ 3 h 24"/>
                      <a:gd name="T10" fmla="*/ 23 w 64"/>
                      <a:gd name="T11" fmla="*/ 3 h 24"/>
                      <a:gd name="T12" fmla="*/ 23 w 64"/>
                      <a:gd name="T13" fmla="*/ 6 h 24"/>
                      <a:gd name="T14" fmla="*/ 19 w 64"/>
                      <a:gd name="T15" fmla="*/ 9 h 24"/>
                      <a:gd name="T16" fmla="*/ 14 w 64"/>
                      <a:gd name="T17" fmla="*/ 3 h 24"/>
                      <a:gd name="T18" fmla="*/ 8 w 64"/>
                      <a:gd name="T19" fmla="*/ 3 h 24"/>
                      <a:gd name="T20" fmla="*/ 6 w 64"/>
                      <a:gd name="T21" fmla="*/ 3 h 24"/>
                      <a:gd name="T22" fmla="*/ 3 w 64"/>
                      <a:gd name="T23" fmla="*/ 6 h 24"/>
                      <a:gd name="T24" fmla="*/ 0 w 64"/>
                      <a:gd name="T25" fmla="*/ 3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24"/>
                      <a:gd name="T41" fmla="*/ 64 w 6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24">
                        <a:moveTo>
                          <a:pt x="0" y="8"/>
                        </a:moveTo>
                        <a:lnTo>
                          <a:pt x="16" y="0"/>
                        </a:lnTo>
                        <a:lnTo>
                          <a:pt x="40" y="0"/>
                        </a:lnTo>
                        <a:lnTo>
                          <a:pt x="48" y="0"/>
                        </a:lnTo>
                        <a:lnTo>
                          <a:pt x="56" y="8"/>
                        </a:lnTo>
                        <a:lnTo>
                          <a:pt x="64" y="8"/>
                        </a:lnTo>
                        <a:lnTo>
                          <a:pt x="64" y="16"/>
                        </a:lnTo>
                        <a:lnTo>
                          <a:pt x="56" y="24"/>
                        </a:lnTo>
                        <a:lnTo>
                          <a:pt x="40" y="8"/>
                        </a:lnTo>
                        <a:lnTo>
                          <a:pt x="24" y="8"/>
                        </a:lnTo>
                        <a:lnTo>
                          <a:pt x="16" y="8"/>
                        </a:lnTo>
                        <a:lnTo>
                          <a:pt x="8" y="16"/>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87" name="Freeform 97">
                    <a:extLst>
                      <a:ext uri="{FF2B5EF4-FFF2-40B4-BE49-F238E27FC236}">
                        <a16:creationId xmlns:a16="http://schemas.microsoft.com/office/drawing/2014/main" id="{31279D45-03C3-AC53-B146-CE7E14BDD8E5}"/>
                      </a:ext>
                    </a:extLst>
                  </p:cNvPr>
                  <p:cNvSpPr>
                    <a:spLocks/>
                  </p:cNvSpPr>
                  <p:nvPr/>
                </p:nvSpPr>
                <p:spPr bwMode="gray">
                  <a:xfrm>
                    <a:off x="4556" y="2909"/>
                    <a:ext cx="22" cy="5"/>
                  </a:xfrm>
                  <a:custGeom>
                    <a:avLst/>
                    <a:gdLst>
                      <a:gd name="T0" fmla="*/ 0 w 32"/>
                      <a:gd name="T1" fmla="*/ 2 h 8"/>
                      <a:gd name="T2" fmla="*/ 0 w 32"/>
                      <a:gd name="T3" fmla="*/ 0 h 8"/>
                      <a:gd name="T4" fmla="*/ 3 w 32"/>
                      <a:gd name="T5" fmla="*/ 0 h 8"/>
                      <a:gd name="T6" fmla="*/ 6 w 32"/>
                      <a:gd name="T7" fmla="*/ 0 h 8"/>
                      <a:gd name="T8" fmla="*/ 10 w 32"/>
                      <a:gd name="T9" fmla="*/ 0 h 8"/>
                      <a:gd name="T10" fmla="*/ 10 w 32"/>
                      <a:gd name="T11" fmla="*/ 2 h 8"/>
                      <a:gd name="T12" fmla="*/ 0 w 32"/>
                      <a:gd name="T13" fmla="*/ 2 h 8"/>
                      <a:gd name="T14" fmla="*/ 0 60000 65536"/>
                      <a:gd name="T15" fmla="*/ 0 60000 65536"/>
                      <a:gd name="T16" fmla="*/ 0 60000 65536"/>
                      <a:gd name="T17" fmla="*/ 0 60000 65536"/>
                      <a:gd name="T18" fmla="*/ 0 60000 65536"/>
                      <a:gd name="T19" fmla="*/ 0 60000 65536"/>
                      <a:gd name="T20" fmla="*/ 0 60000 65536"/>
                      <a:gd name="T21" fmla="*/ 0 w 32"/>
                      <a:gd name="T22" fmla="*/ 0 h 8"/>
                      <a:gd name="T23" fmla="*/ 32 w 32"/>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8">
                        <a:moveTo>
                          <a:pt x="0" y="8"/>
                        </a:moveTo>
                        <a:lnTo>
                          <a:pt x="0" y="0"/>
                        </a:lnTo>
                        <a:lnTo>
                          <a:pt x="8" y="0"/>
                        </a:lnTo>
                        <a:lnTo>
                          <a:pt x="16" y="0"/>
                        </a:lnTo>
                        <a:lnTo>
                          <a:pt x="32" y="0"/>
                        </a:lnTo>
                        <a:lnTo>
                          <a:pt x="32" y="8"/>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88" name="Freeform 98">
                    <a:extLst>
                      <a:ext uri="{FF2B5EF4-FFF2-40B4-BE49-F238E27FC236}">
                        <a16:creationId xmlns:a16="http://schemas.microsoft.com/office/drawing/2014/main" id="{099115FE-C76D-1484-E40B-B84341941BB7}"/>
                      </a:ext>
                    </a:extLst>
                  </p:cNvPr>
                  <p:cNvSpPr>
                    <a:spLocks/>
                  </p:cNvSpPr>
                  <p:nvPr/>
                </p:nvSpPr>
                <p:spPr bwMode="gray">
                  <a:xfrm>
                    <a:off x="4792" y="2920"/>
                    <a:ext cx="141" cy="118"/>
                  </a:xfrm>
                  <a:custGeom>
                    <a:avLst/>
                    <a:gdLst>
                      <a:gd name="T0" fmla="*/ 0 w 200"/>
                      <a:gd name="T1" fmla="*/ 0 h 168"/>
                      <a:gd name="T2" fmla="*/ 8 w 200"/>
                      <a:gd name="T3" fmla="*/ 3 h 168"/>
                      <a:gd name="T4" fmla="*/ 19 w 200"/>
                      <a:gd name="T5" fmla="*/ 8 h 168"/>
                      <a:gd name="T6" fmla="*/ 23 w 200"/>
                      <a:gd name="T7" fmla="*/ 8 h 168"/>
                      <a:gd name="T8" fmla="*/ 31 w 200"/>
                      <a:gd name="T9" fmla="*/ 14 h 168"/>
                      <a:gd name="T10" fmla="*/ 34 w 200"/>
                      <a:gd name="T11" fmla="*/ 17 h 168"/>
                      <a:gd name="T12" fmla="*/ 36 w 200"/>
                      <a:gd name="T13" fmla="*/ 22 h 168"/>
                      <a:gd name="T14" fmla="*/ 48 w 200"/>
                      <a:gd name="T15" fmla="*/ 25 h 168"/>
                      <a:gd name="T16" fmla="*/ 51 w 200"/>
                      <a:gd name="T17" fmla="*/ 27 h 168"/>
                      <a:gd name="T18" fmla="*/ 48 w 200"/>
                      <a:gd name="T19" fmla="*/ 31 h 168"/>
                      <a:gd name="T20" fmla="*/ 44 w 200"/>
                      <a:gd name="T21" fmla="*/ 31 h 168"/>
                      <a:gd name="T22" fmla="*/ 44 w 200"/>
                      <a:gd name="T23" fmla="*/ 33 h 168"/>
                      <a:gd name="T24" fmla="*/ 48 w 200"/>
                      <a:gd name="T25" fmla="*/ 39 h 168"/>
                      <a:gd name="T26" fmla="*/ 53 w 200"/>
                      <a:gd name="T27" fmla="*/ 39 h 168"/>
                      <a:gd name="T28" fmla="*/ 53 w 200"/>
                      <a:gd name="T29" fmla="*/ 41 h 168"/>
                      <a:gd name="T30" fmla="*/ 56 w 200"/>
                      <a:gd name="T31" fmla="*/ 47 h 168"/>
                      <a:gd name="T32" fmla="*/ 61 w 200"/>
                      <a:gd name="T33" fmla="*/ 50 h 168"/>
                      <a:gd name="T34" fmla="*/ 70 w 200"/>
                      <a:gd name="T35" fmla="*/ 55 h 168"/>
                      <a:gd name="T36" fmla="*/ 70 w 200"/>
                      <a:gd name="T37" fmla="*/ 58 h 168"/>
                      <a:gd name="T38" fmla="*/ 61 w 200"/>
                      <a:gd name="T39" fmla="*/ 55 h 168"/>
                      <a:gd name="T40" fmla="*/ 56 w 200"/>
                      <a:gd name="T41" fmla="*/ 55 h 168"/>
                      <a:gd name="T42" fmla="*/ 51 w 200"/>
                      <a:gd name="T43" fmla="*/ 55 h 168"/>
                      <a:gd name="T44" fmla="*/ 44 w 200"/>
                      <a:gd name="T45" fmla="*/ 53 h 168"/>
                      <a:gd name="T46" fmla="*/ 44 w 200"/>
                      <a:gd name="T47" fmla="*/ 47 h 168"/>
                      <a:gd name="T48" fmla="*/ 42 w 200"/>
                      <a:gd name="T49" fmla="*/ 44 h 168"/>
                      <a:gd name="T50" fmla="*/ 39 w 200"/>
                      <a:gd name="T51" fmla="*/ 41 h 168"/>
                      <a:gd name="T52" fmla="*/ 34 w 200"/>
                      <a:gd name="T53" fmla="*/ 39 h 168"/>
                      <a:gd name="T54" fmla="*/ 27 w 200"/>
                      <a:gd name="T55" fmla="*/ 36 h 168"/>
                      <a:gd name="T56" fmla="*/ 23 w 200"/>
                      <a:gd name="T57" fmla="*/ 36 h 168"/>
                      <a:gd name="T58" fmla="*/ 23 w 200"/>
                      <a:gd name="T59" fmla="*/ 41 h 168"/>
                      <a:gd name="T60" fmla="*/ 17 w 200"/>
                      <a:gd name="T61" fmla="*/ 41 h 168"/>
                      <a:gd name="T62" fmla="*/ 19 w 200"/>
                      <a:gd name="T63" fmla="*/ 47 h 168"/>
                      <a:gd name="T64" fmla="*/ 17 w 200"/>
                      <a:gd name="T65" fmla="*/ 47 h 168"/>
                      <a:gd name="T66" fmla="*/ 3 w 200"/>
                      <a:gd name="T67" fmla="*/ 47 h 168"/>
                      <a:gd name="T68" fmla="*/ 3 w 200"/>
                      <a:gd name="T69" fmla="*/ 33 h 168"/>
                      <a:gd name="T70" fmla="*/ 0 w 200"/>
                      <a:gd name="T71" fmla="*/ 31 h 168"/>
                      <a:gd name="T72" fmla="*/ 0 w 200"/>
                      <a:gd name="T73" fmla="*/ 27 h 168"/>
                      <a:gd name="T74" fmla="*/ 3 w 200"/>
                      <a:gd name="T75" fmla="*/ 25 h 168"/>
                      <a:gd name="T76" fmla="*/ 0 w 200"/>
                      <a:gd name="T77" fmla="*/ 0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00"/>
                      <a:gd name="T118" fmla="*/ 0 h 168"/>
                      <a:gd name="T119" fmla="*/ 200 w 200"/>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00" h="168">
                        <a:moveTo>
                          <a:pt x="0" y="0"/>
                        </a:moveTo>
                        <a:lnTo>
                          <a:pt x="24" y="8"/>
                        </a:lnTo>
                        <a:lnTo>
                          <a:pt x="56" y="24"/>
                        </a:lnTo>
                        <a:lnTo>
                          <a:pt x="64" y="24"/>
                        </a:lnTo>
                        <a:lnTo>
                          <a:pt x="88" y="40"/>
                        </a:lnTo>
                        <a:lnTo>
                          <a:pt x="96" y="48"/>
                        </a:lnTo>
                        <a:lnTo>
                          <a:pt x="104" y="64"/>
                        </a:lnTo>
                        <a:lnTo>
                          <a:pt x="136" y="72"/>
                        </a:lnTo>
                        <a:lnTo>
                          <a:pt x="144" y="80"/>
                        </a:lnTo>
                        <a:lnTo>
                          <a:pt x="136" y="88"/>
                        </a:lnTo>
                        <a:lnTo>
                          <a:pt x="128" y="88"/>
                        </a:lnTo>
                        <a:lnTo>
                          <a:pt x="128" y="96"/>
                        </a:lnTo>
                        <a:lnTo>
                          <a:pt x="136" y="112"/>
                        </a:lnTo>
                        <a:lnTo>
                          <a:pt x="152" y="112"/>
                        </a:lnTo>
                        <a:lnTo>
                          <a:pt x="152" y="120"/>
                        </a:lnTo>
                        <a:lnTo>
                          <a:pt x="160" y="136"/>
                        </a:lnTo>
                        <a:lnTo>
                          <a:pt x="176" y="144"/>
                        </a:lnTo>
                        <a:lnTo>
                          <a:pt x="200" y="160"/>
                        </a:lnTo>
                        <a:lnTo>
                          <a:pt x="200" y="168"/>
                        </a:lnTo>
                        <a:lnTo>
                          <a:pt x="176" y="160"/>
                        </a:lnTo>
                        <a:lnTo>
                          <a:pt x="160" y="160"/>
                        </a:lnTo>
                        <a:lnTo>
                          <a:pt x="144" y="160"/>
                        </a:lnTo>
                        <a:lnTo>
                          <a:pt x="128" y="152"/>
                        </a:lnTo>
                        <a:lnTo>
                          <a:pt x="128" y="136"/>
                        </a:lnTo>
                        <a:lnTo>
                          <a:pt x="120" y="128"/>
                        </a:lnTo>
                        <a:lnTo>
                          <a:pt x="112" y="120"/>
                        </a:lnTo>
                        <a:lnTo>
                          <a:pt x="96" y="112"/>
                        </a:lnTo>
                        <a:lnTo>
                          <a:pt x="80" y="104"/>
                        </a:lnTo>
                        <a:lnTo>
                          <a:pt x="64" y="104"/>
                        </a:lnTo>
                        <a:lnTo>
                          <a:pt x="64" y="120"/>
                        </a:lnTo>
                        <a:lnTo>
                          <a:pt x="48" y="120"/>
                        </a:lnTo>
                        <a:lnTo>
                          <a:pt x="56" y="136"/>
                        </a:lnTo>
                        <a:lnTo>
                          <a:pt x="48" y="136"/>
                        </a:lnTo>
                        <a:lnTo>
                          <a:pt x="8" y="136"/>
                        </a:lnTo>
                        <a:lnTo>
                          <a:pt x="8" y="96"/>
                        </a:lnTo>
                        <a:lnTo>
                          <a:pt x="0" y="88"/>
                        </a:lnTo>
                        <a:lnTo>
                          <a:pt x="0" y="80"/>
                        </a:lnTo>
                        <a:lnTo>
                          <a:pt x="8" y="72"/>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89" name="Freeform 99">
                    <a:extLst>
                      <a:ext uri="{FF2B5EF4-FFF2-40B4-BE49-F238E27FC236}">
                        <a16:creationId xmlns:a16="http://schemas.microsoft.com/office/drawing/2014/main" id="{6BE5E575-6642-7C0E-0AB2-5CEAB4A7C0A6}"/>
                      </a:ext>
                    </a:extLst>
                  </p:cNvPr>
                  <p:cNvSpPr>
                    <a:spLocks/>
                  </p:cNvSpPr>
                  <p:nvPr/>
                </p:nvSpPr>
                <p:spPr bwMode="gray">
                  <a:xfrm>
                    <a:off x="4747" y="2988"/>
                    <a:ext cx="17" cy="16"/>
                  </a:xfrm>
                  <a:custGeom>
                    <a:avLst/>
                    <a:gdLst>
                      <a:gd name="T0" fmla="*/ 6 w 24"/>
                      <a:gd name="T1" fmla="*/ 0 h 24"/>
                      <a:gd name="T2" fmla="*/ 9 w 24"/>
                      <a:gd name="T3" fmla="*/ 2 h 24"/>
                      <a:gd name="T4" fmla="*/ 9 w 24"/>
                      <a:gd name="T5" fmla="*/ 7 h 24"/>
                      <a:gd name="T6" fmla="*/ 0 w 24"/>
                      <a:gd name="T7" fmla="*/ 7 h 24"/>
                      <a:gd name="T8" fmla="*/ 0 w 24"/>
                      <a:gd name="T9" fmla="*/ 5 h 24"/>
                      <a:gd name="T10" fmla="*/ 3 w 24"/>
                      <a:gd name="T11" fmla="*/ 0 h 24"/>
                      <a:gd name="T12" fmla="*/ 6 w 24"/>
                      <a:gd name="T13" fmla="*/ 0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16" y="0"/>
                        </a:moveTo>
                        <a:lnTo>
                          <a:pt x="24" y="8"/>
                        </a:lnTo>
                        <a:lnTo>
                          <a:pt x="24" y="24"/>
                        </a:lnTo>
                        <a:lnTo>
                          <a:pt x="0" y="24"/>
                        </a:lnTo>
                        <a:lnTo>
                          <a:pt x="0" y="16"/>
                        </a:lnTo>
                        <a:lnTo>
                          <a:pt x="8" y="0"/>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90" name="Freeform 100">
                    <a:extLst>
                      <a:ext uri="{FF2B5EF4-FFF2-40B4-BE49-F238E27FC236}">
                        <a16:creationId xmlns:a16="http://schemas.microsoft.com/office/drawing/2014/main" id="{EA947878-7641-18DE-1233-DFE428474C1B}"/>
                      </a:ext>
                    </a:extLst>
                  </p:cNvPr>
                  <p:cNvSpPr>
                    <a:spLocks/>
                  </p:cNvSpPr>
                  <p:nvPr/>
                </p:nvSpPr>
                <p:spPr bwMode="gray">
                  <a:xfrm>
                    <a:off x="4713" y="2892"/>
                    <a:ext cx="17" cy="11"/>
                  </a:xfrm>
                  <a:custGeom>
                    <a:avLst/>
                    <a:gdLst>
                      <a:gd name="T0" fmla="*/ 0 w 24"/>
                      <a:gd name="T1" fmla="*/ 0 h 16"/>
                      <a:gd name="T2" fmla="*/ 6 w 24"/>
                      <a:gd name="T3" fmla="*/ 6 h 16"/>
                      <a:gd name="T4" fmla="*/ 9 w 24"/>
                      <a:gd name="T5" fmla="*/ 6 h 16"/>
                      <a:gd name="T6" fmla="*/ 3 w 24"/>
                      <a:gd name="T7" fmla="*/ 0 h 16"/>
                      <a:gd name="T8" fmla="*/ 0 w 24"/>
                      <a:gd name="T9" fmla="*/ 0 h 16"/>
                      <a:gd name="T10" fmla="*/ 0 60000 65536"/>
                      <a:gd name="T11" fmla="*/ 0 60000 65536"/>
                      <a:gd name="T12" fmla="*/ 0 60000 65536"/>
                      <a:gd name="T13" fmla="*/ 0 60000 65536"/>
                      <a:gd name="T14" fmla="*/ 0 60000 65536"/>
                      <a:gd name="T15" fmla="*/ 0 w 24"/>
                      <a:gd name="T16" fmla="*/ 0 h 16"/>
                      <a:gd name="T17" fmla="*/ 24 w 24"/>
                      <a:gd name="T18" fmla="*/ 16 h 16"/>
                    </a:gdLst>
                    <a:ahLst/>
                    <a:cxnLst>
                      <a:cxn ang="T10">
                        <a:pos x="T0" y="T1"/>
                      </a:cxn>
                      <a:cxn ang="T11">
                        <a:pos x="T2" y="T3"/>
                      </a:cxn>
                      <a:cxn ang="T12">
                        <a:pos x="T4" y="T5"/>
                      </a:cxn>
                      <a:cxn ang="T13">
                        <a:pos x="T6" y="T7"/>
                      </a:cxn>
                      <a:cxn ang="T14">
                        <a:pos x="T8" y="T9"/>
                      </a:cxn>
                    </a:cxnLst>
                    <a:rect l="T15" t="T16" r="T17" b="T18"/>
                    <a:pathLst>
                      <a:path w="24" h="16">
                        <a:moveTo>
                          <a:pt x="0" y="0"/>
                        </a:moveTo>
                        <a:lnTo>
                          <a:pt x="16" y="16"/>
                        </a:lnTo>
                        <a:lnTo>
                          <a:pt x="24" y="16"/>
                        </a:lnTo>
                        <a:lnTo>
                          <a:pt x="8" y="0"/>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91" name="Freeform 101">
                    <a:extLst>
                      <a:ext uri="{FF2B5EF4-FFF2-40B4-BE49-F238E27FC236}">
                        <a16:creationId xmlns:a16="http://schemas.microsoft.com/office/drawing/2014/main" id="{E8D96002-F665-9526-8CAF-C3827ACD9BEE}"/>
                      </a:ext>
                    </a:extLst>
                  </p:cNvPr>
                  <p:cNvSpPr>
                    <a:spLocks/>
                  </p:cNvSpPr>
                  <p:nvPr/>
                </p:nvSpPr>
                <p:spPr bwMode="gray">
                  <a:xfrm>
                    <a:off x="4899" y="2943"/>
                    <a:ext cx="56" cy="28"/>
                  </a:xfrm>
                  <a:custGeom>
                    <a:avLst/>
                    <a:gdLst>
                      <a:gd name="T0" fmla="*/ 25 w 80"/>
                      <a:gd name="T1" fmla="*/ 0 h 40"/>
                      <a:gd name="T2" fmla="*/ 22 w 80"/>
                      <a:gd name="T3" fmla="*/ 6 h 40"/>
                      <a:gd name="T4" fmla="*/ 17 w 80"/>
                      <a:gd name="T5" fmla="*/ 10 h 40"/>
                      <a:gd name="T6" fmla="*/ 10 w 80"/>
                      <a:gd name="T7" fmla="*/ 10 h 40"/>
                      <a:gd name="T8" fmla="*/ 6 w 80"/>
                      <a:gd name="T9" fmla="*/ 8 h 40"/>
                      <a:gd name="T10" fmla="*/ 0 w 80"/>
                      <a:gd name="T11" fmla="*/ 8 h 40"/>
                      <a:gd name="T12" fmla="*/ 0 w 80"/>
                      <a:gd name="T13" fmla="*/ 10 h 40"/>
                      <a:gd name="T14" fmla="*/ 6 w 80"/>
                      <a:gd name="T15" fmla="*/ 14 h 40"/>
                      <a:gd name="T16" fmla="*/ 14 w 80"/>
                      <a:gd name="T17" fmla="*/ 14 h 40"/>
                      <a:gd name="T18" fmla="*/ 25 w 80"/>
                      <a:gd name="T19" fmla="*/ 10 h 40"/>
                      <a:gd name="T20" fmla="*/ 27 w 80"/>
                      <a:gd name="T21" fmla="*/ 10 h 40"/>
                      <a:gd name="T22" fmla="*/ 27 w 80"/>
                      <a:gd name="T23" fmla="*/ 3 h 40"/>
                      <a:gd name="T24" fmla="*/ 27 w 80"/>
                      <a:gd name="T25" fmla="*/ 0 h 40"/>
                      <a:gd name="T26" fmla="*/ 25 w 80"/>
                      <a:gd name="T27" fmla="*/ 0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0"/>
                      <a:gd name="T43" fmla="*/ 0 h 40"/>
                      <a:gd name="T44" fmla="*/ 80 w 8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0" h="40">
                        <a:moveTo>
                          <a:pt x="72" y="0"/>
                        </a:moveTo>
                        <a:lnTo>
                          <a:pt x="64" y="16"/>
                        </a:lnTo>
                        <a:lnTo>
                          <a:pt x="48" y="32"/>
                        </a:lnTo>
                        <a:lnTo>
                          <a:pt x="32" y="32"/>
                        </a:lnTo>
                        <a:lnTo>
                          <a:pt x="16" y="24"/>
                        </a:lnTo>
                        <a:lnTo>
                          <a:pt x="0" y="24"/>
                        </a:lnTo>
                        <a:lnTo>
                          <a:pt x="0" y="32"/>
                        </a:lnTo>
                        <a:lnTo>
                          <a:pt x="16" y="40"/>
                        </a:lnTo>
                        <a:lnTo>
                          <a:pt x="40" y="40"/>
                        </a:lnTo>
                        <a:lnTo>
                          <a:pt x="72" y="32"/>
                        </a:lnTo>
                        <a:lnTo>
                          <a:pt x="80" y="32"/>
                        </a:lnTo>
                        <a:lnTo>
                          <a:pt x="80" y="8"/>
                        </a:lnTo>
                        <a:lnTo>
                          <a:pt x="80" y="0"/>
                        </a:lnTo>
                        <a:lnTo>
                          <a:pt x="72"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92" name="Freeform 102">
                    <a:extLst>
                      <a:ext uri="{FF2B5EF4-FFF2-40B4-BE49-F238E27FC236}">
                        <a16:creationId xmlns:a16="http://schemas.microsoft.com/office/drawing/2014/main" id="{54B6EE6D-2472-0D43-CE5E-1D169E4A0BC0}"/>
                      </a:ext>
                    </a:extLst>
                  </p:cNvPr>
                  <p:cNvSpPr>
                    <a:spLocks/>
                  </p:cNvSpPr>
                  <p:nvPr/>
                </p:nvSpPr>
                <p:spPr bwMode="gray">
                  <a:xfrm>
                    <a:off x="4922" y="2920"/>
                    <a:ext cx="45" cy="28"/>
                  </a:xfrm>
                  <a:custGeom>
                    <a:avLst/>
                    <a:gdLst>
                      <a:gd name="T0" fmla="*/ 3 w 64"/>
                      <a:gd name="T1" fmla="*/ 0 h 40"/>
                      <a:gd name="T2" fmla="*/ 6 w 64"/>
                      <a:gd name="T3" fmla="*/ 0 h 40"/>
                      <a:gd name="T4" fmla="*/ 11 w 64"/>
                      <a:gd name="T5" fmla="*/ 0 h 40"/>
                      <a:gd name="T6" fmla="*/ 14 w 64"/>
                      <a:gd name="T7" fmla="*/ 3 h 40"/>
                      <a:gd name="T8" fmla="*/ 19 w 64"/>
                      <a:gd name="T9" fmla="*/ 8 h 40"/>
                      <a:gd name="T10" fmla="*/ 23 w 64"/>
                      <a:gd name="T11" fmla="*/ 8 h 40"/>
                      <a:gd name="T12" fmla="*/ 23 w 64"/>
                      <a:gd name="T13" fmla="*/ 14 h 40"/>
                      <a:gd name="T14" fmla="*/ 19 w 64"/>
                      <a:gd name="T15" fmla="*/ 14 h 40"/>
                      <a:gd name="T16" fmla="*/ 17 w 64"/>
                      <a:gd name="T17" fmla="*/ 8 h 40"/>
                      <a:gd name="T18" fmla="*/ 14 w 64"/>
                      <a:gd name="T19" fmla="*/ 8 h 40"/>
                      <a:gd name="T20" fmla="*/ 11 w 64"/>
                      <a:gd name="T21" fmla="*/ 3 h 40"/>
                      <a:gd name="T22" fmla="*/ 6 w 64"/>
                      <a:gd name="T23" fmla="*/ 3 h 40"/>
                      <a:gd name="T24" fmla="*/ 0 w 64"/>
                      <a:gd name="T25" fmla="*/ 0 h 40"/>
                      <a:gd name="T26" fmla="*/ 3 w 64"/>
                      <a:gd name="T27" fmla="*/ 0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4"/>
                      <a:gd name="T43" fmla="*/ 0 h 40"/>
                      <a:gd name="T44" fmla="*/ 64 w 64"/>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4" h="40">
                        <a:moveTo>
                          <a:pt x="8" y="0"/>
                        </a:moveTo>
                        <a:lnTo>
                          <a:pt x="16" y="0"/>
                        </a:lnTo>
                        <a:lnTo>
                          <a:pt x="32" y="0"/>
                        </a:lnTo>
                        <a:lnTo>
                          <a:pt x="40" y="8"/>
                        </a:lnTo>
                        <a:lnTo>
                          <a:pt x="56" y="24"/>
                        </a:lnTo>
                        <a:lnTo>
                          <a:pt x="64" y="24"/>
                        </a:lnTo>
                        <a:lnTo>
                          <a:pt x="64" y="40"/>
                        </a:lnTo>
                        <a:lnTo>
                          <a:pt x="56" y="40"/>
                        </a:lnTo>
                        <a:lnTo>
                          <a:pt x="48" y="24"/>
                        </a:lnTo>
                        <a:lnTo>
                          <a:pt x="40" y="24"/>
                        </a:lnTo>
                        <a:lnTo>
                          <a:pt x="32" y="8"/>
                        </a:lnTo>
                        <a:lnTo>
                          <a:pt x="16" y="8"/>
                        </a:lnTo>
                        <a:lnTo>
                          <a:pt x="0" y="0"/>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93" name="Freeform 103">
                    <a:extLst>
                      <a:ext uri="{FF2B5EF4-FFF2-40B4-BE49-F238E27FC236}">
                        <a16:creationId xmlns:a16="http://schemas.microsoft.com/office/drawing/2014/main" id="{2EA775C5-FE09-8944-E9BF-B04AE80A4647}"/>
                      </a:ext>
                    </a:extLst>
                  </p:cNvPr>
                  <p:cNvSpPr>
                    <a:spLocks/>
                  </p:cNvSpPr>
                  <p:nvPr/>
                </p:nvSpPr>
                <p:spPr bwMode="gray">
                  <a:xfrm>
                    <a:off x="4989" y="2959"/>
                    <a:ext cx="17" cy="23"/>
                  </a:xfrm>
                  <a:custGeom>
                    <a:avLst/>
                    <a:gdLst>
                      <a:gd name="T0" fmla="*/ 0 w 24"/>
                      <a:gd name="T1" fmla="*/ 3 h 32"/>
                      <a:gd name="T2" fmla="*/ 3 w 24"/>
                      <a:gd name="T3" fmla="*/ 0 h 32"/>
                      <a:gd name="T4" fmla="*/ 9 w 24"/>
                      <a:gd name="T5" fmla="*/ 6 h 32"/>
                      <a:gd name="T6" fmla="*/ 9 w 24"/>
                      <a:gd name="T7" fmla="*/ 9 h 32"/>
                      <a:gd name="T8" fmla="*/ 9 w 24"/>
                      <a:gd name="T9" fmla="*/ 12 h 32"/>
                      <a:gd name="T10" fmla="*/ 6 w 24"/>
                      <a:gd name="T11" fmla="*/ 9 h 32"/>
                      <a:gd name="T12" fmla="*/ 3 w 24"/>
                      <a:gd name="T13" fmla="*/ 3 h 32"/>
                      <a:gd name="T14" fmla="*/ 0 w 24"/>
                      <a:gd name="T15" fmla="*/ 3 h 32"/>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32"/>
                      <a:gd name="T26" fmla="*/ 24 w 24"/>
                      <a:gd name="T27" fmla="*/ 32 h 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32">
                        <a:moveTo>
                          <a:pt x="0" y="8"/>
                        </a:moveTo>
                        <a:lnTo>
                          <a:pt x="8" y="0"/>
                        </a:lnTo>
                        <a:lnTo>
                          <a:pt x="24" y="16"/>
                        </a:lnTo>
                        <a:lnTo>
                          <a:pt x="24" y="24"/>
                        </a:lnTo>
                        <a:lnTo>
                          <a:pt x="24" y="32"/>
                        </a:lnTo>
                        <a:lnTo>
                          <a:pt x="16" y="24"/>
                        </a:lnTo>
                        <a:lnTo>
                          <a:pt x="8" y="8"/>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94" name="Freeform 104">
                    <a:extLst>
                      <a:ext uri="{FF2B5EF4-FFF2-40B4-BE49-F238E27FC236}">
                        <a16:creationId xmlns:a16="http://schemas.microsoft.com/office/drawing/2014/main" id="{9396C2A5-46AA-05E9-3BDB-8222DD5B1754}"/>
                      </a:ext>
                    </a:extLst>
                  </p:cNvPr>
                  <p:cNvSpPr>
                    <a:spLocks/>
                  </p:cNvSpPr>
                  <p:nvPr/>
                </p:nvSpPr>
                <p:spPr bwMode="gray">
                  <a:xfrm>
                    <a:off x="5017" y="2976"/>
                    <a:ext cx="12" cy="12"/>
                  </a:xfrm>
                  <a:custGeom>
                    <a:avLst/>
                    <a:gdLst>
                      <a:gd name="T0" fmla="*/ 0 w 16"/>
                      <a:gd name="T1" fmla="*/ 4 h 16"/>
                      <a:gd name="T2" fmla="*/ 0 w 16"/>
                      <a:gd name="T3" fmla="*/ 0 h 16"/>
                      <a:gd name="T4" fmla="*/ 4 w 16"/>
                      <a:gd name="T5" fmla="*/ 0 h 16"/>
                      <a:gd name="T6" fmla="*/ 7 w 16"/>
                      <a:gd name="T7" fmla="*/ 7 h 16"/>
                      <a:gd name="T8" fmla="*/ 0 w 16"/>
                      <a:gd name="T9" fmla="*/ 4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0" y="8"/>
                        </a:moveTo>
                        <a:lnTo>
                          <a:pt x="0" y="0"/>
                        </a:lnTo>
                        <a:lnTo>
                          <a:pt x="8" y="0"/>
                        </a:lnTo>
                        <a:lnTo>
                          <a:pt x="16" y="16"/>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95" name="Freeform 105">
                    <a:extLst>
                      <a:ext uri="{FF2B5EF4-FFF2-40B4-BE49-F238E27FC236}">
                        <a16:creationId xmlns:a16="http://schemas.microsoft.com/office/drawing/2014/main" id="{A7BCC63B-5C6D-4FED-8CFC-55F9752FDBE8}"/>
                      </a:ext>
                    </a:extLst>
                  </p:cNvPr>
                  <p:cNvSpPr>
                    <a:spLocks/>
                  </p:cNvSpPr>
                  <p:nvPr/>
                </p:nvSpPr>
                <p:spPr bwMode="gray">
                  <a:xfrm>
                    <a:off x="5045" y="2988"/>
                    <a:ext cx="23" cy="16"/>
                  </a:xfrm>
                  <a:custGeom>
                    <a:avLst/>
                    <a:gdLst>
                      <a:gd name="T0" fmla="*/ 0 w 32"/>
                      <a:gd name="T1" fmla="*/ 5 h 24"/>
                      <a:gd name="T2" fmla="*/ 0 w 32"/>
                      <a:gd name="T3" fmla="*/ 2 h 24"/>
                      <a:gd name="T4" fmla="*/ 0 w 32"/>
                      <a:gd name="T5" fmla="*/ 0 h 24"/>
                      <a:gd name="T6" fmla="*/ 9 w 32"/>
                      <a:gd name="T7" fmla="*/ 5 h 24"/>
                      <a:gd name="T8" fmla="*/ 12 w 32"/>
                      <a:gd name="T9" fmla="*/ 7 h 24"/>
                      <a:gd name="T10" fmla="*/ 9 w 32"/>
                      <a:gd name="T11" fmla="*/ 7 h 24"/>
                      <a:gd name="T12" fmla="*/ 0 w 32"/>
                      <a:gd name="T13" fmla="*/ 5 h 24"/>
                      <a:gd name="T14" fmla="*/ 0 60000 65536"/>
                      <a:gd name="T15" fmla="*/ 0 60000 65536"/>
                      <a:gd name="T16" fmla="*/ 0 60000 65536"/>
                      <a:gd name="T17" fmla="*/ 0 60000 65536"/>
                      <a:gd name="T18" fmla="*/ 0 60000 65536"/>
                      <a:gd name="T19" fmla="*/ 0 60000 65536"/>
                      <a:gd name="T20" fmla="*/ 0 60000 65536"/>
                      <a:gd name="T21" fmla="*/ 0 w 32"/>
                      <a:gd name="T22" fmla="*/ 0 h 24"/>
                      <a:gd name="T23" fmla="*/ 32 w 3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4">
                        <a:moveTo>
                          <a:pt x="0" y="16"/>
                        </a:moveTo>
                        <a:lnTo>
                          <a:pt x="0" y="8"/>
                        </a:lnTo>
                        <a:lnTo>
                          <a:pt x="0" y="0"/>
                        </a:lnTo>
                        <a:lnTo>
                          <a:pt x="24" y="16"/>
                        </a:lnTo>
                        <a:lnTo>
                          <a:pt x="32" y="24"/>
                        </a:lnTo>
                        <a:lnTo>
                          <a:pt x="24" y="24"/>
                        </a:lnTo>
                        <a:lnTo>
                          <a:pt x="0"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96" name="Freeform 106">
                    <a:extLst>
                      <a:ext uri="{FF2B5EF4-FFF2-40B4-BE49-F238E27FC236}">
                        <a16:creationId xmlns:a16="http://schemas.microsoft.com/office/drawing/2014/main" id="{ECA1C594-FC7B-6DCB-E056-5E8ADA191D18}"/>
                      </a:ext>
                    </a:extLst>
                  </p:cNvPr>
                  <p:cNvSpPr>
                    <a:spLocks/>
                  </p:cNvSpPr>
                  <p:nvPr/>
                </p:nvSpPr>
                <p:spPr bwMode="gray">
                  <a:xfrm>
                    <a:off x="5074" y="3004"/>
                    <a:ext cx="16" cy="17"/>
                  </a:xfrm>
                  <a:custGeom>
                    <a:avLst/>
                    <a:gdLst>
                      <a:gd name="T0" fmla="*/ 2 w 24"/>
                      <a:gd name="T1" fmla="*/ 6 h 24"/>
                      <a:gd name="T2" fmla="*/ 0 w 24"/>
                      <a:gd name="T3" fmla="*/ 3 h 24"/>
                      <a:gd name="T4" fmla="*/ 2 w 24"/>
                      <a:gd name="T5" fmla="*/ 0 h 24"/>
                      <a:gd name="T6" fmla="*/ 5 w 24"/>
                      <a:gd name="T7" fmla="*/ 0 h 24"/>
                      <a:gd name="T8" fmla="*/ 7 w 24"/>
                      <a:gd name="T9" fmla="*/ 9 h 24"/>
                      <a:gd name="T10" fmla="*/ 5 w 24"/>
                      <a:gd name="T11" fmla="*/ 9 h 24"/>
                      <a:gd name="T12" fmla="*/ 2 w 24"/>
                      <a:gd name="T13" fmla="*/ 6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8" y="16"/>
                        </a:moveTo>
                        <a:lnTo>
                          <a:pt x="0" y="8"/>
                        </a:lnTo>
                        <a:lnTo>
                          <a:pt x="8" y="0"/>
                        </a:lnTo>
                        <a:lnTo>
                          <a:pt x="16" y="0"/>
                        </a:lnTo>
                        <a:lnTo>
                          <a:pt x="24" y="24"/>
                        </a:lnTo>
                        <a:lnTo>
                          <a:pt x="16" y="24"/>
                        </a:lnTo>
                        <a:lnTo>
                          <a:pt x="8"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97" name="Freeform 107">
                    <a:extLst>
                      <a:ext uri="{FF2B5EF4-FFF2-40B4-BE49-F238E27FC236}">
                        <a16:creationId xmlns:a16="http://schemas.microsoft.com/office/drawing/2014/main" id="{1AE20D15-41DF-3660-BB90-C8D327602C98}"/>
                      </a:ext>
                    </a:extLst>
                  </p:cNvPr>
                  <p:cNvSpPr>
                    <a:spLocks/>
                  </p:cNvSpPr>
                  <p:nvPr/>
                </p:nvSpPr>
                <p:spPr bwMode="gray">
                  <a:xfrm>
                    <a:off x="5164" y="3100"/>
                    <a:ext cx="5" cy="11"/>
                  </a:xfrm>
                  <a:custGeom>
                    <a:avLst/>
                    <a:gdLst>
                      <a:gd name="T0" fmla="*/ 2 w 8"/>
                      <a:gd name="T1" fmla="*/ 6 h 16"/>
                      <a:gd name="T2" fmla="*/ 2 w 8"/>
                      <a:gd name="T3" fmla="*/ 0 h 16"/>
                      <a:gd name="T4" fmla="*/ 0 w 8"/>
                      <a:gd name="T5" fmla="*/ 0 h 16"/>
                      <a:gd name="T6" fmla="*/ 0 w 8"/>
                      <a:gd name="T7" fmla="*/ 3 h 16"/>
                      <a:gd name="T8" fmla="*/ 0 w 8"/>
                      <a:gd name="T9" fmla="*/ 6 h 16"/>
                      <a:gd name="T10" fmla="*/ 2 w 8"/>
                      <a:gd name="T11" fmla="*/ 6 h 16"/>
                      <a:gd name="T12" fmla="*/ 0 60000 65536"/>
                      <a:gd name="T13" fmla="*/ 0 60000 65536"/>
                      <a:gd name="T14" fmla="*/ 0 60000 65536"/>
                      <a:gd name="T15" fmla="*/ 0 60000 65536"/>
                      <a:gd name="T16" fmla="*/ 0 60000 65536"/>
                      <a:gd name="T17" fmla="*/ 0 60000 65536"/>
                      <a:gd name="T18" fmla="*/ 0 w 8"/>
                      <a:gd name="T19" fmla="*/ 0 h 16"/>
                      <a:gd name="T20" fmla="*/ 8 w 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8" h="16">
                        <a:moveTo>
                          <a:pt x="8" y="16"/>
                        </a:moveTo>
                        <a:lnTo>
                          <a:pt x="8" y="0"/>
                        </a:lnTo>
                        <a:lnTo>
                          <a:pt x="0" y="0"/>
                        </a:lnTo>
                        <a:lnTo>
                          <a:pt x="0" y="8"/>
                        </a:lnTo>
                        <a:lnTo>
                          <a:pt x="0" y="16"/>
                        </a:lnTo>
                        <a:lnTo>
                          <a:pt x="8"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98" name="Freeform 108">
                    <a:extLst>
                      <a:ext uri="{FF2B5EF4-FFF2-40B4-BE49-F238E27FC236}">
                        <a16:creationId xmlns:a16="http://schemas.microsoft.com/office/drawing/2014/main" id="{59982702-EB2E-C9C7-DCB1-740A24ECC8D3}"/>
                      </a:ext>
                    </a:extLst>
                  </p:cNvPr>
                  <p:cNvSpPr>
                    <a:spLocks/>
                  </p:cNvSpPr>
                  <p:nvPr/>
                </p:nvSpPr>
                <p:spPr bwMode="gray">
                  <a:xfrm>
                    <a:off x="5169" y="3117"/>
                    <a:ext cx="11" cy="6"/>
                  </a:xfrm>
                  <a:custGeom>
                    <a:avLst/>
                    <a:gdLst>
                      <a:gd name="T0" fmla="*/ 0 w 16"/>
                      <a:gd name="T1" fmla="*/ 0 h 8"/>
                      <a:gd name="T2" fmla="*/ 3 w 16"/>
                      <a:gd name="T3" fmla="*/ 0 h 8"/>
                      <a:gd name="T4" fmla="*/ 6 w 16"/>
                      <a:gd name="T5" fmla="*/ 0 h 8"/>
                      <a:gd name="T6" fmla="*/ 6 w 16"/>
                      <a:gd name="T7" fmla="*/ 4 h 8"/>
                      <a:gd name="T8" fmla="*/ 0 w 16"/>
                      <a:gd name="T9" fmla="*/ 0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0" y="0"/>
                        </a:moveTo>
                        <a:lnTo>
                          <a:pt x="8" y="0"/>
                        </a:lnTo>
                        <a:lnTo>
                          <a:pt x="16" y="0"/>
                        </a:lnTo>
                        <a:lnTo>
                          <a:pt x="16"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99" name="Freeform 109">
                    <a:extLst>
                      <a:ext uri="{FF2B5EF4-FFF2-40B4-BE49-F238E27FC236}">
                        <a16:creationId xmlns:a16="http://schemas.microsoft.com/office/drawing/2014/main" id="{32BF3C68-35E4-5097-FDD4-0F6EDE53515F}"/>
                      </a:ext>
                    </a:extLst>
                  </p:cNvPr>
                  <p:cNvSpPr>
                    <a:spLocks/>
                  </p:cNvSpPr>
                  <p:nvPr/>
                </p:nvSpPr>
                <p:spPr bwMode="gray">
                  <a:xfrm>
                    <a:off x="5130" y="3179"/>
                    <a:ext cx="39" cy="28"/>
                  </a:xfrm>
                  <a:custGeom>
                    <a:avLst/>
                    <a:gdLst>
                      <a:gd name="T0" fmla="*/ 0 w 56"/>
                      <a:gd name="T1" fmla="*/ 0 h 40"/>
                      <a:gd name="T2" fmla="*/ 3 w 56"/>
                      <a:gd name="T3" fmla="*/ 3 h 40"/>
                      <a:gd name="T4" fmla="*/ 6 w 56"/>
                      <a:gd name="T5" fmla="*/ 3 h 40"/>
                      <a:gd name="T6" fmla="*/ 8 w 56"/>
                      <a:gd name="T7" fmla="*/ 6 h 40"/>
                      <a:gd name="T8" fmla="*/ 10 w 56"/>
                      <a:gd name="T9" fmla="*/ 8 h 40"/>
                      <a:gd name="T10" fmla="*/ 16 w 56"/>
                      <a:gd name="T11" fmla="*/ 10 h 40"/>
                      <a:gd name="T12" fmla="*/ 19 w 56"/>
                      <a:gd name="T13" fmla="*/ 14 h 40"/>
                      <a:gd name="T14" fmla="*/ 16 w 56"/>
                      <a:gd name="T15" fmla="*/ 14 h 40"/>
                      <a:gd name="T16" fmla="*/ 14 w 56"/>
                      <a:gd name="T17" fmla="*/ 14 h 40"/>
                      <a:gd name="T18" fmla="*/ 6 w 56"/>
                      <a:gd name="T19" fmla="*/ 8 h 40"/>
                      <a:gd name="T20" fmla="*/ 3 w 56"/>
                      <a:gd name="T21" fmla="*/ 8 h 40"/>
                      <a:gd name="T22" fmla="*/ 0 w 56"/>
                      <a:gd name="T23" fmla="*/ 6 h 40"/>
                      <a:gd name="T24" fmla="*/ 0 w 56"/>
                      <a:gd name="T25" fmla="*/ 3 h 40"/>
                      <a:gd name="T26" fmla="*/ 0 w 56"/>
                      <a:gd name="T27" fmla="*/ 3 h 40"/>
                      <a:gd name="T28" fmla="*/ 0 w 56"/>
                      <a:gd name="T29" fmla="*/ 0 h 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
                      <a:gd name="T46" fmla="*/ 0 h 40"/>
                      <a:gd name="T47" fmla="*/ 56 w 56"/>
                      <a:gd name="T48" fmla="*/ 40 h 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 h="40">
                        <a:moveTo>
                          <a:pt x="0" y="0"/>
                        </a:moveTo>
                        <a:lnTo>
                          <a:pt x="8" y="8"/>
                        </a:lnTo>
                        <a:lnTo>
                          <a:pt x="16" y="8"/>
                        </a:lnTo>
                        <a:lnTo>
                          <a:pt x="24" y="16"/>
                        </a:lnTo>
                        <a:lnTo>
                          <a:pt x="32" y="24"/>
                        </a:lnTo>
                        <a:lnTo>
                          <a:pt x="48" y="32"/>
                        </a:lnTo>
                        <a:lnTo>
                          <a:pt x="56" y="40"/>
                        </a:lnTo>
                        <a:lnTo>
                          <a:pt x="48" y="40"/>
                        </a:lnTo>
                        <a:lnTo>
                          <a:pt x="40" y="40"/>
                        </a:lnTo>
                        <a:lnTo>
                          <a:pt x="16" y="24"/>
                        </a:lnTo>
                        <a:lnTo>
                          <a:pt x="8" y="24"/>
                        </a:lnTo>
                        <a:lnTo>
                          <a:pt x="0" y="16"/>
                        </a:lnTo>
                        <a:lnTo>
                          <a:pt x="0"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00" name="Freeform 110">
                    <a:extLst>
                      <a:ext uri="{FF2B5EF4-FFF2-40B4-BE49-F238E27FC236}">
                        <a16:creationId xmlns:a16="http://schemas.microsoft.com/office/drawing/2014/main" id="{9093D4C6-0627-2052-6B89-0D6D153E40AD}"/>
                      </a:ext>
                    </a:extLst>
                  </p:cNvPr>
                  <p:cNvSpPr>
                    <a:spLocks/>
                  </p:cNvSpPr>
                  <p:nvPr/>
                </p:nvSpPr>
                <p:spPr bwMode="gray">
                  <a:xfrm>
                    <a:off x="5316" y="3134"/>
                    <a:ext cx="16" cy="17"/>
                  </a:xfrm>
                  <a:custGeom>
                    <a:avLst/>
                    <a:gdLst>
                      <a:gd name="T0" fmla="*/ 2 w 24"/>
                      <a:gd name="T1" fmla="*/ 9 h 24"/>
                      <a:gd name="T2" fmla="*/ 7 w 24"/>
                      <a:gd name="T3" fmla="*/ 6 h 24"/>
                      <a:gd name="T4" fmla="*/ 7 w 24"/>
                      <a:gd name="T5" fmla="*/ 3 h 24"/>
                      <a:gd name="T6" fmla="*/ 7 w 24"/>
                      <a:gd name="T7" fmla="*/ 0 h 24"/>
                      <a:gd name="T8" fmla="*/ 0 w 24"/>
                      <a:gd name="T9" fmla="*/ 3 h 24"/>
                      <a:gd name="T10" fmla="*/ 0 w 24"/>
                      <a:gd name="T11" fmla="*/ 6 h 24"/>
                      <a:gd name="T12" fmla="*/ 2 w 24"/>
                      <a:gd name="T13" fmla="*/ 9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8" y="24"/>
                        </a:moveTo>
                        <a:lnTo>
                          <a:pt x="24" y="16"/>
                        </a:lnTo>
                        <a:lnTo>
                          <a:pt x="24" y="8"/>
                        </a:lnTo>
                        <a:lnTo>
                          <a:pt x="24" y="0"/>
                        </a:lnTo>
                        <a:lnTo>
                          <a:pt x="0" y="8"/>
                        </a:lnTo>
                        <a:lnTo>
                          <a:pt x="0" y="16"/>
                        </a:lnTo>
                        <a:lnTo>
                          <a:pt x="8"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01" name="Freeform 111">
                    <a:extLst>
                      <a:ext uri="{FF2B5EF4-FFF2-40B4-BE49-F238E27FC236}">
                        <a16:creationId xmlns:a16="http://schemas.microsoft.com/office/drawing/2014/main" id="{C1F77F58-53E7-976C-BD4E-D596F100971D}"/>
                      </a:ext>
                    </a:extLst>
                  </p:cNvPr>
                  <p:cNvSpPr>
                    <a:spLocks/>
                  </p:cNvSpPr>
                  <p:nvPr/>
                </p:nvSpPr>
                <p:spPr bwMode="gray">
                  <a:xfrm>
                    <a:off x="5332" y="3117"/>
                    <a:ext cx="23" cy="11"/>
                  </a:xfrm>
                  <a:custGeom>
                    <a:avLst/>
                    <a:gdLst>
                      <a:gd name="T0" fmla="*/ 3 w 32"/>
                      <a:gd name="T1" fmla="*/ 6 h 16"/>
                      <a:gd name="T2" fmla="*/ 12 w 32"/>
                      <a:gd name="T3" fmla="*/ 0 h 16"/>
                      <a:gd name="T4" fmla="*/ 9 w 32"/>
                      <a:gd name="T5" fmla="*/ 0 h 16"/>
                      <a:gd name="T6" fmla="*/ 6 w 32"/>
                      <a:gd name="T7" fmla="*/ 0 h 16"/>
                      <a:gd name="T8" fmla="*/ 0 w 32"/>
                      <a:gd name="T9" fmla="*/ 3 h 16"/>
                      <a:gd name="T10" fmla="*/ 3 w 32"/>
                      <a:gd name="T11" fmla="*/ 6 h 16"/>
                      <a:gd name="T12" fmla="*/ 0 60000 65536"/>
                      <a:gd name="T13" fmla="*/ 0 60000 65536"/>
                      <a:gd name="T14" fmla="*/ 0 60000 65536"/>
                      <a:gd name="T15" fmla="*/ 0 60000 65536"/>
                      <a:gd name="T16" fmla="*/ 0 60000 65536"/>
                      <a:gd name="T17" fmla="*/ 0 60000 65536"/>
                      <a:gd name="T18" fmla="*/ 0 w 32"/>
                      <a:gd name="T19" fmla="*/ 0 h 16"/>
                      <a:gd name="T20" fmla="*/ 32 w 32"/>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32" h="16">
                        <a:moveTo>
                          <a:pt x="8" y="16"/>
                        </a:moveTo>
                        <a:lnTo>
                          <a:pt x="32" y="0"/>
                        </a:lnTo>
                        <a:lnTo>
                          <a:pt x="24" y="0"/>
                        </a:lnTo>
                        <a:lnTo>
                          <a:pt x="16" y="0"/>
                        </a:lnTo>
                        <a:lnTo>
                          <a:pt x="0" y="8"/>
                        </a:lnTo>
                        <a:lnTo>
                          <a:pt x="8"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02" name="Freeform 112">
                    <a:extLst>
                      <a:ext uri="{FF2B5EF4-FFF2-40B4-BE49-F238E27FC236}">
                        <a16:creationId xmlns:a16="http://schemas.microsoft.com/office/drawing/2014/main" id="{F46C295B-69CE-6C12-AEEE-AC82EC058006}"/>
                      </a:ext>
                    </a:extLst>
                  </p:cNvPr>
                  <p:cNvSpPr>
                    <a:spLocks/>
                  </p:cNvSpPr>
                  <p:nvPr/>
                </p:nvSpPr>
                <p:spPr bwMode="gray">
                  <a:xfrm>
                    <a:off x="5254" y="3404"/>
                    <a:ext cx="78" cy="129"/>
                  </a:xfrm>
                  <a:custGeom>
                    <a:avLst/>
                    <a:gdLst>
                      <a:gd name="T0" fmla="*/ 3 w 112"/>
                      <a:gd name="T1" fmla="*/ 8 h 184"/>
                      <a:gd name="T2" fmla="*/ 0 w 112"/>
                      <a:gd name="T3" fmla="*/ 3 h 184"/>
                      <a:gd name="T4" fmla="*/ 0 w 112"/>
                      <a:gd name="T5" fmla="*/ 0 h 184"/>
                      <a:gd name="T6" fmla="*/ 8 w 112"/>
                      <a:gd name="T7" fmla="*/ 8 h 184"/>
                      <a:gd name="T8" fmla="*/ 14 w 112"/>
                      <a:gd name="T9" fmla="*/ 11 h 184"/>
                      <a:gd name="T10" fmla="*/ 14 w 112"/>
                      <a:gd name="T11" fmla="*/ 14 h 184"/>
                      <a:gd name="T12" fmla="*/ 16 w 112"/>
                      <a:gd name="T13" fmla="*/ 19 h 184"/>
                      <a:gd name="T14" fmla="*/ 19 w 112"/>
                      <a:gd name="T15" fmla="*/ 22 h 184"/>
                      <a:gd name="T16" fmla="*/ 19 w 112"/>
                      <a:gd name="T17" fmla="*/ 19 h 184"/>
                      <a:gd name="T18" fmla="*/ 22 w 112"/>
                      <a:gd name="T19" fmla="*/ 22 h 184"/>
                      <a:gd name="T20" fmla="*/ 22 w 112"/>
                      <a:gd name="T21" fmla="*/ 27 h 184"/>
                      <a:gd name="T22" fmla="*/ 27 w 112"/>
                      <a:gd name="T23" fmla="*/ 30 h 184"/>
                      <a:gd name="T24" fmla="*/ 33 w 112"/>
                      <a:gd name="T25" fmla="*/ 30 h 184"/>
                      <a:gd name="T26" fmla="*/ 35 w 112"/>
                      <a:gd name="T27" fmla="*/ 25 h 184"/>
                      <a:gd name="T28" fmla="*/ 38 w 112"/>
                      <a:gd name="T29" fmla="*/ 25 h 184"/>
                      <a:gd name="T30" fmla="*/ 38 w 112"/>
                      <a:gd name="T31" fmla="*/ 30 h 184"/>
                      <a:gd name="T32" fmla="*/ 38 w 112"/>
                      <a:gd name="T33" fmla="*/ 33 h 184"/>
                      <a:gd name="T34" fmla="*/ 35 w 112"/>
                      <a:gd name="T35" fmla="*/ 41 h 184"/>
                      <a:gd name="T36" fmla="*/ 33 w 112"/>
                      <a:gd name="T37" fmla="*/ 41 h 184"/>
                      <a:gd name="T38" fmla="*/ 27 w 112"/>
                      <a:gd name="T39" fmla="*/ 41 h 184"/>
                      <a:gd name="T40" fmla="*/ 27 w 112"/>
                      <a:gd name="T41" fmla="*/ 44 h 184"/>
                      <a:gd name="T42" fmla="*/ 29 w 112"/>
                      <a:gd name="T43" fmla="*/ 47 h 184"/>
                      <a:gd name="T44" fmla="*/ 27 w 112"/>
                      <a:gd name="T45" fmla="*/ 50 h 184"/>
                      <a:gd name="T46" fmla="*/ 22 w 112"/>
                      <a:gd name="T47" fmla="*/ 60 h 184"/>
                      <a:gd name="T48" fmla="*/ 16 w 112"/>
                      <a:gd name="T49" fmla="*/ 63 h 184"/>
                      <a:gd name="T50" fmla="*/ 10 w 112"/>
                      <a:gd name="T51" fmla="*/ 60 h 184"/>
                      <a:gd name="T52" fmla="*/ 16 w 112"/>
                      <a:gd name="T53" fmla="*/ 58 h 184"/>
                      <a:gd name="T54" fmla="*/ 16 w 112"/>
                      <a:gd name="T55" fmla="*/ 53 h 184"/>
                      <a:gd name="T56" fmla="*/ 10 w 112"/>
                      <a:gd name="T57" fmla="*/ 47 h 184"/>
                      <a:gd name="T58" fmla="*/ 8 w 112"/>
                      <a:gd name="T59" fmla="*/ 44 h 184"/>
                      <a:gd name="T60" fmla="*/ 8 w 112"/>
                      <a:gd name="T61" fmla="*/ 41 h 184"/>
                      <a:gd name="T62" fmla="*/ 14 w 112"/>
                      <a:gd name="T63" fmla="*/ 39 h 184"/>
                      <a:gd name="T64" fmla="*/ 14 w 112"/>
                      <a:gd name="T65" fmla="*/ 33 h 184"/>
                      <a:gd name="T66" fmla="*/ 10 w 112"/>
                      <a:gd name="T67" fmla="*/ 25 h 184"/>
                      <a:gd name="T68" fmla="*/ 8 w 112"/>
                      <a:gd name="T69" fmla="*/ 17 h 184"/>
                      <a:gd name="T70" fmla="*/ 3 w 112"/>
                      <a:gd name="T71" fmla="*/ 8 h 18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2"/>
                      <a:gd name="T109" fmla="*/ 0 h 184"/>
                      <a:gd name="T110" fmla="*/ 112 w 112"/>
                      <a:gd name="T111" fmla="*/ 184 h 18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2" h="184">
                        <a:moveTo>
                          <a:pt x="8" y="24"/>
                        </a:moveTo>
                        <a:lnTo>
                          <a:pt x="0" y="8"/>
                        </a:lnTo>
                        <a:lnTo>
                          <a:pt x="0" y="0"/>
                        </a:lnTo>
                        <a:lnTo>
                          <a:pt x="24" y="24"/>
                        </a:lnTo>
                        <a:lnTo>
                          <a:pt x="40" y="32"/>
                        </a:lnTo>
                        <a:lnTo>
                          <a:pt x="40" y="40"/>
                        </a:lnTo>
                        <a:lnTo>
                          <a:pt x="48" y="56"/>
                        </a:lnTo>
                        <a:lnTo>
                          <a:pt x="56" y="64"/>
                        </a:lnTo>
                        <a:lnTo>
                          <a:pt x="56" y="56"/>
                        </a:lnTo>
                        <a:lnTo>
                          <a:pt x="64" y="64"/>
                        </a:lnTo>
                        <a:lnTo>
                          <a:pt x="64" y="80"/>
                        </a:lnTo>
                        <a:lnTo>
                          <a:pt x="80" y="88"/>
                        </a:lnTo>
                        <a:lnTo>
                          <a:pt x="96" y="88"/>
                        </a:lnTo>
                        <a:lnTo>
                          <a:pt x="104" y="72"/>
                        </a:lnTo>
                        <a:lnTo>
                          <a:pt x="112" y="72"/>
                        </a:lnTo>
                        <a:lnTo>
                          <a:pt x="112" y="88"/>
                        </a:lnTo>
                        <a:lnTo>
                          <a:pt x="112" y="96"/>
                        </a:lnTo>
                        <a:lnTo>
                          <a:pt x="104" y="120"/>
                        </a:lnTo>
                        <a:lnTo>
                          <a:pt x="96" y="120"/>
                        </a:lnTo>
                        <a:lnTo>
                          <a:pt x="80" y="120"/>
                        </a:lnTo>
                        <a:lnTo>
                          <a:pt x="80" y="128"/>
                        </a:lnTo>
                        <a:lnTo>
                          <a:pt x="88" y="136"/>
                        </a:lnTo>
                        <a:lnTo>
                          <a:pt x="80" y="144"/>
                        </a:lnTo>
                        <a:lnTo>
                          <a:pt x="64" y="176"/>
                        </a:lnTo>
                        <a:lnTo>
                          <a:pt x="48" y="184"/>
                        </a:lnTo>
                        <a:lnTo>
                          <a:pt x="32" y="176"/>
                        </a:lnTo>
                        <a:lnTo>
                          <a:pt x="48" y="168"/>
                        </a:lnTo>
                        <a:lnTo>
                          <a:pt x="48" y="152"/>
                        </a:lnTo>
                        <a:lnTo>
                          <a:pt x="32" y="136"/>
                        </a:lnTo>
                        <a:lnTo>
                          <a:pt x="24" y="128"/>
                        </a:lnTo>
                        <a:lnTo>
                          <a:pt x="24" y="120"/>
                        </a:lnTo>
                        <a:lnTo>
                          <a:pt x="40" y="112"/>
                        </a:lnTo>
                        <a:lnTo>
                          <a:pt x="40" y="96"/>
                        </a:lnTo>
                        <a:lnTo>
                          <a:pt x="32" y="72"/>
                        </a:lnTo>
                        <a:lnTo>
                          <a:pt x="24" y="48"/>
                        </a:lnTo>
                        <a:lnTo>
                          <a:pt x="8"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03" name="Freeform 113">
                    <a:extLst>
                      <a:ext uri="{FF2B5EF4-FFF2-40B4-BE49-F238E27FC236}">
                        <a16:creationId xmlns:a16="http://schemas.microsoft.com/office/drawing/2014/main" id="{BEDB657A-895A-42B7-6172-E00C9ABFFC73}"/>
                      </a:ext>
                    </a:extLst>
                  </p:cNvPr>
                  <p:cNvSpPr>
                    <a:spLocks/>
                  </p:cNvSpPr>
                  <p:nvPr/>
                </p:nvSpPr>
                <p:spPr bwMode="gray">
                  <a:xfrm>
                    <a:off x="5164" y="3516"/>
                    <a:ext cx="107" cy="119"/>
                  </a:xfrm>
                  <a:custGeom>
                    <a:avLst/>
                    <a:gdLst>
                      <a:gd name="T0" fmla="*/ 44 w 152"/>
                      <a:gd name="T1" fmla="*/ 3 h 168"/>
                      <a:gd name="T2" fmla="*/ 44 w 152"/>
                      <a:gd name="T3" fmla="*/ 6 h 168"/>
                      <a:gd name="T4" fmla="*/ 48 w 152"/>
                      <a:gd name="T5" fmla="*/ 6 h 168"/>
                      <a:gd name="T6" fmla="*/ 50 w 152"/>
                      <a:gd name="T7" fmla="*/ 3 h 168"/>
                      <a:gd name="T8" fmla="*/ 53 w 152"/>
                      <a:gd name="T9" fmla="*/ 6 h 168"/>
                      <a:gd name="T10" fmla="*/ 53 w 152"/>
                      <a:gd name="T11" fmla="*/ 14 h 168"/>
                      <a:gd name="T12" fmla="*/ 48 w 152"/>
                      <a:gd name="T13" fmla="*/ 23 h 168"/>
                      <a:gd name="T14" fmla="*/ 44 w 152"/>
                      <a:gd name="T15" fmla="*/ 26 h 168"/>
                      <a:gd name="T16" fmla="*/ 44 w 152"/>
                      <a:gd name="T17" fmla="*/ 31 h 168"/>
                      <a:gd name="T18" fmla="*/ 36 w 152"/>
                      <a:gd name="T19" fmla="*/ 31 h 168"/>
                      <a:gd name="T20" fmla="*/ 34 w 152"/>
                      <a:gd name="T21" fmla="*/ 37 h 168"/>
                      <a:gd name="T22" fmla="*/ 27 w 152"/>
                      <a:gd name="T23" fmla="*/ 48 h 168"/>
                      <a:gd name="T24" fmla="*/ 19 w 152"/>
                      <a:gd name="T25" fmla="*/ 60 h 168"/>
                      <a:gd name="T26" fmla="*/ 8 w 152"/>
                      <a:gd name="T27" fmla="*/ 55 h 168"/>
                      <a:gd name="T28" fmla="*/ 3 w 152"/>
                      <a:gd name="T29" fmla="*/ 55 h 168"/>
                      <a:gd name="T30" fmla="*/ 0 w 152"/>
                      <a:gd name="T31" fmla="*/ 51 h 168"/>
                      <a:gd name="T32" fmla="*/ 6 w 152"/>
                      <a:gd name="T33" fmla="*/ 42 h 168"/>
                      <a:gd name="T34" fmla="*/ 8 w 152"/>
                      <a:gd name="T35" fmla="*/ 37 h 168"/>
                      <a:gd name="T36" fmla="*/ 17 w 152"/>
                      <a:gd name="T37" fmla="*/ 31 h 168"/>
                      <a:gd name="T38" fmla="*/ 23 w 152"/>
                      <a:gd name="T39" fmla="*/ 26 h 168"/>
                      <a:gd name="T40" fmla="*/ 31 w 152"/>
                      <a:gd name="T41" fmla="*/ 20 h 168"/>
                      <a:gd name="T42" fmla="*/ 34 w 152"/>
                      <a:gd name="T43" fmla="*/ 17 h 168"/>
                      <a:gd name="T44" fmla="*/ 34 w 152"/>
                      <a:gd name="T45" fmla="*/ 11 h 168"/>
                      <a:gd name="T46" fmla="*/ 39 w 152"/>
                      <a:gd name="T47" fmla="*/ 6 h 168"/>
                      <a:gd name="T48" fmla="*/ 39 w 152"/>
                      <a:gd name="T49" fmla="*/ 0 h 168"/>
                      <a:gd name="T50" fmla="*/ 44 w 152"/>
                      <a:gd name="T51" fmla="*/ 0 h 168"/>
                      <a:gd name="T52" fmla="*/ 44 w 152"/>
                      <a:gd name="T53" fmla="*/ 3 h 16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2"/>
                      <a:gd name="T82" fmla="*/ 0 h 168"/>
                      <a:gd name="T83" fmla="*/ 152 w 152"/>
                      <a:gd name="T84" fmla="*/ 168 h 16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2" h="168">
                        <a:moveTo>
                          <a:pt x="128" y="8"/>
                        </a:moveTo>
                        <a:lnTo>
                          <a:pt x="128" y="16"/>
                        </a:lnTo>
                        <a:lnTo>
                          <a:pt x="136" y="16"/>
                        </a:lnTo>
                        <a:lnTo>
                          <a:pt x="144" y="8"/>
                        </a:lnTo>
                        <a:lnTo>
                          <a:pt x="152" y="16"/>
                        </a:lnTo>
                        <a:lnTo>
                          <a:pt x="152" y="40"/>
                        </a:lnTo>
                        <a:lnTo>
                          <a:pt x="136" y="64"/>
                        </a:lnTo>
                        <a:lnTo>
                          <a:pt x="128" y="72"/>
                        </a:lnTo>
                        <a:lnTo>
                          <a:pt x="128" y="88"/>
                        </a:lnTo>
                        <a:lnTo>
                          <a:pt x="104" y="88"/>
                        </a:lnTo>
                        <a:lnTo>
                          <a:pt x="96" y="104"/>
                        </a:lnTo>
                        <a:lnTo>
                          <a:pt x="80" y="136"/>
                        </a:lnTo>
                        <a:lnTo>
                          <a:pt x="56" y="168"/>
                        </a:lnTo>
                        <a:lnTo>
                          <a:pt x="24" y="152"/>
                        </a:lnTo>
                        <a:lnTo>
                          <a:pt x="8" y="152"/>
                        </a:lnTo>
                        <a:lnTo>
                          <a:pt x="0" y="144"/>
                        </a:lnTo>
                        <a:lnTo>
                          <a:pt x="16" y="120"/>
                        </a:lnTo>
                        <a:lnTo>
                          <a:pt x="24" y="104"/>
                        </a:lnTo>
                        <a:lnTo>
                          <a:pt x="48" y="88"/>
                        </a:lnTo>
                        <a:lnTo>
                          <a:pt x="64" y="72"/>
                        </a:lnTo>
                        <a:lnTo>
                          <a:pt x="88" y="56"/>
                        </a:lnTo>
                        <a:lnTo>
                          <a:pt x="96" y="48"/>
                        </a:lnTo>
                        <a:lnTo>
                          <a:pt x="96" y="32"/>
                        </a:lnTo>
                        <a:lnTo>
                          <a:pt x="112" y="16"/>
                        </a:lnTo>
                        <a:lnTo>
                          <a:pt x="112" y="0"/>
                        </a:lnTo>
                        <a:lnTo>
                          <a:pt x="128" y="0"/>
                        </a:lnTo>
                        <a:lnTo>
                          <a:pt x="128"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04" name="Freeform 114">
                    <a:extLst>
                      <a:ext uri="{FF2B5EF4-FFF2-40B4-BE49-F238E27FC236}">
                        <a16:creationId xmlns:a16="http://schemas.microsoft.com/office/drawing/2014/main" id="{74577036-E9B3-560D-44CD-E0CDBFB992F3}"/>
                      </a:ext>
                    </a:extLst>
                  </p:cNvPr>
                  <p:cNvSpPr>
                    <a:spLocks/>
                  </p:cNvSpPr>
                  <p:nvPr/>
                </p:nvSpPr>
                <p:spPr bwMode="gray">
                  <a:xfrm>
                    <a:off x="4387" y="3038"/>
                    <a:ext cx="591" cy="456"/>
                  </a:xfrm>
                  <a:custGeom>
                    <a:avLst/>
                    <a:gdLst>
                      <a:gd name="T0" fmla="*/ 265 w 840"/>
                      <a:gd name="T1" fmla="*/ 209 h 648"/>
                      <a:gd name="T2" fmla="*/ 270 w 840"/>
                      <a:gd name="T3" fmla="*/ 186 h 648"/>
                      <a:gd name="T4" fmla="*/ 287 w 840"/>
                      <a:gd name="T5" fmla="*/ 162 h 648"/>
                      <a:gd name="T6" fmla="*/ 287 w 840"/>
                      <a:gd name="T7" fmla="*/ 148 h 648"/>
                      <a:gd name="T8" fmla="*/ 290 w 840"/>
                      <a:gd name="T9" fmla="*/ 125 h 648"/>
                      <a:gd name="T10" fmla="*/ 287 w 840"/>
                      <a:gd name="T11" fmla="*/ 111 h 648"/>
                      <a:gd name="T12" fmla="*/ 270 w 840"/>
                      <a:gd name="T13" fmla="*/ 92 h 648"/>
                      <a:gd name="T14" fmla="*/ 259 w 840"/>
                      <a:gd name="T15" fmla="*/ 84 h 648"/>
                      <a:gd name="T16" fmla="*/ 256 w 840"/>
                      <a:gd name="T17" fmla="*/ 67 h 648"/>
                      <a:gd name="T18" fmla="*/ 240 w 840"/>
                      <a:gd name="T19" fmla="*/ 56 h 648"/>
                      <a:gd name="T20" fmla="*/ 234 w 840"/>
                      <a:gd name="T21" fmla="*/ 27 h 648"/>
                      <a:gd name="T22" fmla="*/ 223 w 840"/>
                      <a:gd name="T23" fmla="*/ 19 h 648"/>
                      <a:gd name="T24" fmla="*/ 215 w 840"/>
                      <a:gd name="T25" fmla="*/ 3 h 648"/>
                      <a:gd name="T26" fmla="*/ 206 w 840"/>
                      <a:gd name="T27" fmla="*/ 11 h 648"/>
                      <a:gd name="T28" fmla="*/ 206 w 840"/>
                      <a:gd name="T29" fmla="*/ 19 h 648"/>
                      <a:gd name="T30" fmla="*/ 203 w 840"/>
                      <a:gd name="T31" fmla="*/ 36 h 648"/>
                      <a:gd name="T32" fmla="*/ 189 w 840"/>
                      <a:gd name="T33" fmla="*/ 48 h 648"/>
                      <a:gd name="T34" fmla="*/ 176 w 840"/>
                      <a:gd name="T35" fmla="*/ 36 h 648"/>
                      <a:gd name="T36" fmla="*/ 165 w 840"/>
                      <a:gd name="T37" fmla="*/ 27 h 648"/>
                      <a:gd name="T38" fmla="*/ 173 w 840"/>
                      <a:gd name="T39" fmla="*/ 14 h 648"/>
                      <a:gd name="T40" fmla="*/ 165 w 840"/>
                      <a:gd name="T41" fmla="*/ 11 h 648"/>
                      <a:gd name="T42" fmla="*/ 145 w 840"/>
                      <a:gd name="T43" fmla="*/ 6 h 648"/>
                      <a:gd name="T44" fmla="*/ 131 w 840"/>
                      <a:gd name="T45" fmla="*/ 11 h 648"/>
                      <a:gd name="T46" fmla="*/ 122 w 840"/>
                      <a:gd name="T47" fmla="*/ 19 h 648"/>
                      <a:gd name="T48" fmla="*/ 122 w 840"/>
                      <a:gd name="T49" fmla="*/ 36 h 648"/>
                      <a:gd name="T50" fmla="*/ 111 w 840"/>
                      <a:gd name="T51" fmla="*/ 34 h 648"/>
                      <a:gd name="T52" fmla="*/ 98 w 840"/>
                      <a:gd name="T53" fmla="*/ 25 h 648"/>
                      <a:gd name="T54" fmla="*/ 89 w 840"/>
                      <a:gd name="T55" fmla="*/ 34 h 648"/>
                      <a:gd name="T56" fmla="*/ 78 w 840"/>
                      <a:gd name="T57" fmla="*/ 42 h 648"/>
                      <a:gd name="T58" fmla="*/ 72 w 840"/>
                      <a:gd name="T59" fmla="*/ 42 h 648"/>
                      <a:gd name="T60" fmla="*/ 70 w 840"/>
                      <a:gd name="T61" fmla="*/ 56 h 648"/>
                      <a:gd name="T62" fmla="*/ 53 w 840"/>
                      <a:gd name="T63" fmla="*/ 70 h 648"/>
                      <a:gd name="T64" fmla="*/ 36 w 840"/>
                      <a:gd name="T65" fmla="*/ 75 h 648"/>
                      <a:gd name="T66" fmla="*/ 23 w 840"/>
                      <a:gd name="T67" fmla="*/ 81 h 648"/>
                      <a:gd name="T68" fmla="*/ 11 w 840"/>
                      <a:gd name="T69" fmla="*/ 84 h 648"/>
                      <a:gd name="T70" fmla="*/ 11 w 840"/>
                      <a:gd name="T71" fmla="*/ 115 h 648"/>
                      <a:gd name="T72" fmla="*/ 6 w 840"/>
                      <a:gd name="T73" fmla="*/ 117 h 648"/>
                      <a:gd name="T74" fmla="*/ 0 w 840"/>
                      <a:gd name="T75" fmla="*/ 115 h 648"/>
                      <a:gd name="T76" fmla="*/ 11 w 840"/>
                      <a:gd name="T77" fmla="*/ 134 h 648"/>
                      <a:gd name="T78" fmla="*/ 19 w 840"/>
                      <a:gd name="T79" fmla="*/ 159 h 648"/>
                      <a:gd name="T80" fmla="*/ 19 w 840"/>
                      <a:gd name="T81" fmla="*/ 178 h 648"/>
                      <a:gd name="T82" fmla="*/ 23 w 840"/>
                      <a:gd name="T83" fmla="*/ 186 h 648"/>
                      <a:gd name="T84" fmla="*/ 42 w 840"/>
                      <a:gd name="T85" fmla="*/ 186 h 648"/>
                      <a:gd name="T86" fmla="*/ 58 w 840"/>
                      <a:gd name="T87" fmla="*/ 182 h 648"/>
                      <a:gd name="T88" fmla="*/ 81 w 840"/>
                      <a:gd name="T89" fmla="*/ 176 h 648"/>
                      <a:gd name="T90" fmla="*/ 106 w 840"/>
                      <a:gd name="T91" fmla="*/ 167 h 648"/>
                      <a:gd name="T92" fmla="*/ 145 w 840"/>
                      <a:gd name="T93" fmla="*/ 167 h 648"/>
                      <a:gd name="T94" fmla="*/ 159 w 840"/>
                      <a:gd name="T95" fmla="*/ 184 h 648"/>
                      <a:gd name="T96" fmla="*/ 167 w 840"/>
                      <a:gd name="T97" fmla="*/ 186 h 648"/>
                      <a:gd name="T98" fmla="*/ 176 w 840"/>
                      <a:gd name="T99" fmla="*/ 173 h 648"/>
                      <a:gd name="T100" fmla="*/ 176 w 840"/>
                      <a:gd name="T101" fmla="*/ 186 h 648"/>
                      <a:gd name="T102" fmla="*/ 176 w 840"/>
                      <a:gd name="T103" fmla="*/ 195 h 648"/>
                      <a:gd name="T104" fmla="*/ 186 w 840"/>
                      <a:gd name="T105" fmla="*/ 192 h 648"/>
                      <a:gd name="T106" fmla="*/ 189 w 840"/>
                      <a:gd name="T107" fmla="*/ 201 h 648"/>
                      <a:gd name="T108" fmla="*/ 195 w 840"/>
                      <a:gd name="T109" fmla="*/ 215 h 648"/>
                      <a:gd name="T110" fmla="*/ 209 w 840"/>
                      <a:gd name="T111" fmla="*/ 220 h 648"/>
                      <a:gd name="T112" fmla="*/ 229 w 840"/>
                      <a:gd name="T113" fmla="*/ 215 h 648"/>
                      <a:gd name="T114" fmla="*/ 243 w 840"/>
                      <a:gd name="T115" fmla="*/ 223 h 64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840"/>
                      <a:gd name="T175" fmla="*/ 0 h 648"/>
                      <a:gd name="T176" fmla="*/ 840 w 840"/>
                      <a:gd name="T177" fmla="*/ 648 h 64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840" h="648">
                        <a:moveTo>
                          <a:pt x="712" y="624"/>
                        </a:moveTo>
                        <a:lnTo>
                          <a:pt x="720" y="616"/>
                        </a:lnTo>
                        <a:lnTo>
                          <a:pt x="728" y="616"/>
                        </a:lnTo>
                        <a:lnTo>
                          <a:pt x="760" y="600"/>
                        </a:lnTo>
                        <a:lnTo>
                          <a:pt x="768" y="592"/>
                        </a:lnTo>
                        <a:lnTo>
                          <a:pt x="760" y="576"/>
                        </a:lnTo>
                        <a:lnTo>
                          <a:pt x="776" y="544"/>
                        </a:lnTo>
                        <a:lnTo>
                          <a:pt x="776" y="536"/>
                        </a:lnTo>
                        <a:lnTo>
                          <a:pt x="792" y="512"/>
                        </a:lnTo>
                        <a:lnTo>
                          <a:pt x="792" y="504"/>
                        </a:lnTo>
                        <a:lnTo>
                          <a:pt x="816" y="480"/>
                        </a:lnTo>
                        <a:lnTo>
                          <a:pt x="824" y="464"/>
                        </a:lnTo>
                        <a:lnTo>
                          <a:pt x="824" y="456"/>
                        </a:lnTo>
                        <a:lnTo>
                          <a:pt x="832" y="448"/>
                        </a:lnTo>
                        <a:lnTo>
                          <a:pt x="832" y="440"/>
                        </a:lnTo>
                        <a:lnTo>
                          <a:pt x="824" y="424"/>
                        </a:lnTo>
                        <a:lnTo>
                          <a:pt x="832" y="408"/>
                        </a:lnTo>
                        <a:lnTo>
                          <a:pt x="832" y="384"/>
                        </a:lnTo>
                        <a:lnTo>
                          <a:pt x="840" y="368"/>
                        </a:lnTo>
                        <a:lnTo>
                          <a:pt x="832" y="360"/>
                        </a:lnTo>
                        <a:lnTo>
                          <a:pt x="824" y="344"/>
                        </a:lnTo>
                        <a:lnTo>
                          <a:pt x="832" y="312"/>
                        </a:lnTo>
                        <a:lnTo>
                          <a:pt x="824" y="312"/>
                        </a:lnTo>
                        <a:lnTo>
                          <a:pt x="824" y="320"/>
                        </a:lnTo>
                        <a:lnTo>
                          <a:pt x="816" y="304"/>
                        </a:lnTo>
                        <a:lnTo>
                          <a:pt x="800" y="288"/>
                        </a:lnTo>
                        <a:lnTo>
                          <a:pt x="792" y="280"/>
                        </a:lnTo>
                        <a:lnTo>
                          <a:pt x="776" y="264"/>
                        </a:lnTo>
                        <a:lnTo>
                          <a:pt x="776" y="248"/>
                        </a:lnTo>
                        <a:lnTo>
                          <a:pt x="768" y="256"/>
                        </a:lnTo>
                        <a:lnTo>
                          <a:pt x="760" y="256"/>
                        </a:lnTo>
                        <a:lnTo>
                          <a:pt x="744" y="240"/>
                        </a:lnTo>
                        <a:lnTo>
                          <a:pt x="752" y="224"/>
                        </a:lnTo>
                        <a:lnTo>
                          <a:pt x="736" y="208"/>
                        </a:lnTo>
                        <a:lnTo>
                          <a:pt x="736" y="200"/>
                        </a:lnTo>
                        <a:lnTo>
                          <a:pt x="736" y="192"/>
                        </a:lnTo>
                        <a:lnTo>
                          <a:pt x="720" y="192"/>
                        </a:lnTo>
                        <a:lnTo>
                          <a:pt x="712" y="184"/>
                        </a:lnTo>
                        <a:lnTo>
                          <a:pt x="696" y="176"/>
                        </a:lnTo>
                        <a:lnTo>
                          <a:pt x="688" y="160"/>
                        </a:lnTo>
                        <a:lnTo>
                          <a:pt x="688" y="152"/>
                        </a:lnTo>
                        <a:lnTo>
                          <a:pt x="680" y="128"/>
                        </a:lnTo>
                        <a:lnTo>
                          <a:pt x="672" y="120"/>
                        </a:lnTo>
                        <a:lnTo>
                          <a:pt x="672" y="80"/>
                        </a:lnTo>
                        <a:lnTo>
                          <a:pt x="664" y="80"/>
                        </a:lnTo>
                        <a:lnTo>
                          <a:pt x="648" y="72"/>
                        </a:lnTo>
                        <a:lnTo>
                          <a:pt x="640" y="80"/>
                        </a:lnTo>
                        <a:lnTo>
                          <a:pt x="640" y="56"/>
                        </a:lnTo>
                        <a:lnTo>
                          <a:pt x="624" y="40"/>
                        </a:lnTo>
                        <a:lnTo>
                          <a:pt x="624" y="24"/>
                        </a:lnTo>
                        <a:lnTo>
                          <a:pt x="616" y="16"/>
                        </a:lnTo>
                        <a:lnTo>
                          <a:pt x="616" y="8"/>
                        </a:lnTo>
                        <a:lnTo>
                          <a:pt x="608" y="0"/>
                        </a:lnTo>
                        <a:lnTo>
                          <a:pt x="608" y="16"/>
                        </a:lnTo>
                        <a:lnTo>
                          <a:pt x="600" y="24"/>
                        </a:lnTo>
                        <a:lnTo>
                          <a:pt x="592" y="32"/>
                        </a:lnTo>
                        <a:lnTo>
                          <a:pt x="592" y="40"/>
                        </a:lnTo>
                        <a:lnTo>
                          <a:pt x="600" y="48"/>
                        </a:lnTo>
                        <a:lnTo>
                          <a:pt x="592" y="48"/>
                        </a:lnTo>
                        <a:lnTo>
                          <a:pt x="592" y="56"/>
                        </a:lnTo>
                        <a:lnTo>
                          <a:pt x="592" y="64"/>
                        </a:lnTo>
                        <a:lnTo>
                          <a:pt x="592" y="72"/>
                        </a:lnTo>
                        <a:lnTo>
                          <a:pt x="592" y="80"/>
                        </a:lnTo>
                        <a:lnTo>
                          <a:pt x="584" y="104"/>
                        </a:lnTo>
                        <a:lnTo>
                          <a:pt x="584" y="136"/>
                        </a:lnTo>
                        <a:lnTo>
                          <a:pt x="568" y="144"/>
                        </a:lnTo>
                        <a:lnTo>
                          <a:pt x="552" y="144"/>
                        </a:lnTo>
                        <a:lnTo>
                          <a:pt x="544" y="136"/>
                        </a:lnTo>
                        <a:lnTo>
                          <a:pt x="536" y="128"/>
                        </a:lnTo>
                        <a:lnTo>
                          <a:pt x="520" y="120"/>
                        </a:lnTo>
                        <a:lnTo>
                          <a:pt x="504" y="112"/>
                        </a:lnTo>
                        <a:lnTo>
                          <a:pt x="504" y="104"/>
                        </a:lnTo>
                        <a:lnTo>
                          <a:pt x="488" y="104"/>
                        </a:lnTo>
                        <a:lnTo>
                          <a:pt x="472" y="96"/>
                        </a:lnTo>
                        <a:lnTo>
                          <a:pt x="464" y="88"/>
                        </a:lnTo>
                        <a:lnTo>
                          <a:pt x="472" y="80"/>
                        </a:lnTo>
                        <a:lnTo>
                          <a:pt x="472" y="56"/>
                        </a:lnTo>
                        <a:lnTo>
                          <a:pt x="488" y="56"/>
                        </a:lnTo>
                        <a:lnTo>
                          <a:pt x="496" y="48"/>
                        </a:lnTo>
                        <a:lnTo>
                          <a:pt x="496" y="40"/>
                        </a:lnTo>
                        <a:lnTo>
                          <a:pt x="496" y="32"/>
                        </a:lnTo>
                        <a:lnTo>
                          <a:pt x="488" y="32"/>
                        </a:lnTo>
                        <a:lnTo>
                          <a:pt x="480" y="32"/>
                        </a:lnTo>
                        <a:lnTo>
                          <a:pt x="472" y="32"/>
                        </a:lnTo>
                        <a:lnTo>
                          <a:pt x="456" y="32"/>
                        </a:lnTo>
                        <a:lnTo>
                          <a:pt x="448" y="24"/>
                        </a:lnTo>
                        <a:lnTo>
                          <a:pt x="424" y="24"/>
                        </a:lnTo>
                        <a:lnTo>
                          <a:pt x="416" y="16"/>
                        </a:lnTo>
                        <a:lnTo>
                          <a:pt x="392" y="16"/>
                        </a:lnTo>
                        <a:lnTo>
                          <a:pt x="408" y="24"/>
                        </a:lnTo>
                        <a:lnTo>
                          <a:pt x="408" y="32"/>
                        </a:lnTo>
                        <a:lnTo>
                          <a:pt x="376" y="32"/>
                        </a:lnTo>
                        <a:lnTo>
                          <a:pt x="368" y="32"/>
                        </a:lnTo>
                        <a:lnTo>
                          <a:pt x="360" y="48"/>
                        </a:lnTo>
                        <a:lnTo>
                          <a:pt x="360" y="56"/>
                        </a:lnTo>
                        <a:lnTo>
                          <a:pt x="352" y="56"/>
                        </a:lnTo>
                        <a:lnTo>
                          <a:pt x="344" y="80"/>
                        </a:lnTo>
                        <a:lnTo>
                          <a:pt x="352" y="88"/>
                        </a:lnTo>
                        <a:lnTo>
                          <a:pt x="352" y="96"/>
                        </a:lnTo>
                        <a:lnTo>
                          <a:pt x="352" y="104"/>
                        </a:lnTo>
                        <a:lnTo>
                          <a:pt x="344" y="96"/>
                        </a:lnTo>
                        <a:lnTo>
                          <a:pt x="336" y="96"/>
                        </a:lnTo>
                        <a:lnTo>
                          <a:pt x="328" y="88"/>
                        </a:lnTo>
                        <a:lnTo>
                          <a:pt x="320" y="96"/>
                        </a:lnTo>
                        <a:lnTo>
                          <a:pt x="304" y="64"/>
                        </a:lnTo>
                        <a:lnTo>
                          <a:pt x="296" y="64"/>
                        </a:lnTo>
                        <a:lnTo>
                          <a:pt x="288" y="72"/>
                        </a:lnTo>
                        <a:lnTo>
                          <a:pt x="280" y="72"/>
                        </a:lnTo>
                        <a:lnTo>
                          <a:pt x="272" y="80"/>
                        </a:lnTo>
                        <a:lnTo>
                          <a:pt x="264" y="80"/>
                        </a:lnTo>
                        <a:lnTo>
                          <a:pt x="256" y="88"/>
                        </a:lnTo>
                        <a:lnTo>
                          <a:pt x="256" y="96"/>
                        </a:lnTo>
                        <a:lnTo>
                          <a:pt x="240" y="96"/>
                        </a:lnTo>
                        <a:lnTo>
                          <a:pt x="240" y="120"/>
                        </a:lnTo>
                        <a:lnTo>
                          <a:pt x="232" y="120"/>
                        </a:lnTo>
                        <a:lnTo>
                          <a:pt x="224" y="120"/>
                        </a:lnTo>
                        <a:lnTo>
                          <a:pt x="224" y="128"/>
                        </a:lnTo>
                        <a:lnTo>
                          <a:pt x="224" y="136"/>
                        </a:lnTo>
                        <a:lnTo>
                          <a:pt x="216" y="136"/>
                        </a:lnTo>
                        <a:lnTo>
                          <a:pt x="208" y="120"/>
                        </a:lnTo>
                        <a:lnTo>
                          <a:pt x="200" y="128"/>
                        </a:lnTo>
                        <a:lnTo>
                          <a:pt x="192" y="144"/>
                        </a:lnTo>
                        <a:lnTo>
                          <a:pt x="192" y="152"/>
                        </a:lnTo>
                        <a:lnTo>
                          <a:pt x="200" y="160"/>
                        </a:lnTo>
                        <a:lnTo>
                          <a:pt x="184" y="176"/>
                        </a:lnTo>
                        <a:lnTo>
                          <a:pt x="184" y="184"/>
                        </a:lnTo>
                        <a:lnTo>
                          <a:pt x="160" y="192"/>
                        </a:lnTo>
                        <a:lnTo>
                          <a:pt x="152" y="200"/>
                        </a:lnTo>
                        <a:lnTo>
                          <a:pt x="136" y="200"/>
                        </a:lnTo>
                        <a:lnTo>
                          <a:pt x="128" y="208"/>
                        </a:lnTo>
                        <a:lnTo>
                          <a:pt x="112" y="208"/>
                        </a:lnTo>
                        <a:lnTo>
                          <a:pt x="104" y="216"/>
                        </a:lnTo>
                        <a:lnTo>
                          <a:pt x="96" y="216"/>
                        </a:lnTo>
                        <a:lnTo>
                          <a:pt x="88" y="216"/>
                        </a:lnTo>
                        <a:lnTo>
                          <a:pt x="80" y="216"/>
                        </a:lnTo>
                        <a:lnTo>
                          <a:pt x="64" y="232"/>
                        </a:lnTo>
                        <a:lnTo>
                          <a:pt x="56" y="232"/>
                        </a:lnTo>
                        <a:lnTo>
                          <a:pt x="48" y="240"/>
                        </a:lnTo>
                        <a:lnTo>
                          <a:pt x="32" y="248"/>
                        </a:lnTo>
                        <a:lnTo>
                          <a:pt x="32" y="240"/>
                        </a:lnTo>
                        <a:lnTo>
                          <a:pt x="24" y="248"/>
                        </a:lnTo>
                        <a:lnTo>
                          <a:pt x="16" y="288"/>
                        </a:lnTo>
                        <a:lnTo>
                          <a:pt x="24" y="304"/>
                        </a:lnTo>
                        <a:lnTo>
                          <a:pt x="32" y="328"/>
                        </a:lnTo>
                        <a:lnTo>
                          <a:pt x="32" y="336"/>
                        </a:lnTo>
                        <a:lnTo>
                          <a:pt x="24" y="344"/>
                        </a:lnTo>
                        <a:lnTo>
                          <a:pt x="16" y="328"/>
                        </a:lnTo>
                        <a:lnTo>
                          <a:pt x="16" y="336"/>
                        </a:lnTo>
                        <a:lnTo>
                          <a:pt x="24" y="344"/>
                        </a:lnTo>
                        <a:lnTo>
                          <a:pt x="16" y="352"/>
                        </a:lnTo>
                        <a:lnTo>
                          <a:pt x="8" y="328"/>
                        </a:lnTo>
                        <a:lnTo>
                          <a:pt x="0" y="328"/>
                        </a:lnTo>
                        <a:lnTo>
                          <a:pt x="16" y="360"/>
                        </a:lnTo>
                        <a:lnTo>
                          <a:pt x="24" y="368"/>
                        </a:lnTo>
                        <a:lnTo>
                          <a:pt x="32" y="376"/>
                        </a:lnTo>
                        <a:lnTo>
                          <a:pt x="32" y="384"/>
                        </a:lnTo>
                        <a:lnTo>
                          <a:pt x="40" y="400"/>
                        </a:lnTo>
                        <a:lnTo>
                          <a:pt x="40" y="408"/>
                        </a:lnTo>
                        <a:lnTo>
                          <a:pt x="48" y="440"/>
                        </a:lnTo>
                        <a:lnTo>
                          <a:pt x="56" y="456"/>
                        </a:lnTo>
                        <a:lnTo>
                          <a:pt x="56" y="464"/>
                        </a:lnTo>
                        <a:lnTo>
                          <a:pt x="64" y="480"/>
                        </a:lnTo>
                        <a:lnTo>
                          <a:pt x="56" y="488"/>
                        </a:lnTo>
                        <a:lnTo>
                          <a:pt x="56" y="512"/>
                        </a:lnTo>
                        <a:lnTo>
                          <a:pt x="48" y="512"/>
                        </a:lnTo>
                        <a:lnTo>
                          <a:pt x="48" y="528"/>
                        </a:lnTo>
                        <a:lnTo>
                          <a:pt x="48" y="536"/>
                        </a:lnTo>
                        <a:lnTo>
                          <a:pt x="64" y="536"/>
                        </a:lnTo>
                        <a:lnTo>
                          <a:pt x="72" y="552"/>
                        </a:lnTo>
                        <a:lnTo>
                          <a:pt x="96" y="552"/>
                        </a:lnTo>
                        <a:lnTo>
                          <a:pt x="120" y="552"/>
                        </a:lnTo>
                        <a:lnTo>
                          <a:pt x="120" y="536"/>
                        </a:lnTo>
                        <a:lnTo>
                          <a:pt x="136" y="536"/>
                        </a:lnTo>
                        <a:lnTo>
                          <a:pt x="144" y="528"/>
                        </a:lnTo>
                        <a:lnTo>
                          <a:pt x="160" y="520"/>
                        </a:lnTo>
                        <a:lnTo>
                          <a:pt x="168" y="520"/>
                        </a:lnTo>
                        <a:lnTo>
                          <a:pt x="200" y="520"/>
                        </a:lnTo>
                        <a:lnTo>
                          <a:pt x="216" y="520"/>
                        </a:lnTo>
                        <a:lnTo>
                          <a:pt x="232" y="512"/>
                        </a:lnTo>
                        <a:lnTo>
                          <a:pt x="232" y="504"/>
                        </a:lnTo>
                        <a:lnTo>
                          <a:pt x="248" y="496"/>
                        </a:lnTo>
                        <a:lnTo>
                          <a:pt x="256" y="496"/>
                        </a:lnTo>
                        <a:lnTo>
                          <a:pt x="272" y="480"/>
                        </a:lnTo>
                        <a:lnTo>
                          <a:pt x="304" y="480"/>
                        </a:lnTo>
                        <a:lnTo>
                          <a:pt x="336" y="472"/>
                        </a:lnTo>
                        <a:lnTo>
                          <a:pt x="376" y="464"/>
                        </a:lnTo>
                        <a:lnTo>
                          <a:pt x="400" y="480"/>
                        </a:lnTo>
                        <a:lnTo>
                          <a:pt x="416" y="480"/>
                        </a:lnTo>
                        <a:lnTo>
                          <a:pt x="432" y="488"/>
                        </a:lnTo>
                        <a:lnTo>
                          <a:pt x="440" y="504"/>
                        </a:lnTo>
                        <a:lnTo>
                          <a:pt x="456" y="512"/>
                        </a:lnTo>
                        <a:lnTo>
                          <a:pt x="456" y="528"/>
                        </a:lnTo>
                        <a:lnTo>
                          <a:pt x="456" y="536"/>
                        </a:lnTo>
                        <a:lnTo>
                          <a:pt x="456" y="544"/>
                        </a:lnTo>
                        <a:lnTo>
                          <a:pt x="472" y="544"/>
                        </a:lnTo>
                        <a:lnTo>
                          <a:pt x="480" y="536"/>
                        </a:lnTo>
                        <a:lnTo>
                          <a:pt x="480" y="528"/>
                        </a:lnTo>
                        <a:lnTo>
                          <a:pt x="496" y="512"/>
                        </a:lnTo>
                        <a:lnTo>
                          <a:pt x="504" y="504"/>
                        </a:lnTo>
                        <a:lnTo>
                          <a:pt x="504" y="496"/>
                        </a:lnTo>
                        <a:lnTo>
                          <a:pt x="520" y="496"/>
                        </a:lnTo>
                        <a:lnTo>
                          <a:pt x="520" y="512"/>
                        </a:lnTo>
                        <a:lnTo>
                          <a:pt x="504" y="528"/>
                        </a:lnTo>
                        <a:lnTo>
                          <a:pt x="504" y="536"/>
                        </a:lnTo>
                        <a:lnTo>
                          <a:pt x="496" y="544"/>
                        </a:lnTo>
                        <a:lnTo>
                          <a:pt x="496" y="552"/>
                        </a:lnTo>
                        <a:lnTo>
                          <a:pt x="496" y="560"/>
                        </a:lnTo>
                        <a:lnTo>
                          <a:pt x="504" y="560"/>
                        </a:lnTo>
                        <a:lnTo>
                          <a:pt x="512" y="544"/>
                        </a:lnTo>
                        <a:lnTo>
                          <a:pt x="512" y="536"/>
                        </a:lnTo>
                        <a:lnTo>
                          <a:pt x="528" y="536"/>
                        </a:lnTo>
                        <a:lnTo>
                          <a:pt x="536" y="552"/>
                        </a:lnTo>
                        <a:lnTo>
                          <a:pt x="520" y="552"/>
                        </a:lnTo>
                        <a:lnTo>
                          <a:pt x="520" y="560"/>
                        </a:lnTo>
                        <a:lnTo>
                          <a:pt x="544" y="568"/>
                        </a:lnTo>
                        <a:lnTo>
                          <a:pt x="544" y="576"/>
                        </a:lnTo>
                        <a:lnTo>
                          <a:pt x="552" y="584"/>
                        </a:lnTo>
                        <a:lnTo>
                          <a:pt x="552" y="600"/>
                        </a:lnTo>
                        <a:lnTo>
                          <a:pt x="560" y="608"/>
                        </a:lnTo>
                        <a:lnTo>
                          <a:pt x="560" y="616"/>
                        </a:lnTo>
                        <a:lnTo>
                          <a:pt x="576" y="624"/>
                        </a:lnTo>
                        <a:lnTo>
                          <a:pt x="584" y="624"/>
                        </a:lnTo>
                        <a:lnTo>
                          <a:pt x="592" y="632"/>
                        </a:lnTo>
                        <a:lnTo>
                          <a:pt x="600" y="632"/>
                        </a:lnTo>
                        <a:lnTo>
                          <a:pt x="640" y="648"/>
                        </a:lnTo>
                        <a:lnTo>
                          <a:pt x="632" y="632"/>
                        </a:lnTo>
                        <a:lnTo>
                          <a:pt x="648" y="632"/>
                        </a:lnTo>
                        <a:lnTo>
                          <a:pt x="656" y="616"/>
                        </a:lnTo>
                        <a:lnTo>
                          <a:pt x="672" y="616"/>
                        </a:lnTo>
                        <a:lnTo>
                          <a:pt x="672" y="632"/>
                        </a:lnTo>
                        <a:lnTo>
                          <a:pt x="680" y="640"/>
                        </a:lnTo>
                        <a:lnTo>
                          <a:pt x="696" y="640"/>
                        </a:lnTo>
                        <a:lnTo>
                          <a:pt x="712" y="632"/>
                        </a:lnTo>
                        <a:lnTo>
                          <a:pt x="712" y="6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05" name="Freeform 115">
                    <a:extLst>
                      <a:ext uri="{FF2B5EF4-FFF2-40B4-BE49-F238E27FC236}">
                        <a16:creationId xmlns:a16="http://schemas.microsoft.com/office/drawing/2014/main" id="{9CD0E7F9-0FDD-BF86-40C6-D8CB9906A6D7}"/>
                      </a:ext>
                    </a:extLst>
                  </p:cNvPr>
                  <p:cNvSpPr>
                    <a:spLocks/>
                  </p:cNvSpPr>
                  <p:nvPr/>
                </p:nvSpPr>
                <p:spPr bwMode="gray">
                  <a:xfrm>
                    <a:off x="4843" y="3522"/>
                    <a:ext cx="56" cy="56"/>
                  </a:xfrm>
                  <a:custGeom>
                    <a:avLst/>
                    <a:gdLst>
                      <a:gd name="T0" fmla="*/ 27 w 80"/>
                      <a:gd name="T1" fmla="*/ 3 h 80"/>
                      <a:gd name="T2" fmla="*/ 25 w 80"/>
                      <a:gd name="T3" fmla="*/ 0 h 80"/>
                      <a:gd name="T4" fmla="*/ 25 w 80"/>
                      <a:gd name="T5" fmla="*/ 3 h 80"/>
                      <a:gd name="T6" fmla="*/ 19 w 80"/>
                      <a:gd name="T7" fmla="*/ 6 h 80"/>
                      <a:gd name="T8" fmla="*/ 17 w 80"/>
                      <a:gd name="T9" fmla="*/ 6 h 80"/>
                      <a:gd name="T10" fmla="*/ 10 w 80"/>
                      <a:gd name="T11" fmla="*/ 3 h 80"/>
                      <a:gd name="T12" fmla="*/ 6 w 80"/>
                      <a:gd name="T13" fmla="*/ 0 h 80"/>
                      <a:gd name="T14" fmla="*/ 3 w 80"/>
                      <a:gd name="T15" fmla="*/ 0 h 80"/>
                      <a:gd name="T16" fmla="*/ 0 w 80"/>
                      <a:gd name="T17" fmla="*/ 3 h 80"/>
                      <a:gd name="T18" fmla="*/ 3 w 80"/>
                      <a:gd name="T19" fmla="*/ 8 h 80"/>
                      <a:gd name="T20" fmla="*/ 6 w 80"/>
                      <a:gd name="T21" fmla="*/ 10 h 80"/>
                      <a:gd name="T22" fmla="*/ 6 w 80"/>
                      <a:gd name="T23" fmla="*/ 17 h 80"/>
                      <a:gd name="T24" fmla="*/ 8 w 80"/>
                      <a:gd name="T25" fmla="*/ 22 h 80"/>
                      <a:gd name="T26" fmla="*/ 10 w 80"/>
                      <a:gd name="T27" fmla="*/ 27 h 80"/>
                      <a:gd name="T28" fmla="*/ 14 w 80"/>
                      <a:gd name="T29" fmla="*/ 27 h 80"/>
                      <a:gd name="T30" fmla="*/ 19 w 80"/>
                      <a:gd name="T31" fmla="*/ 27 h 80"/>
                      <a:gd name="T32" fmla="*/ 22 w 80"/>
                      <a:gd name="T33" fmla="*/ 25 h 80"/>
                      <a:gd name="T34" fmla="*/ 25 w 80"/>
                      <a:gd name="T35" fmla="*/ 25 h 80"/>
                      <a:gd name="T36" fmla="*/ 25 w 80"/>
                      <a:gd name="T37" fmla="*/ 19 h 80"/>
                      <a:gd name="T38" fmla="*/ 27 w 80"/>
                      <a:gd name="T39" fmla="*/ 17 h 80"/>
                      <a:gd name="T40" fmla="*/ 27 w 80"/>
                      <a:gd name="T41" fmla="*/ 8 h 80"/>
                      <a:gd name="T42" fmla="*/ 27 w 80"/>
                      <a:gd name="T43" fmla="*/ 3 h 8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0"/>
                      <a:gd name="T67" fmla="*/ 0 h 80"/>
                      <a:gd name="T68" fmla="*/ 80 w 80"/>
                      <a:gd name="T69" fmla="*/ 80 h 8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0" h="80">
                        <a:moveTo>
                          <a:pt x="80" y="8"/>
                        </a:moveTo>
                        <a:lnTo>
                          <a:pt x="72" y="0"/>
                        </a:lnTo>
                        <a:lnTo>
                          <a:pt x="72" y="8"/>
                        </a:lnTo>
                        <a:lnTo>
                          <a:pt x="56" y="16"/>
                        </a:lnTo>
                        <a:lnTo>
                          <a:pt x="48" y="16"/>
                        </a:lnTo>
                        <a:lnTo>
                          <a:pt x="32" y="8"/>
                        </a:lnTo>
                        <a:lnTo>
                          <a:pt x="16" y="0"/>
                        </a:lnTo>
                        <a:lnTo>
                          <a:pt x="8" y="0"/>
                        </a:lnTo>
                        <a:lnTo>
                          <a:pt x="0" y="8"/>
                        </a:lnTo>
                        <a:lnTo>
                          <a:pt x="8" y="24"/>
                        </a:lnTo>
                        <a:lnTo>
                          <a:pt x="16" y="32"/>
                        </a:lnTo>
                        <a:lnTo>
                          <a:pt x="16" y="48"/>
                        </a:lnTo>
                        <a:lnTo>
                          <a:pt x="24" y="64"/>
                        </a:lnTo>
                        <a:lnTo>
                          <a:pt x="32" y="80"/>
                        </a:lnTo>
                        <a:lnTo>
                          <a:pt x="40" y="80"/>
                        </a:lnTo>
                        <a:lnTo>
                          <a:pt x="56" y="80"/>
                        </a:lnTo>
                        <a:lnTo>
                          <a:pt x="64" y="72"/>
                        </a:lnTo>
                        <a:lnTo>
                          <a:pt x="72" y="72"/>
                        </a:lnTo>
                        <a:lnTo>
                          <a:pt x="72" y="56"/>
                        </a:lnTo>
                        <a:lnTo>
                          <a:pt x="80" y="48"/>
                        </a:lnTo>
                        <a:lnTo>
                          <a:pt x="80" y="24"/>
                        </a:lnTo>
                        <a:lnTo>
                          <a:pt x="8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06" name="Freeform 116">
                    <a:extLst>
                      <a:ext uri="{FF2B5EF4-FFF2-40B4-BE49-F238E27FC236}">
                        <a16:creationId xmlns:a16="http://schemas.microsoft.com/office/drawing/2014/main" id="{8F07B344-7D44-AE22-EE4C-DD281BFB5275}"/>
                      </a:ext>
                    </a:extLst>
                  </p:cNvPr>
                  <p:cNvSpPr>
                    <a:spLocks/>
                  </p:cNvSpPr>
                  <p:nvPr/>
                </p:nvSpPr>
                <p:spPr bwMode="gray">
                  <a:xfrm>
                    <a:off x="5164" y="3100"/>
                    <a:ext cx="5" cy="11"/>
                  </a:xfrm>
                  <a:custGeom>
                    <a:avLst/>
                    <a:gdLst>
                      <a:gd name="T0" fmla="*/ 2 w 8"/>
                      <a:gd name="T1" fmla="*/ 6 h 16"/>
                      <a:gd name="T2" fmla="*/ 2 w 8"/>
                      <a:gd name="T3" fmla="*/ 0 h 16"/>
                      <a:gd name="T4" fmla="*/ 0 w 8"/>
                      <a:gd name="T5" fmla="*/ 0 h 16"/>
                      <a:gd name="T6" fmla="*/ 0 w 8"/>
                      <a:gd name="T7" fmla="*/ 3 h 16"/>
                      <a:gd name="T8" fmla="*/ 0 w 8"/>
                      <a:gd name="T9" fmla="*/ 6 h 16"/>
                      <a:gd name="T10" fmla="*/ 2 w 8"/>
                      <a:gd name="T11" fmla="*/ 6 h 16"/>
                      <a:gd name="T12" fmla="*/ 0 60000 65536"/>
                      <a:gd name="T13" fmla="*/ 0 60000 65536"/>
                      <a:gd name="T14" fmla="*/ 0 60000 65536"/>
                      <a:gd name="T15" fmla="*/ 0 60000 65536"/>
                      <a:gd name="T16" fmla="*/ 0 60000 65536"/>
                      <a:gd name="T17" fmla="*/ 0 60000 65536"/>
                      <a:gd name="T18" fmla="*/ 0 w 8"/>
                      <a:gd name="T19" fmla="*/ 0 h 16"/>
                      <a:gd name="T20" fmla="*/ 8 w 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8" h="16">
                        <a:moveTo>
                          <a:pt x="8" y="16"/>
                        </a:moveTo>
                        <a:lnTo>
                          <a:pt x="8" y="0"/>
                        </a:lnTo>
                        <a:lnTo>
                          <a:pt x="0" y="0"/>
                        </a:lnTo>
                        <a:lnTo>
                          <a:pt x="0" y="8"/>
                        </a:lnTo>
                        <a:lnTo>
                          <a:pt x="0" y="16"/>
                        </a:lnTo>
                        <a:lnTo>
                          <a:pt x="8"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07" name="Freeform 117">
                    <a:extLst>
                      <a:ext uri="{FF2B5EF4-FFF2-40B4-BE49-F238E27FC236}">
                        <a16:creationId xmlns:a16="http://schemas.microsoft.com/office/drawing/2014/main" id="{3810CA4E-A9B3-82A1-E54C-88E1A4970F7C}"/>
                      </a:ext>
                    </a:extLst>
                  </p:cNvPr>
                  <p:cNvSpPr>
                    <a:spLocks/>
                  </p:cNvSpPr>
                  <p:nvPr/>
                </p:nvSpPr>
                <p:spPr bwMode="gray">
                  <a:xfrm>
                    <a:off x="5169" y="3117"/>
                    <a:ext cx="11" cy="6"/>
                  </a:xfrm>
                  <a:custGeom>
                    <a:avLst/>
                    <a:gdLst>
                      <a:gd name="T0" fmla="*/ 0 w 16"/>
                      <a:gd name="T1" fmla="*/ 0 h 8"/>
                      <a:gd name="T2" fmla="*/ 3 w 16"/>
                      <a:gd name="T3" fmla="*/ 0 h 8"/>
                      <a:gd name="T4" fmla="*/ 6 w 16"/>
                      <a:gd name="T5" fmla="*/ 0 h 8"/>
                      <a:gd name="T6" fmla="*/ 6 w 16"/>
                      <a:gd name="T7" fmla="*/ 4 h 8"/>
                      <a:gd name="T8" fmla="*/ 0 w 16"/>
                      <a:gd name="T9" fmla="*/ 0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0" y="0"/>
                        </a:moveTo>
                        <a:lnTo>
                          <a:pt x="8" y="0"/>
                        </a:lnTo>
                        <a:lnTo>
                          <a:pt x="16" y="0"/>
                        </a:lnTo>
                        <a:lnTo>
                          <a:pt x="16"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08" name="Freeform 118">
                    <a:extLst>
                      <a:ext uri="{FF2B5EF4-FFF2-40B4-BE49-F238E27FC236}">
                        <a16:creationId xmlns:a16="http://schemas.microsoft.com/office/drawing/2014/main" id="{EF9B7B6C-3FB8-195C-1716-9D4A9426BC86}"/>
                      </a:ext>
                    </a:extLst>
                  </p:cNvPr>
                  <p:cNvSpPr>
                    <a:spLocks/>
                  </p:cNvSpPr>
                  <p:nvPr/>
                </p:nvSpPr>
                <p:spPr bwMode="gray">
                  <a:xfrm>
                    <a:off x="5130" y="3179"/>
                    <a:ext cx="39" cy="28"/>
                  </a:xfrm>
                  <a:custGeom>
                    <a:avLst/>
                    <a:gdLst>
                      <a:gd name="T0" fmla="*/ 0 w 56"/>
                      <a:gd name="T1" fmla="*/ 0 h 40"/>
                      <a:gd name="T2" fmla="*/ 3 w 56"/>
                      <a:gd name="T3" fmla="*/ 3 h 40"/>
                      <a:gd name="T4" fmla="*/ 6 w 56"/>
                      <a:gd name="T5" fmla="*/ 3 h 40"/>
                      <a:gd name="T6" fmla="*/ 8 w 56"/>
                      <a:gd name="T7" fmla="*/ 6 h 40"/>
                      <a:gd name="T8" fmla="*/ 10 w 56"/>
                      <a:gd name="T9" fmla="*/ 8 h 40"/>
                      <a:gd name="T10" fmla="*/ 16 w 56"/>
                      <a:gd name="T11" fmla="*/ 10 h 40"/>
                      <a:gd name="T12" fmla="*/ 19 w 56"/>
                      <a:gd name="T13" fmla="*/ 14 h 40"/>
                      <a:gd name="T14" fmla="*/ 16 w 56"/>
                      <a:gd name="T15" fmla="*/ 14 h 40"/>
                      <a:gd name="T16" fmla="*/ 14 w 56"/>
                      <a:gd name="T17" fmla="*/ 14 h 40"/>
                      <a:gd name="T18" fmla="*/ 6 w 56"/>
                      <a:gd name="T19" fmla="*/ 8 h 40"/>
                      <a:gd name="T20" fmla="*/ 3 w 56"/>
                      <a:gd name="T21" fmla="*/ 8 h 40"/>
                      <a:gd name="T22" fmla="*/ 0 w 56"/>
                      <a:gd name="T23" fmla="*/ 6 h 40"/>
                      <a:gd name="T24" fmla="*/ 0 w 56"/>
                      <a:gd name="T25" fmla="*/ 3 h 40"/>
                      <a:gd name="T26" fmla="*/ 0 w 56"/>
                      <a:gd name="T27" fmla="*/ 3 h 40"/>
                      <a:gd name="T28" fmla="*/ 0 w 56"/>
                      <a:gd name="T29" fmla="*/ 0 h 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
                      <a:gd name="T46" fmla="*/ 0 h 40"/>
                      <a:gd name="T47" fmla="*/ 56 w 56"/>
                      <a:gd name="T48" fmla="*/ 40 h 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 h="40">
                        <a:moveTo>
                          <a:pt x="0" y="0"/>
                        </a:moveTo>
                        <a:lnTo>
                          <a:pt x="8" y="8"/>
                        </a:lnTo>
                        <a:lnTo>
                          <a:pt x="16" y="8"/>
                        </a:lnTo>
                        <a:lnTo>
                          <a:pt x="24" y="16"/>
                        </a:lnTo>
                        <a:lnTo>
                          <a:pt x="32" y="24"/>
                        </a:lnTo>
                        <a:lnTo>
                          <a:pt x="48" y="32"/>
                        </a:lnTo>
                        <a:lnTo>
                          <a:pt x="56" y="40"/>
                        </a:lnTo>
                        <a:lnTo>
                          <a:pt x="48" y="40"/>
                        </a:lnTo>
                        <a:lnTo>
                          <a:pt x="40" y="40"/>
                        </a:lnTo>
                        <a:lnTo>
                          <a:pt x="16" y="24"/>
                        </a:lnTo>
                        <a:lnTo>
                          <a:pt x="8" y="24"/>
                        </a:lnTo>
                        <a:lnTo>
                          <a:pt x="0" y="16"/>
                        </a:lnTo>
                        <a:lnTo>
                          <a:pt x="0"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09" name="Freeform 119">
                    <a:extLst>
                      <a:ext uri="{FF2B5EF4-FFF2-40B4-BE49-F238E27FC236}">
                        <a16:creationId xmlns:a16="http://schemas.microsoft.com/office/drawing/2014/main" id="{591C5D2A-3299-05B2-B63D-FE873C5BF973}"/>
                      </a:ext>
                    </a:extLst>
                  </p:cNvPr>
                  <p:cNvSpPr>
                    <a:spLocks/>
                  </p:cNvSpPr>
                  <p:nvPr/>
                </p:nvSpPr>
                <p:spPr bwMode="gray">
                  <a:xfrm>
                    <a:off x="5316" y="3134"/>
                    <a:ext cx="16" cy="17"/>
                  </a:xfrm>
                  <a:custGeom>
                    <a:avLst/>
                    <a:gdLst>
                      <a:gd name="T0" fmla="*/ 2 w 24"/>
                      <a:gd name="T1" fmla="*/ 9 h 24"/>
                      <a:gd name="T2" fmla="*/ 7 w 24"/>
                      <a:gd name="T3" fmla="*/ 6 h 24"/>
                      <a:gd name="T4" fmla="*/ 7 w 24"/>
                      <a:gd name="T5" fmla="*/ 3 h 24"/>
                      <a:gd name="T6" fmla="*/ 7 w 24"/>
                      <a:gd name="T7" fmla="*/ 0 h 24"/>
                      <a:gd name="T8" fmla="*/ 0 w 24"/>
                      <a:gd name="T9" fmla="*/ 3 h 24"/>
                      <a:gd name="T10" fmla="*/ 0 w 24"/>
                      <a:gd name="T11" fmla="*/ 6 h 24"/>
                      <a:gd name="T12" fmla="*/ 2 w 24"/>
                      <a:gd name="T13" fmla="*/ 9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8" y="24"/>
                        </a:moveTo>
                        <a:lnTo>
                          <a:pt x="24" y="16"/>
                        </a:lnTo>
                        <a:lnTo>
                          <a:pt x="24" y="8"/>
                        </a:lnTo>
                        <a:lnTo>
                          <a:pt x="24" y="0"/>
                        </a:lnTo>
                        <a:lnTo>
                          <a:pt x="0" y="8"/>
                        </a:lnTo>
                        <a:lnTo>
                          <a:pt x="0" y="16"/>
                        </a:lnTo>
                        <a:lnTo>
                          <a:pt x="8"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10" name="Freeform 120">
                    <a:extLst>
                      <a:ext uri="{FF2B5EF4-FFF2-40B4-BE49-F238E27FC236}">
                        <a16:creationId xmlns:a16="http://schemas.microsoft.com/office/drawing/2014/main" id="{A1C5A462-CBC8-071E-384B-01E905B48695}"/>
                      </a:ext>
                    </a:extLst>
                  </p:cNvPr>
                  <p:cNvSpPr>
                    <a:spLocks/>
                  </p:cNvSpPr>
                  <p:nvPr/>
                </p:nvSpPr>
                <p:spPr bwMode="gray">
                  <a:xfrm>
                    <a:off x="5332" y="3117"/>
                    <a:ext cx="23" cy="11"/>
                  </a:xfrm>
                  <a:custGeom>
                    <a:avLst/>
                    <a:gdLst>
                      <a:gd name="T0" fmla="*/ 3 w 32"/>
                      <a:gd name="T1" fmla="*/ 6 h 16"/>
                      <a:gd name="T2" fmla="*/ 12 w 32"/>
                      <a:gd name="T3" fmla="*/ 0 h 16"/>
                      <a:gd name="T4" fmla="*/ 9 w 32"/>
                      <a:gd name="T5" fmla="*/ 0 h 16"/>
                      <a:gd name="T6" fmla="*/ 6 w 32"/>
                      <a:gd name="T7" fmla="*/ 0 h 16"/>
                      <a:gd name="T8" fmla="*/ 0 w 32"/>
                      <a:gd name="T9" fmla="*/ 3 h 16"/>
                      <a:gd name="T10" fmla="*/ 3 w 32"/>
                      <a:gd name="T11" fmla="*/ 6 h 16"/>
                      <a:gd name="T12" fmla="*/ 0 60000 65536"/>
                      <a:gd name="T13" fmla="*/ 0 60000 65536"/>
                      <a:gd name="T14" fmla="*/ 0 60000 65536"/>
                      <a:gd name="T15" fmla="*/ 0 60000 65536"/>
                      <a:gd name="T16" fmla="*/ 0 60000 65536"/>
                      <a:gd name="T17" fmla="*/ 0 60000 65536"/>
                      <a:gd name="T18" fmla="*/ 0 w 32"/>
                      <a:gd name="T19" fmla="*/ 0 h 16"/>
                      <a:gd name="T20" fmla="*/ 32 w 32"/>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32" h="16">
                        <a:moveTo>
                          <a:pt x="8" y="16"/>
                        </a:moveTo>
                        <a:lnTo>
                          <a:pt x="32" y="0"/>
                        </a:lnTo>
                        <a:lnTo>
                          <a:pt x="24" y="0"/>
                        </a:lnTo>
                        <a:lnTo>
                          <a:pt x="16" y="0"/>
                        </a:lnTo>
                        <a:lnTo>
                          <a:pt x="0" y="8"/>
                        </a:lnTo>
                        <a:lnTo>
                          <a:pt x="8"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11" name="Freeform 121">
                    <a:extLst>
                      <a:ext uri="{FF2B5EF4-FFF2-40B4-BE49-F238E27FC236}">
                        <a16:creationId xmlns:a16="http://schemas.microsoft.com/office/drawing/2014/main" id="{86C37E3C-315C-6E9B-BAB9-4970BF1EFF3C}"/>
                      </a:ext>
                    </a:extLst>
                  </p:cNvPr>
                  <p:cNvSpPr>
                    <a:spLocks/>
                  </p:cNvSpPr>
                  <p:nvPr/>
                </p:nvSpPr>
                <p:spPr bwMode="gray">
                  <a:xfrm>
                    <a:off x="4201" y="2554"/>
                    <a:ext cx="107" cy="130"/>
                  </a:xfrm>
                  <a:custGeom>
                    <a:avLst/>
                    <a:gdLst>
                      <a:gd name="T0" fmla="*/ 8 w 152"/>
                      <a:gd name="T1" fmla="*/ 11 h 184"/>
                      <a:gd name="T2" fmla="*/ 14 w 152"/>
                      <a:gd name="T3" fmla="*/ 11 h 184"/>
                      <a:gd name="T4" fmla="*/ 11 w 152"/>
                      <a:gd name="T5" fmla="*/ 3 h 184"/>
                      <a:gd name="T6" fmla="*/ 14 w 152"/>
                      <a:gd name="T7" fmla="*/ 0 h 184"/>
                      <a:gd name="T8" fmla="*/ 17 w 152"/>
                      <a:gd name="T9" fmla="*/ 0 h 184"/>
                      <a:gd name="T10" fmla="*/ 19 w 152"/>
                      <a:gd name="T11" fmla="*/ 6 h 184"/>
                      <a:gd name="T12" fmla="*/ 23 w 152"/>
                      <a:gd name="T13" fmla="*/ 6 h 184"/>
                      <a:gd name="T14" fmla="*/ 23 w 152"/>
                      <a:gd name="T15" fmla="*/ 14 h 184"/>
                      <a:gd name="T16" fmla="*/ 27 w 152"/>
                      <a:gd name="T17" fmla="*/ 14 h 184"/>
                      <a:gd name="T18" fmla="*/ 36 w 152"/>
                      <a:gd name="T19" fmla="*/ 17 h 184"/>
                      <a:gd name="T20" fmla="*/ 34 w 152"/>
                      <a:gd name="T21" fmla="*/ 28 h 184"/>
                      <a:gd name="T22" fmla="*/ 39 w 152"/>
                      <a:gd name="T23" fmla="*/ 37 h 184"/>
                      <a:gd name="T24" fmla="*/ 48 w 152"/>
                      <a:gd name="T25" fmla="*/ 45 h 184"/>
                      <a:gd name="T26" fmla="*/ 50 w 152"/>
                      <a:gd name="T27" fmla="*/ 48 h 184"/>
                      <a:gd name="T28" fmla="*/ 53 w 152"/>
                      <a:gd name="T29" fmla="*/ 51 h 184"/>
                      <a:gd name="T30" fmla="*/ 53 w 152"/>
                      <a:gd name="T31" fmla="*/ 65 h 184"/>
                      <a:gd name="T32" fmla="*/ 50 w 152"/>
                      <a:gd name="T33" fmla="*/ 65 h 184"/>
                      <a:gd name="T34" fmla="*/ 48 w 152"/>
                      <a:gd name="T35" fmla="*/ 59 h 184"/>
                      <a:gd name="T36" fmla="*/ 44 w 152"/>
                      <a:gd name="T37" fmla="*/ 62 h 184"/>
                      <a:gd name="T38" fmla="*/ 44 w 152"/>
                      <a:gd name="T39" fmla="*/ 65 h 184"/>
                      <a:gd name="T40" fmla="*/ 36 w 152"/>
                      <a:gd name="T41" fmla="*/ 65 h 184"/>
                      <a:gd name="T42" fmla="*/ 39 w 152"/>
                      <a:gd name="T43" fmla="*/ 54 h 184"/>
                      <a:gd name="T44" fmla="*/ 39 w 152"/>
                      <a:gd name="T45" fmla="*/ 51 h 184"/>
                      <a:gd name="T46" fmla="*/ 31 w 152"/>
                      <a:gd name="T47" fmla="*/ 42 h 184"/>
                      <a:gd name="T48" fmla="*/ 27 w 152"/>
                      <a:gd name="T49" fmla="*/ 34 h 184"/>
                      <a:gd name="T50" fmla="*/ 25 w 152"/>
                      <a:gd name="T51" fmla="*/ 31 h 184"/>
                      <a:gd name="T52" fmla="*/ 23 w 152"/>
                      <a:gd name="T53" fmla="*/ 37 h 184"/>
                      <a:gd name="T54" fmla="*/ 19 w 152"/>
                      <a:gd name="T55" fmla="*/ 37 h 184"/>
                      <a:gd name="T56" fmla="*/ 17 w 152"/>
                      <a:gd name="T57" fmla="*/ 34 h 184"/>
                      <a:gd name="T58" fmla="*/ 11 w 152"/>
                      <a:gd name="T59" fmla="*/ 34 h 184"/>
                      <a:gd name="T60" fmla="*/ 8 w 152"/>
                      <a:gd name="T61" fmla="*/ 40 h 184"/>
                      <a:gd name="T62" fmla="*/ 6 w 152"/>
                      <a:gd name="T63" fmla="*/ 37 h 184"/>
                      <a:gd name="T64" fmla="*/ 6 w 152"/>
                      <a:gd name="T65" fmla="*/ 34 h 184"/>
                      <a:gd name="T66" fmla="*/ 8 w 152"/>
                      <a:gd name="T67" fmla="*/ 25 h 184"/>
                      <a:gd name="T68" fmla="*/ 3 w 152"/>
                      <a:gd name="T69" fmla="*/ 23 h 184"/>
                      <a:gd name="T70" fmla="*/ 0 w 152"/>
                      <a:gd name="T71" fmla="*/ 17 h 184"/>
                      <a:gd name="T72" fmla="*/ 6 w 152"/>
                      <a:gd name="T73" fmla="*/ 11 h 184"/>
                      <a:gd name="T74" fmla="*/ 6 w 152"/>
                      <a:gd name="T75" fmla="*/ 11 h 184"/>
                      <a:gd name="T76" fmla="*/ 8 w 152"/>
                      <a:gd name="T77" fmla="*/ 11 h 18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52"/>
                      <a:gd name="T118" fmla="*/ 0 h 184"/>
                      <a:gd name="T119" fmla="*/ 152 w 152"/>
                      <a:gd name="T120" fmla="*/ 184 h 18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52" h="184">
                        <a:moveTo>
                          <a:pt x="24" y="32"/>
                        </a:moveTo>
                        <a:lnTo>
                          <a:pt x="40" y="32"/>
                        </a:lnTo>
                        <a:lnTo>
                          <a:pt x="32" y="8"/>
                        </a:lnTo>
                        <a:lnTo>
                          <a:pt x="40" y="0"/>
                        </a:lnTo>
                        <a:lnTo>
                          <a:pt x="48" y="0"/>
                        </a:lnTo>
                        <a:lnTo>
                          <a:pt x="56" y="16"/>
                        </a:lnTo>
                        <a:lnTo>
                          <a:pt x="64" y="16"/>
                        </a:lnTo>
                        <a:lnTo>
                          <a:pt x="64" y="40"/>
                        </a:lnTo>
                        <a:lnTo>
                          <a:pt x="80" y="40"/>
                        </a:lnTo>
                        <a:lnTo>
                          <a:pt x="104" y="48"/>
                        </a:lnTo>
                        <a:lnTo>
                          <a:pt x="96" y="80"/>
                        </a:lnTo>
                        <a:lnTo>
                          <a:pt x="112" y="104"/>
                        </a:lnTo>
                        <a:lnTo>
                          <a:pt x="136" y="128"/>
                        </a:lnTo>
                        <a:lnTo>
                          <a:pt x="144" y="136"/>
                        </a:lnTo>
                        <a:lnTo>
                          <a:pt x="152" y="144"/>
                        </a:lnTo>
                        <a:lnTo>
                          <a:pt x="152" y="184"/>
                        </a:lnTo>
                        <a:lnTo>
                          <a:pt x="144" y="184"/>
                        </a:lnTo>
                        <a:lnTo>
                          <a:pt x="136" y="168"/>
                        </a:lnTo>
                        <a:lnTo>
                          <a:pt x="128" y="176"/>
                        </a:lnTo>
                        <a:lnTo>
                          <a:pt x="128" y="184"/>
                        </a:lnTo>
                        <a:lnTo>
                          <a:pt x="104" y="184"/>
                        </a:lnTo>
                        <a:lnTo>
                          <a:pt x="112" y="152"/>
                        </a:lnTo>
                        <a:lnTo>
                          <a:pt x="112" y="144"/>
                        </a:lnTo>
                        <a:lnTo>
                          <a:pt x="88" y="120"/>
                        </a:lnTo>
                        <a:lnTo>
                          <a:pt x="80" y="96"/>
                        </a:lnTo>
                        <a:lnTo>
                          <a:pt x="72" y="88"/>
                        </a:lnTo>
                        <a:lnTo>
                          <a:pt x="64" y="104"/>
                        </a:lnTo>
                        <a:lnTo>
                          <a:pt x="56" y="104"/>
                        </a:lnTo>
                        <a:lnTo>
                          <a:pt x="48" y="96"/>
                        </a:lnTo>
                        <a:lnTo>
                          <a:pt x="32" y="96"/>
                        </a:lnTo>
                        <a:lnTo>
                          <a:pt x="24" y="112"/>
                        </a:lnTo>
                        <a:lnTo>
                          <a:pt x="16" y="104"/>
                        </a:lnTo>
                        <a:lnTo>
                          <a:pt x="16" y="96"/>
                        </a:lnTo>
                        <a:lnTo>
                          <a:pt x="24" y="72"/>
                        </a:lnTo>
                        <a:lnTo>
                          <a:pt x="8" y="64"/>
                        </a:lnTo>
                        <a:lnTo>
                          <a:pt x="0" y="48"/>
                        </a:lnTo>
                        <a:lnTo>
                          <a:pt x="16" y="32"/>
                        </a:lnTo>
                        <a:lnTo>
                          <a:pt x="24" y="3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12" name="Freeform 122">
                    <a:extLst>
                      <a:ext uri="{FF2B5EF4-FFF2-40B4-BE49-F238E27FC236}">
                        <a16:creationId xmlns:a16="http://schemas.microsoft.com/office/drawing/2014/main" id="{EEFFF57A-E25F-5657-906D-0C800DCB8228}"/>
                      </a:ext>
                    </a:extLst>
                  </p:cNvPr>
                  <p:cNvSpPr>
                    <a:spLocks/>
                  </p:cNvSpPr>
                  <p:nvPr/>
                </p:nvSpPr>
                <p:spPr bwMode="gray">
                  <a:xfrm>
                    <a:off x="3914" y="2431"/>
                    <a:ext cx="113" cy="67"/>
                  </a:xfrm>
                  <a:custGeom>
                    <a:avLst/>
                    <a:gdLst>
                      <a:gd name="T0" fmla="*/ 57 w 160"/>
                      <a:gd name="T1" fmla="*/ 19 h 96"/>
                      <a:gd name="T2" fmla="*/ 40 w 160"/>
                      <a:gd name="T3" fmla="*/ 17 h 96"/>
                      <a:gd name="T4" fmla="*/ 31 w 160"/>
                      <a:gd name="T5" fmla="*/ 10 h 96"/>
                      <a:gd name="T6" fmla="*/ 23 w 160"/>
                      <a:gd name="T7" fmla="*/ 6 h 96"/>
                      <a:gd name="T8" fmla="*/ 11 w 160"/>
                      <a:gd name="T9" fmla="*/ 0 h 96"/>
                      <a:gd name="T10" fmla="*/ 3 w 160"/>
                      <a:gd name="T11" fmla="*/ 0 h 96"/>
                      <a:gd name="T12" fmla="*/ 3 w 160"/>
                      <a:gd name="T13" fmla="*/ 6 h 96"/>
                      <a:gd name="T14" fmla="*/ 0 w 160"/>
                      <a:gd name="T15" fmla="*/ 10 h 96"/>
                      <a:gd name="T16" fmla="*/ 0 w 160"/>
                      <a:gd name="T17" fmla="*/ 17 h 96"/>
                      <a:gd name="T18" fmla="*/ 6 w 160"/>
                      <a:gd name="T19" fmla="*/ 19 h 96"/>
                      <a:gd name="T20" fmla="*/ 8 w 160"/>
                      <a:gd name="T21" fmla="*/ 19 h 96"/>
                      <a:gd name="T22" fmla="*/ 23 w 160"/>
                      <a:gd name="T23" fmla="*/ 22 h 96"/>
                      <a:gd name="T24" fmla="*/ 31 w 160"/>
                      <a:gd name="T25" fmla="*/ 22 h 96"/>
                      <a:gd name="T26" fmla="*/ 40 w 160"/>
                      <a:gd name="T27" fmla="*/ 30 h 96"/>
                      <a:gd name="T28" fmla="*/ 48 w 160"/>
                      <a:gd name="T29" fmla="*/ 33 h 96"/>
                      <a:gd name="T30" fmla="*/ 57 w 160"/>
                      <a:gd name="T31" fmla="*/ 30 h 96"/>
                      <a:gd name="T32" fmla="*/ 57 w 160"/>
                      <a:gd name="T33" fmla="*/ 24 h 96"/>
                      <a:gd name="T34" fmla="*/ 57 w 160"/>
                      <a:gd name="T35" fmla="*/ 19 h 9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0"/>
                      <a:gd name="T55" fmla="*/ 0 h 96"/>
                      <a:gd name="T56" fmla="*/ 160 w 160"/>
                      <a:gd name="T57" fmla="*/ 96 h 9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0" h="96">
                        <a:moveTo>
                          <a:pt x="160" y="56"/>
                        </a:moveTo>
                        <a:lnTo>
                          <a:pt x="112" y="48"/>
                        </a:lnTo>
                        <a:lnTo>
                          <a:pt x="88" y="32"/>
                        </a:lnTo>
                        <a:lnTo>
                          <a:pt x="64" y="16"/>
                        </a:lnTo>
                        <a:lnTo>
                          <a:pt x="32" y="0"/>
                        </a:lnTo>
                        <a:lnTo>
                          <a:pt x="8" y="0"/>
                        </a:lnTo>
                        <a:lnTo>
                          <a:pt x="8" y="16"/>
                        </a:lnTo>
                        <a:lnTo>
                          <a:pt x="0" y="32"/>
                        </a:lnTo>
                        <a:lnTo>
                          <a:pt x="0" y="48"/>
                        </a:lnTo>
                        <a:lnTo>
                          <a:pt x="16" y="56"/>
                        </a:lnTo>
                        <a:lnTo>
                          <a:pt x="24" y="56"/>
                        </a:lnTo>
                        <a:lnTo>
                          <a:pt x="64" y="64"/>
                        </a:lnTo>
                        <a:lnTo>
                          <a:pt x="88" y="64"/>
                        </a:lnTo>
                        <a:lnTo>
                          <a:pt x="112" y="88"/>
                        </a:lnTo>
                        <a:lnTo>
                          <a:pt x="136" y="96"/>
                        </a:lnTo>
                        <a:lnTo>
                          <a:pt x="160" y="88"/>
                        </a:lnTo>
                        <a:lnTo>
                          <a:pt x="160" y="72"/>
                        </a:lnTo>
                        <a:lnTo>
                          <a:pt x="160" y="5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13" name="Freeform 123">
                    <a:extLst>
                      <a:ext uri="{FF2B5EF4-FFF2-40B4-BE49-F238E27FC236}">
                        <a16:creationId xmlns:a16="http://schemas.microsoft.com/office/drawing/2014/main" id="{A35A4A81-1E09-D6B3-7CC9-D4E9DC4CC3DE}"/>
                      </a:ext>
                    </a:extLst>
                  </p:cNvPr>
                  <p:cNvSpPr>
                    <a:spLocks/>
                  </p:cNvSpPr>
                  <p:nvPr/>
                </p:nvSpPr>
                <p:spPr bwMode="gray">
                  <a:xfrm>
                    <a:off x="4044" y="2464"/>
                    <a:ext cx="45" cy="28"/>
                  </a:xfrm>
                  <a:custGeom>
                    <a:avLst/>
                    <a:gdLst>
                      <a:gd name="T0" fmla="*/ 23 w 64"/>
                      <a:gd name="T1" fmla="*/ 3 h 40"/>
                      <a:gd name="T2" fmla="*/ 17 w 64"/>
                      <a:gd name="T3" fmla="*/ 3 h 40"/>
                      <a:gd name="T4" fmla="*/ 11 w 64"/>
                      <a:gd name="T5" fmla="*/ 3 h 40"/>
                      <a:gd name="T6" fmla="*/ 8 w 64"/>
                      <a:gd name="T7" fmla="*/ 0 h 40"/>
                      <a:gd name="T8" fmla="*/ 6 w 64"/>
                      <a:gd name="T9" fmla="*/ 0 h 40"/>
                      <a:gd name="T10" fmla="*/ 0 w 64"/>
                      <a:gd name="T11" fmla="*/ 6 h 40"/>
                      <a:gd name="T12" fmla="*/ 0 w 64"/>
                      <a:gd name="T13" fmla="*/ 8 h 40"/>
                      <a:gd name="T14" fmla="*/ 3 w 64"/>
                      <a:gd name="T15" fmla="*/ 14 h 40"/>
                      <a:gd name="T16" fmla="*/ 23 w 64"/>
                      <a:gd name="T17" fmla="*/ 10 h 40"/>
                      <a:gd name="T18" fmla="*/ 23 w 64"/>
                      <a:gd name="T19" fmla="*/ 3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
                      <a:gd name="T31" fmla="*/ 0 h 40"/>
                      <a:gd name="T32" fmla="*/ 64 w 64"/>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 h="40">
                        <a:moveTo>
                          <a:pt x="64" y="8"/>
                        </a:moveTo>
                        <a:lnTo>
                          <a:pt x="48" y="8"/>
                        </a:lnTo>
                        <a:lnTo>
                          <a:pt x="32" y="8"/>
                        </a:lnTo>
                        <a:lnTo>
                          <a:pt x="24" y="0"/>
                        </a:lnTo>
                        <a:lnTo>
                          <a:pt x="16" y="0"/>
                        </a:lnTo>
                        <a:lnTo>
                          <a:pt x="0" y="16"/>
                        </a:lnTo>
                        <a:lnTo>
                          <a:pt x="0" y="24"/>
                        </a:lnTo>
                        <a:lnTo>
                          <a:pt x="8" y="40"/>
                        </a:lnTo>
                        <a:lnTo>
                          <a:pt x="64" y="32"/>
                        </a:lnTo>
                        <a:lnTo>
                          <a:pt x="64"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14" name="Freeform 124">
                    <a:extLst>
                      <a:ext uri="{FF2B5EF4-FFF2-40B4-BE49-F238E27FC236}">
                        <a16:creationId xmlns:a16="http://schemas.microsoft.com/office/drawing/2014/main" id="{CF4F06B4-E1D6-B127-F57E-3B581D7C1D00}"/>
                      </a:ext>
                    </a:extLst>
                  </p:cNvPr>
                  <p:cNvSpPr>
                    <a:spLocks/>
                  </p:cNvSpPr>
                  <p:nvPr/>
                </p:nvSpPr>
                <p:spPr bwMode="gray">
                  <a:xfrm>
                    <a:off x="4027" y="2492"/>
                    <a:ext cx="67" cy="90"/>
                  </a:xfrm>
                  <a:custGeom>
                    <a:avLst/>
                    <a:gdLst>
                      <a:gd name="T0" fmla="*/ 33 w 96"/>
                      <a:gd name="T1" fmla="*/ 39 h 128"/>
                      <a:gd name="T2" fmla="*/ 30 w 96"/>
                      <a:gd name="T3" fmla="*/ 44 h 128"/>
                      <a:gd name="T4" fmla="*/ 27 w 96"/>
                      <a:gd name="T5" fmla="*/ 39 h 128"/>
                      <a:gd name="T6" fmla="*/ 27 w 96"/>
                      <a:gd name="T7" fmla="*/ 34 h 128"/>
                      <a:gd name="T8" fmla="*/ 22 w 96"/>
                      <a:gd name="T9" fmla="*/ 27 h 128"/>
                      <a:gd name="T10" fmla="*/ 19 w 96"/>
                      <a:gd name="T11" fmla="*/ 27 h 128"/>
                      <a:gd name="T12" fmla="*/ 19 w 96"/>
                      <a:gd name="T13" fmla="*/ 31 h 128"/>
                      <a:gd name="T14" fmla="*/ 19 w 96"/>
                      <a:gd name="T15" fmla="*/ 36 h 128"/>
                      <a:gd name="T16" fmla="*/ 10 w 96"/>
                      <a:gd name="T17" fmla="*/ 39 h 128"/>
                      <a:gd name="T18" fmla="*/ 8 w 96"/>
                      <a:gd name="T19" fmla="*/ 39 h 128"/>
                      <a:gd name="T20" fmla="*/ 6 w 96"/>
                      <a:gd name="T21" fmla="*/ 36 h 128"/>
                      <a:gd name="T22" fmla="*/ 6 w 96"/>
                      <a:gd name="T23" fmla="*/ 27 h 128"/>
                      <a:gd name="T24" fmla="*/ 6 w 96"/>
                      <a:gd name="T25" fmla="*/ 23 h 128"/>
                      <a:gd name="T26" fmla="*/ 6 w 96"/>
                      <a:gd name="T27" fmla="*/ 17 h 128"/>
                      <a:gd name="T28" fmla="*/ 0 w 96"/>
                      <a:gd name="T29" fmla="*/ 14 h 128"/>
                      <a:gd name="T30" fmla="*/ 0 w 96"/>
                      <a:gd name="T31" fmla="*/ 11 h 128"/>
                      <a:gd name="T32" fmla="*/ 6 w 96"/>
                      <a:gd name="T33" fmla="*/ 11 h 128"/>
                      <a:gd name="T34" fmla="*/ 6 w 96"/>
                      <a:gd name="T35" fmla="*/ 8 h 128"/>
                      <a:gd name="T36" fmla="*/ 3 w 96"/>
                      <a:gd name="T37" fmla="*/ 6 h 128"/>
                      <a:gd name="T38" fmla="*/ 0 w 96"/>
                      <a:gd name="T39" fmla="*/ 3 h 128"/>
                      <a:gd name="T40" fmla="*/ 6 w 96"/>
                      <a:gd name="T41" fmla="*/ 0 h 128"/>
                      <a:gd name="T42" fmla="*/ 10 w 96"/>
                      <a:gd name="T43" fmla="*/ 3 h 128"/>
                      <a:gd name="T44" fmla="*/ 14 w 96"/>
                      <a:gd name="T45" fmla="*/ 6 h 128"/>
                      <a:gd name="T46" fmla="*/ 27 w 96"/>
                      <a:gd name="T47" fmla="*/ 6 h 128"/>
                      <a:gd name="T48" fmla="*/ 30 w 96"/>
                      <a:gd name="T49" fmla="*/ 8 h 128"/>
                      <a:gd name="T50" fmla="*/ 27 w 96"/>
                      <a:gd name="T51" fmla="*/ 11 h 128"/>
                      <a:gd name="T52" fmla="*/ 24 w 96"/>
                      <a:gd name="T53" fmla="*/ 17 h 128"/>
                      <a:gd name="T54" fmla="*/ 24 w 96"/>
                      <a:gd name="T55" fmla="*/ 23 h 128"/>
                      <a:gd name="T56" fmla="*/ 30 w 96"/>
                      <a:gd name="T57" fmla="*/ 23 h 128"/>
                      <a:gd name="T58" fmla="*/ 33 w 96"/>
                      <a:gd name="T59" fmla="*/ 31 h 128"/>
                      <a:gd name="T60" fmla="*/ 33 w 96"/>
                      <a:gd name="T61" fmla="*/ 36 h 128"/>
                      <a:gd name="T62" fmla="*/ 33 w 96"/>
                      <a:gd name="T63" fmla="*/ 39 h 12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6"/>
                      <a:gd name="T97" fmla="*/ 0 h 128"/>
                      <a:gd name="T98" fmla="*/ 96 w 96"/>
                      <a:gd name="T99" fmla="*/ 128 h 12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6" h="128">
                        <a:moveTo>
                          <a:pt x="96" y="112"/>
                        </a:moveTo>
                        <a:lnTo>
                          <a:pt x="88" y="128"/>
                        </a:lnTo>
                        <a:lnTo>
                          <a:pt x="80" y="112"/>
                        </a:lnTo>
                        <a:lnTo>
                          <a:pt x="80" y="96"/>
                        </a:lnTo>
                        <a:lnTo>
                          <a:pt x="64" y="80"/>
                        </a:lnTo>
                        <a:lnTo>
                          <a:pt x="56" y="80"/>
                        </a:lnTo>
                        <a:lnTo>
                          <a:pt x="56" y="88"/>
                        </a:lnTo>
                        <a:lnTo>
                          <a:pt x="56" y="104"/>
                        </a:lnTo>
                        <a:lnTo>
                          <a:pt x="32" y="112"/>
                        </a:lnTo>
                        <a:lnTo>
                          <a:pt x="24" y="112"/>
                        </a:lnTo>
                        <a:lnTo>
                          <a:pt x="16" y="104"/>
                        </a:lnTo>
                        <a:lnTo>
                          <a:pt x="16" y="80"/>
                        </a:lnTo>
                        <a:lnTo>
                          <a:pt x="16" y="64"/>
                        </a:lnTo>
                        <a:lnTo>
                          <a:pt x="16" y="48"/>
                        </a:lnTo>
                        <a:lnTo>
                          <a:pt x="0" y="40"/>
                        </a:lnTo>
                        <a:lnTo>
                          <a:pt x="0" y="32"/>
                        </a:lnTo>
                        <a:lnTo>
                          <a:pt x="16" y="32"/>
                        </a:lnTo>
                        <a:lnTo>
                          <a:pt x="16" y="24"/>
                        </a:lnTo>
                        <a:lnTo>
                          <a:pt x="8" y="16"/>
                        </a:lnTo>
                        <a:lnTo>
                          <a:pt x="0" y="8"/>
                        </a:lnTo>
                        <a:lnTo>
                          <a:pt x="16" y="0"/>
                        </a:lnTo>
                        <a:lnTo>
                          <a:pt x="32" y="8"/>
                        </a:lnTo>
                        <a:lnTo>
                          <a:pt x="40" y="16"/>
                        </a:lnTo>
                        <a:lnTo>
                          <a:pt x="80" y="16"/>
                        </a:lnTo>
                        <a:lnTo>
                          <a:pt x="88" y="24"/>
                        </a:lnTo>
                        <a:lnTo>
                          <a:pt x="80" y="32"/>
                        </a:lnTo>
                        <a:lnTo>
                          <a:pt x="72" y="48"/>
                        </a:lnTo>
                        <a:lnTo>
                          <a:pt x="72" y="64"/>
                        </a:lnTo>
                        <a:lnTo>
                          <a:pt x="88" y="64"/>
                        </a:lnTo>
                        <a:lnTo>
                          <a:pt x="96" y="88"/>
                        </a:lnTo>
                        <a:lnTo>
                          <a:pt x="96" y="104"/>
                        </a:lnTo>
                        <a:lnTo>
                          <a:pt x="96" y="11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15" name="Freeform 125">
                    <a:extLst>
                      <a:ext uri="{FF2B5EF4-FFF2-40B4-BE49-F238E27FC236}">
                        <a16:creationId xmlns:a16="http://schemas.microsoft.com/office/drawing/2014/main" id="{586FEFCF-180A-BB5B-78DD-21D3985BFFCB}"/>
                      </a:ext>
                    </a:extLst>
                  </p:cNvPr>
                  <p:cNvSpPr>
                    <a:spLocks/>
                  </p:cNvSpPr>
                  <p:nvPr/>
                </p:nvSpPr>
                <p:spPr bwMode="gray">
                  <a:xfrm>
                    <a:off x="4089" y="2464"/>
                    <a:ext cx="129" cy="282"/>
                  </a:xfrm>
                  <a:custGeom>
                    <a:avLst/>
                    <a:gdLst>
                      <a:gd name="T0" fmla="*/ 55 w 184"/>
                      <a:gd name="T1" fmla="*/ 61 h 400"/>
                      <a:gd name="T2" fmla="*/ 47 w 184"/>
                      <a:gd name="T3" fmla="*/ 65 h 400"/>
                      <a:gd name="T4" fmla="*/ 44 w 184"/>
                      <a:gd name="T5" fmla="*/ 67 h 400"/>
                      <a:gd name="T6" fmla="*/ 41 w 184"/>
                      <a:gd name="T7" fmla="*/ 67 h 400"/>
                      <a:gd name="T8" fmla="*/ 39 w 184"/>
                      <a:gd name="T9" fmla="*/ 70 h 400"/>
                      <a:gd name="T10" fmla="*/ 39 w 184"/>
                      <a:gd name="T11" fmla="*/ 78 h 400"/>
                      <a:gd name="T12" fmla="*/ 44 w 184"/>
                      <a:gd name="T13" fmla="*/ 84 h 400"/>
                      <a:gd name="T14" fmla="*/ 47 w 184"/>
                      <a:gd name="T15" fmla="*/ 95 h 400"/>
                      <a:gd name="T16" fmla="*/ 44 w 184"/>
                      <a:gd name="T17" fmla="*/ 98 h 400"/>
                      <a:gd name="T18" fmla="*/ 50 w 184"/>
                      <a:gd name="T19" fmla="*/ 112 h 400"/>
                      <a:gd name="T20" fmla="*/ 50 w 184"/>
                      <a:gd name="T21" fmla="*/ 121 h 400"/>
                      <a:gd name="T22" fmla="*/ 47 w 184"/>
                      <a:gd name="T23" fmla="*/ 129 h 400"/>
                      <a:gd name="T24" fmla="*/ 47 w 184"/>
                      <a:gd name="T25" fmla="*/ 135 h 400"/>
                      <a:gd name="T26" fmla="*/ 44 w 184"/>
                      <a:gd name="T27" fmla="*/ 140 h 400"/>
                      <a:gd name="T28" fmla="*/ 44 w 184"/>
                      <a:gd name="T29" fmla="*/ 132 h 400"/>
                      <a:gd name="T30" fmla="*/ 44 w 184"/>
                      <a:gd name="T31" fmla="*/ 121 h 400"/>
                      <a:gd name="T32" fmla="*/ 44 w 184"/>
                      <a:gd name="T33" fmla="*/ 118 h 400"/>
                      <a:gd name="T34" fmla="*/ 44 w 184"/>
                      <a:gd name="T35" fmla="*/ 115 h 400"/>
                      <a:gd name="T36" fmla="*/ 41 w 184"/>
                      <a:gd name="T37" fmla="*/ 109 h 400"/>
                      <a:gd name="T38" fmla="*/ 39 w 184"/>
                      <a:gd name="T39" fmla="*/ 101 h 400"/>
                      <a:gd name="T40" fmla="*/ 39 w 184"/>
                      <a:gd name="T41" fmla="*/ 92 h 400"/>
                      <a:gd name="T42" fmla="*/ 36 w 184"/>
                      <a:gd name="T43" fmla="*/ 90 h 400"/>
                      <a:gd name="T44" fmla="*/ 33 w 184"/>
                      <a:gd name="T45" fmla="*/ 87 h 400"/>
                      <a:gd name="T46" fmla="*/ 30 w 184"/>
                      <a:gd name="T47" fmla="*/ 92 h 400"/>
                      <a:gd name="T48" fmla="*/ 27 w 184"/>
                      <a:gd name="T49" fmla="*/ 95 h 400"/>
                      <a:gd name="T50" fmla="*/ 19 w 184"/>
                      <a:gd name="T51" fmla="*/ 98 h 400"/>
                      <a:gd name="T52" fmla="*/ 14 w 184"/>
                      <a:gd name="T53" fmla="*/ 98 h 400"/>
                      <a:gd name="T54" fmla="*/ 17 w 184"/>
                      <a:gd name="T55" fmla="*/ 92 h 400"/>
                      <a:gd name="T56" fmla="*/ 14 w 184"/>
                      <a:gd name="T57" fmla="*/ 87 h 400"/>
                      <a:gd name="T58" fmla="*/ 14 w 184"/>
                      <a:gd name="T59" fmla="*/ 78 h 400"/>
                      <a:gd name="T60" fmla="*/ 8 w 184"/>
                      <a:gd name="T61" fmla="*/ 73 h 400"/>
                      <a:gd name="T62" fmla="*/ 8 w 184"/>
                      <a:gd name="T63" fmla="*/ 67 h 400"/>
                      <a:gd name="T64" fmla="*/ 0 w 184"/>
                      <a:gd name="T65" fmla="*/ 61 h 400"/>
                      <a:gd name="T66" fmla="*/ 0 w 184"/>
                      <a:gd name="T67" fmla="*/ 59 h 400"/>
                      <a:gd name="T68" fmla="*/ 3 w 184"/>
                      <a:gd name="T69" fmla="*/ 53 h 400"/>
                      <a:gd name="T70" fmla="*/ 3 w 184"/>
                      <a:gd name="T71" fmla="*/ 51 h 400"/>
                      <a:gd name="T72" fmla="*/ 8 w 184"/>
                      <a:gd name="T73" fmla="*/ 48 h 400"/>
                      <a:gd name="T74" fmla="*/ 6 w 184"/>
                      <a:gd name="T75" fmla="*/ 36 h 400"/>
                      <a:gd name="T76" fmla="*/ 11 w 184"/>
                      <a:gd name="T77" fmla="*/ 36 h 400"/>
                      <a:gd name="T78" fmla="*/ 11 w 184"/>
                      <a:gd name="T79" fmla="*/ 34 h 400"/>
                      <a:gd name="T80" fmla="*/ 14 w 184"/>
                      <a:gd name="T81" fmla="*/ 31 h 400"/>
                      <a:gd name="T82" fmla="*/ 22 w 184"/>
                      <a:gd name="T83" fmla="*/ 8 h 400"/>
                      <a:gd name="T84" fmla="*/ 30 w 184"/>
                      <a:gd name="T85" fmla="*/ 6 h 400"/>
                      <a:gd name="T86" fmla="*/ 36 w 184"/>
                      <a:gd name="T87" fmla="*/ 0 h 400"/>
                      <a:gd name="T88" fmla="*/ 41 w 184"/>
                      <a:gd name="T89" fmla="*/ 0 h 400"/>
                      <a:gd name="T90" fmla="*/ 44 w 184"/>
                      <a:gd name="T91" fmla="*/ 8 h 400"/>
                      <a:gd name="T92" fmla="*/ 47 w 184"/>
                      <a:gd name="T93" fmla="*/ 19 h 400"/>
                      <a:gd name="T94" fmla="*/ 39 w 184"/>
                      <a:gd name="T95" fmla="*/ 25 h 400"/>
                      <a:gd name="T96" fmla="*/ 39 w 184"/>
                      <a:gd name="T97" fmla="*/ 34 h 400"/>
                      <a:gd name="T98" fmla="*/ 44 w 184"/>
                      <a:gd name="T99" fmla="*/ 34 h 400"/>
                      <a:gd name="T100" fmla="*/ 50 w 184"/>
                      <a:gd name="T101" fmla="*/ 42 h 400"/>
                      <a:gd name="T102" fmla="*/ 50 w 184"/>
                      <a:gd name="T103" fmla="*/ 48 h 400"/>
                      <a:gd name="T104" fmla="*/ 55 w 184"/>
                      <a:gd name="T105" fmla="*/ 48 h 400"/>
                      <a:gd name="T106" fmla="*/ 55 w 184"/>
                      <a:gd name="T107" fmla="*/ 51 h 400"/>
                      <a:gd name="T108" fmla="*/ 60 w 184"/>
                      <a:gd name="T109" fmla="*/ 53 h 400"/>
                      <a:gd name="T110" fmla="*/ 63 w 184"/>
                      <a:gd name="T111" fmla="*/ 56 h 400"/>
                      <a:gd name="T112" fmla="*/ 60 w 184"/>
                      <a:gd name="T113" fmla="*/ 56 h 400"/>
                      <a:gd name="T114" fmla="*/ 55 w 184"/>
                      <a:gd name="T115" fmla="*/ 61 h 40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84"/>
                      <a:gd name="T175" fmla="*/ 0 h 400"/>
                      <a:gd name="T176" fmla="*/ 184 w 184"/>
                      <a:gd name="T177" fmla="*/ 400 h 40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84" h="400">
                        <a:moveTo>
                          <a:pt x="160" y="176"/>
                        </a:moveTo>
                        <a:lnTo>
                          <a:pt x="136" y="184"/>
                        </a:lnTo>
                        <a:lnTo>
                          <a:pt x="128" y="192"/>
                        </a:lnTo>
                        <a:lnTo>
                          <a:pt x="120" y="192"/>
                        </a:lnTo>
                        <a:lnTo>
                          <a:pt x="112" y="200"/>
                        </a:lnTo>
                        <a:lnTo>
                          <a:pt x="112" y="224"/>
                        </a:lnTo>
                        <a:lnTo>
                          <a:pt x="128" y="240"/>
                        </a:lnTo>
                        <a:lnTo>
                          <a:pt x="136" y="272"/>
                        </a:lnTo>
                        <a:lnTo>
                          <a:pt x="128" y="280"/>
                        </a:lnTo>
                        <a:lnTo>
                          <a:pt x="144" y="320"/>
                        </a:lnTo>
                        <a:lnTo>
                          <a:pt x="144" y="344"/>
                        </a:lnTo>
                        <a:lnTo>
                          <a:pt x="136" y="368"/>
                        </a:lnTo>
                        <a:lnTo>
                          <a:pt x="136" y="384"/>
                        </a:lnTo>
                        <a:lnTo>
                          <a:pt x="128" y="400"/>
                        </a:lnTo>
                        <a:lnTo>
                          <a:pt x="128" y="376"/>
                        </a:lnTo>
                        <a:lnTo>
                          <a:pt x="128" y="344"/>
                        </a:lnTo>
                        <a:lnTo>
                          <a:pt x="128" y="336"/>
                        </a:lnTo>
                        <a:lnTo>
                          <a:pt x="128" y="328"/>
                        </a:lnTo>
                        <a:lnTo>
                          <a:pt x="120" y="312"/>
                        </a:lnTo>
                        <a:lnTo>
                          <a:pt x="112" y="288"/>
                        </a:lnTo>
                        <a:lnTo>
                          <a:pt x="112" y="264"/>
                        </a:lnTo>
                        <a:lnTo>
                          <a:pt x="104" y="256"/>
                        </a:lnTo>
                        <a:lnTo>
                          <a:pt x="96" y="248"/>
                        </a:lnTo>
                        <a:lnTo>
                          <a:pt x="88" y="264"/>
                        </a:lnTo>
                        <a:lnTo>
                          <a:pt x="80" y="272"/>
                        </a:lnTo>
                        <a:lnTo>
                          <a:pt x="56" y="280"/>
                        </a:lnTo>
                        <a:lnTo>
                          <a:pt x="40" y="280"/>
                        </a:lnTo>
                        <a:lnTo>
                          <a:pt x="48" y="264"/>
                        </a:lnTo>
                        <a:lnTo>
                          <a:pt x="40" y="248"/>
                        </a:lnTo>
                        <a:lnTo>
                          <a:pt x="40" y="224"/>
                        </a:lnTo>
                        <a:lnTo>
                          <a:pt x="24" y="208"/>
                        </a:lnTo>
                        <a:lnTo>
                          <a:pt x="24" y="192"/>
                        </a:lnTo>
                        <a:lnTo>
                          <a:pt x="0" y="176"/>
                        </a:lnTo>
                        <a:lnTo>
                          <a:pt x="0" y="168"/>
                        </a:lnTo>
                        <a:lnTo>
                          <a:pt x="8" y="152"/>
                        </a:lnTo>
                        <a:lnTo>
                          <a:pt x="8" y="144"/>
                        </a:lnTo>
                        <a:lnTo>
                          <a:pt x="24" y="136"/>
                        </a:lnTo>
                        <a:lnTo>
                          <a:pt x="16" y="104"/>
                        </a:lnTo>
                        <a:lnTo>
                          <a:pt x="32" y="104"/>
                        </a:lnTo>
                        <a:lnTo>
                          <a:pt x="32" y="96"/>
                        </a:lnTo>
                        <a:lnTo>
                          <a:pt x="40" y="88"/>
                        </a:lnTo>
                        <a:lnTo>
                          <a:pt x="64" y="24"/>
                        </a:lnTo>
                        <a:lnTo>
                          <a:pt x="88" y="16"/>
                        </a:lnTo>
                        <a:lnTo>
                          <a:pt x="104" y="0"/>
                        </a:lnTo>
                        <a:lnTo>
                          <a:pt x="120" y="0"/>
                        </a:lnTo>
                        <a:lnTo>
                          <a:pt x="128" y="24"/>
                        </a:lnTo>
                        <a:lnTo>
                          <a:pt x="136" y="56"/>
                        </a:lnTo>
                        <a:lnTo>
                          <a:pt x="112" y="72"/>
                        </a:lnTo>
                        <a:lnTo>
                          <a:pt x="112" y="96"/>
                        </a:lnTo>
                        <a:lnTo>
                          <a:pt x="128" y="96"/>
                        </a:lnTo>
                        <a:lnTo>
                          <a:pt x="144" y="120"/>
                        </a:lnTo>
                        <a:lnTo>
                          <a:pt x="144" y="136"/>
                        </a:lnTo>
                        <a:lnTo>
                          <a:pt x="160" y="136"/>
                        </a:lnTo>
                        <a:lnTo>
                          <a:pt x="160" y="144"/>
                        </a:lnTo>
                        <a:lnTo>
                          <a:pt x="176" y="152"/>
                        </a:lnTo>
                        <a:lnTo>
                          <a:pt x="184" y="160"/>
                        </a:lnTo>
                        <a:lnTo>
                          <a:pt x="176" y="160"/>
                        </a:lnTo>
                        <a:lnTo>
                          <a:pt x="160" y="17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16" name="Freeform 126">
                    <a:extLst>
                      <a:ext uri="{FF2B5EF4-FFF2-40B4-BE49-F238E27FC236}">
                        <a16:creationId xmlns:a16="http://schemas.microsoft.com/office/drawing/2014/main" id="{77EA06E2-0E18-40DF-14E6-E021F07A5190}"/>
                      </a:ext>
                    </a:extLst>
                  </p:cNvPr>
                  <p:cNvSpPr>
                    <a:spLocks/>
                  </p:cNvSpPr>
                  <p:nvPr/>
                </p:nvSpPr>
                <p:spPr bwMode="gray">
                  <a:xfrm>
                    <a:off x="4201" y="2796"/>
                    <a:ext cx="62" cy="79"/>
                  </a:xfrm>
                  <a:custGeom>
                    <a:avLst/>
                    <a:gdLst>
                      <a:gd name="T0" fmla="*/ 19 w 88"/>
                      <a:gd name="T1" fmla="*/ 6 h 112"/>
                      <a:gd name="T2" fmla="*/ 23 w 88"/>
                      <a:gd name="T3" fmla="*/ 14 h 112"/>
                      <a:gd name="T4" fmla="*/ 25 w 88"/>
                      <a:gd name="T5" fmla="*/ 25 h 112"/>
                      <a:gd name="T6" fmla="*/ 27 w 88"/>
                      <a:gd name="T7" fmla="*/ 28 h 112"/>
                      <a:gd name="T8" fmla="*/ 31 w 88"/>
                      <a:gd name="T9" fmla="*/ 34 h 112"/>
                      <a:gd name="T10" fmla="*/ 31 w 88"/>
                      <a:gd name="T11" fmla="*/ 40 h 112"/>
                      <a:gd name="T12" fmla="*/ 27 w 88"/>
                      <a:gd name="T13" fmla="*/ 40 h 112"/>
                      <a:gd name="T14" fmla="*/ 23 w 88"/>
                      <a:gd name="T15" fmla="*/ 36 h 112"/>
                      <a:gd name="T16" fmla="*/ 17 w 88"/>
                      <a:gd name="T17" fmla="*/ 31 h 112"/>
                      <a:gd name="T18" fmla="*/ 14 w 88"/>
                      <a:gd name="T19" fmla="*/ 31 h 112"/>
                      <a:gd name="T20" fmla="*/ 11 w 88"/>
                      <a:gd name="T21" fmla="*/ 28 h 112"/>
                      <a:gd name="T22" fmla="*/ 8 w 88"/>
                      <a:gd name="T23" fmla="*/ 23 h 112"/>
                      <a:gd name="T24" fmla="*/ 6 w 88"/>
                      <a:gd name="T25" fmla="*/ 20 h 112"/>
                      <a:gd name="T26" fmla="*/ 3 w 88"/>
                      <a:gd name="T27" fmla="*/ 11 h 112"/>
                      <a:gd name="T28" fmla="*/ 3 w 88"/>
                      <a:gd name="T29" fmla="*/ 6 h 112"/>
                      <a:gd name="T30" fmla="*/ 0 w 88"/>
                      <a:gd name="T31" fmla="*/ 0 h 112"/>
                      <a:gd name="T32" fmla="*/ 6 w 88"/>
                      <a:gd name="T33" fmla="*/ 0 h 112"/>
                      <a:gd name="T34" fmla="*/ 8 w 88"/>
                      <a:gd name="T35" fmla="*/ 6 h 112"/>
                      <a:gd name="T36" fmla="*/ 11 w 88"/>
                      <a:gd name="T37" fmla="*/ 6 h 112"/>
                      <a:gd name="T38" fmla="*/ 19 w 88"/>
                      <a:gd name="T39" fmla="*/ 6 h 11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8"/>
                      <a:gd name="T61" fmla="*/ 0 h 112"/>
                      <a:gd name="T62" fmla="*/ 88 w 88"/>
                      <a:gd name="T63" fmla="*/ 112 h 11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8" h="112">
                        <a:moveTo>
                          <a:pt x="56" y="16"/>
                        </a:moveTo>
                        <a:lnTo>
                          <a:pt x="64" y="40"/>
                        </a:lnTo>
                        <a:lnTo>
                          <a:pt x="72" y="72"/>
                        </a:lnTo>
                        <a:lnTo>
                          <a:pt x="80" y="80"/>
                        </a:lnTo>
                        <a:lnTo>
                          <a:pt x="88" y="96"/>
                        </a:lnTo>
                        <a:lnTo>
                          <a:pt x="88" y="112"/>
                        </a:lnTo>
                        <a:lnTo>
                          <a:pt x="80" y="112"/>
                        </a:lnTo>
                        <a:lnTo>
                          <a:pt x="64" y="104"/>
                        </a:lnTo>
                        <a:lnTo>
                          <a:pt x="48" y="88"/>
                        </a:lnTo>
                        <a:lnTo>
                          <a:pt x="40" y="88"/>
                        </a:lnTo>
                        <a:lnTo>
                          <a:pt x="32" y="80"/>
                        </a:lnTo>
                        <a:lnTo>
                          <a:pt x="24" y="64"/>
                        </a:lnTo>
                        <a:lnTo>
                          <a:pt x="16" y="56"/>
                        </a:lnTo>
                        <a:lnTo>
                          <a:pt x="8" y="32"/>
                        </a:lnTo>
                        <a:lnTo>
                          <a:pt x="8" y="16"/>
                        </a:lnTo>
                        <a:lnTo>
                          <a:pt x="0" y="0"/>
                        </a:lnTo>
                        <a:lnTo>
                          <a:pt x="16" y="0"/>
                        </a:lnTo>
                        <a:lnTo>
                          <a:pt x="24" y="16"/>
                        </a:lnTo>
                        <a:lnTo>
                          <a:pt x="32" y="16"/>
                        </a:lnTo>
                        <a:lnTo>
                          <a:pt x="56"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17" name="Freeform 127">
                    <a:extLst>
                      <a:ext uri="{FF2B5EF4-FFF2-40B4-BE49-F238E27FC236}">
                        <a16:creationId xmlns:a16="http://schemas.microsoft.com/office/drawing/2014/main" id="{0EAD3E0E-1912-1B81-7654-288FCF388158}"/>
                      </a:ext>
                    </a:extLst>
                  </p:cNvPr>
                  <p:cNvSpPr>
                    <a:spLocks/>
                  </p:cNvSpPr>
                  <p:nvPr/>
                </p:nvSpPr>
                <p:spPr bwMode="gray">
                  <a:xfrm>
                    <a:off x="4235" y="2672"/>
                    <a:ext cx="79" cy="68"/>
                  </a:xfrm>
                  <a:custGeom>
                    <a:avLst/>
                    <a:gdLst>
                      <a:gd name="T0" fmla="*/ 36 w 112"/>
                      <a:gd name="T1" fmla="*/ 6 h 96"/>
                      <a:gd name="T2" fmla="*/ 40 w 112"/>
                      <a:gd name="T3" fmla="*/ 11 h 96"/>
                      <a:gd name="T4" fmla="*/ 36 w 112"/>
                      <a:gd name="T5" fmla="*/ 20 h 96"/>
                      <a:gd name="T6" fmla="*/ 28 w 112"/>
                      <a:gd name="T7" fmla="*/ 20 h 96"/>
                      <a:gd name="T8" fmla="*/ 25 w 112"/>
                      <a:gd name="T9" fmla="*/ 23 h 96"/>
                      <a:gd name="T10" fmla="*/ 25 w 112"/>
                      <a:gd name="T11" fmla="*/ 28 h 96"/>
                      <a:gd name="T12" fmla="*/ 20 w 112"/>
                      <a:gd name="T13" fmla="*/ 31 h 96"/>
                      <a:gd name="T14" fmla="*/ 17 w 112"/>
                      <a:gd name="T15" fmla="*/ 31 h 96"/>
                      <a:gd name="T16" fmla="*/ 17 w 112"/>
                      <a:gd name="T17" fmla="*/ 34 h 96"/>
                      <a:gd name="T18" fmla="*/ 11 w 112"/>
                      <a:gd name="T19" fmla="*/ 34 h 96"/>
                      <a:gd name="T20" fmla="*/ 6 w 112"/>
                      <a:gd name="T21" fmla="*/ 31 h 96"/>
                      <a:gd name="T22" fmla="*/ 3 w 112"/>
                      <a:gd name="T23" fmla="*/ 26 h 96"/>
                      <a:gd name="T24" fmla="*/ 3 w 112"/>
                      <a:gd name="T25" fmla="*/ 23 h 96"/>
                      <a:gd name="T26" fmla="*/ 3 w 112"/>
                      <a:gd name="T27" fmla="*/ 14 h 96"/>
                      <a:gd name="T28" fmla="*/ 0 w 112"/>
                      <a:gd name="T29" fmla="*/ 11 h 96"/>
                      <a:gd name="T30" fmla="*/ 0 w 112"/>
                      <a:gd name="T31" fmla="*/ 9 h 96"/>
                      <a:gd name="T32" fmla="*/ 3 w 112"/>
                      <a:gd name="T33" fmla="*/ 6 h 96"/>
                      <a:gd name="T34" fmla="*/ 6 w 112"/>
                      <a:gd name="T35" fmla="*/ 3 h 96"/>
                      <a:gd name="T36" fmla="*/ 8 w 112"/>
                      <a:gd name="T37" fmla="*/ 0 h 96"/>
                      <a:gd name="T38" fmla="*/ 20 w 112"/>
                      <a:gd name="T39" fmla="*/ 6 h 96"/>
                      <a:gd name="T40" fmla="*/ 28 w 112"/>
                      <a:gd name="T41" fmla="*/ 6 h 96"/>
                      <a:gd name="T42" fmla="*/ 28 w 112"/>
                      <a:gd name="T43" fmla="*/ 3 h 96"/>
                      <a:gd name="T44" fmla="*/ 31 w 112"/>
                      <a:gd name="T45" fmla="*/ 0 h 96"/>
                      <a:gd name="T46" fmla="*/ 34 w 112"/>
                      <a:gd name="T47" fmla="*/ 6 h 96"/>
                      <a:gd name="T48" fmla="*/ 36 w 112"/>
                      <a:gd name="T49" fmla="*/ 6 h 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2"/>
                      <a:gd name="T76" fmla="*/ 0 h 96"/>
                      <a:gd name="T77" fmla="*/ 112 w 112"/>
                      <a:gd name="T78" fmla="*/ 96 h 9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2" h="96">
                        <a:moveTo>
                          <a:pt x="104" y="16"/>
                        </a:moveTo>
                        <a:lnTo>
                          <a:pt x="112" y="32"/>
                        </a:lnTo>
                        <a:lnTo>
                          <a:pt x="104" y="56"/>
                        </a:lnTo>
                        <a:lnTo>
                          <a:pt x="80" y="56"/>
                        </a:lnTo>
                        <a:lnTo>
                          <a:pt x="72" y="64"/>
                        </a:lnTo>
                        <a:lnTo>
                          <a:pt x="72" y="80"/>
                        </a:lnTo>
                        <a:lnTo>
                          <a:pt x="56" y="88"/>
                        </a:lnTo>
                        <a:lnTo>
                          <a:pt x="48" y="88"/>
                        </a:lnTo>
                        <a:lnTo>
                          <a:pt x="48" y="96"/>
                        </a:lnTo>
                        <a:lnTo>
                          <a:pt x="32" y="96"/>
                        </a:lnTo>
                        <a:lnTo>
                          <a:pt x="16" y="88"/>
                        </a:lnTo>
                        <a:lnTo>
                          <a:pt x="8" y="72"/>
                        </a:lnTo>
                        <a:lnTo>
                          <a:pt x="8" y="64"/>
                        </a:lnTo>
                        <a:lnTo>
                          <a:pt x="8" y="40"/>
                        </a:lnTo>
                        <a:lnTo>
                          <a:pt x="0" y="32"/>
                        </a:lnTo>
                        <a:lnTo>
                          <a:pt x="0" y="24"/>
                        </a:lnTo>
                        <a:lnTo>
                          <a:pt x="8" y="16"/>
                        </a:lnTo>
                        <a:lnTo>
                          <a:pt x="16" y="8"/>
                        </a:lnTo>
                        <a:lnTo>
                          <a:pt x="24" y="0"/>
                        </a:lnTo>
                        <a:lnTo>
                          <a:pt x="56" y="16"/>
                        </a:lnTo>
                        <a:lnTo>
                          <a:pt x="80" y="16"/>
                        </a:lnTo>
                        <a:lnTo>
                          <a:pt x="80" y="8"/>
                        </a:lnTo>
                        <a:lnTo>
                          <a:pt x="88" y="0"/>
                        </a:lnTo>
                        <a:lnTo>
                          <a:pt x="96" y="16"/>
                        </a:lnTo>
                        <a:lnTo>
                          <a:pt x="104"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18" name="Freeform 128">
                    <a:extLst>
                      <a:ext uri="{FF2B5EF4-FFF2-40B4-BE49-F238E27FC236}">
                        <a16:creationId xmlns:a16="http://schemas.microsoft.com/office/drawing/2014/main" id="{824715BE-E36C-5491-6278-FAB06B83A1B2}"/>
                      </a:ext>
                    </a:extLst>
                  </p:cNvPr>
                  <p:cNvSpPr>
                    <a:spLocks/>
                  </p:cNvSpPr>
                  <p:nvPr/>
                </p:nvSpPr>
                <p:spPr bwMode="gray">
                  <a:xfrm>
                    <a:off x="4235" y="2543"/>
                    <a:ext cx="101" cy="225"/>
                  </a:xfrm>
                  <a:custGeom>
                    <a:avLst/>
                    <a:gdLst>
                      <a:gd name="T0" fmla="*/ 41 w 144"/>
                      <a:gd name="T1" fmla="*/ 14 h 320"/>
                      <a:gd name="T2" fmla="*/ 39 w 144"/>
                      <a:gd name="T3" fmla="*/ 17 h 320"/>
                      <a:gd name="T4" fmla="*/ 33 w 144"/>
                      <a:gd name="T5" fmla="*/ 19 h 320"/>
                      <a:gd name="T6" fmla="*/ 30 w 144"/>
                      <a:gd name="T7" fmla="*/ 25 h 320"/>
                      <a:gd name="T8" fmla="*/ 27 w 144"/>
                      <a:gd name="T9" fmla="*/ 25 h 320"/>
                      <a:gd name="T10" fmla="*/ 25 w 144"/>
                      <a:gd name="T11" fmla="*/ 31 h 320"/>
                      <a:gd name="T12" fmla="*/ 25 w 144"/>
                      <a:gd name="T13" fmla="*/ 39 h 320"/>
                      <a:gd name="T14" fmla="*/ 27 w 144"/>
                      <a:gd name="T15" fmla="*/ 39 h 320"/>
                      <a:gd name="T16" fmla="*/ 36 w 144"/>
                      <a:gd name="T17" fmla="*/ 50 h 320"/>
                      <a:gd name="T18" fmla="*/ 39 w 144"/>
                      <a:gd name="T19" fmla="*/ 53 h 320"/>
                      <a:gd name="T20" fmla="*/ 41 w 144"/>
                      <a:gd name="T21" fmla="*/ 58 h 320"/>
                      <a:gd name="T22" fmla="*/ 47 w 144"/>
                      <a:gd name="T23" fmla="*/ 64 h 320"/>
                      <a:gd name="T24" fmla="*/ 50 w 144"/>
                      <a:gd name="T25" fmla="*/ 78 h 320"/>
                      <a:gd name="T26" fmla="*/ 47 w 144"/>
                      <a:gd name="T27" fmla="*/ 86 h 320"/>
                      <a:gd name="T28" fmla="*/ 47 w 144"/>
                      <a:gd name="T29" fmla="*/ 92 h 320"/>
                      <a:gd name="T30" fmla="*/ 41 w 144"/>
                      <a:gd name="T31" fmla="*/ 94 h 320"/>
                      <a:gd name="T32" fmla="*/ 33 w 144"/>
                      <a:gd name="T33" fmla="*/ 98 h 320"/>
                      <a:gd name="T34" fmla="*/ 33 w 144"/>
                      <a:gd name="T35" fmla="*/ 101 h 320"/>
                      <a:gd name="T36" fmla="*/ 30 w 144"/>
                      <a:gd name="T37" fmla="*/ 105 h 320"/>
                      <a:gd name="T38" fmla="*/ 25 w 144"/>
                      <a:gd name="T39" fmla="*/ 105 h 320"/>
                      <a:gd name="T40" fmla="*/ 19 w 144"/>
                      <a:gd name="T41" fmla="*/ 111 h 320"/>
                      <a:gd name="T42" fmla="*/ 17 w 144"/>
                      <a:gd name="T43" fmla="*/ 111 h 320"/>
                      <a:gd name="T44" fmla="*/ 17 w 144"/>
                      <a:gd name="T45" fmla="*/ 101 h 320"/>
                      <a:gd name="T46" fmla="*/ 17 w 144"/>
                      <a:gd name="T47" fmla="*/ 98 h 320"/>
                      <a:gd name="T48" fmla="*/ 17 w 144"/>
                      <a:gd name="T49" fmla="*/ 94 h 320"/>
                      <a:gd name="T50" fmla="*/ 19 w 144"/>
                      <a:gd name="T51" fmla="*/ 94 h 320"/>
                      <a:gd name="T52" fmla="*/ 25 w 144"/>
                      <a:gd name="T53" fmla="*/ 92 h 320"/>
                      <a:gd name="T54" fmla="*/ 25 w 144"/>
                      <a:gd name="T55" fmla="*/ 86 h 320"/>
                      <a:gd name="T56" fmla="*/ 27 w 144"/>
                      <a:gd name="T57" fmla="*/ 84 h 320"/>
                      <a:gd name="T58" fmla="*/ 36 w 144"/>
                      <a:gd name="T59" fmla="*/ 84 h 320"/>
                      <a:gd name="T60" fmla="*/ 39 w 144"/>
                      <a:gd name="T61" fmla="*/ 75 h 320"/>
                      <a:gd name="T62" fmla="*/ 36 w 144"/>
                      <a:gd name="T63" fmla="*/ 70 h 320"/>
                      <a:gd name="T64" fmla="*/ 36 w 144"/>
                      <a:gd name="T65" fmla="*/ 56 h 320"/>
                      <a:gd name="T66" fmla="*/ 33 w 144"/>
                      <a:gd name="T67" fmla="*/ 53 h 320"/>
                      <a:gd name="T68" fmla="*/ 30 w 144"/>
                      <a:gd name="T69" fmla="*/ 50 h 320"/>
                      <a:gd name="T70" fmla="*/ 22 w 144"/>
                      <a:gd name="T71" fmla="*/ 41 h 320"/>
                      <a:gd name="T72" fmla="*/ 17 w 144"/>
                      <a:gd name="T73" fmla="*/ 34 h 320"/>
                      <a:gd name="T74" fmla="*/ 19 w 144"/>
                      <a:gd name="T75" fmla="*/ 23 h 320"/>
                      <a:gd name="T76" fmla="*/ 11 w 144"/>
                      <a:gd name="T77" fmla="*/ 19 h 320"/>
                      <a:gd name="T78" fmla="*/ 6 w 144"/>
                      <a:gd name="T79" fmla="*/ 19 h 320"/>
                      <a:gd name="T80" fmla="*/ 6 w 144"/>
                      <a:gd name="T81" fmla="*/ 11 h 320"/>
                      <a:gd name="T82" fmla="*/ 3 w 144"/>
                      <a:gd name="T83" fmla="*/ 11 h 320"/>
                      <a:gd name="T84" fmla="*/ 0 w 144"/>
                      <a:gd name="T85" fmla="*/ 6 h 320"/>
                      <a:gd name="T86" fmla="*/ 3 w 144"/>
                      <a:gd name="T87" fmla="*/ 3 h 320"/>
                      <a:gd name="T88" fmla="*/ 8 w 144"/>
                      <a:gd name="T89" fmla="*/ 6 h 320"/>
                      <a:gd name="T90" fmla="*/ 17 w 144"/>
                      <a:gd name="T91" fmla="*/ 6 h 320"/>
                      <a:gd name="T92" fmla="*/ 19 w 144"/>
                      <a:gd name="T93" fmla="*/ 0 h 320"/>
                      <a:gd name="T94" fmla="*/ 25 w 144"/>
                      <a:gd name="T95" fmla="*/ 3 h 320"/>
                      <a:gd name="T96" fmla="*/ 30 w 144"/>
                      <a:gd name="T97" fmla="*/ 3 h 320"/>
                      <a:gd name="T98" fmla="*/ 33 w 144"/>
                      <a:gd name="T99" fmla="*/ 6 h 320"/>
                      <a:gd name="T100" fmla="*/ 30 w 144"/>
                      <a:gd name="T101" fmla="*/ 8 h 320"/>
                      <a:gd name="T102" fmla="*/ 36 w 144"/>
                      <a:gd name="T103" fmla="*/ 14 h 320"/>
                      <a:gd name="T104" fmla="*/ 39 w 144"/>
                      <a:gd name="T105" fmla="*/ 14 h 320"/>
                      <a:gd name="T106" fmla="*/ 41 w 144"/>
                      <a:gd name="T107" fmla="*/ 14 h 32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44"/>
                      <a:gd name="T163" fmla="*/ 0 h 320"/>
                      <a:gd name="T164" fmla="*/ 144 w 144"/>
                      <a:gd name="T165" fmla="*/ 320 h 32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44" h="320">
                        <a:moveTo>
                          <a:pt x="120" y="40"/>
                        </a:moveTo>
                        <a:lnTo>
                          <a:pt x="112" y="48"/>
                        </a:lnTo>
                        <a:lnTo>
                          <a:pt x="96" y="56"/>
                        </a:lnTo>
                        <a:lnTo>
                          <a:pt x="88" y="72"/>
                        </a:lnTo>
                        <a:lnTo>
                          <a:pt x="80" y="72"/>
                        </a:lnTo>
                        <a:lnTo>
                          <a:pt x="72" y="88"/>
                        </a:lnTo>
                        <a:lnTo>
                          <a:pt x="72" y="112"/>
                        </a:lnTo>
                        <a:lnTo>
                          <a:pt x="80" y="112"/>
                        </a:lnTo>
                        <a:lnTo>
                          <a:pt x="104" y="144"/>
                        </a:lnTo>
                        <a:lnTo>
                          <a:pt x="112" y="152"/>
                        </a:lnTo>
                        <a:lnTo>
                          <a:pt x="120" y="168"/>
                        </a:lnTo>
                        <a:lnTo>
                          <a:pt x="136" y="184"/>
                        </a:lnTo>
                        <a:lnTo>
                          <a:pt x="144" y="224"/>
                        </a:lnTo>
                        <a:lnTo>
                          <a:pt x="136" y="248"/>
                        </a:lnTo>
                        <a:lnTo>
                          <a:pt x="136" y="264"/>
                        </a:lnTo>
                        <a:lnTo>
                          <a:pt x="120" y="272"/>
                        </a:lnTo>
                        <a:lnTo>
                          <a:pt x="96" y="280"/>
                        </a:lnTo>
                        <a:lnTo>
                          <a:pt x="96" y="288"/>
                        </a:lnTo>
                        <a:lnTo>
                          <a:pt x="88" y="304"/>
                        </a:lnTo>
                        <a:lnTo>
                          <a:pt x="72" y="304"/>
                        </a:lnTo>
                        <a:lnTo>
                          <a:pt x="56" y="320"/>
                        </a:lnTo>
                        <a:lnTo>
                          <a:pt x="48" y="320"/>
                        </a:lnTo>
                        <a:lnTo>
                          <a:pt x="48" y="288"/>
                        </a:lnTo>
                        <a:lnTo>
                          <a:pt x="48" y="280"/>
                        </a:lnTo>
                        <a:lnTo>
                          <a:pt x="48" y="272"/>
                        </a:lnTo>
                        <a:lnTo>
                          <a:pt x="56" y="272"/>
                        </a:lnTo>
                        <a:lnTo>
                          <a:pt x="72" y="264"/>
                        </a:lnTo>
                        <a:lnTo>
                          <a:pt x="72" y="248"/>
                        </a:lnTo>
                        <a:lnTo>
                          <a:pt x="80" y="240"/>
                        </a:lnTo>
                        <a:lnTo>
                          <a:pt x="104" y="240"/>
                        </a:lnTo>
                        <a:lnTo>
                          <a:pt x="112" y="216"/>
                        </a:lnTo>
                        <a:lnTo>
                          <a:pt x="104" y="200"/>
                        </a:lnTo>
                        <a:lnTo>
                          <a:pt x="104" y="160"/>
                        </a:lnTo>
                        <a:lnTo>
                          <a:pt x="96" y="152"/>
                        </a:lnTo>
                        <a:lnTo>
                          <a:pt x="88" y="144"/>
                        </a:lnTo>
                        <a:lnTo>
                          <a:pt x="64" y="120"/>
                        </a:lnTo>
                        <a:lnTo>
                          <a:pt x="48" y="96"/>
                        </a:lnTo>
                        <a:lnTo>
                          <a:pt x="56" y="64"/>
                        </a:lnTo>
                        <a:lnTo>
                          <a:pt x="32" y="56"/>
                        </a:lnTo>
                        <a:lnTo>
                          <a:pt x="16" y="56"/>
                        </a:lnTo>
                        <a:lnTo>
                          <a:pt x="16" y="32"/>
                        </a:lnTo>
                        <a:lnTo>
                          <a:pt x="8" y="32"/>
                        </a:lnTo>
                        <a:lnTo>
                          <a:pt x="0" y="16"/>
                        </a:lnTo>
                        <a:lnTo>
                          <a:pt x="8" y="8"/>
                        </a:lnTo>
                        <a:lnTo>
                          <a:pt x="24" y="16"/>
                        </a:lnTo>
                        <a:lnTo>
                          <a:pt x="48" y="16"/>
                        </a:lnTo>
                        <a:lnTo>
                          <a:pt x="56" y="0"/>
                        </a:lnTo>
                        <a:lnTo>
                          <a:pt x="72" y="8"/>
                        </a:lnTo>
                        <a:lnTo>
                          <a:pt x="88" y="8"/>
                        </a:lnTo>
                        <a:lnTo>
                          <a:pt x="96" y="16"/>
                        </a:lnTo>
                        <a:lnTo>
                          <a:pt x="88" y="24"/>
                        </a:lnTo>
                        <a:lnTo>
                          <a:pt x="104" y="40"/>
                        </a:lnTo>
                        <a:lnTo>
                          <a:pt x="112" y="40"/>
                        </a:lnTo>
                        <a:lnTo>
                          <a:pt x="120" y="4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19" name="Freeform 129">
                    <a:extLst>
                      <a:ext uri="{FF2B5EF4-FFF2-40B4-BE49-F238E27FC236}">
                        <a16:creationId xmlns:a16="http://schemas.microsoft.com/office/drawing/2014/main" id="{FD0ED158-D6BA-FB26-6C54-2080FEC0AEA4}"/>
                      </a:ext>
                    </a:extLst>
                  </p:cNvPr>
                  <p:cNvSpPr>
                    <a:spLocks/>
                  </p:cNvSpPr>
                  <p:nvPr/>
                </p:nvSpPr>
                <p:spPr bwMode="gray">
                  <a:xfrm>
                    <a:off x="4168" y="2588"/>
                    <a:ext cx="112" cy="220"/>
                  </a:xfrm>
                  <a:custGeom>
                    <a:avLst/>
                    <a:gdLst>
                      <a:gd name="T0" fmla="*/ 17 w 160"/>
                      <a:gd name="T1" fmla="*/ 0 h 312"/>
                      <a:gd name="T2" fmla="*/ 8 w 160"/>
                      <a:gd name="T3" fmla="*/ 3 h 312"/>
                      <a:gd name="T4" fmla="*/ 6 w 160"/>
                      <a:gd name="T5" fmla="*/ 6 h 312"/>
                      <a:gd name="T6" fmla="*/ 3 w 160"/>
                      <a:gd name="T7" fmla="*/ 6 h 312"/>
                      <a:gd name="T8" fmla="*/ 0 w 160"/>
                      <a:gd name="T9" fmla="*/ 8 h 312"/>
                      <a:gd name="T10" fmla="*/ 0 w 160"/>
                      <a:gd name="T11" fmla="*/ 17 h 312"/>
                      <a:gd name="T12" fmla="*/ 6 w 160"/>
                      <a:gd name="T13" fmla="*/ 23 h 312"/>
                      <a:gd name="T14" fmla="*/ 8 w 160"/>
                      <a:gd name="T15" fmla="*/ 34 h 312"/>
                      <a:gd name="T16" fmla="*/ 6 w 160"/>
                      <a:gd name="T17" fmla="*/ 36 h 312"/>
                      <a:gd name="T18" fmla="*/ 10 w 160"/>
                      <a:gd name="T19" fmla="*/ 51 h 312"/>
                      <a:gd name="T20" fmla="*/ 10 w 160"/>
                      <a:gd name="T21" fmla="*/ 59 h 312"/>
                      <a:gd name="T22" fmla="*/ 8 w 160"/>
                      <a:gd name="T23" fmla="*/ 67 h 312"/>
                      <a:gd name="T24" fmla="*/ 8 w 160"/>
                      <a:gd name="T25" fmla="*/ 73 h 312"/>
                      <a:gd name="T26" fmla="*/ 6 w 160"/>
                      <a:gd name="T27" fmla="*/ 78 h 312"/>
                      <a:gd name="T28" fmla="*/ 6 w 160"/>
                      <a:gd name="T29" fmla="*/ 82 h 312"/>
                      <a:gd name="T30" fmla="*/ 6 w 160"/>
                      <a:gd name="T31" fmla="*/ 84 h 312"/>
                      <a:gd name="T32" fmla="*/ 6 w 160"/>
                      <a:gd name="T33" fmla="*/ 92 h 312"/>
                      <a:gd name="T34" fmla="*/ 8 w 160"/>
                      <a:gd name="T35" fmla="*/ 92 h 312"/>
                      <a:gd name="T36" fmla="*/ 14 w 160"/>
                      <a:gd name="T37" fmla="*/ 98 h 312"/>
                      <a:gd name="T38" fmla="*/ 17 w 160"/>
                      <a:gd name="T39" fmla="*/ 104 h 312"/>
                      <a:gd name="T40" fmla="*/ 22 w 160"/>
                      <a:gd name="T41" fmla="*/ 104 h 312"/>
                      <a:gd name="T42" fmla="*/ 25 w 160"/>
                      <a:gd name="T43" fmla="*/ 109 h 312"/>
                      <a:gd name="T44" fmla="*/ 27 w 160"/>
                      <a:gd name="T45" fmla="*/ 109 h 312"/>
                      <a:gd name="T46" fmla="*/ 36 w 160"/>
                      <a:gd name="T47" fmla="*/ 109 h 312"/>
                      <a:gd name="T48" fmla="*/ 33 w 160"/>
                      <a:gd name="T49" fmla="*/ 106 h 312"/>
                      <a:gd name="T50" fmla="*/ 27 w 160"/>
                      <a:gd name="T51" fmla="*/ 101 h 312"/>
                      <a:gd name="T52" fmla="*/ 22 w 160"/>
                      <a:gd name="T53" fmla="*/ 101 h 312"/>
                      <a:gd name="T54" fmla="*/ 19 w 160"/>
                      <a:gd name="T55" fmla="*/ 95 h 312"/>
                      <a:gd name="T56" fmla="*/ 17 w 160"/>
                      <a:gd name="T57" fmla="*/ 87 h 312"/>
                      <a:gd name="T58" fmla="*/ 14 w 160"/>
                      <a:gd name="T59" fmla="*/ 84 h 312"/>
                      <a:gd name="T60" fmla="*/ 10 w 160"/>
                      <a:gd name="T61" fmla="*/ 78 h 312"/>
                      <a:gd name="T62" fmla="*/ 14 w 160"/>
                      <a:gd name="T63" fmla="*/ 70 h 312"/>
                      <a:gd name="T64" fmla="*/ 17 w 160"/>
                      <a:gd name="T65" fmla="*/ 65 h 312"/>
                      <a:gd name="T66" fmla="*/ 17 w 160"/>
                      <a:gd name="T67" fmla="*/ 56 h 312"/>
                      <a:gd name="T68" fmla="*/ 19 w 160"/>
                      <a:gd name="T69" fmla="*/ 53 h 312"/>
                      <a:gd name="T70" fmla="*/ 25 w 160"/>
                      <a:gd name="T71" fmla="*/ 53 h 312"/>
                      <a:gd name="T72" fmla="*/ 25 w 160"/>
                      <a:gd name="T73" fmla="*/ 59 h 312"/>
                      <a:gd name="T74" fmla="*/ 30 w 160"/>
                      <a:gd name="T75" fmla="*/ 61 h 312"/>
                      <a:gd name="T76" fmla="*/ 36 w 160"/>
                      <a:gd name="T77" fmla="*/ 65 h 312"/>
                      <a:gd name="T78" fmla="*/ 36 w 160"/>
                      <a:gd name="T79" fmla="*/ 56 h 312"/>
                      <a:gd name="T80" fmla="*/ 33 w 160"/>
                      <a:gd name="T81" fmla="*/ 53 h 312"/>
                      <a:gd name="T82" fmla="*/ 33 w 160"/>
                      <a:gd name="T83" fmla="*/ 51 h 312"/>
                      <a:gd name="T84" fmla="*/ 36 w 160"/>
                      <a:gd name="T85" fmla="*/ 48 h 312"/>
                      <a:gd name="T86" fmla="*/ 38 w 160"/>
                      <a:gd name="T87" fmla="*/ 44 h 312"/>
                      <a:gd name="T88" fmla="*/ 41 w 160"/>
                      <a:gd name="T89" fmla="*/ 42 h 312"/>
                      <a:gd name="T90" fmla="*/ 52 w 160"/>
                      <a:gd name="T91" fmla="*/ 48 h 312"/>
                      <a:gd name="T92" fmla="*/ 55 w 160"/>
                      <a:gd name="T93" fmla="*/ 36 h 312"/>
                      <a:gd name="T94" fmla="*/ 55 w 160"/>
                      <a:gd name="T95" fmla="*/ 34 h 312"/>
                      <a:gd name="T96" fmla="*/ 47 w 160"/>
                      <a:gd name="T97" fmla="*/ 25 h 312"/>
                      <a:gd name="T98" fmla="*/ 44 w 160"/>
                      <a:gd name="T99" fmla="*/ 17 h 312"/>
                      <a:gd name="T100" fmla="*/ 41 w 160"/>
                      <a:gd name="T101" fmla="*/ 14 h 312"/>
                      <a:gd name="T102" fmla="*/ 38 w 160"/>
                      <a:gd name="T103" fmla="*/ 20 h 312"/>
                      <a:gd name="T104" fmla="*/ 36 w 160"/>
                      <a:gd name="T105" fmla="*/ 20 h 312"/>
                      <a:gd name="T106" fmla="*/ 33 w 160"/>
                      <a:gd name="T107" fmla="*/ 17 h 312"/>
                      <a:gd name="T108" fmla="*/ 27 w 160"/>
                      <a:gd name="T109" fmla="*/ 17 h 312"/>
                      <a:gd name="T110" fmla="*/ 25 w 160"/>
                      <a:gd name="T111" fmla="*/ 23 h 312"/>
                      <a:gd name="T112" fmla="*/ 22 w 160"/>
                      <a:gd name="T113" fmla="*/ 20 h 312"/>
                      <a:gd name="T114" fmla="*/ 22 w 160"/>
                      <a:gd name="T115" fmla="*/ 17 h 312"/>
                      <a:gd name="T116" fmla="*/ 25 w 160"/>
                      <a:gd name="T117" fmla="*/ 8 h 312"/>
                      <a:gd name="T118" fmla="*/ 19 w 160"/>
                      <a:gd name="T119" fmla="*/ 6 h 312"/>
                      <a:gd name="T120" fmla="*/ 17 w 160"/>
                      <a:gd name="T121" fmla="*/ 0 h 31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60"/>
                      <a:gd name="T184" fmla="*/ 0 h 312"/>
                      <a:gd name="T185" fmla="*/ 160 w 160"/>
                      <a:gd name="T186" fmla="*/ 312 h 31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60" h="312">
                        <a:moveTo>
                          <a:pt x="48" y="0"/>
                        </a:moveTo>
                        <a:lnTo>
                          <a:pt x="24" y="8"/>
                        </a:lnTo>
                        <a:lnTo>
                          <a:pt x="16" y="16"/>
                        </a:lnTo>
                        <a:lnTo>
                          <a:pt x="8" y="16"/>
                        </a:lnTo>
                        <a:lnTo>
                          <a:pt x="0" y="24"/>
                        </a:lnTo>
                        <a:lnTo>
                          <a:pt x="0" y="48"/>
                        </a:lnTo>
                        <a:lnTo>
                          <a:pt x="16" y="64"/>
                        </a:lnTo>
                        <a:lnTo>
                          <a:pt x="24" y="96"/>
                        </a:lnTo>
                        <a:lnTo>
                          <a:pt x="16" y="104"/>
                        </a:lnTo>
                        <a:lnTo>
                          <a:pt x="32" y="144"/>
                        </a:lnTo>
                        <a:lnTo>
                          <a:pt x="32" y="168"/>
                        </a:lnTo>
                        <a:lnTo>
                          <a:pt x="24" y="192"/>
                        </a:lnTo>
                        <a:lnTo>
                          <a:pt x="24" y="208"/>
                        </a:lnTo>
                        <a:lnTo>
                          <a:pt x="16" y="224"/>
                        </a:lnTo>
                        <a:lnTo>
                          <a:pt x="16" y="232"/>
                        </a:lnTo>
                        <a:lnTo>
                          <a:pt x="16" y="240"/>
                        </a:lnTo>
                        <a:lnTo>
                          <a:pt x="16" y="264"/>
                        </a:lnTo>
                        <a:lnTo>
                          <a:pt x="24" y="264"/>
                        </a:lnTo>
                        <a:lnTo>
                          <a:pt x="40" y="280"/>
                        </a:lnTo>
                        <a:lnTo>
                          <a:pt x="48" y="296"/>
                        </a:lnTo>
                        <a:lnTo>
                          <a:pt x="64" y="296"/>
                        </a:lnTo>
                        <a:lnTo>
                          <a:pt x="72" y="312"/>
                        </a:lnTo>
                        <a:lnTo>
                          <a:pt x="80" y="312"/>
                        </a:lnTo>
                        <a:lnTo>
                          <a:pt x="104" y="312"/>
                        </a:lnTo>
                        <a:lnTo>
                          <a:pt x="96" y="304"/>
                        </a:lnTo>
                        <a:lnTo>
                          <a:pt x="80" y="288"/>
                        </a:lnTo>
                        <a:lnTo>
                          <a:pt x="64" y="288"/>
                        </a:lnTo>
                        <a:lnTo>
                          <a:pt x="56" y="272"/>
                        </a:lnTo>
                        <a:lnTo>
                          <a:pt x="48" y="248"/>
                        </a:lnTo>
                        <a:lnTo>
                          <a:pt x="40" y="240"/>
                        </a:lnTo>
                        <a:lnTo>
                          <a:pt x="32" y="224"/>
                        </a:lnTo>
                        <a:lnTo>
                          <a:pt x="40" y="200"/>
                        </a:lnTo>
                        <a:lnTo>
                          <a:pt x="48" y="184"/>
                        </a:lnTo>
                        <a:lnTo>
                          <a:pt x="48" y="160"/>
                        </a:lnTo>
                        <a:lnTo>
                          <a:pt x="56" y="152"/>
                        </a:lnTo>
                        <a:lnTo>
                          <a:pt x="72" y="152"/>
                        </a:lnTo>
                        <a:lnTo>
                          <a:pt x="72" y="168"/>
                        </a:lnTo>
                        <a:lnTo>
                          <a:pt x="88" y="176"/>
                        </a:lnTo>
                        <a:lnTo>
                          <a:pt x="104" y="184"/>
                        </a:lnTo>
                        <a:lnTo>
                          <a:pt x="104" y="160"/>
                        </a:lnTo>
                        <a:lnTo>
                          <a:pt x="96" y="152"/>
                        </a:lnTo>
                        <a:lnTo>
                          <a:pt x="96" y="144"/>
                        </a:lnTo>
                        <a:lnTo>
                          <a:pt x="104" y="136"/>
                        </a:lnTo>
                        <a:lnTo>
                          <a:pt x="112" y="128"/>
                        </a:lnTo>
                        <a:lnTo>
                          <a:pt x="120" y="120"/>
                        </a:lnTo>
                        <a:lnTo>
                          <a:pt x="152" y="136"/>
                        </a:lnTo>
                        <a:lnTo>
                          <a:pt x="160" y="104"/>
                        </a:lnTo>
                        <a:lnTo>
                          <a:pt x="160" y="96"/>
                        </a:lnTo>
                        <a:lnTo>
                          <a:pt x="136" y="72"/>
                        </a:lnTo>
                        <a:lnTo>
                          <a:pt x="128" y="48"/>
                        </a:lnTo>
                        <a:lnTo>
                          <a:pt x="120" y="40"/>
                        </a:lnTo>
                        <a:lnTo>
                          <a:pt x="112" y="56"/>
                        </a:lnTo>
                        <a:lnTo>
                          <a:pt x="104" y="56"/>
                        </a:lnTo>
                        <a:lnTo>
                          <a:pt x="96" y="48"/>
                        </a:lnTo>
                        <a:lnTo>
                          <a:pt x="80" y="48"/>
                        </a:lnTo>
                        <a:lnTo>
                          <a:pt x="72" y="64"/>
                        </a:lnTo>
                        <a:lnTo>
                          <a:pt x="64" y="56"/>
                        </a:lnTo>
                        <a:lnTo>
                          <a:pt x="64" y="48"/>
                        </a:lnTo>
                        <a:lnTo>
                          <a:pt x="72" y="24"/>
                        </a:lnTo>
                        <a:lnTo>
                          <a:pt x="56" y="16"/>
                        </a:lnTo>
                        <a:lnTo>
                          <a:pt x="4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20" name="Freeform 130">
                    <a:extLst>
                      <a:ext uri="{FF2B5EF4-FFF2-40B4-BE49-F238E27FC236}">
                        <a16:creationId xmlns:a16="http://schemas.microsoft.com/office/drawing/2014/main" id="{B4728A14-CEAB-46EA-BA0A-1625D53FB925}"/>
                      </a:ext>
                    </a:extLst>
                  </p:cNvPr>
                  <p:cNvSpPr>
                    <a:spLocks/>
                  </p:cNvSpPr>
                  <p:nvPr/>
                </p:nvSpPr>
                <p:spPr bwMode="gray">
                  <a:xfrm>
                    <a:off x="4410" y="2819"/>
                    <a:ext cx="16" cy="11"/>
                  </a:xfrm>
                  <a:custGeom>
                    <a:avLst/>
                    <a:gdLst>
                      <a:gd name="T0" fmla="*/ 7 w 24"/>
                      <a:gd name="T1" fmla="*/ 0 h 16"/>
                      <a:gd name="T2" fmla="*/ 2 w 24"/>
                      <a:gd name="T3" fmla="*/ 0 h 16"/>
                      <a:gd name="T4" fmla="*/ 0 w 24"/>
                      <a:gd name="T5" fmla="*/ 0 h 16"/>
                      <a:gd name="T6" fmla="*/ 0 w 24"/>
                      <a:gd name="T7" fmla="*/ 6 h 16"/>
                      <a:gd name="T8" fmla="*/ 2 w 24"/>
                      <a:gd name="T9" fmla="*/ 6 h 16"/>
                      <a:gd name="T10" fmla="*/ 2 w 24"/>
                      <a:gd name="T11" fmla="*/ 3 h 16"/>
                      <a:gd name="T12" fmla="*/ 5 w 24"/>
                      <a:gd name="T13" fmla="*/ 3 h 16"/>
                      <a:gd name="T14" fmla="*/ 7 w 24"/>
                      <a:gd name="T15" fmla="*/ 3 h 16"/>
                      <a:gd name="T16" fmla="*/ 7 w 24"/>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
                      <a:gd name="T28" fmla="*/ 0 h 16"/>
                      <a:gd name="T29" fmla="*/ 24 w 24"/>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 h="16">
                        <a:moveTo>
                          <a:pt x="24" y="0"/>
                        </a:moveTo>
                        <a:lnTo>
                          <a:pt x="8" y="0"/>
                        </a:lnTo>
                        <a:lnTo>
                          <a:pt x="0" y="0"/>
                        </a:lnTo>
                        <a:lnTo>
                          <a:pt x="0" y="16"/>
                        </a:lnTo>
                        <a:lnTo>
                          <a:pt x="8" y="16"/>
                        </a:lnTo>
                        <a:lnTo>
                          <a:pt x="8" y="8"/>
                        </a:lnTo>
                        <a:lnTo>
                          <a:pt x="16" y="8"/>
                        </a:lnTo>
                        <a:lnTo>
                          <a:pt x="24" y="8"/>
                        </a:lnTo>
                        <a:lnTo>
                          <a:pt x="2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21" name="Freeform 131">
                    <a:extLst>
                      <a:ext uri="{FF2B5EF4-FFF2-40B4-BE49-F238E27FC236}">
                        <a16:creationId xmlns:a16="http://schemas.microsoft.com/office/drawing/2014/main" id="{B863B907-6176-E76D-5D56-9E32B25942B9}"/>
                      </a:ext>
                    </a:extLst>
                  </p:cNvPr>
                  <p:cNvSpPr>
                    <a:spLocks/>
                  </p:cNvSpPr>
                  <p:nvPr/>
                </p:nvSpPr>
                <p:spPr bwMode="gray">
                  <a:xfrm>
                    <a:off x="4331" y="2824"/>
                    <a:ext cx="146" cy="119"/>
                  </a:xfrm>
                  <a:custGeom>
                    <a:avLst/>
                    <a:gdLst>
                      <a:gd name="T0" fmla="*/ 61 w 208"/>
                      <a:gd name="T1" fmla="*/ 3 h 168"/>
                      <a:gd name="T2" fmla="*/ 61 w 208"/>
                      <a:gd name="T3" fmla="*/ 8 h 168"/>
                      <a:gd name="T4" fmla="*/ 64 w 208"/>
                      <a:gd name="T5" fmla="*/ 11 h 168"/>
                      <a:gd name="T6" fmla="*/ 64 w 208"/>
                      <a:gd name="T7" fmla="*/ 17 h 168"/>
                      <a:gd name="T8" fmla="*/ 69 w 208"/>
                      <a:gd name="T9" fmla="*/ 20 h 168"/>
                      <a:gd name="T10" fmla="*/ 72 w 208"/>
                      <a:gd name="T11" fmla="*/ 26 h 168"/>
                      <a:gd name="T12" fmla="*/ 67 w 208"/>
                      <a:gd name="T13" fmla="*/ 26 h 168"/>
                      <a:gd name="T14" fmla="*/ 67 w 208"/>
                      <a:gd name="T15" fmla="*/ 23 h 168"/>
                      <a:gd name="T16" fmla="*/ 61 w 208"/>
                      <a:gd name="T17" fmla="*/ 26 h 168"/>
                      <a:gd name="T18" fmla="*/ 61 w 208"/>
                      <a:gd name="T19" fmla="*/ 34 h 168"/>
                      <a:gd name="T20" fmla="*/ 55 w 208"/>
                      <a:gd name="T21" fmla="*/ 40 h 168"/>
                      <a:gd name="T22" fmla="*/ 53 w 208"/>
                      <a:gd name="T23" fmla="*/ 42 h 168"/>
                      <a:gd name="T24" fmla="*/ 53 w 208"/>
                      <a:gd name="T25" fmla="*/ 51 h 168"/>
                      <a:gd name="T26" fmla="*/ 47 w 208"/>
                      <a:gd name="T27" fmla="*/ 57 h 168"/>
                      <a:gd name="T28" fmla="*/ 41 w 208"/>
                      <a:gd name="T29" fmla="*/ 60 h 168"/>
                      <a:gd name="T30" fmla="*/ 41 w 208"/>
                      <a:gd name="T31" fmla="*/ 57 h 168"/>
                      <a:gd name="T32" fmla="*/ 36 w 208"/>
                      <a:gd name="T33" fmla="*/ 55 h 168"/>
                      <a:gd name="T34" fmla="*/ 33 w 208"/>
                      <a:gd name="T35" fmla="*/ 55 h 168"/>
                      <a:gd name="T36" fmla="*/ 27 w 208"/>
                      <a:gd name="T37" fmla="*/ 51 h 168"/>
                      <a:gd name="T38" fmla="*/ 22 w 208"/>
                      <a:gd name="T39" fmla="*/ 55 h 168"/>
                      <a:gd name="T40" fmla="*/ 19 w 208"/>
                      <a:gd name="T41" fmla="*/ 51 h 168"/>
                      <a:gd name="T42" fmla="*/ 11 w 208"/>
                      <a:gd name="T43" fmla="*/ 51 h 168"/>
                      <a:gd name="T44" fmla="*/ 8 w 208"/>
                      <a:gd name="T45" fmla="*/ 40 h 168"/>
                      <a:gd name="T46" fmla="*/ 3 w 208"/>
                      <a:gd name="T47" fmla="*/ 34 h 168"/>
                      <a:gd name="T48" fmla="*/ 0 w 208"/>
                      <a:gd name="T49" fmla="*/ 20 h 168"/>
                      <a:gd name="T50" fmla="*/ 6 w 208"/>
                      <a:gd name="T51" fmla="*/ 17 h 168"/>
                      <a:gd name="T52" fmla="*/ 6 w 208"/>
                      <a:gd name="T53" fmla="*/ 20 h 168"/>
                      <a:gd name="T54" fmla="*/ 6 w 208"/>
                      <a:gd name="T55" fmla="*/ 17 h 168"/>
                      <a:gd name="T56" fmla="*/ 8 w 208"/>
                      <a:gd name="T57" fmla="*/ 20 h 168"/>
                      <a:gd name="T58" fmla="*/ 8 w 208"/>
                      <a:gd name="T59" fmla="*/ 26 h 168"/>
                      <a:gd name="T60" fmla="*/ 19 w 208"/>
                      <a:gd name="T61" fmla="*/ 26 h 168"/>
                      <a:gd name="T62" fmla="*/ 25 w 208"/>
                      <a:gd name="T63" fmla="*/ 23 h 168"/>
                      <a:gd name="T64" fmla="*/ 27 w 208"/>
                      <a:gd name="T65" fmla="*/ 20 h 168"/>
                      <a:gd name="T66" fmla="*/ 31 w 208"/>
                      <a:gd name="T67" fmla="*/ 23 h 168"/>
                      <a:gd name="T68" fmla="*/ 39 w 208"/>
                      <a:gd name="T69" fmla="*/ 20 h 168"/>
                      <a:gd name="T70" fmla="*/ 44 w 208"/>
                      <a:gd name="T71" fmla="*/ 14 h 168"/>
                      <a:gd name="T72" fmla="*/ 47 w 208"/>
                      <a:gd name="T73" fmla="*/ 3 h 168"/>
                      <a:gd name="T74" fmla="*/ 50 w 208"/>
                      <a:gd name="T75" fmla="*/ 0 h 168"/>
                      <a:gd name="T76" fmla="*/ 58 w 208"/>
                      <a:gd name="T77" fmla="*/ 0 h 168"/>
                      <a:gd name="T78" fmla="*/ 61 w 208"/>
                      <a:gd name="T79" fmla="*/ 3 h 16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08"/>
                      <a:gd name="T121" fmla="*/ 0 h 168"/>
                      <a:gd name="T122" fmla="*/ 208 w 208"/>
                      <a:gd name="T123" fmla="*/ 168 h 16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08" h="168">
                        <a:moveTo>
                          <a:pt x="176" y="8"/>
                        </a:moveTo>
                        <a:lnTo>
                          <a:pt x="176" y="24"/>
                        </a:lnTo>
                        <a:lnTo>
                          <a:pt x="184" y="32"/>
                        </a:lnTo>
                        <a:lnTo>
                          <a:pt x="184" y="48"/>
                        </a:lnTo>
                        <a:lnTo>
                          <a:pt x="200" y="56"/>
                        </a:lnTo>
                        <a:lnTo>
                          <a:pt x="208" y="72"/>
                        </a:lnTo>
                        <a:lnTo>
                          <a:pt x="192" y="72"/>
                        </a:lnTo>
                        <a:lnTo>
                          <a:pt x="192" y="64"/>
                        </a:lnTo>
                        <a:lnTo>
                          <a:pt x="176" y="72"/>
                        </a:lnTo>
                        <a:lnTo>
                          <a:pt x="176" y="96"/>
                        </a:lnTo>
                        <a:lnTo>
                          <a:pt x="160" y="112"/>
                        </a:lnTo>
                        <a:lnTo>
                          <a:pt x="152" y="120"/>
                        </a:lnTo>
                        <a:lnTo>
                          <a:pt x="152" y="144"/>
                        </a:lnTo>
                        <a:lnTo>
                          <a:pt x="136" y="160"/>
                        </a:lnTo>
                        <a:lnTo>
                          <a:pt x="120" y="168"/>
                        </a:lnTo>
                        <a:lnTo>
                          <a:pt x="120" y="160"/>
                        </a:lnTo>
                        <a:lnTo>
                          <a:pt x="104" y="152"/>
                        </a:lnTo>
                        <a:lnTo>
                          <a:pt x="96" y="152"/>
                        </a:lnTo>
                        <a:lnTo>
                          <a:pt x="80" y="144"/>
                        </a:lnTo>
                        <a:lnTo>
                          <a:pt x="64" y="152"/>
                        </a:lnTo>
                        <a:lnTo>
                          <a:pt x="56" y="144"/>
                        </a:lnTo>
                        <a:lnTo>
                          <a:pt x="32" y="144"/>
                        </a:lnTo>
                        <a:lnTo>
                          <a:pt x="24" y="112"/>
                        </a:lnTo>
                        <a:lnTo>
                          <a:pt x="8" y="96"/>
                        </a:lnTo>
                        <a:lnTo>
                          <a:pt x="0" y="56"/>
                        </a:lnTo>
                        <a:lnTo>
                          <a:pt x="16" y="48"/>
                        </a:lnTo>
                        <a:lnTo>
                          <a:pt x="16" y="56"/>
                        </a:lnTo>
                        <a:lnTo>
                          <a:pt x="16" y="48"/>
                        </a:lnTo>
                        <a:lnTo>
                          <a:pt x="24" y="56"/>
                        </a:lnTo>
                        <a:lnTo>
                          <a:pt x="24" y="72"/>
                        </a:lnTo>
                        <a:lnTo>
                          <a:pt x="56" y="72"/>
                        </a:lnTo>
                        <a:lnTo>
                          <a:pt x="72" y="64"/>
                        </a:lnTo>
                        <a:lnTo>
                          <a:pt x="80" y="56"/>
                        </a:lnTo>
                        <a:lnTo>
                          <a:pt x="88" y="64"/>
                        </a:lnTo>
                        <a:lnTo>
                          <a:pt x="112" y="56"/>
                        </a:lnTo>
                        <a:lnTo>
                          <a:pt x="128" y="40"/>
                        </a:lnTo>
                        <a:lnTo>
                          <a:pt x="136" y="8"/>
                        </a:lnTo>
                        <a:lnTo>
                          <a:pt x="144" y="0"/>
                        </a:lnTo>
                        <a:lnTo>
                          <a:pt x="168" y="0"/>
                        </a:lnTo>
                        <a:lnTo>
                          <a:pt x="17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22" name="Freeform 132">
                    <a:extLst>
                      <a:ext uri="{FF2B5EF4-FFF2-40B4-BE49-F238E27FC236}">
                        <a16:creationId xmlns:a16="http://schemas.microsoft.com/office/drawing/2014/main" id="{A7B92F4B-3B42-4802-98DF-B37CEFAAF3F2}"/>
                      </a:ext>
                    </a:extLst>
                  </p:cNvPr>
                  <p:cNvSpPr>
                    <a:spLocks/>
                  </p:cNvSpPr>
                  <p:nvPr/>
                </p:nvSpPr>
                <p:spPr bwMode="gray">
                  <a:xfrm>
                    <a:off x="4342" y="2779"/>
                    <a:ext cx="135" cy="96"/>
                  </a:xfrm>
                  <a:custGeom>
                    <a:avLst/>
                    <a:gdLst>
                      <a:gd name="T0" fmla="*/ 0 w 192"/>
                      <a:gd name="T1" fmla="*/ 42 h 136"/>
                      <a:gd name="T2" fmla="*/ 11 w 192"/>
                      <a:gd name="T3" fmla="*/ 40 h 136"/>
                      <a:gd name="T4" fmla="*/ 11 w 192"/>
                      <a:gd name="T5" fmla="*/ 34 h 136"/>
                      <a:gd name="T6" fmla="*/ 17 w 192"/>
                      <a:gd name="T7" fmla="*/ 34 h 136"/>
                      <a:gd name="T8" fmla="*/ 19 w 192"/>
                      <a:gd name="T9" fmla="*/ 31 h 136"/>
                      <a:gd name="T10" fmla="*/ 27 w 192"/>
                      <a:gd name="T11" fmla="*/ 28 h 136"/>
                      <a:gd name="T12" fmla="*/ 31 w 192"/>
                      <a:gd name="T13" fmla="*/ 20 h 136"/>
                      <a:gd name="T14" fmla="*/ 34 w 192"/>
                      <a:gd name="T15" fmla="*/ 20 h 136"/>
                      <a:gd name="T16" fmla="*/ 34 w 192"/>
                      <a:gd name="T17" fmla="*/ 25 h 136"/>
                      <a:gd name="T18" fmla="*/ 36 w 192"/>
                      <a:gd name="T19" fmla="*/ 25 h 136"/>
                      <a:gd name="T20" fmla="*/ 36 w 192"/>
                      <a:gd name="T21" fmla="*/ 23 h 136"/>
                      <a:gd name="T22" fmla="*/ 39 w 192"/>
                      <a:gd name="T23" fmla="*/ 23 h 136"/>
                      <a:gd name="T24" fmla="*/ 41 w 192"/>
                      <a:gd name="T25" fmla="*/ 23 h 136"/>
                      <a:gd name="T26" fmla="*/ 41 w 192"/>
                      <a:gd name="T27" fmla="*/ 20 h 136"/>
                      <a:gd name="T28" fmla="*/ 41 w 192"/>
                      <a:gd name="T29" fmla="*/ 11 h 136"/>
                      <a:gd name="T30" fmla="*/ 53 w 192"/>
                      <a:gd name="T31" fmla="*/ 0 h 136"/>
                      <a:gd name="T32" fmla="*/ 56 w 192"/>
                      <a:gd name="T33" fmla="*/ 8 h 136"/>
                      <a:gd name="T34" fmla="*/ 64 w 192"/>
                      <a:gd name="T35" fmla="*/ 8 h 136"/>
                      <a:gd name="T36" fmla="*/ 67 w 192"/>
                      <a:gd name="T37" fmla="*/ 14 h 136"/>
                      <a:gd name="T38" fmla="*/ 61 w 192"/>
                      <a:gd name="T39" fmla="*/ 17 h 136"/>
                      <a:gd name="T40" fmla="*/ 64 w 192"/>
                      <a:gd name="T41" fmla="*/ 20 h 136"/>
                      <a:gd name="T42" fmla="*/ 58 w 192"/>
                      <a:gd name="T43" fmla="*/ 23 h 136"/>
                      <a:gd name="T44" fmla="*/ 56 w 192"/>
                      <a:gd name="T45" fmla="*/ 25 h 136"/>
                      <a:gd name="T46" fmla="*/ 53 w 192"/>
                      <a:gd name="T47" fmla="*/ 23 h 136"/>
                      <a:gd name="T48" fmla="*/ 44 w 192"/>
                      <a:gd name="T49" fmla="*/ 23 h 136"/>
                      <a:gd name="T50" fmla="*/ 41 w 192"/>
                      <a:gd name="T51" fmla="*/ 25 h 136"/>
                      <a:gd name="T52" fmla="*/ 39 w 192"/>
                      <a:gd name="T53" fmla="*/ 37 h 136"/>
                      <a:gd name="T54" fmla="*/ 34 w 192"/>
                      <a:gd name="T55" fmla="*/ 42 h 136"/>
                      <a:gd name="T56" fmla="*/ 25 w 192"/>
                      <a:gd name="T57" fmla="*/ 45 h 136"/>
                      <a:gd name="T58" fmla="*/ 23 w 192"/>
                      <a:gd name="T59" fmla="*/ 42 h 136"/>
                      <a:gd name="T60" fmla="*/ 19 w 192"/>
                      <a:gd name="T61" fmla="*/ 45 h 136"/>
                      <a:gd name="T62" fmla="*/ 14 w 192"/>
                      <a:gd name="T63" fmla="*/ 48 h 136"/>
                      <a:gd name="T64" fmla="*/ 3 w 192"/>
                      <a:gd name="T65" fmla="*/ 48 h 136"/>
                      <a:gd name="T66" fmla="*/ 3 w 192"/>
                      <a:gd name="T67" fmla="*/ 42 h 136"/>
                      <a:gd name="T68" fmla="*/ 0 w 192"/>
                      <a:gd name="T69" fmla="*/ 40 h 136"/>
                      <a:gd name="T70" fmla="*/ 0 w 192"/>
                      <a:gd name="T71" fmla="*/ 42 h 1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92"/>
                      <a:gd name="T109" fmla="*/ 0 h 136"/>
                      <a:gd name="T110" fmla="*/ 192 w 192"/>
                      <a:gd name="T111" fmla="*/ 136 h 1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92" h="136">
                        <a:moveTo>
                          <a:pt x="0" y="120"/>
                        </a:moveTo>
                        <a:lnTo>
                          <a:pt x="32" y="112"/>
                        </a:lnTo>
                        <a:lnTo>
                          <a:pt x="32" y="96"/>
                        </a:lnTo>
                        <a:lnTo>
                          <a:pt x="48" y="96"/>
                        </a:lnTo>
                        <a:lnTo>
                          <a:pt x="56" y="88"/>
                        </a:lnTo>
                        <a:lnTo>
                          <a:pt x="80" y="80"/>
                        </a:lnTo>
                        <a:lnTo>
                          <a:pt x="88" y="56"/>
                        </a:lnTo>
                        <a:lnTo>
                          <a:pt x="96" y="56"/>
                        </a:lnTo>
                        <a:lnTo>
                          <a:pt x="96" y="72"/>
                        </a:lnTo>
                        <a:lnTo>
                          <a:pt x="104" y="72"/>
                        </a:lnTo>
                        <a:lnTo>
                          <a:pt x="104" y="64"/>
                        </a:lnTo>
                        <a:lnTo>
                          <a:pt x="112" y="64"/>
                        </a:lnTo>
                        <a:lnTo>
                          <a:pt x="120" y="64"/>
                        </a:lnTo>
                        <a:lnTo>
                          <a:pt x="120" y="56"/>
                        </a:lnTo>
                        <a:lnTo>
                          <a:pt x="120" y="32"/>
                        </a:lnTo>
                        <a:lnTo>
                          <a:pt x="152" y="0"/>
                        </a:lnTo>
                        <a:lnTo>
                          <a:pt x="160" y="24"/>
                        </a:lnTo>
                        <a:lnTo>
                          <a:pt x="184" y="24"/>
                        </a:lnTo>
                        <a:lnTo>
                          <a:pt x="192" y="40"/>
                        </a:lnTo>
                        <a:lnTo>
                          <a:pt x="176" y="48"/>
                        </a:lnTo>
                        <a:lnTo>
                          <a:pt x="184" y="56"/>
                        </a:lnTo>
                        <a:lnTo>
                          <a:pt x="168" y="64"/>
                        </a:lnTo>
                        <a:lnTo>
                          <a:pt x="160" y="72"/>
                        </a:lnTo>
                        <a:lnTo>
                          <a:pt x="152" y="64"/>
                        </a:lnTo>
                        <a:lnTo>
                          <a:pt x="128" y="64"/>
                        </a:lnTo>
                        <a:lnTo>
                          <a:pt x="120" y="72"/>
                        </a:lnTo>
                        <a:lnTo>
                          <a:pt x="112" y="104"/>
                        </a:lnTo>
                        <a:lnTo>
                          <a:pt x="96" y="120"/>
                        </a:lnTo>
                        <a:lnTo>
                          <a:pt x="72" y="128"/>
                        </a:lnTo>
                        <a:lnTo>
                          <a:pt x="64" y="120"/>
                        </a:lnTo>
                        <a:lnTo>
                          <a:pt x="56" y="128"/>
                        </a:lnTo>
                        <a:lnTo>
                          <a:pt x="40" y="136"/>
                        </a:lnTo>
                        <a:lnTo>
                          <a:pt x="8" y="136"/>
                        </a:lnTo>
                        <a:lnTo>
                          <a:pt x="8" y="120"/>
                        </a:lnTo>
                        <a:lnTo>
                          <a:pt x="0" y="112"/>
                        </a:lnTo>
                        <a:lnTo>
                          <a:pt x="0" y="12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23" name="Freeform 133">
                    <a:extLst>
                      <a:ext uri="{FF2B5EF4-FFF2-40B4-BE49-F238E27FC236}">
                        <a16:creationId xmlns:a16="http://schemas.microsoft.com/office/drawing/2014/main" id="{33C628BB-AA14-1004-FBE0-033F90D4D702}"/>
                      </a:ext>
                    </a:extLst>
                  </p:cNvPr>
                  <p:cNvSpPr>
                    <a:spLocks/>
                  </p:cNvSpPr>
                  <p:nvPr/>
                </p:nvSpPr>
                <p:spPr bwMode="gray">
                  <a:xfrm>
                    <a:off x="4652" y="2892"/>
                    <a:ext cx="146" cy="124"/>
                  </a:xfrm>
                  <a:custGeom>
                    <a:avLst/>
                    <a:gdLst>
                      <a:gd name="T0" fmla="*/ 72 w 208"/>
                      <a:gd name="T1" fmla="*/ 61 h 176"/>
                      <a:gd name="T2" fmla="*/ 72 w 208"/>
                      <a:gd name="T3" fmla="*/ 48 h 176"/>
                      <a:gd name="T4" fmla="*/ 69 w 208"/>
                      <a:gd name="T5" fmla="*/ 44 h 176"/>
                      <a:gd name="T6" fmla="*/ 69 w 208"/>
                      <a:gd name="T7" fmla="*/ 42 h 176"/>
                      <a:gd name="T8" fmla="*/ 72 w 208"/>
                      <a:gd name="T9" fmla="*/ 39 h 176"/>
                      <a:gd name="T10" fmla="*/ 69 w 208"/>
                      <a:gd name="T11" fmla="*/ 14 h 176"/>
                      <a:gd name="T12" fmla="*/ 64 w 208"/>
                      <a:gd name="T13" fmla="*/ 14 h 176"/>
                      <a:gd name="T14" fmla="*/ 58 w 208"/>
                      <a:gd name="T15" fmla="*/ 8 h 176"/>
                      <a:gd name="T16" fmla="*/ 44 w 208"/>
                      <a:gd name="T17" fmla="*/ 8 h 176"/>
                      <a:gd name="T18" fmla="*/ 41 w 208"/>
                      <a:gd name="T19" fmla="*/ 8 h 176"/>
                      <a:gd name="T20" fmla="*/ 41 w 208"/>
                      <a:gd name="T21" fmla="*/ 11 h 176"/>
                      <a:gd name="T22" fmla="*/ 31 w 208"/>
                      <a:gd name="T23" fmla="*/ 19 h 176"/>
                      <a:gd name="T24" fmla="*/ 27 w 208"/>
                      <a:gd name="T25" fmla="*/ 17 h 176"/>
                      <a:gd name="T26" fmla="*/ 25 w 208"/>
                      <a:gd name="T27" fmla="*/ 14 h 176"/>
                      <a:gd name="T28" fmla="*/ 22 w 208"/>
                      <a:gd name="T29" fmla="*/ 11 h 176"/>
                      <a:gd name="T30" fmla="*/ 22 w 208"/>
                      <a:gd name="T31" fmla="*/ 6 h 176"/>
                      <a:gd name="T32" fmla="*/ 19 w 208"/>
                      <a:gd name="T33" fmla="*/ 3 h 176"/>
                      <a:gd name="T34" fmla="*/ 14 w 208"/>
                      <a:gd name="T35" fmla="*/ 3 h 176"/>
                      <a:gd name="T36" fmla="*/ 11 w 208"/>
                      <a:gd name="T37" fmla="*/ 0 h 176"/>
                      <a:gd name="T38" fmla="*/ 8 w 208"/>
                      <a:gd name="T39" fmla="*/ 0 h 176"/>
                      <a:gd name="T40" fmla="*/ 6 w 208"/>
                      <a:gd name="T41" fmla="*/ 3 h 176"/>
                      <a:gd name="T42" fmla="*/ 3 w 208"/>
                      <a:gd name="T43" fmla="*/ 3 h 176"/>
                      <a:gd name="T44" fmla="*/ 0 w 208"/>
                      <a:gd name="T45" fmla="*/ 6 h 176"/>
                      <a:gd name="T46" fmla="*/ 6 w 208"/>
                      <a:gd name="T47" fmla="*/ 8 h 176"/>
                      <a:gd name="T48" fmla="*/ 8 w 208"/>
                      <a:gd name="T49" fmla="*/ 11 h 176"/>
                      <a:gd name="T50" fmla="*/ 11 w 208"/>
                      <a:gd name="T51" fmla="*/ 14 h 176"/>
                      <a:gd name="T52" fmla="*/ 17 w 208"/>
                      <a:gd name="T53" fmla="*/ 14 h 176"/>
                      <a:gd name="T54" fmla="*/ 19 w 208"/>
                      <a:gd name="T55" fmla="*/ 14 h 176"/>
                      <a:gd name="T56" fmla="*/ 17 w 208"/>
                      <a:gd name="T57" fmla="*/ 17 h 176"/>
                      <a:gd name="T58" fmla="*/ 8 w 208"/>
                      <a:gd name="T59" fmla="*/ 17 h 176"/>
                      <a:gd name="T60" fmla="*/ 11 w 208"/>
                      <a:gd name="T61" fmla="*/ 19 h 176"/>
                      <a:gd name="T62" fmla="*/ 11 w 208"/>
                      <a:gd name="T63" fmla="*/ 25 h 176"/>
                      <a:gd name="T64" fmla="*/ 17 w 208"/>
                      <a:gd name="T65" fmla="*/ 27 h 176"/>
                      <a:gd name="T66" fmla="*/ 17 w 208"/>
                      <a:gd name="T67" fmla="*/ 25 h 176"/>
                      <a:gd name="T68" fmla="*/ 19 w 208"/>
                      <a:gd name="T69" fmla="*/ 25 h 176"/>
                      <a:gd name="T70" fmla="*/ 27 w 208"/>
                      <a:gd name="T71" fmla="*/ 27 h 176"/>
                      <a:gd name="T72" fmla="*/ 33 w 208"/>
                      <a:gd name="T73" fmla="*/ 31 h 176"/>
                      <a:gd name="T74" fmla="*/ 39 w 208"/>
                      <a:gd name="T75" fmla="*/ 31 h 176"/>
                      <a:gd name="T76" fmla="*/ 44 w 208"/>
                      <a:gd name="T77" fmla="*/ 34 h 176"/>
                      <a:gd name="T78" fmla="*/ 53 w 208"/>
                      <a:gd name="T79" fmla="*/ 39 h 176"/>
                      <a:gd name="T80" fmla="*/ 53 w 208"/>
                      <a:gd name="T81" fmla="*/ 44 h 176"/>
                      <a:gd name="T82" fmla="*/ 55 w 208"/>
                      <a:gd name="T83" fmla="*/ 48 h 176"/>
                      <a:gd name="T84" fmla="*/ 55 w 208"/>
                      <a:gd name="T85" fmla="*/ 50 h 176"/>
                      <a:gd name="T86" fmla="*/ 58 w 208"/>
                      <a:gd name="T87" fmla="*/ 56 h 176"/>
                      <a:gd name="T88" fmla="*/ 64 w 208"/>
                      <a:gd name="T89" fmla="*/ 56 h 176"/>
                      <a:gd name="T90" fmla="*/ 67 w 208"/>
                      <a:gd name="T91" fmla="*/ 58 h 176"/>
                      <a:gd name="T92" fmla="*/ 72 w 208"/>
                      <a:gd name="T93" fmla="*/ 61 h 17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08"/>
                      <a:gd name="T142" fmla="*/ 0 h 176"/>
                      <a:gd name="T143" fmla="*/ 208 w 208"/>
                      <a:gd name="T144" fmla="*/ 176 h 17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08" h="176">
                        <a:moveTo>
                          <a:pt x="208" y="176"/>
                        </a:moveTo>
                        <a:lnTo>
                          <a:pt x="208" y="136"/>
                        </a:lnTo>
                        <a:lnTo>
                          <a:pt x="200" y="128"/>
                        </a:lnTo>
                        <a:lnTo>
                          <a:pt x="200" y="120"/>
                        </a:lnTo>
                        <a:lnTo>
                          <a:pt x="208" y="112"/>
                        </a:lnTo>
                        <a:lnTo>
                          <a:pt x="200" y="40"/>
                        </a:lnTo>
                        <a:lnTo>
                          <a:pt x="184" y="40"/>
                        </a:lnTo>
                        <a:lnTo>
                          <a:pt x="168" y="24"/>
                        </a:lnTo>
                        <a:lnTo>
                          <a:pt x="128" y="24"/>
                        </a:lnTo>
                        <a:lnTo>
                          <a:pt x="120" y="24"/>
                        </a:lnTo>
                        <a:lnTo>
                          <a:pt x="120" y="32"/>
                        </a:lnTo>
                        <a:lnTo>
                          <a:pt x="88" y="56"/>
                        </a:lnTo>
                        <a:lnTo>
                          <a:pt x="80" y="48"/>
                        </a:lnTo>
                        <a:lnTo>
                          <a:pt x="72" y="40"/>
                        </a:lnTo>
                        <a:lnTo>
                          <a:pt x="64" y="32"/>
                        </a:lnTo>
                        <a:lnTo>
                          <a:pt x="64" y="16"/>
                        </a:lnTo>
                        <a:lnTo>
                          <a:pt x="56" y="8"/>
                        </a:lnTo>
                        <a:lnTo>
                          <a:pt x="40" y="8"/>
                        </a:lnTo>
                        <a:lnTo>
                          <a:pt x="32" y="0"/>
                        </a:lnTo>
                        <a:lnTo>
                          <a:pt x="24" y="0"/>
                        </a:lnTo>
                        <a:lnTo>
                          <a:pt x="16" y="8"/>
                        </a:lnTo>
                        <a:lnTo>
                          <a:pt x="8" y="8"/>
                        </a:lnTo>
                        <a:lnTo>
                          <a:pt x="0" y="16"/>
                        </a:lnTo>
                        <a:lnTo>
                          <a:pt x="16" y="24"/>
                        </a:lnTo>
                        <a:lnTo>
                          <a:pt x="24" y="32"/>
                        </a:lnTo>
                        <a:lnTo>
                          <a:pt x="32" y="40"/>
                        </a:lnTo>
                        <a:lnTo>
                          <a:pt x="48" y="40"/>
                        </a:lnTo>
                        <a:lnTo>
                          <a:pt x="56" y="40"/>
                        </a:lnTo>
                        <a:lnTo>
                          <a:pt x="48" y="48"/>
                        </a:lnTo>
                        <a:lnTo>
                          <a:pt x="24" y="48"/>
                        </a:lnTo>
                        <a:lnTo>
                          <a:pt x="32" y="56"/>
                        </a:lnTo>
                        <a:lnTo>
                          <a:pt x="32" y="72"/>
                        </a:lnTo>
                        <a:lnTo>
                          <a:pt x="48" y="80"/>
                        </a:lnTo>
                        <a:lnTo>
                          <a:pt x="48" y="72"/>
                        </a:lnTo>
                        <a:lnTo>
                          <a:pt x="56" y="72"/>
                        </a:lnTo>
                        <a:lnTo>
                          <a:pt x="80" y="80"/>
                        </a:lnTo>
                        <a:lnTo>
                          <a:pt x="96" y="88"/>
                        </a:lnTo>
                        <a:lnTo>
                          <a:pt x="112" y="88"/>
                        </a:lnTo>
                        <a:lnTo>
                          <a:pt x="128" y="96"/>
                        </a:lnTo>
                        <a:lnTo>
                          <a:pt x="152" y="112"/>
                        </a:lnTo>
                        <a:lnTo>
                          <a:pt x="152" y="128"/>
                        </a:lnTo>
                        <a:lnTo>
                          <a:pt x="160" y="136"/>
                        </a:lnTo>
                        <a:lnTo>
                          <a:pt x="160" y="144"/>
                        </a:lnTo>
                        <a:lnTo>
                          <a:pt x="168" y="160"/>
                        </a:lnTo>
                        <a:lnTo>
                          <a:pt x="184" y="160"/>
                        </a:lnTo>
                        <a:lnTo>
                          <a:pt x="192" y="168"/>
                        </a:lnTo>
                        <a:lnTo>
                          <a:pt x="208" y="17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24" name="Freeform 134">
                    <a:extLst>
                      <a:ext uri="{FF2B5EF4-FFF2-40B4-BE49-F238E27FC236}">
                        <a16:creationId xmlns:a16="http://schemas.microsoft.com/office/drawing/2014/main" id="{7EF71915-1E8D-4D04-9ECF-131BEEA999D2}"/>
                      </a:ext>
                    </a:extLst>
                  </p:cNvPr>
                  <p:cNvSpPr>
                    <a:spLocks/>
                  </p:cNvSpPr>
                  <p:nvPr/>
                </p:nvSpPr>
                <p:spPr bwMode="gray">
                  <a:xfrm>
                    <a:off x="4280" y="2909"/>
                    <a:ext cx="23" cy="17"/>
                  </a:xfrm>
                  <a:custGeom>
                    <a:avLst/>
                    <a:gdLst>
                      <a:gd name="T0" fmla="*/ 0 w 32"/>
                      <a:gd name="T1" fmla="*/ 0 h 24"/>
                      <a:gd name="T2" fmla="*/ 0 w 32"/>
                      <a:gd name="T3" fmla="*/ 3 h 24"/>
                      <a:gd name="T4" fmla="*/ 6 w 32"/>
                      <a:gd name="T5" fmla="*/ 9 h 24"/>
                      <a:gd name="T6" fmla="*/ 12 w 32"/>
                      <a:gd name="T7" fmla="*/ 9 h 24"/>
                      <a:gd name="T8" fmla="*/ 3 w 32"/>
                      <a:gd name="T9" fmla="*/ 0 h 24"/>
                      <a:gd name="T10" fmla="*/ 0 w 32"/>
                      <a:gd name="T11" fmla="*/ 0 h 24"/>
                      <a:gd name="T12" fmla="*/ 0 60000 65536"/>
                      <a:gd name="T13" fmla="*/ 0 60000 65536"/>
                      <a:gd name="T14" fmla="*/ 0 60000 65536"/>
                      <a:gd name="T15" fmla="*/ 0 60000 65536"/>
                      <a:gd name="T16" fmla="*/ 0 60000 65536"/>
                      <a:gd name="T17" fmla="*/ 0 60000 65536"/>
                      <a:gd name="T18" fmla="*/ 0 w 32"/>
                      <a:gd name="T19" fmla="*/ 0 h 24"/>
                      <a:gd name="T20" fmla="*/ 32 w 32"/>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32" h="24">
                        <a:moveTo>
                          <a:pt x="0" y="0"/>
                        </a:moveTo>
                        <a:lnTo>
                          <a:pt x="0" y="8"/>
                        </a:lnTo>
                        <a:lnTo>
                          <a:pt x="16" y="24"/>
                        </a:lnTo>
                        <a:lnTo>
                          <a:pt x="32" y="24"/>
                        </a:lnTo>
                        <a:lnTo>
                          <a:pt x="8" y="0"/>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25" name="Freeform 135">
                    <a:extLst>
                      <a:ext uri="{FF2B5EF4-FFF2-40B4-BE49-F238E27FC236}">
                        <a16:creationId xmlns:a16="http://schemas.microsoft.com/office/drawing/2014/main" id="{66EC3E1C-F875-D9E7-22EB-A66FCB97215A}"/>
                      </a:ext>
                    </a:extLst>
                  </p:cNvPr>
                  <p:cNvSpPr>
                    <a:spLocks/>
                  </p:cNvSpPr>
                  <p:nvPr/>
                </p:nvSpPr>
                <p:spPr bwMode="gray">
                  <a:xfrm>
                    <a:off x="4584" y="2926"/>
                    <a:ext cx="11" cy="11"/>
                  </a:xfrm>
                  <a:custGeom>
                    <a:avLst/>
                    <a:gdLst>
                      <a:gd name="T0" fmla="*/ 0 w 16"/>
                      <a:gd name="T1" fmla="*/ 0 h 16"/>
                      <a:gd name="T2" fmla="*/ 0 w 16"/>
                      <a:gd name="T3" fmla="*/ 3 h 16"/>
                      <a:gd name="T4" fmla="*/ 3 w 16"/>
                      <a:gd name="T5" fmla="*/ 6 h 16"/>
                      <a:gd name="T6" fmla="*/ 6 w 16"/>
                      <a:gd name="T7" fmla="*/ 6 h 16"/>
                      <a:gd name="T8" fmla="*/ 6 w 16"/>
                      <a:gd name="T9" fmla="*/ 3 h 16"/>
                      <a:gd name="T10" fmla="*/ 6 w 16"/>
                      <a:gd name="T11" fmla="*/ 0 h 16"/>
                      <a:gd name="T12" fmla="*/ 0 w 16"/>
                      <a:gd name="T13" fmla="*/ 0 h 16"/>
                      <a:gd name="T14" fmla="*/ 0 60000 65536"/>
                      <a:gd name="T15" fmla="*/ 0 60000 65536"/>
                      <a:gd name="T16" fmla="*/ 0 60000 65536"/>
                      <a:gd name="T17" fmla="*/ 0 60000 65536"/>
                      <a:gd name="T18" fmla="*/ 0 60000 65536"/>
                      <a:gd name="T19" fmla="*/ 0 60000 65536"/>
                      <a:gd name="T20" fmla="*/ 0 60000 65536"/>
                      <a:gd name="T21" fmla="*/ 0 w 16"/>
                      <a:gd name="T22" fmla="*/ 0 h 16"/>
                      <a:gd name="T23" fmla="*/ 16 w 16"/>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16">
                        <a:moveTo>
                          <a:pt x="0" y="0"/>
                        </a:moveTo>
                        <a:lnTo>
                          <a:pt x="0" y="8"/>
                        </a:lnTo>
                        <a:lnTo>
                          <a:pt x="8" y="16"/>
                        </a:lnTo>
                        <a:lnTo>
                          <a:pt x="16" y="16"/>
                        </a:lnTo>
                        <a:lnTo>
                          <a:pt x="16" y="8"/>
                        </a:lnTo>
                        <a:lnTo>
                          <a:pt x="16" y="0"/>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26" name="Freeform 136">
                    <a:extLst>
                      <a:ext uri="{FF2B5EF4-FFF2-40B4-BE49-F238E27FC236}">
                        <a16:creationId xmlns:a16="http://schemas.microsoft.com/office/drawing/2014/main" id="{AA3863CD-BF54-1054-F00C-05F9C4819E89}"/>
                      </a:ext>
                    </a:extLst>
                  </p:cNvPr>
                  <p:cNvSpPr>
                    <a:spLocks/>
                  </p:cNvSpPr>
                  <p:nvPr/>
                </p:nvSpPr>
                <p:spPr bwMode="gray">
                  <a:xfrm>
                    <a:off x="4607" y="2926"/>
                    <a:ext cx="45" cy="17"/>
                  </a:xfrm>
                  <a:custGeom>
                    <a:avLst/>
                    <a:gdLst>
                      <a:gd name="T0" fmla="*/ 19 w 64"/>
                      <a:gd name="T1" fmla="*/ 9 h 24"/>
                      <a:gd name="T2" fmla="*/ 23 w 64"/>
                      <a:gd name="T3" fmla="*/ 6 h 24"/>
                      <a:gd name="T4" fmla="*/ 23 w 64"/>
                      <a:gd name="T5" fmla="*/ 3 h 24"/>
                      <a:gd name="T6" fmla="*/ 19 w 64"/>
                      <a:gd name="T7" fmla="*/ 3 h 24"/>
                      <a:gd name="T8" fmla="*/ 17 w 64"/>
                      <a:gd name="T9" fmla="*/ 0 h 24"/>
                      <a:gd name="T10" fmla="*/ 14 w 64"/>
                      <a:gd name="T11" fmla="*/ 0 h 24"/>
                      <a:gd name="T12" fmla="*/ 6 w 64"/>
                      <a:gd name="T13" fmla="*/ 0 h 24"/>
                      <a:gd name="T14" fmla="*/ 0 w 64"/>
                      <a:gd name="T15" fmla="*/ 3 h 24"/>
                      <a:gd name="T16" fmla="*/ 3 w 64"/>
                      <a:gd name="T17" fmla="*/ 6 h 24"/>
                      <a:gd name="T18" fmla="*/ 6 w 64"/>
                      <a:gd name="T19" fmla="*/ 3 h 24"/>
                      <a:gd name="T20" fmla="*/ 8 w 64"/>
                      <a:gd name="T21" fmla="*/ 3 h 24"/>
                      <a:gd name="T22" fmla="*/ 14 w 64"/>
                      <a:gd name="T23" fmla="*/ 3 h 24"/>
                      <a:gd name="T24" fmla="*/ 19 w 64"/>
                      <a:gd name="T25" fmla="*/ 9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24"/>
                      <a:gd name="T41" fmla="*/ 64 w 64"/>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24">
                        <a:moveTo>
                          <a:pt x="56" y="24"/>
                        </a:moveTo>
                        <a:lnTo>
                          <a:pt x="64" y="16"/>
                        </a:lnTo>
                        <a:lnTo>
                          <a:pt x="64" y="8"/>
                        </a:lnTo>
                        <a:lnTo>
                          <a:pt x="56" y="8"/>
                        </a:lnTo>
                        <a:lnTo>
                          <a:pt x="48" y="0"/>
                        </a:lnTo>
                        <a:lnTo>
                          <a:pt x="40" y="0"/>
                        </a:lnTo>
                        <a:lnTo>
                          <a:pt x="16" y="0"/>
                        </a:lnTo>
                        <a:lnTo>
                          <a:pt x="0" y="8"/>
                        </a:lnTo>
                        <a:lnTo>
                          <a:pt x="8" y="16"/>
                        </a:lnTo>
                        <a:lnTo>
                          <a:pt x="16" y="8"/>
                        </a:lnTo>
                        <a:lnTo>
                          <a:pt x="24" y="8"/>
                        </a:lnTo>
                        <a:lnTo>
                          <a:pt x="40" y="8"/>
                        </a:lnTo>
                        <a:lnTo>
                          <a:pt x="56"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27" name="Freeform 137">
                    <a:extLst>
                      <a:ext uri="{FF2B5EF4-FFF2-40B4-BE49-F238E27FC236}">
                        <a16:creationId xmlns:a16="http://schemas.microsoft.com/office/drawing/2014/main" id="{FD85D29F-9D85-B1A0-B74B-C5CC4F86F53F}"/>
                      </a:ext>
                    </a:extLst>
                  </p:cNvPr>
                  <p:cNvSpPr>
                    <a:spLocks/>
                  </p:cNvSpPr>
                  <p:nvPr/>
                </p:nvSpPr>
                <p:spPr bwMode="gray">
                  <a:xfrm>
                    <a:off x="4989" y="2959"/>
                    <a:ext cx="17" cy="23"/>
                  </a:xfrm>
                  <a:custGeom>
                    <a:avLst/>
                    <a:gdLst>
                      <a:gd name="T0" fmla="*/ 0 w 24"/>
                      <a:gd name="T1" fmla="*/ 3 h 32"/>
                      <a:gd name="T2" fmla="*/ 6 w 24"/>
                      <a:gd name="T3" fmla="*/ 9 h 32"/>
                      <a:gd name="T4" fmla="*/ 9 w 24"/>
                      <a:gd name="T5" fmla="*/ 12 h 32"/>
                      <a:gd name="T6" fmla="*/ 9 w 24"/>
                      <a:gd name="T7" fmla="*/ 9 h 32"/>
                      <a:gd name="T8" fmla="*/ 9 w 24"/>
                      <a:gd name="T9" fmla="*/ 6 h 32"/>
                      <a:gd name="T10" fmla="*/ 3 w 24"/>
                      <a:gd name="T11" fmla="*/ 0 h 32"/>
                      <a:gd name="T12" fmla="*/ 0 w 24"/>
                      <a:gd name="T13" fmla="*/ 3 h 32"/>
                      <a:gd name="T14" fmla="*/ 0 60000 65536"/>
                      <a:gd name="T15" fmla="*/ 0 60000 65536"/>
                      <a:gd name="T16" fmla="*/ 0 60000 65536"/>
                      <a:gd name="T17" fmla="*/ 0 60000 65536"/>
                      <a:gd name="T18" fmla="*/ 0 60000 65536"/>
                      <a:gd name="T19" fmla="*/ 0 60000 65536"/>
                      <a:gd name="T20" fmla="*/ 0 60000 65536"/>
                      <a:gd name="T21" fmla="*/ 0 w 24"/>
                      <a:gd name="T22" fmla="*/ 0 h 32"/>
                      <a:gd name="T23" fmla="*/ 24 w 24"/>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32">
                        <a:moveTo>
                          <a:pt x="0" y="8"/>
                        </a:moveTo>
                        <a:lnTo>
                          <a:pt x="16" y="24"/>
                        </a:lnTo>
                        <a:lnTo>
                          <a:pt x="24" y="32"/>
                        </a:lnTo>
                        <a:lnTo>
                          <a:pt x="24" y="24"/>
                        </a:lnTo>
                        <a:lnTo>
                          <a:pt x="24" y="16"/>
                        </a:lnTo>
                        <a:lnTo>
                          <a:pt x="8" y="0"/>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28" name="Freeform 138">
                    <a:extLst>
                      <a:ext uri="{FF2B5EF4-FFF2-40B4-BE49-F238E27FC236}">
                        <a16:creationId xmlns:a16="http://schemas.microsoft.com/office/drawing/2014/main" id="{A2EF707F-AC34-7F9B-90A8-EB66AAF35447}"/>
                      </a:ext>
                    </a:extLst>
                  </p:cNvPr>
                  <p:cNvSpPr>
                    <a:spLocks/>
                  </p:cNvSpPr>
                  <p:nvPr/>
                </p:nvSpPr>
                <p:spPr bwMode="gray">
                  <a:xfrm>
                    <a:off x="5017" y="2976"/>
                    <a:ext cx="12" cy="12"/>
                  </a:xfrm>
                  <a:custGeom>
                    <a:avLst/>
                    <a:gdLst>
                      <a:gd name="T0" fmla="*/ 7 w 16"/>
                      <a:gd name="T1" fmla="*/ 7 h 16"/>
                      <a:gd name="T2" fmla="*/ 4 w 16"/>
                      <a:gd name="T3" fmla="*/ 0 h 16"/>
                      <a:gd name="T4" fmla="*/ 0 w 16"/>
                      <a:gd name="T5" fmla="*/ 0 h 16"/>
                      <a:gd name="T6" fmla="*/ 0 w 16"/>
                      <a:gd name="T7" fmla="*/ 4 h 16"/>
                      <a:gd name="T8" fmla="*/ 4 w 16"/>
                      <a:gd name="T9" fmla="*/ 7 h 16"/>
                      <a:gd name="T10" fmla="*/ 7 w 16"/>
                      <a:gd name="T11" fmla="*/ 7 h 16"/>
                      <a:gd name="T12" fmla="*/ 0 60000 65536"/>
                      <a:gd name="T13" fmla="*/ 0 60000 65536"/>
                      <a:gd name="T14" fmla="*/ 0 60000 65536"/>
                      <a:gd name="T15" fmla="*/ 0 60000 65536"/>
                      <a:gd name="T16" fmla="*/ 0 60000 65536"/>
                      <a:gd name="T17" fmla="*/ 0 60000 65536"/>
                      <a:gd name="T18" fmla="*/ 0 w 16"/>
                      <a:gd name="T19" fmla="*/ 0 h 16"/>
                      <a:gd name="T20" fmla="*/ 16 w 1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6" h="16">
                        <a:moveTo>
                          <a:pt x="16" y="16"/>
                        </a:moveTo>
                        <a:lnTo>
                          <a:pt x="8" y="0"/>
                        </a:lnTo>
                        <a:lnTo>
                          <a:pt x="0" y="0"/>
                        </a:lnTo>
                        <a:lnTo>
                          <a:pt x="0" y="8"/>
                        </a:lnTo>
                        <a:lnTo>
                          <a:pt x="8" y="16"/>
                        </a:lnTo>
                        <a:lnTo>
                          <a:pt x="16"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29" name="Freeform 139">
                    <a:extLst>
                      <a:ext uri="{FF2B5EF4-FFF2-40B4-BE49-F238E27FC236}">
                        <a16:creationId xmlns:a16="http://schemas.microsoft.com/office/drawing/2014/main" id="{14DBC9FE-9EF1-1FC5-2344-468CE21F000B}"/>
                      </a:ext>
                    </a:extLst>
                  </p:cNvPr>
                  <p:cNvSpPr>
                    <a:spLocks/>
                  </p:cNvSpPr>
                  <p:nvPr/>
                </p:nvSpPr>
                <p:spPr bwMode="gray">
                  <a:xfrm>
                    <a:off x="5045" y="2988"/>
                    <a:ext cx="23" cy="16"/>
                  </a:xfrm>
                  <a:custGeom>
                    <a:avLst/>
                    <a:gdLst>
                      <a:gd name="T0" fmla="*/ 12 w 32"/>
                      <a:gd name="T1" fmla="*/ 7 h 24"/>
                      <a:gd name="T2" fmla="*/ 9 w 32"/>
                      <a:gd name="T3" fmla="*/ 5 h 24"/>
                      <a:gd name="T4" fmla="*/ 0 w 32"/>
                      <a:gd name="T5" fmla="*/ 0 h 24"/>
                      <a:gd name="T6" fmla="*/ 0 w 32"/>
                      <a:gd name="T7" fmla="*/ 2 h 24"/>
                      <a:gd name="T8" fmla="*/ 0 w 32"/>
                      <a:gd name="T9" fmla="*/ 5 h 24"/>
                      <a:gd name="T10" fmla="*/ 9 w 32"/>
                      <a:gd name="T11" fmla="*/ 7 h 24"/>
                      <a:gd name="T12" fmla="*/ 12 w 32"/>
                      <a:gd name="T13" fmla="*/ 7 h 24"/>
                      <a:gd name="T14" fmla="*/ 0 60000 65536"/>
                      <a:gd name="T15" fmla="*/ 0 60000 65536"/>
                      <a:gd name="T16" fmla="*/ 0 60000 65536"/>
                      <a:gd name="T17" fmla="*/ 0 60000 65536"/>
                      <a:gd name="T18" fmla="*/ 0 60000 65536"/>
                      <a:gd name="T19" fmla="*/ 0 60000 65536"/>
                      <a:gd name="T20" fmla="*/ 0 60000 65536"/>
                      <a:gd name="T21" fmla="*/ 0 w 32"/>
                      <a:gd name="T22" fmla="*/ 0 h 24"/>
                      <a:gd name="T23" fmla="*/ 32 w 3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4">
                        <a:moveTo>
                          <a:pt x="32" y="24"/>
                        </a:moveTo>
                        <a:lnTo>
                          <a:pt x="24" y="16"/>
                        </a:lnTo>
                        <a:lnTo>
                          <a:pt x="0" y="0"/>
                        </a:lnTo>
                        <a:lnTo>
                          <a:pt x="0" y="8"/>
                        </a:lnTo>
                        <a:lnTo>
                          <a:pt x="0" y="16"/>
                        </a:lnTo>
                        <a:lnTo>
                          <a:pt x="24" y="24"/>
                        </a:lnTo>
                        <a:lnTo>
                          <a:pt x="32"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30" name="Freeform 140">
                    <a:extLst>
                      <a:ext uri="{FF2B5EF4-FFF2-40B4-BE49-F238E27FC236}">
                        <a16:creationId xmlns:a16="http://schemas.microsoft.com/office/drawing/2014/main" id="{EC8DEA65-B6F6-0975-C1A8-238B4A710EEE}"/>
                      </a:ext>
                    </a:extLst>
                  </p:cNvPr>
                  <p:cNvSpPr>
                    <a:spLocks/>
                  </p:cNvSpPr>
                  <p:nvPr/>
                </p:nvSpPr>
                <p:spPr bwMode="gray">
                  <a:xfrm>
                    <a:off x="5074" y="3004"/>
                    <a:ext cx="16" cy="17"/>
                  </a:xfrm>
                  <a:custGeom>
                    <a:avLst/>
                    <a:gdLst>
                      <a:gd name="T0" fmla="*/ 7 w 24"/>
                      <a:gd name="T1" fmla="*/ 9 h 24"/>
                      <a:gd name="T2" fmla="*/ 5 w 24"/>
                      <a:gd name="T3" fmla="*/ 0 h 24"/>
                      <a:gd name="T4" fmla="*/ 2 w 24"/>
                      <a:gd name="T5" fmla="*/ 0 h 24"/>
                      <a:gd name="T6" fmla="*/ 0 w 24"/>
                      <a:gd name="T7" fmla="*/ 3 h 24"/>
                      <a:gd name="T8" fmla="*/ 2 w 24"/>
                      <a:gd name="T9" fmla="*/ 6 h 24"/>
                      <a:gd name="T10" fmla="*/ 5 w 24"/>
                      <a:gd name="T11" fmla="*/ 9 h 24"/>
                      <a:gd name="T12" fmla="*/ 5 w 24"/>
                      <a:gd name="T13" fmla="*/ 9 h 24"/>
                      <a:gd name="T14" fmla="*/ 7 w 24"/>
                      <a:gd name="T15" fmla="*/ 9 h 24"/>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24"/>
                      <a:gd name="T26" fmla="*/ 24 w 24"/>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24">
                        <a:moveTo>
                          <a:pt x="24" y="24"/>
                        </a:moveTo>
                        <a:lnTo>
                          <a:pt x="16" y="0"/>
                        </a:lnTo>
                        <a:lnTo>
                          <a:pt x="8" y="0"/>
                        </a:lnTo>
                        <a:lnTo>
                          <a:pt x="0" y="8"/>
                        </a:lnTo>
                        <a:lnTo>
                          <a:pt x="8" y="16"/>
                        </a:lnTo>
                        <a:lnTo>
                          <a:pt x="16" y="24"/>
                        </a:lnTo>
                        <a:lnTo>
                          <a:pt x="24"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31" name="Freeform 141">
                    <a:extLst>
                      <a:ext uri="{FF2B5EF4-FFF2-40B4-BE49-F238E27FC236}">
                        <a16:creationId xmlns:a16="http://schemas.microsoft.com/office/drawing/2014/main" id="{7705944C-CBC1-DAC6-92FD-4188A4FFAD20}"/>
                      </a:ext>
                    </a:extLst>
                  </p:cNvPr>
                  <p:cNvSpPr>
                    <a:spLocks/>
                  </p:cNvSpPr>
                  <p:nvPr/>
                </p:nvSpPr>
                <p:spPr bwMode="gray">
                  <a:xfrm>
                    <a:off x="5164" y="3100"/>
                    <a:ext cx="5" cy="11"/>
                  </a:xfrm>
                  <a:custGeom>
                    <a:avLst/>
                    <a:gdLst>
                      <a:gd name="T0" fmla="*/ 0 w 8"/>
                      <a:gd name="T1" fmla="*/ 3 h 16"/>
                      <a:gd name="T2" fmla="*/ 0 w 8"/>
                      <a:gd name="T3" fmla="*/ 6 h 16"/>
                      <a:gd name="T4" fmla="*/ 2 w 8"/>
                      <a:gd name="T5" fmla="*/ 6 h 16"/>
                      <a:gd name="T6" fmla="*/ 2 w 8"/>
                      <a:gd name="T7" fmla="*/ 0 h 16"/>
                      <a:gd name="T8" fmla="*/ 0 w 8"/>
                      <a:gd name="T9" fmla="*/ 0 h 16"/>
                      <a:gd name="T10" fmla="*/ 0 w 8"/>
                      <a:gd name="T11" fmla="*/ 3 h 16"/>
                      <a:gd name="T12" fmla="*/ 0 60000 65536"/>
                      <a:gd name="T13" fmla="*/ 0 60000 65536"/>
                      <a:gd name="T14" fmla="*/ 0 60000 65536"/>
                      <a:gd name="T15" fmla="*/ 0 60000 65536"/>
                      <a:gd name="T16" fmla="*/ 0 60000 65536"/>
                      <a:gd name="T17" fmla="*/ 0 60000 65536"/>
                      <a:gd name="T18" fmla="*/ 0 w 8"/>
                      <a:gd name="T19" fmla="*/ 0 h 16"/>
                      <a:gd name="T20" fmla="*/ 8 w 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8" h="16">
                        <a:moveTo>
                          <a:pt x="0" y="8"/>
                        </a:moveTo>
                        <a:lnTo>
                          <a:pt x="0" y="16"/>
                        </a:lnTo>
                        <a:lnTo>
                          <a:pt x="8" y="16"/>
                        </a:lnTo>
                        <a:lnTo>
                          <a:pt x="8" y="0"/>
                        </a:lnTo>
                        <a:lnTo>
                          <a:pt x="0" y="0"/>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32" name="Freeform 142">
                    <a:extLst>
                      <a:ext uri="{FF2B5EF4-FFF2-40B4-BE49-F238E27FC236}">
                        <a16:creationId xmlns:a16="http://schemas.microsoft.com/office/drawing/2014/main" id="{29A1C06F-D092-D4A8-FD83-A84D0EA04FCC}"/>
                      </a:ext>
                    </a:extLst>
                  </p:cNvPr>
                  <p:cNvSpPr>
                    <a:spLocks/>
                  </p:cNvSpPr>
                  <p:nvPr/>
                </p:nvSpPr>
                <p:spPr bwMode="gray">
                  <a:xfrm>
                    <a:off x="5169" y="3117"/>
                    <a:ext cx="11" cy="6"/>
                  </a:xfrm>
                  <a:custGeom>
                    <a:avLst/>
                    <a:gdLst>
                      <a:gd name="T0" fmla="*/ 6 w 16"/>
                      <a:gd name="T1" fmla="*/ 4 h 8"/>
                      <a:gd name="T2" fmla="*/ 6 w 16"/>
                      <a:gd name="T3" fmla="*/ 0 h 8"/>
                      <a:gd name="T4" fmla="*/ 3 w 16"/>
                      <a:gd name="T5" fmla="*/ 0 h 8"/>
                      <a:gd name="T6" fmla="*/ 0 w 16"/>
                      <a:gd name="T7" fmla="*/ 0 h 8"/>
                      <a:gd name="T8" fmla="*/ 6 w 16"/>
                      <a:gd name="T9" fmla="*/ 4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16" y="8"/>
                        </a:moveTo>
                        <a:lnTo>
                          <a:pt x="16" y="0"/>
                        </a:lnTo>
                        <a:lnTo>
                          <a:pt x="8" y="0"/>
                        </a:lnTo>
                        <a:lnTo>
                          <a:pt x="0" y="0"/>
                        </a:lnTo>
                        <a:lnTo>
                          <a:pt x="1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33" name="Freeform 143">
                    <a:extLst>
                      <a:ext uri="{FF2B5EF4-FFF2-40B4-BE49-F238E27FC236}">
                        <a16:creationId xmlns:a16="http://schemas.microsoft.com/office/drawing/2014/main" id="{E6A8DC01-109E-174C-0CAB-E39B00DA2F54}"/>
                      </a:ext>
                    </a:extLst>
                  </p:cNvPr>
                  <p:cNvSpPr>
                    <a:spLocks/>
                  </p:cNvSpPr>
                  <p:nvPr/>
                </p:nvSpPr>
                <p:spPr bwMode="gray">
                  <a:xfrm>
                    <a:off x="5130" y="3179"/>
                    <a:ext cx="39" cy="28"/>
                  </a:xfrm>
                  <a:custGeom>
                    <a:avLst/>
                    <a:gdLst>
                      <a:gd name="T0" fmla="*/ 16 w 56"/>
                      <a:gd name="T1" fmla="*/ 10 h 40"/>
                      <a:gd name="T2" fmla="*/ 10 w 56"/>
                      <a:gd name="T3" fmla="*/ 8 h 40"/>
                      <a:gd name="T4" fmla="*/ 8 w 56"/>
                      <a:gd name="T5" fmla="*/ 6 h 40"/>
                      <a:gd name="T6" fmla="*/ 6 w 56"/>
                      <a:gd name="T7" fmla="*/ 3 h 40"/>
                      <a:gd name="T8" fmla="*/ 3 w 56"/>
                      <a:gd name="T9" fmla="*/ 3 h 40"/>
                      <a:gd name="T10" fmla="*/ 0 w 56"/>
                      <a:gd name="T11" fmla="*/ 0 h 40"/>
                      <a:gd name="T12" fmla="*/ 0 w 56"/>
                      <a:gd name="T13" fmla="*/ 3 h 40"/>
                      <a:gd name="T14" fmla="*/ 0 w 56"/>
                      <a:gd name="T15" fmla="*/ 6 h 40"/>
                      <a:gd name="T16" fmla="*/ 3 w 56"/>
                      <a:gd name="T17" fmla="*/ 8 h 40"/>
                      <a:gd name="T18" fmla="*/ 6 w 56"/>
                      <a:gd name="T19" fmla="*/ 8 h 40"/>
                      <a:gd name="T20" fmla="*/ 14 w 56"/>
                      <a:gd name="T21" fmla="*/ 14 h 40"/>
                      <a:gd name="T22" fmla="*/ 16 w 56"/>
                      <a:gd name="T23" fmla="*/ 14 h 40"/>
                      <a:gd name="T24" fmla="*/ 19 w 56"/>
                      <a:gd name="T25" fmla="*/ 14 h 40"/>
                      <a:gd name="T26" fmla="*/ 16 w 56"/>
                      <a:gd name="T27" fmla="*/ 10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
                      <a:gd name="T43" fmla="*/ 0 h 40"/>
                      <a:gd name="T44" fmla="*/ 56 w 56"/>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 h="40">
                        <a:moveTo>
                          <a:pt x="48" y="32"/>
                        </a:moveTo>
                        <a:lnTo>
                          <a:pt x="32" y="24"/>
                        </a:lnTo>
                        <a:lnTo>
                          <a:pt x="24" y="16"/>
                        </a:lnTo>
                        <a:lnTo>
                          <a:pt x="16" y="8"/>
                        </a:lnTo>
                        <a:lnTo>
                          <a:pt x="8" y="8"/>
                        </a:lnTo>
                        <a:lnTo>
                          <a:pt x="0" y="0"/>
                        </a:lnTo>
                        <a:lnTo>
                          <a:pt x="0" y="8"/>
                        </a:lnTo>
                        <a:lnTo>
                          <a:pt x="0" y="16"/>
                        </a:lnTo>
                        <a:lnTo>
                          <a:pt x="8" y="24"/>
                        </a:lnTo>
                        <a:lnTo>
                          <a:pt x="16" y="24"/>
                        </a:lnTo>
                        <a:lnTo>
                          <a:pt x="40" y="40"/>
                        </a:lnTo>
                        <a:lnTo>
                          <a:pt x="48" y="40"/>
                        </a:lnTo>
                        <a:lnTo>
                          <a:pt x="56" y="40"/>
                        </a:lnTo>
                        <a:lnTo>
                          <a:pt x="48" y="3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34" name="Freeform 144">
                    <a:extLst>
                      <a:ext uri="{FF2B5EF4-FFF2-40B4-BE49-F238E27FC236}">
                        <a16:creationId xmlns:a16="http://schemas.microsoft.com/office/drawing/2014/main" id="{006C8EAC-9CF9-FDE0-26D0-674D195403FF}"/>
                      </a:ext>
                    </a:extLst>
                  </p:cNvPr>
                  <p:cNvSpPr>
                    <a:spLocks/>
                  </p:cNvSpPr>
                  <p:nvPr/>
                </p:nvSpPr>
                <p:spPr bwMode="gray">
                  <a:xfrm>
                    <a:off x="5316" y="3134"/>
                    <a:ext cx="16" cy="17"/>
                  </a:xfrm>
                  <a:custGeom>
                    <a:avLst/>
                    <a:gdLst>
                      <a:gd name="T0" fmla="*/ 0 w 24"/>
                      <a:gd name="T1" fmla="*/ 6 h 24"/>
                      <a:gd name="T2" fmla="*/ 2 w 24"/>
                      <a:gd name="T3" fmla="*/ 9 h 24"/>
                      <a:gd name="T4" fmla="*/ 7 w 24"/>
                      <a:gd name="T5" fmla="*/ 6 h 24"/>
                      <a:gd name="T6" fmla="*/ 7 w 24"/>
                      <a:gd name="T7" fmla="*/ 3 h 24"/>
                      <a:gd name="T8" fmla="*/ 7 w 24"/>
                      <a:gd name="T9" fmla="*/ 0 h 24"/>
                      <a:gd name="T10" fmla="*/ 0 w 24"/>
                      <a:gd name="T11" fmla="*/ 3 h 24"/>
                      <a:gd name="T12" fmla="*/ 0 w 24"/>
                      <a:gd name="T13" fmla="*/ 6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0" y="16"/>
                        </a:moveTo>
                        <a:lnTo>
                          <a:pt x="8" y="24"/>
                        </a:lnTo>
                        <a:lnTo>
                          <a:pt x="24" y="16"/>
                        </a:lnTo>
                        <a:lnTo>
                          <a:pt x="24" y="8"/>
                        </a:lnTo>
                        <a:lnTo>
                          <a:pt x="24" y="0"/>
                        </a:lnTo>
                        <a:lnTo>
                          <a:pt x="0" y="8"/>
                        </a:lnTo>
                        <a:lnTo>
                          <a:pt x="0"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35" name="Freeform 145">
                    <a:extLst>
                      <a:ext uri="{FF2B5EF4-FFF2-40B4-BE49-F238E27FC236}">
                        <a16:creationId xmlns:a16="http://schemas.microsoft.com/office/drawing/2014/main" id="{A392CF06-62B1-283F-3C49-5E25741C86E9}"/>
                      </a:ext>
                    </a:extLst>
                  </p:cNvPr>
                  <p:cNvSpPr>
                    <a:spLocks/>
                  </p:cNvSpPr>
                  <p:nvPr/>
                </p:nvSpPr>
                <p:spPr bwMode="gray">
                  <a:xfrm>
                    <a:off x="5332" y="3117"/>
                    <a:ext cx="23" cy="11"/>
                  </a:xfrm>
                  <a:custGeom>
                    <a:avLst/>
                    <a:gdLst>
                      <a:gd name="T0" fmla="*/ 6 w 32"/>
                      <a:gd name="T1" fmla="*/ 0 h 16"/>
                      <a:gd name="T2" fmla="*/ 0 w 32"/>
                      <a:gd name="T3" fmla="*/ 3 h 16"/>
                      <a:gd name="T4" fmla="*/ 3 w 32"/>
                      <a:gd name="T5" fmla="*/ 6 h 16"/>
                      <a:gd name="T6" fmla="*/ 12 w 32"/>
                      <a:gd name="T7" fmla="*/ 0 h 16"/>
                      <a:gd name="T8" fmla="*/ 9 w 32"/>
                      <a:gd name="T9" fmla="*/ 0 h 16"/>
                      <a:gd name="T10" fmla="*/ 6 w 32"/>
                      <a:gd name="T11" fmla="*/ 0 h 16"/>
                      <a:gd name="T12" fmla="*/ 0 60000 65536"/>
                      <a:gd name="T13" fmla="*/ 0 60000 65536"/>
                      <a:gd name="T14" fmla="*/ 0 60000 65536"/>
                      <a:gd name="T15" fmla="*/ 0 60000 65536"/>
                      <a:gd name="T16" fmla="*/ 0 60000 65536"/>
                      <a:gd name="T17" fmla="*/ 0 60000 65536"/>
                      <a:gd name="T18" fmla="*/ 0 w 32"/>
                      <a:gd name="T19" fmla="*/ 0 h 16"/>
                      <a:gd name="T20" fmla="*/ 32 w 32"/>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32" h="16">
                        <a:moveTo>
                          <a:pt x="16" y="0"/>
                        </a:moveTo>
                        <a:lnTo>
                          <a:pt x="0" y="8"/>
                        </a:lnTo>
                        <a:lnTo>
                          <a:pt x="8" y="16"/>
                        </a:lnTo>
                        <a:lnTo>
                          <a:pt x="32" y="0"/>
                        </a:lnTo>
                        <a:lnTo>
                          <a:pt x="24" y="0"/>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36" name="Freeform 146">
                    <a:extLst>
                      <a:ext uri="{FF2B5EF4-FFF2-40B4-BE49-F238E27FC236}">
                        <a16:creationId xmlns:a16="http://schemas.microsoft.com/office/drawing/2014/main" id="{D1A510CA-D5F1-7A7B-E6C3-18A95B144E32}"/>
                      </a:ext>
                    </a:extLst>
                  </p:cNvPr>
                  <p:cNvSpPr>
                    <a:spLocks/>
                  </p:cNvSpPr>
                  <p:nvPr/>
                </p:nvSpPr>
                <p:spPr bwMode="gray">
                  <a:xfrm>
                    <a:off x="3627" y="2290"/>
                    <a:ext cx="209" cy="157"/>
                  </a:xfrm>
                  <a:custGeom>
                    <a:avLst/>
                    <a:gdLst>
                      <a:gd name="T0" fmla="*/ 3 w 296"/>
                      <a:gd name="T1" fmla="*/ 74 h 224"/>
                      <a:gd name="T2" fmla="*/ 11 w 296"/>
                      <a:gd name="T3" fmla="*/ 74 h 224"/>
                      <a:gd name="T4" fmla="*/ 17 w 296"/>
                      <a:gd name="T5" fmla="*/ 74 h 224"/>
                      <a:gd name="T6" fmla="*/ 31 w 296"/>
                      <a:gd name="T7" fmla="*/ 77 h 224"/>
                      <a:gd name="T8" fmla="*/ 42 w 296"/>
                      <a:gd name="T9" fmla="*/ 74 h 224"/>
                      <a:gd name="T10" fmla="*/ 42 w 296"/>
                      <a:gd name="T11" fmla="*/ 69 h 224"/>
                      <a:gd name="T12" fmla="*/ 42 w 296"/>
                      <a:gd name="T13" fmla="*/ 63 h 224"/>
                      <a:gd name="T14" fmla="*/ 48 w 296"/>
                      <a:gd name="T15" fmla="*/ 60 h 224"/>
                      <a:gd name="T16" fmla="*/ 54 w 296"/>
                      <a:gd name="T17" fmla="*/ 58 h 224"/>
                      <a:gd name="T18" fmla="*/ 62 w 296"/>
                      <a:gd name="T19" fmla="*/ 58 h 224"/>
                      <a:gd name="T20" fmla="*/ 62 w 296"/>
                      <a:gd name="T21" fmla="*/ 53 h 224"/>
                      <a:gd name="T22" fmla="*/ 71 w 296"/>
                      <a:gd name="T23" fmla="*/ 41 h 224"/>
                      <a:gd name="T24" fmla="*/ 76 w 296"/>
                      <a:gd name="T25" fmla="*/ 41 h 224"/>
                      <a:gd name="T26" fmla="*/ 82 w 296"/>
                      <a:gd name="T27" fmla="*/ 30 h 224"/>
                      <a:gd name="T28" fmla="*/ 79 w 296"/>
                      <a:gd name="T29" fmla="*/ 22 h 224"/>
                      <a:gd name="T30" fmla="*/ 96 w 296"/>
                      <a:gd name="T31" fmla="*/ 14 h 224"/>
                      <a:gd name="T32" fmla="*/ 101 w 296"/>
                      <a:gd name="T33" fmla="*/ 14 h 224"/>
                      <a:gd name="T34" fmla="*/ 105 w 296"/>
                      <a:gd name="T35" fmla="*/ 14 h 224"/>
                      <a:gd name="T36" fmla="*/ 101 w 296"/>
                      <a:gd name="T37" fmla="*/ 11 h 224"/>
                      <a:gd name="T38" fmla="*/ 99 w 296"/>
                      <a:gd name="T39" fmla="*/ 8 h 224"/>
                      <a:gd name="T40" fmla="*/ 96 w 296"/>
                      <a:gd name="T41" fmla="*/ 8 h 224"/>
                      <a:gd name="T42" fmla="*/ 88 w 296"/>
                      <a:gd name="T43" fmla="*/ 14 h 224"/>
                      <a:gd name="T44" fmla="*/ 79 w 296"/>
                      <a:gd name="T45" fmla="*/ 17 h 224"/>
                      <a:gd name="T46" fmla="*/ 82 w 296"/>
                      <a:gd name="T47" fmla="*/ 8 h 224"/>
                      <a:gd name="T48" fmla="*/ 79 w 296"/>
                      <a:gd name="T49" fmla="*/ 3 h 224"/>
                      <a:gd name="T50" fmla="*/ 76 w 296"/>
                      <a:gd name="T51" fmla="*/ 0 h 224"/>
                      <a:gd name="T52" fmla="*/ 73 w 296"/>
                      <a:gd name="T53" fmla="*/ 3 h 224"/>
                      <a:gd name="T54" fmla="*/ 71 w 296"/>
                      <a:gd name="T55" fmla="*/ 8 h 224"/>
                      <a:gd name="T56" fmla="*/ 59 w 296"/>
                      <a:gd name="T57" fmla="*/ 14 h 224"/>
                      <a:gd name="T58" fmla="*/ 54 w 296"/>
                      <a:gd name="T59" fmla="*/ 11 h 224"/>
                      <a:gd name="T60" fmla="*/ 42 w 296"/>
                      <a:gd name="T61" fmla="*/ 11 h 224"/>
                      <a:gd name="T62" fmla="*/ 34 w 296"/>
                      <a:gd name="T63" fmla="*/ 11 h 224"/>
                      <a:gd name="T64" fmla="*/ 31 w 296"/>
                      <a:gd name="T65" fmla="*/ 17 h 224"/>
                      <a:gd name="T66" fmla="*/ 17 w 296"/>
                      <a:gd name="T67" fmla="*/ 25 h 224"/>
                      <a:gd name="T68" fmla="*/ 17 w 296"/>
                      <a:gd name="T69" fmla="*/ 30 h 224"/>
                      <a:gd name="T70" fmla="*/ 11 w 296"/>
                      <a:gd name="T71" fmla="*/ 27 h 224"/>
                      <a:gd name="T72" fmla="*/ 6 w 296"/>
                      <a:gd name="T73" fmla="*/ 25 h 224"/>
                      <a:gd name="T74" fmla="*/ 6 w 296"/>
                      <a:gd name="T75" fmla="*/ 33 h 224"/>
                      <a:gd name="T76" fmla="*/ 0 w 296"/>
                      <a:gd name="T77" fmla="*/ 39 h 224"/>
                      <a:gd name="T78" fmla="*/ 3 w 296"/>
                      <a:gd name="T79" fmla="*/ 53 h 224"/>
                      <a:gd name="T80" fmla="*/ 0 w 296"/>
                      <a:gd name="T81" fmla="*/ 58 h 224"/>
                      <a:gd name="T82" fmla="*/ 3 w 296"/>
                      <a:gd name="T83" fmla="*/ 60 h 224"/>
                      <a:gd name="T84" fmla="*/ 6 w 296"/>
                      <a:gd name="T85" fmla="*/ 58 h 224"/>
                      <a:gd name="T86" fmla="*/ 8 w 296"/>
                      <a:gd name="T87" fmla="*/ 63 h 224"/>
                      <a:gd name="T88" fmla="*/ 6 w 296"/>
                      <a:gd name="T89" fmla="*/ 69 h 224"/>
                      <a:gd name="T90" fmla="*/ 6 w 296"/>
                      <a:gd name="T91" fmla="*/ 74 h 224"/>
                      <a:gd name="T92" fmla="*/ 3 w 296"/>
                      <a:gd name="T93" fmla="*/ 74 h 22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96"/>
                      <a:gd name="T142" fmla="*/ 0 h 224"/>
                      <a:gd name="T143" fmla="*/ 296 w 296"/>
                      <a:gd name="T144" fmla="*/ 224 h 22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96" h="224">
                        <a:moveTo>
                          <a:pt x="8" y="216"/>
                        </a:moveTo>
                        <a:lnTo>
                          <a:pt x="32" y="216"/>
                        </a:lnTo>
                        <a:lnTo>
                          <a:pt x="48" y="216"/>
                        </a:lnTo>
                        <a:lnTo>
                          <a:pt x="88" y="224"/>
                        </a:lnTo>
                        <a:lnTo>
                          <a:pt x="120" y="216"/>
                        </a:lnTo>
                        <a:lnTo>
                          <a:pt x="120" y="200"/>
                        </a:lnTo>
                        <a:lnTo>
                          <a:pt x="120" y="184"/>
                        </a:lnTo>
                        <a:lnTo>
                          <a:pt x="136" y="176"/>
                        </a:lnTo>
                        <a:lnTo>
                          <a:pt x="152" y="168"/>
                        </a:lnTo>
                        <a:lnTo>
                          <a:pt x="176" y="168"/>
                        </a:lnTo>
                        <a:lnTo>
                          <a:pt x="176" y="152"/>
                        </a:lnTo>
                        <a:lnTo>
                          <a:pt x="200" y="120"/>
                        </a:lnTo>
                        <a:lnTo>
                          <a:pt x="216" y="120"/>
                        </a:lnTo>
                        <a:lnTo>
                          <a:pt x="232" y="88"/>
                        </a:lnTo>
                        <a:lnTo>
                          <a:pt x="224" y="64"/>
                        </a:lnTo>
                        <a:lnTo>
                          <a:pt x="272" y="40"/>
                        </a:lnTo>
                        <a:lnTo>
                          <a:pt x="288" y="40"/>
                        </a:lnTo>
                        <a:lnTo>
                          <a:pt x="296" y="40"/>
                        </a:lnTo>
                        <a:lnTo>
                          <a:pt x="288" y="32"/>
                        </a:lnTo>
                        <a:lnTo>
                          <a:pt x="280" y="24"/>
                        </a:lnTo>
                        <a:lnTo>
                          <a:pt x="272" y="24"/>
                        </a:lnTo>
                        <a:lnTo>
                          <a:pt x="248" y="40"/>
                        </a:lnTo>
                        <a:lnTo>
                          <a:pt x="224" y="48"/>
                        </a:lnTo>
                        <a:lnTo>
                          <a:pt x="232" y="24"/>
                        </a:lnTo>
                        <a:lnTo>
                          <a:pt x="224" y="8"/>
                        </a:lnTo>
                        <a:lnTo>
                          <a:pt x="216" y="0"/>
                        </a:lnTo>
                        <a:lnTo>
                          <a:pt x="208" y="8"/>
                        </a:lnTo>
                        <a:lnTo>
                          <a:pt x="200" y="24"/>
                        </a:lnTo>
                        <a:lnTo>
                          <a:pt x="168" y="40"/>
                        </a:lnTo>
                        <a:lnTo>
                          <a:pt x="152" y="32"/>
                        </a:lnTo>
                        <a:lnTo>
                          <a:pt x="120" y="32"/>
                        </a:lnTo>
                        <a:lnTo>
                          <a:pt x="96" y="32"/>
                        </a:lnTo>
                        <a:lnTo>
                          <a:pt x="88" y="48"/>
                        </a:lnTo>
                        <a:lnTo>
                          <a:pt x="48" y="72"/>
                        </a:lnTo>
                        <a:lnTo>
                          <a:pt x="48" y="88"/>
                        </a:lnTo>
                        <a:lnTo>
                          <a:pt x="32" y="80"/>
                        </a:lnTo>
                        <a:lnTo>
                          <a:pt x="16" y="72"/>
                        </a:lnTo>
                        <a:lnTo>
                          <a:pt x="16" y="96"/>
                        </a:lnTo>
                        <a:lnTo>
                          <a:pt x="0" y="112"/>
                        </a:lnTo>
                        <a:lnTo>
                          <a:pt x="8" y="152"/>
                        </a:lnTo>
                        <a:lnTo>
                          <a:pt x="0" y="168"/>
                        </a:lnTo>
                        <a:lnTo>
                          <a:pt x="8" y="176"/>
                        </a:lnTo>
                        <a:lnTo>
                          <a:pt x="16" y="168"/>
                        </a:lnTo>
                        <a:lnTo>
                          <a:pt x="24" y="184"/>
                        </a:lnTo>
                        <a:lnTo>
                          <a:pt x="16" y="200"/>
                        </a:lnTo>
                        <a:lnTo>
                          <a:pt x="16" y="216"/>
                        </a:lnTo>
                        <a:lnTo>
                          <a:pt x="8" y="2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37" name="Freeform 147">
                    <a:extLst>
                      <a:ext uri="{FF2B5EF4-FFF2-40B4-BE49-F238E27FC236}">
                        <a16:creationId xmlns:a16="http://schemas.microsoft.com/office/drawing/2014/main" id="{8DE07A31-74D4-9882-8251-ED741C581B3A}"/>
                      </a:ext>
                    </a:extLst>
                  </p:cNvPr>
                  <p:cNvSpPr>
                    <a:spLocks/>
                  </p:cNvSpPr>
                  <p:nvPr/>
                </p:nvSpPr>
                <p:spPr bwMode="gray">
                  <a:xfrm>
                    <a:off x="3633" y="2318"/>
                    <a:ext cx="236" cy="225"/>
                  </a:xfrm>
                  <a:custGeom>
                    <a:avLst/>
                    <a:gdLst>
                      <a:gd name="T0" fmla="*/ 117 w 336"/>
                      <a:gd name="T1" fmla="*/ 19 h 320"/>
                      <a:gd name="T2" fmla="*/ 108 w 336"/>
                      <a:gd name="T3" fmla="*/ 19 h 320"/>
                      <a:gd name="T4" fmla="*/ 100 w 336"/>
                      <a:gd name="T5" fmla="*/ 19 h 320"/>
                      <a:gd name="T6" fmla="*/ 94 w 336"/>
                      <a:gd name="T7" fmla="*/ 19 h 320"/>
                      <a:gd name="T8" fmla="*/ 94 w 336"/>
                      <a:gd name="T9" fmla="*/ 34 h 320"/>
                      <a:gd name="T10" fmla="*/ 100 w 336"/>
                      <a:gd name="T11" fmla="*/ 36 h 320"/>
                      <a:gd name="T12" fmla="*/ 103 w 336"/>
                      <a:gd name="T13" fmla="*/ 39 h 320"/>
                      <a:gd name="T14" fmla="*/ 103 w 336"/>
                      <a:gd name="T15" fmla="*/ 44 h 320"/>
                      <a:gd name="T16" fmla="*/ 97 w 336"/>
                      <a:gd name="T17" fmla="*/ 48 h 320"/>
                      <a:gd name="T18" fmla="*/ 97 w 336"/>
                      <a:gd name="T19" fmla="*/ 56 h 320"/>
                      <a:gd name="T20" fmla="*/ 91 w 336"/>
                      <a:gd name="T21" fmla="*/ 58 h 320"/>
                      <a:gd name="T22" fmla="*/ 88 w 336"/>
                      <a:gd name="T23" fmla="*/ 64 h 320"/>
                      <a:gd name="T24" fmla="*/ 75 w 336"/>
                      <a:gd name="T25" fmla="*/ 78 h 320"/>
                      <a:gd name="T26" fmla="*/ 69 w 336"/>
                      <a:gd name="T27" fmla="*/ 78 h 320"/>
                      <a:gd name="T28" fmla="*/ 67 w 336"/>
                      <a:gd name="T29" fmla="*/ 75 h 320"/>
                      <a:gd name="T30" fmla="*/ 64 w 336"/>
                      <a:gd name="T31" fmla="*/ 86 h 320"/>
                      <a:gd name="T32" fmla="*/ 72 w 336"/>
                      <a:gd name="T33" fmla="*/ 98 h 320"/>
                      <a:gd name="T34" fmla="*/ 72 w 336"/>
                      <a:gd name="T35" fmla="*/ 105 h 320"/>
                      <a:gd name="T36" fmla="*/ 61 w 336"/>
                      <a:gd name="T37" fmla="*/ 103 h 320"/>
                      <a:gd name="T38" fmla="*/ 55 w 336"/>
                      <a:gd name="T39" fmla="*/ 105 h 320"/>
                      <a:gd name="T40" fmla="*/ 53 w 336"/>
                      <a:gd name="T41" fmla="*/ 111 h 320"/>
                      <a:gd name="T42" fmla="*/ 47 w 336"/>
                      <a:gd name="T43" fmla="*/ 108 h 320"/>
                      <a:gd name="T44" fmla="*/ 47 w 336"/>
                      <a:gd name="T45" fmla="*/ 105 h 320"/>
                      <a:gd name="T46" fmla="*/ 44 w 336"/>
                      <a:gd name="T47" fmla="*/ 105 h 320"/>
                      <a:gd name="T48" fmla="*/ 44 w 336"/>
                      <a:gd name="T49" fmla="*/ 101 h 320"/>
                      <a:gd name="T50" fmla="*/ 41 w 336"/>
                      <a:gd name="T51" fmla="*/ 98 h 320"/>
                      <a:gd name="T52" fmla="*/ 36 w 336"/>
                      <a:gd name="T53" fmla="*/ 98 h 320"/>
                      <a:gd name="T54" fmla="*/ 33 w 336"/>
                      <a:gd name="T55" fmla="*/ 101 h 320"/>
                      <a:gd name="T56" fmla="*/ 25 w 336"/>
                      <a:gd name="T57" fmla="*/ 98 h 320"/>
                      <a:gd name="T58" fmla="*/ 22 w 336"/>
                      <a:gd name="T59" fmla="*/ 101 h 320"/>
                      <a:gd name="T60" fmla="*/ 11 w 336"/>
                      <a:gd name="T61" fmla="*/ 101 h 320"/>
                      <a:gd name="T62" fmla="*/ 8 w 336"/>
                      <a:gd name="T63" fmla="*/ 98 h 320"/>
                      <a:gd name="T64" fmla="*/ 6 w 336"/>
                      <a:gd name="T65" fmla="*/ 98 h 320"/>
                      <a:gd name="T66" fmla="*/ 8 w 336"/>
                      <a:gd name="T67" fmla="*/ 92 h 320"/>
                      <a:gd name="T68" fmla="*/ 17 w 336"/>
                      <a:gd name="T69" fmla="*/ 86 h 320"/>
                      <a:gd name="T70" fmla="*/ 17 w 336"/>
                      <a:gd name="T71" fmla="*/ 84 h 320"/>
                      <a:gd name="T72" fmla="*/ 11 w 336"/>
                      <a:gd name="T73" fmla="*/ 81 h 320"/>
                      <a:gd name="T74" fmla="*/ 14 w 336"/>
                      <a:gd name="T75" fmla="*/ 78 h 320"/>
                      <a:gd name="T76" fmla="*/ 0 w 336"/>
                      <a:gd name="T77" fmla="*/ 67 h 320"/>
                      <a:gd name="T78" fmla="*/ 0 w 336"/>
                      <a:gd name="T79" fmla="*/ 61 h 320"/>
                      <a:gd name="T80" fmla="*/ 8 w 336"/>
                      <a:gd name="T81" fmla="*/ 61 h 320"/>
                      <a:gd name="T82" fmla="*/ 14 w 336"/>
                      <a:gd name="T83" fmla="*/ 61 h 320"/>
                      <a:gd name="T84" fmla="*/ 27 w 336"/>
                      <a:gd name="T85" fmla="*/ 64 h 320"/>
                      <a:gd name="T86" fmla="*/ 39 w 336"/>
                      <a:gd name="T87" fmla="*/ 61 h 320"/>
                      <a:gd name="T88" fmla="*/ 39 w 336"/>
                      <a:gd name="T89" fmla="*/ 56 h 320"/>
                      <a:gd name="T90" fmla="*/ 39 w 336"/>
                      <a:gd name="T91" fmla="*/ 50 h 320"/>
                      <a:gd name="T92" fmla="*/ 44 w 336"/>
                      <a:gd name="T93" fmla="*/ 48 h 320"/>
                      <a:gd name="T94" fmla="*/ 50 w 336"/>
                      <a:gd name="T95" fmla="*/ 44 h 320"/>
                      <a:gd name="T96" fmla="*/ 58 w 336"/>
                      <a:gd name="T97" fmla="*/ 44 h 320"/>
                      <a:gd name="T98" fmla="*/ 58 w 336"/>
                      <a:gd name="T99" fmla="*/ 39 h 320"/>
                      <a:gd name="T100" fmla="*/ 67 w 336"/>
                      <a:gd name="T101" fmla="*/ 27 h 320"/>
                      <a:gd name="T102" fmla="*/ 72 w 336"/>
                      <a:gd name="T103" fmla="*/ 27 h 320"/>
                      <a:gd name="T104" fmla="*/ 77 w 336"/>
                      <a:gd name="T105" fmla="*/ 17 h 320"/>
                      <a:gd name="T106" fmla="*/ 75 w 336"/>
                      <a:gd name="T107" fmla="*/ 8 h 320"/>
                      <a:gd name="T108" fmla="*/ 91 w 336"/>
                      <a:gd name="T109" fmla="*/ 0 h 320"/>
                      <a:gd name="T110" fmla="*/ 97 w 336"/>
                      <a:gd name="T111" fmla="*/ 0 h 320"/>
                      <a:gd name="T112" fmla="*/ 100 w 336"/>
                      <a:gd name="T113" fmla="*/ 0 h 320"/>
                      <a:gd name="T114" fmla="*/ 103 w 336"/>
                      <a:gd name="T115" fmla="*/ 0 h 320"/>
                      <a:gd name="T116" fmla="*/ 105 w 336"/>
                      <a:gd name="T117" fmla="*/ 6 h 320"/>
                      <a:gd name="T118" fmla="*/ 108 w 336"/>
                      <a:gd name="T119" fmla="*/ 11 h 320"/>
                      <a:gd name="T120" fmla="*/ 114 w 336"/>
                      <a:gd name="T121" fmla="*/ 14 h 320"/>
                      <a:gd name="T122" fmla="*/ 117 w 336"/>
                      <a:gd name="T123" fmla="*/ 19 h 32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36"/>
                      <a:gd name="T187" fmla="*/ 0 h 320"/>
                      <a:gd name="T188" fmla="*/ 336 w 336"/>
                      <a:gd name="T189" fmla="*/ 320 h 32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36" h="320">
                        <a:moveTo>
                          <a:pt x="336" y="56"/>
                        </a:moveTo>
                        <a:lnTo>
                          <a:pt x="312" y="56"/>
                        </a:lnTo>
                        <a:lnTo>
                          <a:pt x="288" y="56"/>
                        </a:lnTo>
                        <a:lnTo>
                          <a:pt x="272" y="56"/>
                        </a:lnTo>
                        <a:lnTo>
                          <a:pt x="272" y="96"/>
                        </a:lnTo>
                        <a:lnTo>
                          <a:pt x="288" y="104"/>
                        </a:lnTo>
                        <a:lnTo>
                          <a:pt x="296" y="112"/>
                        </a:lnTo>
                        <a:lnTo>
                          <a:pt x="296" y="128"/>
                        </a:lnTo>
                        <a:lnTo>
                          <a:pt x="280" y="136"/>
                        </a:lnTo>
                        <a:lnTo>
                          <a:pt x="280" y="160"/>
                        </a:lnTo>
                        <a:lnTo>
                          <a:pt x="264" y="168"/>
                        </a:lnTo>
                        <a:lnTo>
                          <a:pt x="256" y="184"/>
                        </a:lnTo>
                        <a:lnTo>
                          <a:pt x="216" y="224"/>
                        </a:lnTo>
                        <a:lnTo>
                          <a:pt x="200" y="224"/>
                        </a:lnTo>
                        <a:lnTo>
                          <a:pt x="192" y="216"/>
                        </a:lnTo>
                        <a:lnTo>
                          <a:pt x="184" y="248"/>
                        </a:lnTo>
                        <a:lnTo>
                          <a:pt x="208" y="280"/>
                        </a:lnTo>
                        <a:lnTo>
                          <a:pt x="208" y="304"/>
                        </a:lnTo>
                        <a:lnTo>
                          <a:pt x="176" y="296"/>
                        </a:lnTo>
                        <a:lnTo>
                          <a:pt x="160" y="304"/>
                        </a:lnTo>
                        <a:lnTo>
                          <a:pt x="152" y="320"/>
                        </a:lnTo>
                        <a:lnTo>
                          <a:pt x="136" y="312"/>
                        </a:lnTo>
                        <a:lnTo>
                          <a:pt x="136" y="304"/>
                        </a:lnTo>
                        <a:lnTo>
                          <a:pt x="128" y="304"/>
                        </a:lnTo>
                        <a:lnTo>
                          <a:pt x="128" y="288"/>
                        </a:lnTo>
                        <a:lnTo>
                          <a:pt x="120" y="280"/>
                        </a:lnTo>
                        <a:lnTo>
                          <a:pt x="104" y="280"/>
                        </a:lnTo>
                        <a:lnTo>
                          <a:pt x="96" y="288"/>
                        </a:lnTo>
                        <a:lnTo>
                          <a:pt x="72" y="280"/>
                        </a:lnTo>
                        <a:lnTo>
                          <a:pt x="64" y="288"/>
                        </a:lnTo>
                        <a:lnTo>
                          <a:pt x="32" y="288"/>
                        </a:lnTo>
                        <a:lnTo>
                          <a:pt x="24" y="280"/>
                        </a:lnTo>
                        <a:lnTo>
                          <a:pt x="16" y="280"/>
                        </a:lnTo>
                        <a:lnTo>
                          <a:pt x="24" y="264"/>
                        </a:lnTo>
                        <a:lnTo>
                          <a:pt x="48" y="248"/>
                        </a:lnTo>
                        <a:lnTo>
                          <a:pt x="48" y="240"/>
                        </a:lnTo>
                        <a:lnTo>
                          <a:pt x="32" y="232"/>
                        </a:lnTo>
                        <a:lnTo>
                          <a:pt x="40" y="224"/>
                        </a:lnTo>
                        <a:lnTo>
                          <a:pt x="0" y="192"/>
                        </a:lnTo>
                        <a:lnTo>
                          <a:pt x="0" y="176"/>
                        </a:lnTo>
                        <a:lnTo>
                          <a:pt x="24" y="176"/>
                        </a:lnTo>
                        <a:lnTo>
                          <a:pt x="40" y="176"/>
                        </a:lnTo>
                        <a:lnTo>
                          <a:pt x="80" y="184"/>
                        </a:lnTo>
                        <a:lnTo>
                          <a:pt x="112" y="176"/>
                        </a:lnTo>
                        <a:lnTo>
                          <a:pt x="112" y="160"/>
                        </a:lnTo>
                        <a:lnTo>
                          <a:pt x="112" y="144"/>
                        </a:lnTo>
                        <a:lnTo>
                          <a:pt x="128" y="136"/>
                        </a:lnTo>
                        <a:lnTo>
                          <a:pt x="144" y="128"/>
                        </a:lnTo>
                        <a:lnTo>
                          <a:pt x="168" y="128"/>
                        </a:lnTo>
                        <a:lnTo>
                          <a:pt x="168" y="112"/>
                        </a:lnTo>
                        <a:lnTo>
                          <a:pt x="192" y="80"/>
                        </a:lnTo>
                        <a:lnTo>
                          <a:pt x="208" y="80"/>
                        </a:lnTo>
                        <a:lnTo>
                          <a:pt x="224" y="48"/>
                        </a:lnTo>
                        <a:lnTo>
                          <a:pt x="216" y="24"/>
                        </a:lnTo>
                        <a:lnTo>
                          <a:pt x="264" y="0"/>
                        </a:lnTo>
                        <a:lnTo>
                          <a:pt x="280" y="0"/>
                        </a:lnTo>
                        <a:lnTo>
                          <a:pt x="288" y="0"/>
                        </a:lnTo>
                        <a:lnTo>
                          <a:pt x="296" y="0"/>
                        </a:lnTo>
                        <a:lnTo>
                          <a:pt x="304" y="16"/>
                        </a:lnTo>
                        <a:lnTo>
                          <a:pt x="312" y="32"/>
                        </a:lnTo>
                        <a:lnTo>
                          <a:pt x="328" y="40"/>
                        </a:lnTo>
                        <a:lnTo>
                          <a:pt x="336" y="5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38" name="Freeform 148">
                    <a:extLst>
                      <a:ext uri="{FF2B5EF4-FFF2-40B4-BE49-F238E27FC236}">
                        <a16:creationId xmlns:a16="http://schemas.microsoft.com/office/drawing/2014/main" id="{ACBC0F74-E8DB-0F90-63C2-B867D958F3A3}"/>
                      </a:ext>
                    </a:extLst>
                  </p:cNvPr>
                  <p:cNvSpPr>
                    <a:spLocks/>
                  </p:cNvSpPr>
                  <p:nvPr/>
                </p:nvSpPr>
                <p:spPr bwMode="gray">
                  <a:xfrm>
                    <a:off x="3740" y="2357"/>
                    <a:ext cx="422" cy="417"/>
                  </a:xfrm>
                  <a:custGeom>
                    <a:avLst/>
                    <a:gdLst>
                      <a:gd name="T0" fmla="*/ 86 w 600"/>
                      <a:gd name="T1" fmla="*/ 48 h 592"/>
                      <a:gd name="T2" fmla="*/ 94 w 600"/>
                      <a:gd name="T3" fmla="*/ 56 h 592"/>
                      <a:gd name="T4" fmla="*/ 125 w 600"/>
                      <a:gd name="T5" fmla="*/ 67 h 592"/>
                      <a:gd name="T6" fmla="*/ 142 w 600"/>
                      <a:gd name="T7" fmla="*/ 61 h 592"/>
                      <a:gd name="T8" fmla="*/ 151 w 600"/>
                      <a:gd name="T9" fmla="*/ 58 h 592"/>
                      <a:gd name="T10" fmla="*/ 172 w 600"/>
                      <a:gd name="T11" fmla="*/ 65 h 592"/>
                      <a:gd name="T12" fmla="*/ 200 w 600"/>
                      <a:gd name="T13" fmla="*/ 42 h 592"/>
                      <a:gd name="T14" fmla="*/ 209 w 600"/>
                      <a:gd name="T15" fmla="*/ 53 h 592"/>
                      <a:gd name="T16" fmla="*/ 186 w 600"/>
                      <a:gd name="T17" fmla="*/ 84 h 592"/>
                      <a:gd name="T18" fmla="*/ 178 w 600"/>
                      <a:gd name="T19" fmla="*/ 89 h 592"/>
                      <a:gd name="T20" fmla="*/ 175 w 600"/>
                      <a:gd name="T21" fmla="*/ 98 h 592"/>
                      <a:gd name="T22" fmla="*/ 167 w 600"/>
                      <a:gd name="T23" fmla="*/ 84 h 592"/>
                      <a:gd name="T24" fmla="*/ 170 w 600"/>
                      <a:gd name="T25" fmla="*/ 73 h 592"/>
                      <a:gd name="T26" fmla="*/ 148 w 600"/>
                      <a:gd name="T27" fmla="*/ 67 h 592"/>
                      <a:gd name="T28" fmla="*/ 148 w 600"/>
                      <a:gd name="T29" fmla="*/ 75 h 592"/>
                      <a:gd name="T30" fmla="*/ 142 w 600"/>
                      <a:gd name="T31" fmla="*/ 81 h 592"/>
                      <a:gd name="T32" fmla="*/ 148 w 600"/>
                      <a:gd name="T33" fmla="*/ 95 h 592"/>
                      <a:gd name="T34" fmla="*/ 134 w 600"/>
                      <a:gd name="T35" fmla="*/ 111 h 592"/>
                      <a:gd name="T36" fmla="*/ 128 w 600"/>
                      <a:gd name="T37" fmla="*/ 120 h 592"/>
                      <a:gd name="T38" fmla="*/ 117 w 600"/>
                      <a:gd name="T39" fmla="*/ 128 h 592"/>
                      <a:gd name="T40" fmla="*/ 106 w 600"/>
                      <a:gd name="T41" fmla="*/ 137 h 592"/>
                      <a:gd name="T42" fmla="*/ 94 w 600"/>
                      <a:gd name="T43" fmla="*/ 149 h 592"/>
                      <a:gd name="T44" fmla="*/ 86 w 600"/>
                      <a:gd name="T45" fmla="*/ 154 h 592"/>
                      <a:gd name="T46" fmla="*/ 86 w 600"/>
                      <a:gd name="T47" fmla="*/ 176 h 592"/>
                      <a:gd name="T48" fmla="*/ 81 w 600"/>
                      <a:gd name="T49" fmla="*/ 190 h 592"/>
                      <a:gd name="T50" fmla="*/ 75 w 600"/>
                      <a:gd name="T51" fmla="*/ 199 h 592"/>
                      <a:gd name="T52" fmla="*/ 67 w 600"/>
                      <a:gd name="T53" fmla="*/ 207 h 592"/>
                      <a:gd name="T54" fmla="*/ 58 w 600"/>
                      <a:gd name="T55" fmla="*/ 193 h 592"/>
                      <a:gd name="T56" fmla="*/ 48 w 600"/>
                      <a:gd name="T57" fmla="*/ 176 h 592"/>
                      <a:gd name="T58" fmla="*/ 44 w 600"/>
                      <a:gd name="T59" fmla="*/ 162 h 592"/>
                      <a:gd name="T60" fmla="*/ 34 w 600"/>
                      <a:gd name="T61" fmla="*/ 134 h 592"/>
                      <a:gd name="T62" fmla="*/ 31 w 600"/>
                      <a:gd name="T63" fmla="*/ 111 h 592"/>
                      <a:gd name="T64" fmla="*/ 27 w 600"/>
                      <a:gd name="T65" fmla="*/ 109 h 592"/>
                      <a:gd name="T66" fmla="*/ 17 w 600"/>
                      <a:gd name="T67" fmla="*/ 115 h 592"/>
                      <a:gd name="T68" fmla="*/ 6 w 600"/>
                      <a:gd name="T69" fmla="*/ 101 h 592"/>
                      <a:gd name="T70" fmla="*/ 14 w 600"/>
                      <a:gd name="T71" fmla="*/ 98 h 592"/>
                      <a:gd name="T72" fmla="*/ 3 w 600"/>
                      <a:gd name="T73" fmla="*/ 98 h 592"/>
                      <a:gd name="T74" fmla="*/ 3 w 600"/>
                      <a:gd name="T75" fmla="*/ 87 h 592"/>
                      <a:gd name="T76" fmla="*/ 19 w 600"/>
                      <a:gd name="T77" fmla="*/ 78 h 592"/>
                      <a:gd name="T78" fmla="*/ 17 w 600"/>
                      <a:gd name="T79" fmla="*/ 58 h 592"/>
                      <a:gd name="T80" fmla="*/ 39 w 600"/>
                      <a:gd name="T81" fmla="*/ 39 h 592"/>
                      <a:gd name="T82" fmla="*/ 50 w 600"/>
                      <a:gd name="T83" fmla="*/ 25 h 592"/>
                      <a:gd name="T84" fmla="*/ 41 w 600"/>
                      <a:gd name="T85" fmla="*/ 14 h 592"/>
                      <a:gd name="T86" fmla="*/ 56 w 600"/>
                      <a:gd name="T87" fmla="*/ 0 h 592"/>
                      <a:gd name="T88" fmla="*/ 70 w 600"/>
                      <a:gd name="T89" fmla="*/ 3 h 592"/>
                      <a:gd name="T90" fmla="*/ 78 w 600"/>
                      <a:gd name="T91" fmla="*/ 14 h 592"/>
                      <a:gd name="T92" fmla="*/ 72 w 600"/>
                      <a:gd name="T93" fmla="*/ 17 h 592"/>
                      <a:gd name="T94" fmla="*/ 75 w 600"/>
                      <a:gd name="T95" fmla="*/ 31 h 592"/>
                      <a:gd name="T96" fmla="*/ 86 w 600"/>
                      <a:gd name="T97" fmla="*/ 36 h 59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600"/>
                      <a:gd name="T148" fmla="*/ 0 h 592"/>
                      <a:gd name="T149" fmla="*/ 600 w 600"/>
                      <a:gd name="T150" fmla="*/ 592 h 59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600" h="592">
                        <a:moveTo>
                          <a:pt x="256" y="104"/>
                        </a:moveTo>
                        <a:lnTo>
                          <a:pt x="256" y="120"/>
                        </a:lnTo>
                        <a:lnTo>
                          <a:pt x="248" y="136"/>
                        </a:lnTo>
                        <a:lnTo>
                          <a:pt x="248" y="152"/>
                        </a:lnTo>
                        <a:lnTo>
                          <a:pt x="264" y="160"/>
                        </a:lnTo>
                        <a:lnTo>
                          <a:pt x="272" y="160"/>
                        </a:lnTo>
                        <a:lnTo>
                          <a:pt x="312" y="168"/>
                        </a:lnTo>
                        <a:lnTo>
                          <a:pt x="336" y="168"/>
                        </a:lnTo>
                        <a:lnTo>
                          <a:pt x="360" y="192"/>
                        </a:lnTo>
                        <a:lnTo>
                          <a:pt x="384" y="200"/>
                        </a:lnTo>
                        <a:lnTo>
                          <a:pt x="408" y="192"/>
                        </a:lnTo>
                        <a:lnTo>
                          <a:pt x="408" y="176"/>
                        </a:lnTo>
                        <a:lnTo>
                          <a:pt x="408" y="160"/>
                        </a:lnTo>
                        <a:lnTo>
                          <a:pt x="416" y="160"/>
                        </a:lnTo>
                        <a:lnTo>
                          <a:pt x="432" y="168"/>
                        </a:lnTo>
                        <a:lnTo>
                          <a:pt x="432" y="176"/>
                        </a:lnTo>
                        <a:lnTo>
                          <a:pt x="440" y="192"/>
                        </a:lnTo>
                        <a:lnTo>
                          <a:pt x="496" y="184"/>
                        </a:lnTo>
                        <a:lnTo>
                          <a:pt x="496" y="160"/>
                        </a:lnTo>
                        <a:lnTo>
                          <a:pt x="528" y="136"/>
                        </a:lnTo>
                        <a:lnTo>
                          <a:pt x="576" y="120"/>
                        </a:lnTo>
                        <a:lnTo>
                          <a:pt x="584" y="128"/>
                        </a:lnTo>
                        <a:lnTo>
                          <a:pt x="584" y="136"/>
                        </a:lnTo>
                        <a:lnTo>
                          <a:pt x="600" y="152"/>
                        </a:lnTo>
                        <a:lnTo>
                          <a:pt x="584" y="168"/>
                        </a:lnTo>
                        <a:lnTo>
                          <a:pt x="560" y="176"/>
                        </a:lnTo>
                        <a:lnTo>
                          <a:pt x="536" y="240"/>
                        </a:lnTo>
                        <a:lnTo>
                          <a:pt x="528" y="248"/>
                        </a:lnTo>
                        <a:lnTo>
                          <a:pt x="528" y="256"/>
                        </a:lnTo>
                        <a:lnTo>
                          <a:pt x="512" y="256"/>
                        </a:lnTo>
                        <a:lnTo>
                          <a:pt x="520" y="288"/>
                        </a:lnTo>
                        <a:lnTo>
                          <a:pt x="504" y="296"/>
                        </a:lnTo>
                        <a:lnTo>
                          <a:pt x="504" y="280"/>
                        </a:lnTo>
                        <a:lnTo>
                          <a:pt x="496" y="256"/>
                        </a:lnTo>
                        <a:lnTo>
                          <a:pt x="480" y="256"/>
                        </a:lnTo>
                        <a:lnTo>
                          <a:pt x="480" y="240"/>
                        </a:lnTo>
                        <a:lnTo>
                          <a:pt x="488" y="224"/>
                        </a:lnTo>
                        <a:lnTo>
                          <a:pt x="496" y="216"/>
                        </a:lnTo>
                        <a:lnTo>
                          <a:pt x="488" y="208"/>
                        </a:lnTo>
                        <a:lnTo>
                          <a:pt x="448" y="208"/>
                        </a:lnTo>
                        <a:lnTo>
                          <a:pt x="440" y="200"/>
                        </a:lnTo>
                        <a:lnTo>
                          <a:pt x="424" y="192"/>
                        </a:lnTo>
                        <a:lnTo>
                          <a:pt x="408" y="200"/>
                        </a:lnTo>
                        <a:lnTo>
                          <a:pt x="416" y="208"/>
                        </a:lnTo>
                        <a:lnTo>
                          <a:pt x="424" y="216"/>
                        </a:lnTo>
                        <a:lnTo>
                          <a:pt x="424" y="224"/>
                        </a:lnTo>
                        <a:lnTo>
                          <a:pt x="408" y="224"/>
                        </a:lnTo>
                        <a:lnTo>
                          <a:pt x="408" y="232"/>
                        </a:lnTo>
                        <a:lnTo>
                          <a:pt x="424" y="240"/>
                        </a:lnTo>
                        <a:lnTo>
                          <a:pt x="424" y="256"/>
                        </a:lnTo>
                        <a:lnTo>
                          <a:pt x="424" y="272"/>
                        </a:lnTo>
                        <a:lnTo>
                          <a:pt x="424" y="296"/>
                        </a:lnTo>
                        <a:lnTo>
                          <a:pt x="392" y="312"/>
                        </a:lnTo>
                        <a:lnTo>
                          <a:pt x="384" y="320"/>
                        </a:lnTo>
                        <a:lnTo>
                          <a:pt x="392" y="328"/>
                        </a:lnTo>
                        <a:lnTo>
                          <a:pt x="384" y="336"/>
                        </a:lnTo>
                        <a:lnTo>
                          <a:pt x="368" y="344"/>
                        </a:lnTo>
                        <a:lnTo>
                          <a:pt x="352" y="352"/>
                        </a:lnTo>
                        <a:lnTo>
                          <a:pt x="344" y="360"/>
                        </a:lnTo>
                        <a:lnTo>
                          <a:pt x="336" y="368"/>
                        </a:lnTo>
                        <a:lnTo>
                          <a:pt x="328" y="376"/>
                        </a:lnTo>
                        <a:lnTo>
                          <a:pt x="320" y="384"/>
                        </a:lnTo>
                        <a:lnTo>
                          <a:pt x="304" y="392"/>
                        </a:lnTo>
                        <a:lnTo>
                          <a:pt x="296" y="408"/>
                        </a:lnTo>
                        <a:lnTo>
                          <a:pt x="288" y="424"/>
                        </a:lnTo>
                        <a:lnTo>
                          <a:pt x="272" y="424"/>
                        </a:lnTo>
                        <a:lnTo>
                          <a:pt x="264" y="432"/>
                        </a:lnTo>
                        <a:lnTo>
                          <a:pt x="256" y="432"/>
                        </a:lnTo>
                        <a:lnTo>
                          <a:pt x="248" y="440"/>
                        </a:lnTo>
                        <a:lnTo>
                          <a:pt x="248" y="464"/>
                        </a:lnTo>
                        <a:lnTo>
                          <a:pt x="248" y="472"/>
                        </a:lnTo>
                        <a:lnTo>
                          <a:pt x="248" y="504"/>
                        </a:lnTo>
                        <a:lnTo>
                          <a:pt x="240" y="520"/>
                        </a:lnTo>
                        <a:lnTo>
                          <a:pt x="240" y="544"/>
                        </a:lnTo>
                        <a:lnTo>
                          <a:pt x="232" y="544"/>
                        </a:lnTo>
                        <a:lnTo>
                          <a:pt x="232" y="552"/>
                        </a:lnTo>
                        <a:lnTo>
                          <a:pt x="224" y="560"/>
                        </a:lnTo>
                        <a:lnTo>
                          <a:pt x="216" y="568"/>
                        </a:lnTo>
                        <a:lnTo>
                          <a:pt x="208" y="576"/>
                        </a:lnTo>
                        <a:lnTo>
                          <a:pt x="208" y="584"/>
                        </a:lnTo>
                        <a:lnTo>
                          <a:pt x="192" y="592"/>
                        </a:lnTo>
                        <a:lnTo>
                          <a:pt x="184" y="592"/>
                        </a:lnTo>
                        <a:lnTo>
                          <a:pt x="176" y="576"/>
                        </a:lnTo>
                        <a:lnTo>
                          <a:pt x="168" y="552"/>
                        </a:lnTo>
                        <a:lnTo>
                          <a:pt x="160" y="536"/>
                        </a:lnTo>
                        <a:lnTo>
                          <a:pt x="152" y="520"/>
                        </a:lnTo>
                        <a:lnTo>
                          <a:pt x="136" y="504"/>
                        </a:lnTo>
                        <a:lnTo>
                          <a:pt x="136" y="488"/>
                        </a:lnTo>
                        <a:lnTo>
                          <a:pt x="136" y="480"/>
                        </a:lnTo>
                        <a:lnTo>
                          <a:pt x="128" y="464"/>
                        </a:lnTo>
                        <a:lnTo>
                          <a:pt x="120" y="432"/>
                        </a:lnTo>
                        <a:lnTo>
                          <a:pt x="112" y="424"/>
                        </a:lnTo>
                        <a:lnTo>
                          <a:pt x="96" y="384"/>
                        </a:lnTo>
                        <a:lnTo>
                          <a:pt x="96" y="360"/>
                        </a:lnTo>
                        <a:lnTo>
                          <a:pt x="96" y="320"/>
                        </a:lnTo>
                        <a:lnTo>
                          <a:pt x="88" y="320"/>
                        </a:lnTo>
                        <a:lnTo>
                          <a:pt x="88" y="296"/>
                        </a:lnTo>
                        <a:lnTo>
                          <a:pt x="80" y="296"/>
                        </a:lnTo>
                        <a:lnTo>
                          <a:pt x="80" y="312"/>
                        </a:lnTo>
                        <a:lnTo>
                          <a:pt x="80" y="320"/>
                        </a:lnTo>
                        <a:lnTo>
                          <a:pt x="72" y="328"/>
                        </a:lnTo>
                        <a:lnTo>
                          <a:pt x="48" y="328"/>
                        </a:lnTo>
                        <a:lnTo>
                          <a:pt x="40" y="320"/>
                        </a:lnTo>
                        <a:lnTo>
                          <a:pt x="16" y="296"/>
                        </a:lnTo>
                        <a:lnTo>
                          <a:pt x="16" y="288"/>
                        </a:lnTo>
                        <a:lnTo>
                          <a:pt x="24" y="288"/>
                        </a:lnTo>
                        <a:lnTo>
                          <a:pt x="32" y="288"/>
                        </a:lnTo>
                        <a:lnTo>
                          <a:pt x="40" y="280"/>
                        </a:lnTo>
                        <a:lnTo>
                          <a:pt x="24" y="280"/>
                        </a:lnTo>
                        <a:lnTo>
                          <a:pt x="16" y="280"/>
                        </a:lnTo>
                        <a:lnTo>
                          <a:pt x="8" y="280"/>
                        </a:lnTo>
                        <a:lnTo>
                          <a:pt x="8" y="272"/>
                        </a:lnTo>
                        <a:lnTo>
                          <a:pt x="0" y="264"/>
                        </a:lnTo>
                        <a:lnTo>
                          <a:pt x="8" y="248"/>
                        </a:lnTo>
                        <a:lnTo>
                          <a:pt x="24" y="240"/>
                        </a:lnTo>
                        <a:lnTo>
                          <a:pt x="56" y="248"/>
                        </a:lnTo>
                        <a:lnTo>
                          <a:pt x="56" y="224"/>
                        </a:lnTo>
                        <a:lnTo>
                          <a:pt x="32" y="192"/>
                        </a:lnTo>
                        <a:lnTo>
                          <a:pt x="40" y="160"/>
                        </a:lnTo>
                        <a:lnTo>
                          <a:pt x="48" y="168"/>
                        </a:lnTo>
                        <a:lnTo>
                          <a:pt x="64" y="168"/>
                        </a:lnTo>
                        <a:lnTo>
                          <a:pt x="104" y="128"/>
                        </a:lnTo>
                        <a:lnTo>
                          <a:pt x="112" y="112"/>
                        </a:lnTo>
                        <a:lnTo>
                          <a:pt x="128" y="104"/>
                        </a:lnTo>
                        <a:lnTo>
                          <a:pt x="128" y="80"/>
                        </a:lnTo>
                        <a:lnTo>
                          <a:pt x="144" y="72"/>
                        </a:lnTo>
                        <a:lnTo>
                          <a:pt x="144" y="56"/>
                        </a:lnTo>
                        <a:lnTo>
                          <a:pt x="136" y="48"/>
                        </a:lnTo>
                        <a:lnTo>
                          <a:pt x="120" y="40"/>
                        </a:lnTo>
                        <a:lnTo>
                          <a:pt x="120" y="0"/>
                        </a:lnTo>
                        <a:lnTo>
                          <a:pt x="136" y="0"/>
                        </a:lnTo>
                        <a:lnTo>
                          <a:pt x="160" y="0"/>
                        </a:lnTo>
                        <a:lnTo>
                          <a:pt x="184" y="0"/>
                        </a:lnTo>
                        <a:lnTo>
                          <a:pt x="192" y="0"/>
                        </a:lnTo>
                        <a:lnTo>
                          <a:pt x="200" y="8"/>
                        </a:lnTo>
                        <a:lnTo>
                          <a:pt x="208" y="16"/>
                        </a:lnTo>
                        <a:lnTo>
                          <a:pt x="208" y="32"/>
                        </a:lnTo>
                        <a:lnTo>
                          <a:pt x="224" y="40"/>
                        </a:lnTo>
                        <a:lnTo>
                          <a:pt x="224" y="48"/>
                        </a:lnTo>
                        <a:lnTo>
                          <a:pt x="216" y="56"/>
                        </a:lnTo>
                        <a:lnTo>
                          <a:pt x="208" y="48"/>
                        </a:lnTo>
                        <a:lnTo>
                          <a:pt x="208" y="56"/>
                        </a:lnTo>
                        <a:lnTo>
                          <a:pt x="216" y="64"/>
                        </a:lnTo>
                        <a:lnTo>
                          <a:pt x="216" y="88"/>
                        </a:lnTo>
                        <a:lnTo>
                          <a:pt x="224" y="88"/>
                        </a:lnTo>
                        <a:lnTo>
                          <a:pt x="240" y="88"/>
                        </a:lnTo>
                        <a:lnTo>
                          <a:pt x="248" y="104"/>
                        </a:lnTo>
                        <a:lnTo>
                          <a:pt x="256" y="104"/>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239" name="Freeform 149">
                    <a:extLst>
                      <a:ext uri="{FF2B5EF4-FFF2-40B4-BE49-F238E27FC236}">
                        <a16:creationId xmlns:a16="http://schemas.microsoft.com/office/drawing/2014/main" id="{11291141-7523-3725-2CF7-8DC68216AA17}"/>
                      </a:ext>
                    </a:extLst>
                  </p:cNvPr>
                  <p:cNvSpPr>
                    <a:spLocks/>
                  </p:cNvSpPr>
                  <p:nvPr/>
                </p:nvSpPr>
                <p:spPr bwMode="gray">
                  <a:xfrm>
                    <a:off x="3909" y="2751"/>
                    <a:ext cx="34" cy="57"/>
                  </a:xfrm>
                  <a:custGeom>
                    <a:avLst/>
                    <a:gdLst>
                      <a:gd name="T0" fmla="*/ 9 w 48"/>
                      <a:gd name="T1" fmla="*/ 29 h 80"/>
                      <a:gd name="T2" fmla="*/ 17 w 48"/>
                      <a:gd name="T3" fmla="*/ 21 h 80"/>
                      <a:gd name="T4" fmla="*/ 14 w 48"/>
                      <a:gd name="T5" fmla="*/ 17 h 80"/>
                      <a:gd name="T6" fmla="*/ 14 w 48"/>
                      <a:gd name="T7" fmla="*/ 15 h 80"/>
                      <a:gd name="T8" fmla="*/ 14 w 48"/>
                      <a:gd name="T9" fmla="*/ 11 h 80"/>
                      <a:gd name="T10" fmla="*/ 9 w 48"/>
                      <a:gd name="T11" fmla="*/ 6 h 80"/>
                      <a:gd name="T12" fmla="*/ 9 w 48"/>
                      <a:gd name="T13" fmla="*/ 3 h 80"/>
                      <a:gd name="T14" fmla="*/ 6 w 48"/>
                      <a:gd name="T15" fmla="*/ 0 h 80"/>
                      <a:gd name="T16" fmla="*/ 3 w 48"/>
                      <a:gd name="T17" fmla="*/ 0 h 80"/>
                      <a:gd name="T18" fmla="*/ 0 w 48"/>
                      <a:gd name="T19" fmla="*/ 3 h 80"/>
                      <a:gd name="T20" fmla="*/ 0 w 48"/>
                      <a:gd name="T21" fmla="*/ 6 h 80"/>
                      <a:gd name="T22" fmla="*/ 0 w 48"/>
                      <a:gd name="T23" fmla="*/ 11 h 80"/>
                      <a:gd name="T24" fmla="*/ 3 w 48"/>
                      <a:gd name="T25" fmla="*/ 24 h 80"/>
                      <a:gd name="T26" fmla="*/ 6 w 48"/>
                      <a:gd name="T27" fmla="*/ 29 h 80"/>
                      <a:gd name="T28" fmla="*/ 9 w 48"/>
                      <a:gd name="T29" fmla="*/ 29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80"/>
                      <a:gd name="T47" fmla="*/ 48 w 48"/>
                      <a:gd name="T48" fmla="*/ 80 h 8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80">
                        <a:moveTo>
                          <a:pt x="24" y="80"/>
                        </a:moveTo>
                        <a:lnTo>
                          <a:pt x="48" y="56"/>
                        </a:lnTo>
                        <a:lnTo>
                          <a:pt x="40" y="48"/>
                        </a:lnTo>
                        <a:lnTo>
                          <a:pt x="40" y="40"/>
                        </a:lnTo>
                        <a:lnTo>
                          <a:pt x="40" y="32"/>
                        </a:lnTo>
                        <a:lnTo>
                          <a:pt x="24" y="16"/>
                        </a:lnTo>
                        <a:lnTo>
                          <a:pt x="24" y="8"/>
                        </a:lnTo>
                        <a:lnTo>
                          <a:pt x="16" y="0"/>
                        </a:lnTo>
                        <a:lnTo>
                          <a:pt x="8" y="0"/>
                        </a:lnTo>
                        <a:lnTo>
                          <a:pt x="0" y="8"/>
                        </a:lnTo>
                        <a:lnTo>
                          <a:pt x="0" y="16"/>
                        </a:lnTo>
                        <a:lnTo>
                          <a:pt x="0" y="32"/>
                        </a:lnTo>
                        <a:lnTo>
                          <a:pt x="8" y="64"/>
                        </a:lnTo>
                        <a:lnTo>
                          <a:pt x="16" y="80"/>
                        </a:lnTo>
                        <a:lnTo>
                          <a:pt x="24" y="8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grpSp>
            <p:grpSp>
              <p:nvGrpSpPr>
                <p:cNvPr id="934" name="Group 150">
                  <a:extLst>
                    <a:ext uri="{FF2B5EF4-FFF2-40B4-BE49-F238E27FC236}">
                      <a16:creationId xmlns:a16="http://schemas.microsoft.com/office/drawing/2014/main" id="{CF44DE5D-A6C0-2699-82A3-151BC8CAB426}"/>
                    </a:ext>
                  </a:extLst>
                </p:cNvPr>
                <p:cNvGrpSpPr>
                  <a:grpSpLocks/>
                </p:cNvGrpSpPr>
                <p:nvPr/>
              </p:nvGrpSpPr>
              <p:grpSpPr bwMode="gray">
                <a:xfrm>
                  <a:off x="4471932" y="3209676"/>
                  <a:ext cx="577693" cy="389365"/>
                  <a:chOff x="2795" y="1913"/>
                  <a:chExt cx="534" cy="360"/>
                </a:xfrm>
                <a:grpFill/>
              </p:grpSpPr>
              <p:sp>
                <p:nvSpPr>
                  <p:cNvPr id="1149" name="Freeform 151">
                    <a:extLst>
                      <a:ext uri="{FF2B5EF4-FFF2-40B4-BE49-F238E27FC236}">
                        <a16:creationId xmlns:a16="http://schemas.microsoft.com/office/drawing/2014/main" id="{DE36CE88-E7A1-4750-7301-912996BB8655}"/>
                      </a:ext>
                    </a:extLst>
                  </p:cNvPr>
                  <p:cNvSpPr>
                    <a:spLocks/>
                  </p:cNvSpPr>
                  <p:nvPr/>
                </p:nvSpPr>
                <p:spPr bwMode="gray">
                  <a:xfrm>
                    <a:off x="2902" y="2087"/>
                    <a:ext cx="101" cy="57"/>
                  </a:xfrm>
                  <a:custGeom>
                    <a:avLst/>
                    <a:gdLst>
                      <a:gd name="T0" fmla="*/ 47 w 144"/>
                      <a:gd name="T1" fmla="*/ 24 h 80"/>
                      <a:gd name="T2" fmla="*/ 39 w 144"/>
                      <a:gd name="T3" fmla="*/ 24 h 80"/>
                      <a:gd name="T4" fmla="*/ 33 w 144"/>
                      <a:gd name="T5" fmla="*/ 29 h 80"/>
                      <a:gd name="T6" fmla="*/ 27 w 144"/>
                      <a:gd name="T7" fmla="*/ 26 h 80"/>
                      <a:gd name="T8" fmla="*/ 22 w 144"/>
                      <a:gd name="T9" fmla="*/ 24 h 80"/>
                      <a:gd name="T10" fmla="*/ 19 w 144"/>
                      <a:gd name="T11" fmla="*/ 24 h 80"/>
                      <a:gd name="T12" fmla="*/ 17 w 144"/>
                      <a:gd name="T13" fmla="*/ 24 h 80"/>
                      <a:gd name="T14" fmla="*/ 14 w 144"/>
                      <a:gd name="T15" fmla="*/ 24 h 80"/>
                      <a:gd name="T16" fmla="*/ 11 w 144"/>
                      <a:gd name="T17" fmla="*/ 24 h 80"/>
                      <a:gd name="T18" fmla="*/ 3 w 144"/>
                      <a:gd name="T19" fmla="*/ 24 h 80"/>
                      <a:gd name="T20" fmla="*/ 0 w 144"/>
                      <a:gd name="T21" fmla="*/ 24 h 80"/>
                      <a:gd name="T22" fmla="*/ 0 w 144"/>
                      <a:gd name="T23" fmla="*/ 17 h 80"/>
                      <a:gd name="T24" fmla="*/ 6 w 144"/>
                      <a:gd name="T25" fmla="*/ 17 h 80"/>
                      <a:gd name="T26" fmla="*/ 14 w 144"/>
                      <a:gd name="T27" fmla="*/ 17 h 80"/>
                      <a:gd name="T28" fmla="*/ 17 w 144"/>
                      <a:gd name="T29" fmla="*/ 15 h 80"/>
                      <a:gd name="T30" fmla="*/ 22 w 144"/>
                      <a:gd name="T31" fmla="*/ 15 h 80"/>
                      <a:gd name="T32" fmla="*/ 25 w 144"/>
                      <a:gd name="T33" fmla="*/ 11 h 80"/>
                      <a:gd name="T34" fmla="*/ 25 w 144"/>
                      <a:gd name="T35" fmla="*/ 9 h 80"/>
                      <a:gd name="T36" fmla="*/ 27 w 144"/>
                      <a:gd name="T37" fmla="*/ 6 h 80"/>
                      <a:gd name="T38" fmla="*/ 27 w 144"/>
                      <a:gd name="T39" fmla="*/ 0 h 80"/>
                      <a:gd name="T40" fmla="*/ 39 w 144"/>
                      <a:gd name="T41" fmla="*/ 0 h 80"/>
                      <a:gd name="T42" fmla="*/ 44 w 144"/>
                      <a:gd name="T43" fmla="*/ 3 h 80"/>
                      <a:gd name="T44" fmla="*/ 47 w 144"/>
                      <a:gd name="T45" fmla="*/ 6 h 80"/>
                      <a:gd name="T46" fmla="*/ 50 w 144"/>
                      <a:gd name="T47" fmla="*/ 9 h 80"/>
                      <a:gd name="T48" fmla="*/ 50 w 144"/>
                      <a:gd name="T49" fmla="*/ 11 h 80"/>
                      <a:gd name="T50" fmla="*/ 47 w 144"/>
                      <a:gd name="T51" fmla="*/ 15 h 80"/>
                      <a:gd name="T52" fmla="*/ 47 w 144"/>
                      <a:gd name="T53" fmla="*/ 21 h 80"/>
                      <a:gd name="T54" fmla="*/ 47 w 144"/>
                      <a:gd name="T55" fmla="*/ 24 h 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4"/>
                      <a:gd name="T85" fmla="*/ 0 h 80"/>
                      <a:gd name="T86" fmla="*/ 144 w 144"/>
                      <a:gd name="T87" fmla="*/ 80 h 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4" h="80">
                        <a:moveTo>
                          <a:pt x="136" y="64"/>
                        </a:moveTo>
                        <a:lnTo>
                          <a:pt x="112" y="64"/>
                        </a:lnTo>
                        <a:lnTo>
                          <a:pt x="96" y="80"/>
                        </a:lnTo>
                        <a:lnTo>
                          <a:pt x="80" y="72"/>
                        </a:lnTo>
                        <a:lnTo>
                          <a:pt x="64" y="64"/>
                        </a:lnTo>
                        <a:lnTo>
                          <a:pt x="56" y="64"/>
                        </a:lnTo>
                        <a:lnTo>
                          <a:pt x="48" y="64"/>
                        </a:lnTo>
                        <a:lnTo>
                          <a:pt x="40" y="64"/>
                        </a:lnTo>
                        <a:lnTo>
                          <a:pt x="32" y="64"/>
                        </a:lnTo>
                        <a:lnTo>
                          <a:pt x="8" y="64"/>
                        </a:lnTo>
                        <a:lnTo>
                          <a:pt x="0" y="64"/>
                        </a:lnTo>
                        <a:lnTo>
                          <a:pt x="0" y="48"/>
                        </a:lnTo>
                        <a:lnTo>
                          <a:pt x="16" y="48"/>
                        </a:lnTo>
                        <a:lnTo>
                          <a:pt x="40" y="48"/>
                        </a:lnTo>
                        <a:lnTo>
                          <a:pt x="48" y="40"/>
                        </a:lnTo>
                        <a:lnTo>
                          <a:pt x="64" y="40"/>
                        </a:lnTo>
                        <a:lnTo>
                          <a:pt x="72" y="32"/>
                        </a:lnTo>
                        <a:lnTo>
                          <a:pt x="72" y="24"/>
                        </a:lnTo>
                        <a:lnTo>
                          <a:pt x="80" y="16"/>
                        </a:lnTo>
                        <a:lnTo>
                          <a:pt x="80" y="0"/>
                        </a:lnTo>
                        <a:lnTo>
                          <a:pt x="112" y="0"/>
                        </a:lnTo>
                        <a:lnTo>
                          <a:pt x="128" y="8"/>
                        </a:lnTo>
                        <a:lnTo>
                          <a:pt x="136" y="16"/>
                        </a:lnTo>
                        <a:lnTo>
                          <a:pt x="144" y="24"/>
                        </a:lnTo>
                        <a:lnTo>
                          <a:pt x="144" y="32"/>
                        </a:lnTo>
                        <a:lnTo>
                          <a:pt x="136" y="40"/>
                        </a:lnTo>
                        <a:lnTo>
                          <a:pt x="136" y="56"/>
                        </a:lnTo>
                        <a:lnTo>
                          <a:pt x="136" y="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50" name="Freeform 152">
                    <a:extLst>
                      <a:ext uri="{FF2B5EF4-FFF2-40B4-BE49-F238E27FC236}">
                        <a16:creationId xmlns:a16="http://schemas.microsoft.com/office/drawing/2014/main" id="{34F9D513-DB10-AB83-231A-9FD4EC9416D9}"/>
                      </a:ext>
                    </a:extLst>
                  </p:cNvPr>
                  <p:cNvSpPr>
                    <a:spLocks/>
                  </p:cNvSpPr>
                  <p:nvPr/>
                </p:nvSpPr>
                <p:spPr bwMode="gray">
                  <a:xfrm>
                    <a:off x="2845" y="2110"/>
                    <a:ext cx="62" cy="45"/>
                  </a:xfrm>
                  <a:custGeom>
                    <a:avLst/>
                    <a:gdLst>
                      <a:gd name="T0" fmla="*/ 6 w 88"/>
                      <a:gd name="T1" fmla="*/ 23 h 64"/>
                      <a:gd name="T2" fmla="*/ 6 w 88"/>
                      <a:gd name="T3" fmla="*/ 17 h 64"/>
                      <a:gd name="T4" fmla="*/ 3 w 88"/>
                      <a:gd name="T5" fmla="*/ 17 h 64"/>
                      <a:gd name="T6" fmla="*/ 0 w 88"/>
                      <a:gd name="T7" fmla="*/ 19 h 64"/>
                      <a:gd name="T8" fmla="*/ 0 w 88"/>
                      <a:gd name="T9" fmla="*/ 17 h 64"/>
                      <a:gd name="T10" fmla="*/ 3 w 88"/>
                      <a:gd name="T11" fmla="*/ 14 h 64"/>
                      <a:gd name="T12" fmla="*/ 3 w 88"/>
                      <a:gd name="T13" fmla="*/ 11 h 64"/>
                      <a:gd name="T14" fmla="*/ 6 w 88"/>
                      <a:gd name="T15" fmla="*/ 11 h 64"/>
                      <a:gd name="T16" fmla="*/ 6 w 88"/>
                      <a:gd name="T17" fmla="*/ 6 h 64"/>
                      <a:gd name="T18" fmla="*/ 8 w 88"/>
                      <a:gd name="T19" fmla="*/ 3 h 64"/>
                      <a:gd name="T20" fmla="*/ 11 w 88"/>
                      <a:gd name="T21" fmla="*/ 6 h 64"/>
                      <a:gd name="T22" fmla="*/ 14 w 88"/>
                      <a:gd name="T23" fmla="*/ 3 h 64"/>
                      <a:gd name="T24" fmla="*/ 19 w 88"/>
                      <a:gd name="T25" fmla="*/ 0 h 64"/>
                      <a:gd name="T26" fmla="*/ 23 w 88"/>
                      <a:gd name="T27" fmla="*/ 6 h 64"/>
                      <a:gd name="T28" fmla="*/ 27 w 88"/>
                      <a:gd name="T29" fmla="*/ 6 h 64"/>
                      <a:gd name="T30" fmla="*/ 25 w 88"/>
                      <a:gd name="T31" fmla="*/ 8 h 64"/>
                      <a:gd name="T32" fmla="*/ 27 w 88"/>
                      <a:gd name="T33" fmla="*/ 11 h 64"/>
                      <a:gd name="T34" fmla="*/ 31 w 88"/>
                      <a:gd name="T35" fmla="*/ 11 h 64"/>
                      <a:gd name="T36" fmla="*/ 27 w 88"/>
                      <a:gd name="T37" fmla="*/ 17 h 64"/>
                      <a:gd name="T38" fmla="*/ 19 w 88"/>
                      <a:gd name="T39" fmla="*/ 17 h 64"/>
                      <a:gd name="T40" fmla="*/ 19 w 88"/>
                      <a:gd name="T41" fmla="*/ 14 h 64"/>
                      <a:gd name="T42" fmla="*/ 14 w 88"/>
                      <a:gd name="T43" fmla="*/ 14 h 64"/>
                      <a:gd name="T44" fmla="*/ 14 w 88"/>
                      <a:gd name="T45" fmla="*/ 19 h 64"/>
                      <a:gd name="T46" fmla="*/ 11 w 88"/>
                      <a:gd name="T47" fmla="*/ 23 h 64"/>
                      <a:gd name="T48" fmla="*/ 8 w 88"/>
                      <a:gd name="T49" fmla="*/ 23 h 64"/>
                      <a:gd name="T50" fmla="*/ 6 w 88"/>
                      <a:gd name="T51" fmla="*/ 23 h 6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8"/>
                      <a:gd name="T79" fmla="*/ 0 h 64"/>
                      <a:gd name="T80" fmla="*/ 88 w 88"/>
                      <a:gd name="T81" fmla="*/ 64 h 6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8" h="64">
                        <a:moveTo>
                          <a:pt x="16" y="64"/>
                        </a:moveTo>
                        <a:lnTo>
                          <a:pt x="16" y="48"/>
                        </a:lnTo>
                        <a:lnTo>
                          <a:pt x="8" y="48"/>
                        </a:lnTo>
                        <a:lnTo>
                          <a:pt x="0" y="56"/>
                        </a:lnTo>
                        <a:lnTo>
                          <a:pt x="0" y="48"/>
                        </a:lnTo>
                        <a:lnTo>
                          <a:pt x="8" y="40"/>
                        </a:lnTo>
                        <a:lnTo>
                          <a:pt x="8" y="32"/>
                        </a:lnTo>
                        <a:lnTo>
                          <a:pt x="16" y="32"/>
                        </a:lnTo>
                        <a:lnTo>
                          <a:pt x="16" y="16"/>
                        </a:lnTo>
                        <a:lnTo>
                          <a:pt x="24" y="8"/>
                        </a:lnTo>
                        <a:lnTo>
                          <a:pt x="32" y="16"/>
                        </a:lnTo>
                        <a:lnTo>
                          <a:pt x="40" y="8"/>
                        </a:lnTo>
                        <a:lnTo>
                          <a:pt x="56" y="0"/>
                        </a:lnTo>
                        <a:lnTo>
                          <a:pt x="64" y="16"/>
                        </a:lnTo>
                        <a:lnTo>
                          <a:pt x="80" y="16"/>
                        </a:lnTo>
                        <a:lnTo>
                          <a:pt x="72" y="24"/>
                        </a:lnTo>
                        <a:lnTo>
                          <a:pt x="80" y="32"/>
                        </a:lnTo>
                        <a:lnTo>
                          <a:pt x="88" y="32"/>
                        </a:lnTo>
                        <a:lnTo>
                          <a:pt x="80" y="48"/>
                        </a:lnTo>
                        <a:lnTo>
                          <a:pt x="56" y="48"/>
                        </a:lnTo>
                        <a:lnTo>
                          <a:pt x="56" y="40"/>
                        </a:lnTo>
                        <a:lnTo>
                          <a:pt x="40" y="40"/>
                        </a:lnTo>
                        <a:lnTo>
                          <a:pt x="40" y="56"/>
                        </a:lnTo>
                        <a:lnTo>
                          <a:pt x="32" y="64"/>
                        </a:lnTo>
                        <a:lnTo>
                          <a:pt x="24" y="64"/>
                        </a:lnTo>
                        <a:lnTo>
                          <a:pt x="16" y="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51" name="Freeform 153">
                    <a:extLst>
                      <a:ext uri="{FF2B5EF4-FFF2-40B4-BE49-F238E27FC236}">
                        <a16:creationId xmlns:a16="http://schemas.microsoft.com/office/drawing/2014/main" id="{00B6DD5D-3457-4B3E-69B6-7AD00AFB56D5}"/>
                      </a:ext>
                    </a:extLst>
                  </p:cNvPr>
                  <p:cNvSpPr>
                    <a:spLocks/>
                  </p:cNvSpPr>
                  <p:nvPr/>
                </p:nvSpPr>
                <p:spPr bwMode="gray">
                  <a:xfrm>
                    <a:off x="2845" y="1952"/>
                    <a:ext cx="135" cy="169"/>
                  </a:xfrm>
                  <a:custGeom>
                    <a:avLst/>
                    <a:gdLst>
                      <a:gd name="T0" fmla="*/ 6 w 192"/>
                      <a:gd name="T1" fmla="*/ 61 h 240"/>
                      <a:gd name="T2" fmla="*/ 11 w 192"/>
                      <a:gd name="T3" fmla="*/ 61 h 240"/>
                      <a:gd name="T4" fmla="*/ 17 w 192"/>
                      <a:gd name="T5" fmla="*/ 65 h 240"/>
                      <a:gd name="T6" fmla="*/ 14 w 192"/>
                      <a:gd name="T7" fmla="*/ 73 h 240"/>
                      <a:gd name="T8" fmla="*/ 11 w 192"/>
                      <a:gd name="T9" fmla="*/ 84 h 240"/>
                      <a:gd name="T10" fmla="*/ 14 w 192"/>
                      <a:gd name="T11" fmla="*/ 81 h 240"/>
                      <a:gd name="T12" fmla="*/ 19 w 192"/>
                      <a:gd name="T13" fmla="*/ 78 h 240"/>
                      <a:gd name="T14" fmla="*/ 23 w 192"/>
                      <a:gd name="T15" fmla="*/ 84 h 240"/>
                      <a:gd name="T16" fmla="*/ 27 w 192"/>
                      <a:gd name="T17" fmla="*/ 84 h 240"/>
                      <a:gd name="T18" fmla="*/ 34 w 192"/>
                      <a:gd name="T19" fmla="*/ 84 h 240"/>
                      <a:gd name="T20" fmla="*/ 41 w 192"/>
                      <a:gd name="T21" fmla="*/ 84 h 240"/>
                      <a:gd name="T22" fmla="*/ 44 w 192"/>
                      <a:gd name="T23" fmla="*/ 81 h 240"/>
                      <a:gd name="T24" fmla="*/ 50 w 192"/>
                      <a:gd name="T25" fmla="*/ 81 h 240"/>
                      <a:gd name="T26" fmla="*/ 53 w 192"/>
                      <a:gd name="T27" fmla="*/ 78 h 240"/>
                      <a:gd name="T28" fmla="*/ 53 w 192"/>
                      <a:gd name="T29" fmla="*/ 75 h 240"/>
                      <a:gd name="T30" fmla="*/ 56 w 192"/>
                      <a:gd name="T31" fmla="*/ 73 h 240"/>
                      <a:gd name="T32" fmla="*/ 56 w 192"/>
                      <a:gd name="T33" fmla="*/ 67 h 240"/>
                      <a:gd name="T34" fmla="*/ 48 w 192"/>
                      <a:gd name="T35" fmla="*/ 61 h 240"/>
                      <a:gd name="T36" fmla="*/ 44 w 192"/>
                      <a:gd name="T37" fmla="*/ 53 h 240"/>
                      <a:gd name="T38" fmla="*/ 56 w 192"/>
                      <a:gd name="T39" fmla="*/ 48 h 240"/>
                      <a:gd name="T40" fmla="*/ 58 w 192"/>
                      <a:gd name="T41" fmla="*/ 44 h 240"/>
                      <a:gd name="T42" fmla="*/ 67 w 192"/>
                      <a:gd name="T43" fmla="*/ 42 h 240"/>
                      <a:gd name="T44" fmla="*/ 58 w 192"/>
                      <a:gd name="T45" fmla="*/ 25 h 240"/>
                      <a:gd name="T46" fmla="*/ 61 w 192"/>
                      <a:gd name="T47" fmla="*/ 17 h 240"/>
                      <a:gd name="T48" fmla="*/ 58 w 192"/>
                      <a:gd name="T49" fmla="*/ 11 h 240"/>
                      <a:gd name="T50" fmla="*/ 56 w 192"/>
                      <a:gd name="T51" fmla="*/ 6 h 240"/>
                      <a:gd name="T52" fmla="*/ 53 w 192"/>
                      <a:gd name="T53" fmla="*/ 3 h 240"/>
                      <a:gd name="T54" fmla="*/ 44 w 192"/>
                      <a:gd name="T55" fmla="*/ 3 h 240"/>
                      <a:gd name="T56" fmla="*/ 41 w 192"/>
                      <a:gd name="T57" fmla="*/ 6 h 240"/>
                      <a:gd name="T58" fmla="*/ 36 w 192"/>
                      <a:gd name="T59" fmla="*/ 6 h 240"/>
                      <a:gd name="T60" fmla="*/ 31 w 192"/>
                      <a:gd name="T61" fmla="*/ 6 h 240"/>
                      <a:gd name="T62" fmla="*/ 27 w 192"/>
                      <a:gd name="T63" fmla="*/ 0 h 240"/>
                      <a:gd name="T64" fmla="*/ 23 w 192"/>
                      <a:gd name="T65" fmla="*/ 0 h 240"/>
                      <a:gd name="T66" fmla="*/ 19 w 192"/>
                      <a:gd name="T67" fmla="*/ 0 h 240"/>
                      <a:gd name="T68" fmla="*/ 23 w 192"/>
                      <a:gd name="T69" fmla="*/ 6 h 240"/>
                      <a:gd name="T70" fmla="*/ 19 w 192"/>
                      <a:gd name="T71" fmla="*/ 11 h 240"/>
                      <a:gd name="T72" fmla="*/ 17 w 192"/>
                      <a:gd name="T73" fmla="*/ 14 h 240"/>
                      <a:gd name="T74" fmla="*/ 14 w 192"/>
                      <a:gd name="T75" fmla="*/ 14 h 240"/>
                      <a:gd name="T76" fmla="*/ 11 w 192"/>
                      <a:gd name="T77" fmla="*/ 14 h 240"/>
                      <a:gd name="T78" fmla="*/ 8 w 192"/>
                      <a:gd name="T79" fmla="*/ 17 h 240"/>
                      <a:gd name="T80" fmla="*/ 8 w 192"/>
                      <a:gd name="T81" fmla="*/ 19 h 240"/>
                      <a:gd name="T82" fmla="*/ 6 w 192"/>
                      <a:gd name="T83" fmla="*/ 23 h 240"/>
                      <a:gd name="T84" fmla="*/ 8 w 192"/>
                      <a:gd name="T85" fmla="*/ 25 h 240"/>
                      <a:gd name="T86" fmla="*/ 8 w 192"/>
                      <a:gd name="T87" fmla="*/ 31 h 240"/>
                      <a:gd name="T88" fmla="*/ 3 w 192"/>
                      <a:gd name="T89" fmla="*/ 34 h 240"/>
                      <a:gd name="T90" fmla="*/ 0 w 192"/>
                      <a:gd name="T91" fmla="*/ 36 h 240"/>
                      <a:gd name="T92" fmla="*/ 3 w 192"/>
                      <a:gd name="T93" fmla="*/ 39 h 240"/>
                      <a:gd name="T94" fmla="*/ 0 w 192"/>
                      <a:gd name="T95" fmla="*/ 42 h 240"/>
                      <a:gd name="T96" fmla="*/ 0 w 192"/>
                      <a:gd name="T97" fmla="*/ 44 h 240"/>
                      <a:gd name="T98" fmla="*/ 0 w 192"/>
                      <a:gd name="T99" fmla="*/ 48 h 240"/>
                      <a:gd name="T100" fmla="*/ 3 w 192"/>
                      <a:gd name="T101" fmla="*/ 53 h 240"/>
                      <a:gd name="T102" fmla="*/ 3 w 192"/>
                      <a:gd name="T103" fmla="*/ 56 h 240"/>
                      <a:gd name="T104" fmla="*/ 6 w 192"/>
                      <a:gd name="T105" fmla="*/ 61 h 24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92"/>
                      <a:gd name="T160" fmla="*/ 0 h 240"/>
                      <a:gd name="T161" fmla="*/ 192 w 192"/>
                      <a:gd name="T162" fmla="*/ 240 h 24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92" h="240">
                        <a:moveTo>
                          <a:pt x="16" y="176"/>
                        </a:moveTo>
                        <a:lnTo>
                          <a:pt x="32" y="176"/>
                        </a:lnTo>
                        <a:lnTo>
                          <a:pt x="48" y="184"/>
                        </a:lnTo>
                        <a:lnTo>
                          <a:pt x="40" y="208"/>
                        </a:lnTo>
                        <a:lnTo>
                          <a:pt x="32" y="240"/>
                        </a:lnTo>
                        <a:lnTo>
                          <a:pt x="40" y="232"/>
                        </a:lnTo>
                        <a:lnTo>
                          <a:pt x="56" y="224"/>
                        </a:lnTo>
                        <a:lnTo>
                          <a:pt x="64" y="240"/>
                        </a:lnTo>
                        <a:lnTo>
                          <a:pt x="80" y="240"/>
                        </a:lnTo>
                        <a:lnTo>
                          <a:pt x="96" y="240"/>
                        </a:lnTo>
                        <a:lnTo>
                          <a:pt x="120" y="240"/>
                        </a:lnTo>
                        <a:lnTo>
                          <a:pt x="128" y="232"/>
                        </a:lnTo>
                        <a:lnTo>
                          <a:pt x="144" y="232"/>
                        </a:lnTo>
                        <a:lnTo>
                          <a:pt x="152" y="224"/>
                        </a:lnTo>
                        <a:lnTo>
                          <a:pt x="152" y="216"/>
                        </a:lnTo>
                        <a:lnTo>
                          <a:pt x="160" y="208"/>
                        </a:lnTo>
                        <a:lnTo>
                          <a:pt x="160" y="192"/>
                        </a:lnTo>
                        <a:lnTo>
                          <a:pt x="136" y="176"/>
                        </a:lnTo>
                        <a:lnTo>
                          <a:pt x="128" y="152"/>
                        </a:lnTo>
                        <a:lnTo>
                          <a:pt x="160" y="136"/>
                        </a:lnTo>
                        <a:lnTo>
                          <a:pt x="168" y="128"/>
                        </a:lnTo>
                        <a:lnTo>
                          <a:pt x="192" y="120"/>
                        </a:lnTo>
                        <a:lnTo>
                          <a:pt x="168" y="72"/>
                        </a:lnTo>
                        <a:lnTo>
                          <a:pt x="176" y="48"/>
                        </a:lnTo>
                        <a:lnTo>
                          <a:pt x="168" y="32"/>
                        </a:lnTo>
                        <a:lnTo>
                          <a:pt x="160" y="16"/>
                        </a:lnTo>
                        <a:lnTo>
                          <a:pt x="152" y="8"/>
                        </a:lnTo>
                        <a:lnTo>
                          <a:pt x="128" y="8"/>
                        </a:lnTo>
                        <a:lnTo>
                          <a:pt x="120" y="16"/>
                        </a:lnTo>
                        <a:lnTo>
                          <a:pt x="104" y="16"/>
                        </a:lnTo>
                        <a:lnTo>
                          <a:pt x="88" y="16"/>
                        </a:lnTo>
                        <a:lnTo>
                          <a:pt x="80" y="0"/>
                        </a:lnTo>
                        <a:lnTo>
                          <a:pt x="64" y="0"/>
                        </a:lnTo>
                        <a:lnTo>
                          <a:pt x="56" y="0"/>
                        </a:lnTo>
                        <a:lnTo>
                          <a:pt x="64" y="16"/>
                        </a:lnTo>
                        <a:lnTo>
                          <a:pt x="56" y="32"/>
                        </a:lnTo>
                        <a:lnTo>
                          <a:pt x="48" y="40"/>
                        </a:lnTo>
                        <a:lnTo>
                          <a:pt x="40" y="40"/>
                        </a:lnTo>
                        <a:lnTo>
                          <a:pt x="32" y="40"/>
                        </a:lnTo>
                        <a:lnTo>
                          <a:pt x="24" y="48"/>
                        </a:lnTo>
                        <a:lnTo>
                          <a:pt x="24" y="56"/>
                        </a:lnTo>
                        <a:lnTo>
                          <a:pt x="16" y="64"/>
                        </a:lnTo>
                        <a:lnTo>
                          <a:pt x="24" y="72"/>
                        </a:lnTo>
                        <a:lnTo>
                          <a:pt x="24" y="88"/>
                        </a:lnTo>
                        <a:lnTo>
                          <a:pt x="8" y="96"/>
                        </a:lnTo>
                        <a:lnTo>
                          <a:pt x="0" y="104"/>
                        </a:lnTo>
                        <a:lnTo>
                          <a:pt x="8" y="112"/>
                        </a:lnTo>
                        <a:lnTo>
                          <a:pt x="0" y="120"/>
                        </a:lnTo>
                        <a:lnTo>
                          <a:pt x="0" y="128"/>
                        </a:lnTo>
                        <a:lnTo>
                          <a:pt x="0" y="136"/>
                        </a:lnTo>
                        <a:lnTo>
                          <a:pt x="8" y="152"/>
                        </a:lnTo>
                        <a:lnTo>
                          <a:pt x="8" y="160"/>
                        </a:lnTo>
                        <a:lnTo>
                          <a:pt x="16" y="176"/>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52" name="Freeform 154">
                    <a:extLst>
                      <a:ext uri="{FF2B5EF4-FFF2-40B4-BE49-F238E27FC236}">
                        <a16:creationId xmlns:a16="http://schemas.microsoft.com/office/drawing/2014/main" id="{A8798B40-39DC-6C8A-06F4-3A4381D37A04}"/>
                      </a:ext>
                    </a:extLst>
                  </p:cNvPr>
                  <p:cNvSpPr>
                    <a:spLocks/>
                  </p:cNvSpPr>
                  <p:nvPr/>
                </p:nvSpPr>
                <p:spPr bwMode="gray">
                  <a:xfrm>
                    <a:off x="2806" y="1986"/>
                    <a:ext cx="56" cy="62"/>
                  </a:xfrm>
                  <a:custGeom>
                    <a:avLst/>
                    <a:gdLst>
                      <a:gd name="T0" fmla="*/ 19 w 80"/>
                      <a:gd name="T1" fmla="*/ 19 h 88"/>
                      <a:gd name="T2" fmla="*/ 22 w 80"/>
                      <a:gd name="T3" fmla="*/ 17 h 88"/>
                      <a:gd name="T4" fmla="*/ 27 w 80"/>
                      <a:gd name="T5" fmla="*/ 14 h 88"/>
                      <a:gd name="T6" fmla="*/ 27 w 80"/>
                      <a:gd name="T7" fmla="*/ 8 h 88"/>
                      <a:gd name="T8" fmla="*/ 25 w 80"/>
                      <a:gd name="T9" fmla="*/ 6 h 88"/>
                      <a:gd name="T10" fmla="*/ 27 w 80"/>
                      <a:gd name="T11" fmla="*/ 3 h 88"/>
                      <a:gd name="T12" fmla="*/ 27 w 80"/>
                      <a:gd name="T13" fmla="*/ 0 h 88"/>
                      <a:gd name="T14" fmla="*/ 19 w 80"/>
                      <a:gd name="T15" fmla="*/ 0 h 88"/>
                      <a:gd name="T16" fmla="*/ 17 w 80"/>
                      <a:gd name="T17" fmla="*/ 3 h 88"/>
                      <a:gd name="T18" fmla="*/ 17 w 80"/>
                      <a:gd name="T19" fmla="*/ 6 h 88"/>
                      <a:gd name="T20" fmla="*/ 19 w 80"/>
                      <a:gd name="T21" fmla="*/ 8 h 88"/>
                      <a:gd name="T22" fmla="*/ 17 w 80"/>
                      <a:gd name="T23" fmla="*/ 11 h 88"/>
                      <a:gd name="T24" fmla="*/ 14 w 80"/>
                      <a:gd name="T25" fmla="*/ 11 h 88"/>
                      <a:gd name="T26" fmla="*/ 14 w 80"/>
                      <a:gd name="T27" fmla="*/ 8 h 88"/>
                      <a:gd name="T28" fmla="*/ 14 w 80"/>
                      <a:gd name="T29" fmla="*/ 6 h 88"/>
                      <a:gd name="T30" fmla="*/ 10 w 80"/>
                      <a:gd name="T31" fmla="*/ 6 h 88"/>
                      <a:gd name="T32" fmla="*/ 8 w 80"/>
                      <a:gd name="T33" fmla="*/ 14 h 88"/>
                      <a:gd name="T34" fmla="*/ 6 w 80"/>
                      <a:gd name="T35" fmla="*/ 17 h 88"/>
                      <a:gd name="T36" fmla="*/ 6 w 80"/>
                      <a:gd name="T37" fmla="*/ 19 h 88"/>
                      <a:gd name="T38" fmla="*/ 6 w 80"/>
                      <a:gd name="T39" fmla="*/ 23 h 88"/>
                      <a:gd name="T40" fmla="*/ 3 w 80"/>
                      <a:gd name="T41" fmla="*/ 23 h 88"/>
                      <a:gd name="T42" fmla="*/ 0 w 80"/>
                      <a:gd name="T43" fmla="*/ 25 h 88"/>
                      <a:gd name="T44" fmla="*/ 3 w 80"/>
                      <a:gd name="T45" fmla="*/ 25 h 88"/>
                      <a:gd name="T46" fmla="*/ 6 w 80"/>
                      <a:gd name="T47" fmla="*/ 25 h 88"/>
                      <a:gd name="T48" fmla="*/ 10 w 80"/>
                      <a:gd name="T49" fmla="*/ 23 h 88"/>
                      <a:gd name="T50" fmla="*/ 17 w 80"/>
                      <a:gd name="T51" fmla="*/ 23 h 88"/>
                      <a:gd name="T52" fmla="*/ 17 w 80"/>
                      <a:gd name="T53" fmla="*/ 27 h 88"/>
                      <a:gd name="T54" fmla="*/ 19 w 80"/>
                      <a:gd name="T55" fmla="*/ 31 h 88"/>
                      <a:gd name="T56" fmla="*/ 19 w 80"/>
                      <a:gd name="T57" fmla="*/ 27 h 88"/>
                      <a:gd name="T58" fmla="*/ 19 w 80"/>
                      <a:gd name="T59" fmla="*/ 25 h 88"/>
                      <a:gd name="T60" fmla="*/ 22 w 80"/>
                      <a:gd name="T61" fmla="*/ 23 h 88"/>
                      <a:gd name="T62" fmla="*/ 19 w 80"/>
                      <a:gd name="T63" fmla="*/ 19 h 8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0"/>
                      <a:gd name="T97" fmla="*/ 0 h 88"/>
                      <a:gd name="T98" fmla="*/ 80 w 80"/>
                      <a:gd name="T99" fmla="*/ 88 h 8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0" h="88">
                        <a:moveTo>
                          <a:pt x="56" y="56"/>
                        </a:moveTo>
                        <a:lnTo>
                          <a:pt x="64" y="48"/>
                        </a:lnTo>
                        <a:lnTo>
                          <a:pt x="80" y="40"/>
                        </a:lnTo>
                        <a:lnTo>
                          <a:pt x="80" y="24"/>
                        </a:lnTo>
                        <a:lnTo>
                          <a:pt x="72" y="16"/>
                        </a:lnTo>
                        <a:lnTo>
                          <a:pt x="80" y="8"/>
                        </a:lnTo>
                        <a:lnTo>
                          <a:pt x="80" y="0"/>
                        </a:lnTo>
                        <a:lnTo>
                          <a:pt x="56" y="0"/>
                        </a:lnTo>
                        <a:lnTo>
                          <a:pt x="48" y="8"/>
                        </a:lnTo>
                        <a:lnTo>
                          <a:pt x="48" y="16"/>
                        </a:lnTo>
                        <a:lnTo>
                          <a:pt x="56" y="24"/>
                        </a:lnTo>
                        <a:lnTo>
                          <a:pt x="48" y="32"/>
                        </a:lnTo>
                        <a:lnTo>
                          <a:pt x="40" y="32"/>
                        </a:lnTo>
                        <a:lnTo>
                          <a:pt x="40" y="24"/>
                        </a:lnTo>
                        <a:lnTo>
                          <a:pt x="40" y="16"/>
                        </a:lnTo>
                        <a:lnTo>
                          <a:pt x="32" y="16"/>
                        </a:lnTo>
                        <a:lnTo>
                          <a:pt x="24" y="40"/>
                        </a:lnTo>
                        <a:lnTo>
                          <a:pt x="16" y="48"/>
                        </a:lnTo>
                        <a:lnTo>
                          <a:pt x="16" y="56"/>
                        </a:lnTo>
                        <a:lnTo>
                          <a:pt x="16" y="64"/>
                        </a:lnTo>
                        <a:lnTo>
                          <a:pt x="8" y="64"/>
                        </a:lnTo>
                        <a:lnTo>
                          <a:pt x="0" y="72"/>
                        </a:lnTo>
                        <a:lnTo>
                          <a:pt x="8" y="72"/>
                        </a:lnTo>
                        <a:lnTo>
                          <a:pt x="16" y="72"/>
                        </a:lnTo>
                        <a:lnTo>
                          <a:pt x="32" y="64"/>
                        </a:lnTo>
                        <a:lnTo>
                          <a:pt x="48" y="64"/>
                        </a:lnTo>
                        <a:lnTo>
                          <a:pt x="48" y="80"/>
                        </a:lnTo>
                        <a:lnTo>
                          <a:pt x="56" y="88"/>
                        </a:lnTo>
                        <a:lnTo>
                          <a:pt x="56" y="80"/>
                        </a:lnTo>
                        <a:lnTo>
                          <a:pt x="56" y="72"/>
                        </a:lnTo>
                        <a:lnTo>
                          <a:pt x="64" y="64"/>
                        </a:lnTo>
                        <a:lnTo>
                          <a:pt x="56" y="5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53" name="Freeform 155">
                    <a:extLst>
                      <a:ext uri="{FF2B5EF4-FFF2-40B4-BE49-F238E27FC236}">
                        <a16:creationId xmlns:a16="http://schemas.microsoft.com/office/drawing/2014/main" id="{0003F3F7-28B2-65D5-0F04-E6F6E26D5309}"/>
                      </a:ext>
                    </a:extLst>
                  </p:cNvPr>
                  <p:cNvSpPr>
                    <a:spLocks/>
                  </p:cNvSpPr>
                  <p:nvPr/>
                </p:nvSpPr>
                <p:spPr bwMode="gray">
                  <a:xfrm>
                    <a:off x="2795" y="2031"/>
                    <a:ext cx="56" cy="45"/>
                  </a:xfrm>
                  <a:custGeom>
                    <a:avLst/>
                    <a:gdLst>
                      <a:gd name="T0" fmla="*/ 27 w 80"/>
                      <a:gd name="T1" fmla="*/ 14 h 64"/>
                      <a:gd name="T2" fmla="*/ 25 w 80"/>
                      <a:gd name="T3" fmla="*/ 14 h 64"/>
                      <a:gd name="T4" fmla="*/ 25 w 80"/>
                      <a:gd name="T5" fmla="*/ 17 h 64"/>
                      <a:gd name="T6" fmla="*/ 25 w 80"/>
                      <a:gd name="T7" fmla="*/ 23 h 64"/>
                      <a:gd name="T8" fmla="*/ 19 w 80"/>
                      <a:gd name="T9" fmla="*/ 17 h 64"/>
                      <a:gd name="T10" fmla="*/ 17 w 80"/>
                      <a:gd name="T11" fmla="*/ 17 h 64"/>
                      <a:gd name="T12" fmla="*/ 10 w 80"/>
                      <a:gd name="T13" fmla="*/ 14 h 64"/>
                      <a:gd name="T14" fmla="*/ 6 w 80"/>
                      <a:gd name="T15" fmla="*/ 11 h 64"/>
                      <a:gd name="T16" fmla="*/ 0 w 80"/>
                      <a:gd name="T17" fmla="*/ 6 h 64"/>
                      <a:gd name="T18" fmla="*/ 3 w 80"/>
                      <a:gd name="T19" fmla="*/ 3 h 64"/>
                      <a:gd name="T20" fmla="*/ 6 w 80"/>
                      <a:gd name="T21" fmla="*/ 3 h 64"/>
                      <a:gd name="T22" fmla="*/ 8 w 80"/>
                      <a:gd name="T23" fmla="*/ 3 h 64"/>
                      <a:gd name="T24" fmla="*/ 10 w 80"/>
                      <a:gd name="T25" fmla="*/ 3 h 64"/>
                      <a:gd name="T26" fmla="*/ 17 w 80"/>
                      <a:gd name="T27" fmla="*/ 0 h 64"/>
                      <a:gd name="T28" fmla="*/ 22 w 80"/>
                      <a:gd name="T29" fmla="*/ 0 h 64"/>
                      <a:gd name="T30" fmla="*/ 22 w 80"/>
                      <a:gd name="T31" fmla="*/ 6 h 64"/>
                      <a:gd name="T32" fmla="*/ 25 w 80"/>
                      <a:gd name="T33" fmla="*/ 8 h 64"/>
                      <a:gd name="T34" fmla="*/ 25 w 80"/>
                      <a:gd name="T35" fmla="*/ 6 h 64"/>
                      <a:gd name="T36" fmla="*/ 25 w 80"/>
                      <a:gd name="T37" fmla="*/ 8 h 64"/>
                      <a:gd name="T38" fmla="*/ 27 w 80"/>
                      <a:gd name="T39" fmla="*/ 14 h 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64"/>
                      <a:gd name="T62" fmla="*/ 80 w 80"/>
                      <a:gd name="T63" fmla="*/ 64 h 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64">
                        <a:moveTo>
                          <a:pt x="80" y="40"/>
                        </a:moveTo>
                        <a:lnTo>
                          <a:pt x="72" y="40"/>
                        </a:lnTo>
                        <a:lnTo>
                          <a:pt x="72" y="48"/>
                        </a:lnTo>
                        <a:lnTo>
                          <a:pt x="72" y="64"/>
                        </a:lnTo>
                        <a:lnTo>
                          <a:pt x="56" y="48"/>
                        </a:lnTo>
                        <a:lnTo>
                          <a:pt x="48" y="48"/>
                        </a:lnTo>
                        <a:lnTo>
                          <a:pt x="32" y="40"/>
                        </a:lnTo>
                        <a:lnTo>
                          <a:pt x="16" y="32"/>
                        </a:lnTo>
                        <a:lnTo>
                          <a:pt x="0" y="16"/>
                        </a:lnTo>
                        <a:lnTo>
                          <a:pt x="8" y="8"/>
                        </a:lnTo>
                        <a:lnTo>
                          <a:pt x="16" y="8"/>
                        </a:lnTo>
                        <a:lnTo>
                          <a:pt x="24" y="8"/>
                        </a:lnTo>
                        <a:lnTo>
                          <a:pt x="32" y="8"/>
                        </a:lnTo>
                        <a:lnTo>
                          <a:pt x="48" y="0"/>
                        </a:lnTo>
                        <a:lnTo>
                          <a:pt x="64" y="0"/>
                        </a:lnTo>
                        <a:lnTo>
                          <a:pt x="64" y="16"/>
                        </a:lnTo>
                        <a:lnTo>
                          <a:pt x="72" y="24"/>
                        </a:lnTo>
                        <a:lnTo>
                          <a:pt x="72" y="16"/>
                        </a:lnTo>
                        <a:lnTo>
                          <a:pt x="72" y="24"/>
                        </a:lnTo>
                        <a:lnTo>
                          <a:pt x="80" y="4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54" name="Freeform 156">
                    <a:extLst>
                      <a:ext uri="{FF2B5EF4-FFF2-40B4-BE49-F238E27FC236}">
                        <a16:creationId xmlns:a16="http://schemas.microsoft.com/office/drawing/2014/main" id="{3F87537B-2536-B20F-DCFC-D3EB0611013B}"/>
                      </a:ext>
                    </a:extLst>
                  </p:cNvPr>
                  <p:cNvSpPr>
                    <a:spLocks/>
                  </p:cNvSpPr>
                  <p:nvPr/>
                </p:nvSpPr>
                <p:spPr bwMode="gray">
                  <a:xfrm>
                    <a:off x="3132" y="2228"/>
                    <a:ext cx="40" cy="34"/>
                  </a:xfrm>
                  <a:custGeom>
                    <a:avLst/>
                    <a:gdLst>
                      <a:gd name="T0" fmla="*/ 3 w 56"/>
                      <a:gd name="T1" fmla="*/ 0 h 48"/>
                      <a:gd name="T2" fmla="*/ 9 w 56"/>
                      <a:gd name="T3" fmla="*/ 0 h 48"/>
                      <a:gd name="T4" fmla="*/ 11 w 56"/>
                      <a:gd name="T5" fmla="*/ 0 h 48"/>
                      <a:gd name="T6" fmla="*/ 21 w 56"/>
                      <a:gd name="T7" fmla="*/ 9 h 48"/>
                      <a:gd name="T8" fmla="*/ 21 w 56"/>
                      <a:gd name="T9" fmla="*/ 11 h 48"/>
                      <a:gd name="T10" fmla="*/ 17 w 56"/>
                      <a:gd name="T11" fmla="*/ 11 h 48"/>
                      <a:gd name="T12" fmla="*/ 11 w 56"/>
                      <a:gd name="T13" fmla="*/ 11 h 48"/>
                      <a:gd name="T14" fmla="*/ 6 w 56"/>
                      <a:gd name="T15" fmla="*/ 14 h 48"/>
                      <a:gd name="T16" fmla="*/ 3 w 56"/>
                      <a:gd name="T17" fmla="*/ 17 h 48"/>
                      <a:gd name="T18" fmla="*/ 3 w 56"/>
                      <a:gd name="T19" fmla="*/ 14 h 48"/>
                      <a:gd name="T20" fmla="*/ 0 w 56"/>
                      <a:gd name="T21" fmla="*/ 11 h 48"/>
                      <a:gd name="T22" fmla="*/ 6 w 56"/>
                      <a:gd name="T23" fmla="*/ 9 h 48"/>
                      <a:gd name="T24" fmla="*/ 6 w 56"/>
                      <a:gd name="T25" fmla="*/ 6 h 48"/>
                      <a:gd name="T26" fmla="*/ 3 w 56"/>
                      <a:gd name="T27" fmla="*/ 0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
                      <a:gd name="T43" fmla="*/ 0 h 48"/>
                      <a:gd name="T44" fmla="*/ 56 w 56"/>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 h="48">
                        <a:moveTo>
                          <a:pt x="8" y="0"/>
                        </a:moveTo>
                        <a:lnTo>
                          <a:pt x="24" y="0"/>
                        </a:lnTo>
                        <a:lnTo>
                          <a:pt x="32" y="0"/>
                        </a:lnTo>
                        <a:lnTo>
                          <a:pt x="56" y="24"/>
                        </a:lnTo>
                        <a:lnTo>
                          <a:pt x="56" y="32"/>
                        </a:lnTo>
                        <a:lnTo>
                          <a:pt x="48" y="32"/>
                        </a:lnTo>
                        <a:lnTo>
                          <a:pt x="32" y="32"/>
                        </a:lnTo>
                        <a:lnTo>
                          <a:pt x="16" y="40"/>
                        </a:lnTo>
                        <a:lnTo>
                          <a:pt x="8" y="48"/>
                        </a:lnTo>
                        <a:lnTo>
                          <a:pt x="8" y="40"/>
                        </a:lnTo>
                        <a:lnTo>
                          <a:pt x="0" y="32"/>
                        </a:lnTo>
                        <a:lnTo>
                          <a:pt x="16" y="24"/>
                        </a:lnTo>
                        <a:lnTo>
                          <a:pt x="16" y="16"/>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55" name="Freeform 157">
                    <a:extLst>
                      <a:ext uri="{FF2B5EF4-FFF2-40B4-BE49-F238E27FC236}">
                        <a16:creationId xmlns:a16="http://schemas.microsoft.com/office/drawing/2014/main" id="{2BC85741-8F41-7C23-2471-6F75BEDB8721}"/>
                      </a:ext>
                    </a:extLst>
                  </p:cNvPr>
                  <p:cNvSpPr>
                    <a:spLocks/>
                  </p:cNvSpPr>
                  <p:nvPr/>
                </p:nvSpPr>
                <p:spPr bwMode="gray">
                  <a:xfrm>
                    <a:off x="3093" y="1913"/>
                    <a:ext cx="129" cy="118"/>
                  </a:xfrm>
                  <a:custGeom>
                    <a:avLst/>
                    <a:gdLst>
                      <a:gd name="T0" fmla="*/ 58 w 184"/>
                      <a:gd name="T1" fmla="*/ 50 h 168"/>
                      <a:gd name="T2" fmla="*/ 53 w 184"/>
                      <a:gd name="T3" fmla="*/ 50 h 168"/>
                      <a:gd name="T4" fmla="*/ 50 w 184"/>
                      <a:gd name="T5" fmla="*/ 55 h 168"/>
                      <a:gd name="T6" fmla="*/ 47 w 184"/>
                      <a:gd name="T7" fmla="*/ 55 h 168"/>
                      <a:gd name="T8" fmla="*/ 36 w 184"/>
                      <a:gd name="T9" fmla="*/ 53 h 168"/>
                      <a:gd name="T10" fmla="*/ 33 w 184"/>
                      <a:gd name="T11" fmla="*/ 53 h 168"/>
                      <a:gd name="T12" fmla="*/ 27 w 184"/>
                      <a:gd name="T13" fmla="*/ 53 h 168"/>
                      <a:gd name="T14" fmla="*/ 25 w 184"/>
                      <a:gd name="T15" fmla="*/ 53 h 168"/>
                      <a:gd name="T16" fmla="*/ 19 w 184"/>
                      <a:gd name="T17" fmla="*/ 50 h 168"/>
                      <a:gd name="T18" fmla="*/ 14 w 184"/>
                      <a:gd name="T19" fmla="*/ 50 h 168"/>
                      <a:gd name="T20" fmla="*/ 8 w 184"/>
                      <a:gd name="T21" fmla="*/ 58 h 168"/>
                      <a:gd name="T22" fmla="*/ 6 w 184"/>
                      <a:gd name="T23" fmla="*/ 53 h 168"/>
                      <a:gd name="T24" fmla="*/ 0 w 184"/>
                      <a:gd name="T25" fmla="*/ 47 h 168"/>
                      <a:gd name="T26" fmla="*/ 6 w 184"/>
                      <a:gd name="T27" fmla="*/ 41 h 168"/>
                      <a:gd name="T28" fmla="*/ 3 w 184"/>
                      <a:gd name="T29" fmla="*/ 33 h 168"/>
                      <a:gd name="T30" fmla="*/ 3 w 184"/>
                      <a:gd name="T31" fmla="*/ 25 h 168"/>
                      <a:gd name="T32" fmla="*/ 8 w 184"/>
                      <a:gd name="T33" fmla="*/ 27 h 168"/>
                      <a:gd name="T34" fmla="*/ 11 w 184"/>
                      <a:gd name="T35" fmla="*/ 25 h 168"/>
                      <a:gd name="T36" fmla="*/ 11 w 184"/>
                      <a:gd name="T37" fmla="*/ 22 h 168"/>
                      <a:gd name="T38" fmla="*/ 17 w 184"/>
                      <a:gd name="T39" fmla="*/ 19 h 168"/>
                      <a:gd name="T40" fmla="*/ 19 w 184"/>
                      <a:gd name="T41" fmla="*/ 14 h 168"/>
                      <a:gd name="T42" fmla="*/ 25 w 184"/>
                      <a:gd name="T43" fmla="*/ 8 h 168"/>
                      <a:gd name="T44" fmla="*/ 27 w 184"/>
                      <a:gd name="T45" fmla="*/ 8 h 168"/>
                      <a:gd name="T46" fmla="*/ 33 w 184"/>
                      <a:gd name="T47" fmla="*/ 0 h 168"/>
                      <a:gd name="T48" fmla="*/ 39 w 184"/>
                      <a:gd name="T49" fmla="*/ 3 h 168"/>
                      <a:gd name="T50" fmla="*/ 41 w 184"/>
                      <a:gd name="T51" fmla="*/ 6 h 168"/>
                      <a:gd name="T52" fmla="*/ 44 w 184"/>
                      <a:gd name="T53" fmla="*/ 6 h 168"/>
                      <a:gd name="T54" fmla="*/ 50 w 184"/>
                      <a:gd name="T55" fmla="*/ 6 h 168"/>
                      <a:gd name="T56" fmla="*/ 53 w 184"/>
                      <a:gd name="T57" fmla="*/ 8 h 168"/>
                      <a:gd name="T58" fmla="*/ 53 w 184"/>
                      <a:gd name="T59" fmla="*/ 19 h 168"/>
                      <a:gd name="T60" fmla="*/ 58 w 184"/>
                      <a:gd name="T61" fmla="*/ 27 h 168"/>
                      <a:gd name="T62" fmla="*/ 63 w 184"/>
                      <a:gd name="T63" fmla="*/ 33 h 168"/>
                      <a:gd name="T64" fmla="*/ 63 w 184"/>
                      <a:gd name="T65" fmla="*/ 39 h 168"/>
                      <a:gd name="T66" fmla="*/ 60 w 184"/>
                      <a:gd name="T67" fmla="*/ 39 h 168"/>
                      <a:gd name="T68" fmla="*/ 58 w 184"/>
                      <a:gd name="T69" fmla="*/ 36 h 168"/>
                      <a:gd name="T70" fmla="*/ 53 w 184"/>
                      <a:gd name="T71" fmla="*/ 36 h 168"/>
                      <a:gd name="T72" fmla="*/ 55 w 184"/>
                      <a:gd name="T73" fmla="*/ 41 h 168"/>
                      <a:gd name="T74" fmla="*/ 58 w 184"/>
                      <a:gd name="T75" fmla="*/ 44 h 168"/>
                      <a:gd name="T76" fmla="*/ 58 w 184"/>
                      <a:gd name="T77" fmla="*/ 50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84"/>
                      <a:gd name="T118" fmla="*/ 0 h 168"/>
                      <a:gd name="T119" fmla="*/ 184 w 184"/>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84" h="168">
                        <a:moveTo>
                          <a:pt x="168" y="144"/>
                        </a:moveTo>
                        <a:lnTo>
                          <a:pt x="152" y="144"/>
                        </a:lnTo>
                        <a:lnTo>
                          <a:pt x="144" y="160"/>
                        </a:lnTo>
                        <a:lnTo>
                          <a:pt x="136" y="160"/>
                        </a:lnTo>
                        <a:lnTo>
                          <a:pt x="104" y="152"/>
                        </a:lnTo>
                        <a:lnTo>
                          <a:pt x="96" y="152"/>
                        </a:lnTo>
                        <a:lnTo>
                          <a:pt x="80" y="152"/>
                        </a:lnTo>
                        <a:lnTo>
                          <a:pt x="72" y="152"/>
                        </a:lnTo>
                        <a:lnTo>
                          <a:pt x="56" y="144"/>
                        </a:lnTo>
                        <a:lnTo>
                          <a:pt x="40" y="144"/>
                        </a:lnTo>
                        <a:lnTo>
                          <a:pt x="24" y="168"/>
                        </a:lnTo>
                        <a:lnTo>
                          <a:pt x="16" y="152"/>
                        </a:lnTo>
                        <a:lnTo>
                          <a:pt x="0" y="136"/>
                        </a:lnTo>
                        <a:lnTo>
                          <a:pt x="16" y="120"/>
                        </a:lnTo>
                        <a:lnTo>
                          <a:pt x="8" y="96"/>
                        </a:lnTo>
                        <a:lnTo>
                          <a:pt x="8" y="72"/>
                        </a:lnTo>
                        <a:lnTo>
                          <a:pt x="24" y="80"/>
                        </a:lnTo>
                        <a:lnTo>
                          <a:pt x="32" y="72"/>
                        </a:lnTo>
                        <a:lnTo>
                          <a:pt x="32" y="64"/>
                        </a:lnTo>
                        <a:lnTo>
                          <a:pt x="48" y="56"/>
                        </a:lnTo>
                        <a:lnTo>
                          <a:pt x="56" y="40"/>
                        </a:lnTo>
                        <a:lnTo>
                          <a:pt x="72" y="24"/>
                        </a:lnTo>
                        <a:lnTo>
                          <a:pt x="80" y="24"/>
                        </a:lnTo>
                        <a:lnTo>
                          <a:pt x="96" y="0"/>
                        </a:lnTo>
                        <a:lnTo>
                          <a:pt x="112" y="8"/>
                        </a:lnTo>
                        <a:lnTo>
                          <a:pt x="120" y="16"/>
                        </a:lnTo>
                        <a:lnTo>
                          <a:pt x="128" y="16"/>
                        </a:lnTo>
                        <a:lnTo>
                          <a:pt x="144" y="16"/>
                        </a:lnTo>
                        <a:lnTo>
                          <a:pt x="152" y="24"/>
                        </a:lnTo>
                        <a:lnTo>
                          <a:pt x="152" y="56"/>
                        </a:lnTo>
                        <a:lnTo>
                          <a:pt x="168" y="80"/>
                        </a:lnTo>
                        <a:lnTo>
                          <a:pt x="184" y="96"/>
                        </a:lnTo>
                        <a:lnTo>
                          <a:pt x="184" y="112"/>
                        </a:lnTo>
                        <a:lnTo>
                          <a:pt x="176" y="112"/>
                        </a:lnTo>
                        <a:lnTo>
                          <a:pt x="168" y="104"/>
                        </a:lnTo>
                        <a:lnTo>
                          <a:pt x="152" y="104"/>
                        </a:lnTo>
                        <a:lnTo>
                          <a:pt x="160" y="120"/>
                        </a:lnTo>
                        <a:lnTo>
                          <a:pt x="168" y="128"/>
                        </a:lnTo>
                        <a:lnTo>
                          <a:pt x="168" y="14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56" name="Freeform 158">
                    <a:extLst>
                      <a:ext uri="{FF2B5EF4-FFF2-40B4-BE49-F238E27FC236}">
                        <a16:creationId xmlns:a16="http://schemas.microsoft.com/office/drawing/2014/main" id="{B055A335-E507-4E66-7478-AC9D05239F20}"/>
                      </a:ext>
                    </a:extLst>
                  </p:cNvPr>
                  <p:cNvSpPr>
                    <a:spLocks/>
                  </p:cNvSpPr>
                  <p:nvPr/>
                </p:nvSpPr>
                <p:spPr bwMode="gray">
                  <a:xfrm>
                    <a:off x="2963" y="1947"/>
                    <a:ext cx="147" cy="135"/>
                  </a:xfrm>
                  <a:custGeom>
                    <a:avLst/>
                    <a:gdLst>
                      <a:gd name="T0" fmla="*/ 0 w 208"/>
                      <a:gd name="T1" fmla="*/ 14 h 192"/>
                      <a:gd name="T2" fmla="*/ 6 w 208"/>
                      <a:gd name="T3" fmla="*/ 11 h 192"/>
                      <a:gd name="T4" fmla="*/ 11 w 208"/>
                      <a:gd name="T5" fmla="*/ 8 h 192"/>
                      <a:gd name="T6" fmla="*/ 17 w 208"/>
                      <a:gd name="T7" fmla="*/ 6 h 192"/>
                      <a:gd name="T8" fmla="*/ 23 w 208"/>
                      <a:gd name="T9" fmla="*/ 3 h 192"/>
                      <a:gd name="T10" fmla="*/ 25 w 208"/>
                      <a:gd name="T11" fmla="*/ 0 h 192"/>
                      <a:gd name="T12" fmla="*/ 31 w 208"/>
                      <a:gd name="T13" fmla="*/ 3 h 192"/>
                      <a:gd name="T14" fmla="*/ 31 w 208"/>
                      <a:gd name="T15" fmla="*/ 8 h 192"/>
                      <a:gd name="T16" fmla="*/ 37 w 208"/>
                      <a:gd name="T17" fmla="*/ 8 h 192"/>
                      <a:gd name="T18" fmla="*/ 42 w 208"/>
                      <a:gd name="T19" fmla="*/ 6 h 192"/>
                      <a:gd name="T20" fmla="*/ 45 w 208"/>
                      <a:gd name="T21" fmla="*/ 6 h 192"/>
                      <a:gd name="T22" fmla="*/ 54 w 208"/>
                      <a:gd name="T23" fmla="*/ 8 h 192"/>
                      <a:gd name="T24" fmla="*/ 62 w 208"/>
                      <a:gd name="T25" fmla="*/ 6 h 192"/>
                      <a:gd name="T26" fmla="*/ 65 w 208"/>
                      <a:gd name="T27" fmla="*/ 6 h 192"/>
                      <a:gd name="T28" fmla="*/ 68 w 208"/>
                      <a:gd name="T29" fmla="*/ 8 h 192"/>
                      <a:gd name="T30" fmla="*/ 68 w 208"/>
                      <a:gd name="T31" fmla="*/ 17 h 192"/>
                      <a:gd name="T32" fmla="*/ 71 w 208"/>
                      <a:gd name="T33" fmla="*/ 25 h 192"/>
                      <a:gd name="T34" fmla="*/ 65 w 208"/>
                      <a:gd name="T35" fmla="*/ 31 h 192"/>
                      <a:gd name="T36" fmla="*/ 71 w 208"/>
                      <a:gd name="T37" fmla="*/ 36 h 192"/>
                      <a:gd name="T38" fmla="*/ 74 w 208"/>
                      <a:gd name="T39" fmla="*/ 41 h 192"/>
                      <a:gd name="T40" fmla="*/ 74 w 208"/>
                      <a:gd name="T41" fmla="*/ 50 h 192"/>
                      <a:gd name="T42" fmla="*/ 62 w 208"/>
                      <a:gd name="T43" fmla="*/ 61 h 192"/>
                      <a:gd name="T44" fmla="*/ 65 w 208"/>
                      <a:gd name="T45" fmla="*/ 64 h 192"/>
                      <a:gd name="T46" fmla="*/ 59 w 208"/>
                      <a:gd name="T47" fmla="*/ 67 h 192"/>
                      <a:gd name="T48" fmla="*/ 57 w 208"/>
                      <a:gd name="T49" fmla="*/ 64 h 192"/>
                      <a:gd name="T50" fmla="*/ 42 w 208"/>
                      <a:gd name="T51" fmla="*/ 64 h 192"/>
                      <a:gd name="T52" fmla="*/ 37 w 208"/>
                      <a:gd name="T53" fmla="*/ 61 h 192"/>
                      <a:gd name="T54" fmla="*/ 31 w 208"/>
                      <a:gd name="T55" fmla="*/ 61 h 192"/>
                      <a:gd name="T56" fmla="*/ 20 w 208"/>
                      <a:gd name="T57" fmla="*/ 53 h 192"/>
                      <a:gd name="T58" fmla="*/ 17 w 208"/>
                      <a:gd name="T59" fmla="*/ 53 h 192"/>
                      <a:gd name="T60" fmla="*/ 11 w 208"/>
                      <a:gd name="T61" fmla="*/ 48 h 192"/>
                      <a:gd name="T62" fmla="*/ 8 w 208"/>
                      <a:gd name="T63" fmla="*/ 44 h 192"/>
                      <a:gd name="T64" fmla="*/ 0 w 208"/>
                      <a:gd name="T65" fmla="*/ 27 h 192"/>
                      <a:gd name="T66" fmla="*/ 3 w 208"/>
                      <a:gd name="T67" fmla="*/ 19 h 192"/>
                      <a:gd name="T68" fmla="*/ 0 w 208"/>
                      <a:gd name="T69" fmla="*/ 14 h 1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8"/>
                      <a:gd name="T106" fmla="*/ 0 h 192"/>
                      <a:gd name="T107" fmla="*/ 208 w 208"/>
                      <a:gd name="T108" fmla="*/ 192 h 1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8" h="192">
                        <a:moveTo>
                          <a:pt x="0" y="40"/>
                        </a:moveTo>
                        <a:lnTo>
                          <a:pt x="16" y="32"/>
                        </a:lnTo>
                        <a:lnTo>
                          <a:pt x="32" y="24"/>
                        </a:lnTo>
                        <a:lnTo>
                          <a:pt x="48" y="16"/>
                        </a:lnTo>
                        <a:lnTo>
                          <a:pt x="64" y="8"/>
                        </a:lnTo>
                        <a:lnTo>
                          <a:pt x="72" y="0"/>
                        </a:lnTo>
                        <a:lnTo>
                          <a:pt x="88" y="8"/>
                        </a:lnTo>
                        <a:lnTo>
                          <a:pt x="88" y="24"/>
                        </a:lnTo>
                        <a:lnTo>
                          <a:pt x="104" y="24"/>
                        </a:lnTo>
                        <a:lnTo>
                          <a:pt x="120" y="16"/>
                        </a:lnTo>
                        <a:lnTo>
                          <a:pt x="128" y="16"/>
                        </a:lnTo>
                        <a:lnTo>
                          <a:pt x="152" y="24"/>
                        </a:lnTo>
                        <a:lnTo>
                          <a:pt x="176" y="16"/>
                        </a:lnTo>
                        <a:lnTo>
                          <a:pt x="184" y="16"/>
                        </a:lnTo>
                        <a:lnTo>
                          <a:pt x="192" y="24"/>
                        </a:lnTo>
                        <a:lnTo>
                          <a:pt x="192" y="48"/>
                        </a:lnTo>
                        <a:lnTo>
                          <a:pt x="200" y="72"/>
                        </a:lnTo>
                        <a:lnTo>
                          <a:pt x="184" y="88"/>
                        </a:lnTo>
                        <a:lnTo>
                          <a:pt x="200" y="104"/>
                        </a:lnTo>
                        <a:lnTo>
                          <a:pt x="208" y="120"/>
                        </a:lnTo>
                        <a:lnTo>
                          <a:pt x="208" y="144"/>
                        </a:lnTo>
                        <a:lnTo>
                          <a:pt x="176" y="176"/>
                        </a:lnTo>
                        <a:lnTo>
                          <a:pt x="184" y="184"/>
                        </a:lnTo>
                        <a:lnTo>
                          <a:pt x="168" y="192"/>
                        </a:lnTo>
                        <a:lnTo>
                          <a:pt x="160" y="184"/>
                        </a:lnTo>
                        <a:lnTo>
                          <a:pt x="120" y="184"/>
                        </a:lnTo>
                        <a:lnTo>
                          <a:pt x="104" y="176"/>
                        </a:lnTo>
                        <a:lnTo>
                          <a:pt x="88" y="176"/>
                        </a:lnTo>
                        <a:lnTo>
                          <a:pt x="56" y="152"/>
                        </a:lnTo>
                        <a:lnTo>
                          <a:pt x="48" y="152"/>
                        </a:lnTo>
                        <a:lnTo>
                          <a:pt x="32" y="136"/>
                        </a:lnTo>
                        <a:lnTo>
                          <a:pt x="24" y="128"/>
                        </a:lnTo>
                        <a:lnTo>
                          <a:pt x="0" y="80"/>
                        </a:lnTo>
                        <a:lnTo>
                          <a:pt x="8" y="56"/>
                        </a:lnTo>
                        <a:lnTo>
                          <a:pt x="0" y="4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57" name="Freeform 159">
                    <a:extLst>
                      <a:ext uri="{FF2B5EF4-FFF2-40B4-BE49-F238E27FC236}">
                        <a16:creationId xmlns:a16="http://schemas.microsoft.com/office/drawing/2014/main" id="{5B374215-96A4-D5CD-9F86-2D0BC62CB20B}"/>
                      </a:ext>
                    </a:extLst>
                  </p:cNvPr>
                  <p:cNvSpPr>
                    <a:spLocks/>
                  </p:cNvSpPr>
                  <p:nvPr/>
                </p:nvSpPr>
                <p:spPr bwMode="gray">
                  <a:xfrm>
                    <a:off x="3008" y="2070"/>
                    <a:ext cx="74" cy="34"/>
                  </a:xfrm>
                  <a:custGeom>
                    <a:avLst/>
                    <a:gdLst>
                      <a:gd name="T0" fmla="*/ 38 w 104"/>
                      <a:gd name="T1" fmla="*/ 6 h 48"/>
                      <a:gd name="T2" fmla="*/ 34 w 104"/>
                      <a:gd name="T3" fmla="*/ 3 h 48"/>
                      <a:gd name="T4" fmla="*/ 20 w 104"/>
                      <a:gd name="T5" fmla="*/ 3 h 48"/>
                      <a:gd name="T6" fmla="*/ 14 w 104"/>
                      <a:gd name="T7" fmla="*/ 0 h 48"/>
                      <a:gd name="T8" fmla="*/ 11 w 104"/>
                      <a:gd name="T9" fmla="*/ 6 h 48"/>
                      <a:gd name="T10" fmla="*/ 9 w 104"/>
                      <a:gd name="T11" fmla="*/ 6 h 48"/>
                      <a:gd name="T12" fmla="*/ 6 w 104"/>
                      <a:gd name="T13" fmla="*/ 9 h 48"/>
                      <a:gd name="T14" fmla="*/ 0 w 104"/>
                      <a:gd name="T15" fmla="*/ 11 h 48"/>
                      <a:gd name="T16" fmla="*/ 0 w 104"/>
                      <a:gd name="T17" fmla="*/ 17 h 48"/>
                      <a:gd name="T18" fmla="*/ 3 w 104"/>
                      <a:gd name="T19" fmla="*/ 17 h 48"/>
                      <a:gd name="T20" fmla="*/ 6 w 104"/>
                      <a:gd name="T21" fmla="*/ 17 h 48"/>
                      <a:gd name="T22" fmla="*/ 11 w 104"/>
                      <a:gd name="T23" fmla="*/ 17 h 48"/>
                      <a:gd name="T24" fmla="*/ 17 w 104"/>
                      <a:gd name="T25" fmla="*/ 17 h 48"/>
                      <a:gd name="T26" fmla="*/ 23 w 104"/>
                      <a:gd name="T27" fmla="*/ 11 h 48"/>
                      <a:gd name="T28" fmla="*/ 32 w 104"/>
                      <a:gd name="T29" fmla="*/ 11 h 48"/>
                      <a:gd name="T30" fmla="*/ 34 w 104"/>
                      <a:gd name="T31" fmla="*/ 11 h 48"/>
                      <a:gd name="T32" fmla="*/ 38 w 104"/>
                      <a:gd name="T33" fmla="*/ 11 h 48"/>
                      <a:gd name="T34" fmla="*/ 38 w 104"/>
                      <a:gd name="T35" fmla="*/ 6 h 4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4"/>
                      <a:gd name="T55" fmla="*/ 0 h 48"/>
                      <a:gd name="T56" fmla="*/ 104 w 104"/>
                      <a:gd name="T57" fmla="*/ 48 h 4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4" h="48">
                        <a:moveTo>
                          <a:pt x="104" y="16"/>
                        </a:moveTo>
                        <a:lnTo>
                          <a:pt x="96" y="8"/>
                        </a:lnTo>
                        <a:lnTo>
                          <a:pt x="56" y="8"/>
                        </a:lnTo>
                        <a:lnTo>
                          <a:pt x="40" y="0"/>
                        </a:lnTo>
                        <a:lnTo>
                          <a:pt x="32" y="16"/>
                        </a:lnTo>
                        <a:lnTo>
                          <a:pt x="24" y="16"/>
                        </a:lnTo>
                        <a:lnTo>
                          <a:pt x="16" y="24"/>
                        </a:lnTo>
                        <a:lnTo>
                          <a:pt x="0" y="32"/>
                        </a:lnTo>
                        <a:lnTo>
                          <a:pt x="0" y="48"/>
                        </a:lnTo>
                        <a:lnTo>
                          <a:pt x="8" y="48"/>
                        </a:lnTo>
                        <a:lnTo>
                          <a:pt x="16" y="48"/>
                        </a:lnTo>
                        <a:lnTo>
                          <a:pt x="32" y="48"/>
                        </a:lnTo>
                        <a:lnTo>
                          <a:pt x="48" y="48"/>
                        </a:lnTo>
                        <a:lnTo>
                          <a:pt x="64" y="32"/>
                        </a:lnTo>
                        <a:lnTo>
                          <a:pt x="88" y="32"/>
                        </a:lnTo>
                        <a:lnTo>
                          <a:pt x="96" y="32"/>
                        </a:lnTo>
                        <a:lnTo>
                          <a:pt x="104" y="32"/>
                        </a:lnTo>
                        <a:lnTo>
                          <a:pt x="104"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58" name="Freeform 160">
                    <a:extLst>
                      <a:ext uri="{FF2B5EF4-FFF2-40B4-BE49-F238E27FC236}">
                        <a16:creationId xmlns:a16="http://schemas.microsoft.com/office/drawing/2014/main" id="{A5C72359-3C97-C960-AE48-F1FF780C402C}"/>
                      </a:ext>
                    </a:extLst>
                  </p:cNvPr>
                  <p:cNvSpPr>
                    <a:spLocks/>
                  </p:cNvSpPr>
                  <p:nvPr/>
                </p:nvSpPr>
                <p:spPr bwMode="gray">
                  <a:xfrm>
                    <a:off x="2997" y="2093"/>
                    <a:ext cx="96" cy="62"/>
                  </a:xfrm>
                  <a:custGeom>
                    <a:avLst/>
                    <a:gdLst>
                      <a:gd name="T0" fmla="*/ 42 w 136"/>
                      <a:gd name="T1" fmla="*/ 0 h 88"/>
                      <a:gd name="T2" fmla="*/ 40 w 136"/>
                      <a:gd name="T3" fmla="*/ 0 h 88"/>
                      <a:gd name="T4" fmla="*/ 37 w 136"/>
                      <a:gd name="T5" fmla="*/ 0 h 88"/>
                      <a:gd name="T6" fmla="*/ 28 w 136"/>
                      <a:gd name="T7" fmla="*/ 0 h 88"/>
                      <a:gd name="T8" fmla="*/ 23 w 136"/>
                      <a:gd name="T9" fmla="*/ 6 h 88"/>
                      <a:gd name="T10" fmla="*/ 17 w 136"/>
                      <a:gd name="T11" fmla="*/ 6 h 88"/>
                      <a:gd name="T12" fmla="*/ 11 w 136"/>
                      <a:gd name="T13" fmla="*/ 6 h 88"/>
                      <a:gd name="T14" fmla="*/ 8 w 136"/>
                      <a:gd name="T15" fmla="*/ 6 h 88"/>
                      <a:gd name="T16" fmla="*/ 6 w 136"/>
                      <a:gd name="T17" fmla="*/ 6 h 88"/>
                      <a:gd name="T18" fmla="*/ 3 w 136"/>
                      <a:gd name="T19" fmla="*/ 6 h 88"/>
                      <a:gd name="T20" fmla="*/ 3 w 136"/>
                      <a:gd name="T21" fmla="*/ 8 h 88"/>
                      <a:gd name="T22" fmla="*/ 0 w 136"/>
                      <a:gd name="T23" fmla="*/ 11 h 88"/>
                      <a:gd name="T24" fmla="*/ 0 w 136"/>
                      <a:gd name="T25" fmla="*/ 17 h 88"/>
                      <a:gd name="T26" fmla="*/ 0 w 136"/>
                      <a:gd name="T27" fmla="*/ 19 h 88"/>
                      <a:gd name="T28" fmla="*/ 3 w 136"/>
                      <a:gd name="T29" fmla="*/ 23 h 88"/>
                      <a:gd name="T30" fmla="*/ 8 w 136"/>
                      <a:gd name="T31" fmla="*/ 27 h 88"/>
                      <a:gd name="T32" fmla="*/ 17 w 136"/>
                      <a:gd name="T33" fmla="*/ 31 h 88"/>
                      <a:gd name="T34" fmla="*/ 20 w 136"/>
                      <a:gd name="T35" fmla="*/ 27 h 88"/>
                      <a:gd name="T36" fmla="*/ 25 w 136"/>
                      <a:gd name="T37" fmla="*/ 25 h 88"/>
                      <a:gd name="T38" fmla="*/ 28 w 136"/>
                      <a:gd name="T39" fmla="*/ 25 h 88"/>
                      <a:gd name="T40" fmla="*/ 34 w 136"/>
                      <a:gd name="T41" fmla="*/ 25 h 88"/>
                      <a:gd name="T42" fmla="*/ 37 w 136"/>
                      <a:gd name="T43" fmla="*/ 17 h 88"/>
                      <a:gd name="T44" fmla="*/ 42 w 136"/>
                      <a:gd name="T45" fmla="*/ 8 h 88"/>
                      <a:gd name="T46" fmla="*/ 48 w 136"/>
                      <a:gd name="T47" fmla="*/ 6 h 88"/>
                      <a:gd name="T48" fmla="*/ 42 w 136"/>
                      <a:gd name="T49" fmla="*/ 0 h 8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6"/>
                      <a:gd name="T76" fmla="*/ 0 h 88"/>
                      <a:gd name="T77" fmla="*/ 136 w 136"/>
                      <a:gd name="T78" fmla="*/ 88 h 8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6" h="88">
                        <a:moveTo>
                          <a:pt x="120" y="0"/>
                        </a:moveTo>
                        <a:lnTo>
                          <a:pt x="112" y="0"/>
                        </a:lnTo>
                        <a:lnTo>
                          <a:pt x="104" y="0"/>
                        </a:lnTo>
                        <a:lnTo>
                          <a:pt x="80" y="0"/>
                        </a:lnTo>
                        <a:lnTo>
                          <a:pt x="64" y="16"/>
                        </a:lnTo>
                        <a:lnTo>
                          <a:pt x="48" y="16"/>
                        </a:lnTo>
                        <a:lnTo>
                          <a:pt x="32" y="16"/>
                        </a:lnTo>
                        <a:lnTo>
                          <a:pt x="24" y="16"/>
                        </a:lnTo>
                        <a:lnTo>
                          <a:pt x="16" y="16"/>
                        </a:lnTo>
                        <a:lnTo>
                          <a:pt x="8" y="16"/>
                        </a:lnTo>
                        <a:lnTo>
                          <a:pt x="8" y="24"/>
                        </a:lnTo>
                        <a:lnTo>
                          <a:pt x="0" y="32"/>
                        </a:lnTo>
                        <a:lnTo>
                          <a:pt x="0" y="48"/>
                        </a:lnTo>
                        <a:lnTo>
                          <a:pt x="0" y="56"/>
                        </a:lnTo>
                        <a:lnTo>
                          <a:pt x="8" y="64"/>
                        </a:lnTo>
                        <a:lnTo>
                          <a:pt x="24" y="80"/>
                        </a:lnTo>
                        <a:lnTo>
                          <a:pt x="48" y="88"/>
                        </a:lnTo>
                        <a:lnTo>
                          <a:pt x="56" y="80"/>
                        </a:lnTo>
                        <a:lnTo>
                          <a:pt x="72" y="72"/>
                        </a:lnTo>
                        <a:lnTo>
                          <a:pt x="80" y="72"/>
                        </a:lnTo>
                        <a:lnTo>
                          <a:pt x="96" y="72"/>
                        </a:lnTo>
                        <a:lnTo>
                          <a:pt x="104" y="48"/>
                        </a:lnTo>
                        <a:lnTo>
                          <a:pt x="120" y="24"/>
                        </a:lnTo>
                        <a:lnTo>
                          <a:pt x="136" y="16"/>
                        </a:lnTo>
                        <a:lnTo>
                          <a:pt x="12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59" name="Freeform 161">
                    <a:extLst>
                      <a:ext uri="{FF2B5EF4-FFF2-40B4-BE49-F238E27FC236}">
                        <a16:creationId xmlns:a16="http://schemas.microsoft.com/office/drawing/2014/main" id="{0A16FA75-2669-4419-A24C-522F90BD6D4E}"/>
                      </a:ext>
                    </a:extLst>
                  </p:cNvPr>
                  <p:cNvSpPr>
                    <a:spLocks/>
                  </p:cNvSpPr>
                  <p:nvPr/>
                </p:nvSpPr>
                <p:spPr bwMode="gray">
                  <a:xfrm>
                    <a:off x="2935" y="2037"/>
                    <a:ext cx="102" cy="67"/>
                  </a:xfrm>
                  <a:custGeom>
                    <a:avLst/>
                    <a:gdLst>
                      <a:gd name="T0" fmla="*/ 37 w 144"/>
                      <a:gd name="T1" fmla="*/ 33 h 96"/>
                      <a:gd name="T2" fmla="*/ 34 w 144"/>
                      <a:gd name="T3" fmla="*/ 33 h 96"/>
                      <a:gd name="T4" fmla="*/ 31 w 144"/>
                      <a:gd name="T5" fmla="*/ 30 h 96"/>
                      <a:gd name="T6" fmla="*/ 28 w 144"/>
                      <a:gd name="T7" fmla="*/ 27 h 96"/>
                      <a:gd name="T8" fmla="*/ 23 w 144"/>
                      <a:gd name="T9" fmla="*/ 24 h 96"/>
                      <a:gd name="T10" fmla="*/ 11 w 144"/>
                      <a:gd name="T11" fmla="*/ 24 h 96"/>
                      <a:gd name="T12" fmla="*/ 3 w 144"/>
                      <a:gd name="T13" fmla="*/ 19 h 96"/>
                      <a:gd name="T14" fmla="*/ 0 w 144"/>
                      <a:gd name="T15" fmla="*/ 10 h 96"/>
                      <a:gd name="T16" fmla="*/ 11 w 144"/>
                      <a:gd name="T17" fmla="*/ 6 h 96"/>
                      <a:gd name="T18" fmla="*/ 14 w 144"/>
                      <a:gd name="T19" fmla="*/ 3 h 96"/>
                      <a:gd name="T20" fmla="*/ 23 w 144"/>
                      <a:gd name="T21" fmla="*/ 0 h 96"/>
                      <a:gd name="T22" fmla="*/ 26 w 144"/>
                      <a:gd name="T23" fmla="*/ 3 h 96"/>
                      <a:gd name="T24" fmla="*/ 31 w 144"/>
                      <a:gd name="T25" fmla="*/ 8 h 96"/>
                      <a:gd name="T26" fmla="*/ 34 w 144"/>
                      <a:gd name="T27" fmla="*/ 8 h 96"/>
                      <a:gd name="T28" fmla="*/ 45 w 144"/>
                      <a:gd name="T29" fmla="*/ 17 h 96"/>
                      <a:gd name="T30" fmla="*/ 51 w 144"/>
                      <a:gd name="T31" fmla="*/ 17 h 96"/>
                      <a:gd name="T32" fmla="*/ 48 w 144"/>
                      <a:gd name="T33" fmla="*/ 22 h 96"/>
                      <a:gd name="T34" fmla="*/ 45 w 144"/>
                      <a:gd name="T35" fmla="*/ 22 h 96"/>
                      <a:gd name="T36" fmla="*/ 42 w 144"/>
                      <a:gd name="T37" fmla="*/ 24 h 96"/>
                      <a:gd name="T38" fmla="*/ 37 w 144"/>
                      <a:gd name="T39" fmla="*/ 27 h 96"/>
                      <a:gd name="T40" fmla="*/ 37 w 144"/>
                      <a:gd name="T41" fmla="*/ 33 h 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4"/>
                      <a:gd name="T64" fmla="*/ 0 h 96"/>
                      <a:gd name="T65" fmla="*/ 144 w 144"/>
                      <a:gd name="T66" fmla="*/ 96 h 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4" h="96">
                        <a:moveTo>
                          <a:pt x="104" y="96"/>
                        </a:moveTo>
                        <a:lnTo>
                          <a:pt x="96" y="96"/>
                        </a:lnTo>
                        <a:lnTo>
                          <a:pt x="88" y="88"/>
                        </a:lnTo>
                        <a:lnTo>
                          <a:pt x="80" y="80"/>
                        </a:lnTo>
                        <a:lnTo>
                          <a:pt x="64" y="72"/>
                        </a:lnTo>
                        <a:lnTo>
                          <a:pt x="32" y="72"/>
                        </a:lnTo>
                        <a:lnTo>
                          <a:pt x="8" y="56"/>
                        </a:lnTo>
                        <a:lnTo>
                          <a:pt x="0" y="32"/>
                        </a:lnTo>
                        <a:lnTo>
                          <a:pt x="32" y="16"/>
                        </a:lnTo>
                        <a:lnTo>
                          <a:pt x="40" y="8"/>
                        </a:lnTo>
                        <a:lnTo>
                          <a:pt x="64" y="0"/>
                        </a:lnTo>
                        <a:lnTo>
                          <a:pt x="72" y="8"/>
                        </a:lnTo>
                        <a:lnTo>
                          <a:pt x="88" y="24"/>
                        </a:lnTo>
                        <a:lnTo>
                          <a:pt x="96" y="24"/>
                        </a:lnTo>
                        <a:lnTo>
                          <a:pt x="128" y="48"/>
                        </a:lnTo>
                        <a:lnTo>
                          <a:pt x="144" y="48"/>
                        </a:lnTo>
                        <a:lnTo>
                          <a:pt x="136" y="64"/>
                        </a:lnTo>
                        <a:lnTo>
                          <a:pt x="128" y="64"/>
                        </a:lnTo>
                        <a:lnTo>
                          <a:pt x="120" y="72"/>
                        </a:lnTo>
                        <a:lnTo>
                          <a:pt x="104" y="80"/>
                        </a:lnTo>
                        <a:lnTo>
                          <a:pt x="104" y="9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60" name="Freeform 162">
                    <a:extLst>
                      <a:ext uri="{FF2B5EF4-FFF2-40B4-BE49-F238E27FC236}">
                        <a16:creationId xmlns:a16="http://schemas.microsoft.com/office/drawing/2014/main" id="{22C990FD-68B4-5C46-C18F-3DFB0FDD131B}"/>
                      </a:ext>
                    </a:extLst>
                  </p:cNvPr>
                  <p:cNvSpPr>
                    <a:spLocks/>
                  </p:cNvSpPr>
                  <p:nvPr/>
                </p:nvSpPr>
                <p:spPr bwMode="gray">
                  <a:xfrm>
                    <a:off x="2958" y="2132"/>
                    <a:ext cx="39" cy="23"/>
                  </a:xfrm>
                  <a:custGeom>
                    <a:avLst/>
                    <a:gdLst>
                      <a:gd name="T0" fmla="*/ 19 w 56"/>
                      <a:gd name="T1" fmla="*/ 0 h 32"/>
                      <a:gd name="T2" fmla="*/ 16 w 56"/>
                      <a:gd name="T3" fmla="*/ 3 h 32"/>
                      <a:gd name="T4" fmla="*/ 16 w 56"/>
                      <a:gd name="T5" fmla="*/ 6 h 32"/>
                      <a:gd name="T6" fmla="*/ 14 w 56"/>
                      <a:gd name="T7" fmla="*/ 12 h 32"/>
                      <a:gd name="T8" fmla="*/ 3 w 56"/>
                      <a:gd name="T9" fmla="*/ 12 h 32"/>
                      <a:gd name="T10" fmla="*/ 3 w 56"/>
                      <a:gd name="T11" fmla="*/ 9 h 32"/>
                      <a:gd name="T12" fmla="*/ 0 w 56"/>
                      <a:gd name="T13" fmla="*/ 6 h 32"/>
                      <a:gd name="T14" fmla="*/ 0 w 56"/>
                      <a:gd name="T15" fmla="*/ 3 h 32"/>
                      <a:gd name="T16" fmla="*/ 6 w 56"/>
                      <a:gd name="T17" fmla="*/ 6 h 32"/>
                      <a:gd name="T18" fmla="*/ 10 w 56"/>
                      <a:gd name="T19" fmla="*/ 0 h 32"/>
                      <a:gd name="T20" fmla="*/ 19 w 56"/>
                      <a:gd name="T21" fmla="*/ 0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
                      <a:gd name="T34" fmla="*/ 0 h 32"/>
                      <a:gd name="T35" fmla="*/ 56 w 56"/>
                      <a:gd name="T36" fmla="*/ 32 h 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 h="32">
                        <a:moveTo>
                          <a:pt x="56" y="0"/>
                        </a:moveTo>
                        <a:lnTo>
                          <a:pt x="48" y="8"/>
                        </a:lnTo>
                        <a:lnTo>
                          <a:pt x="48" y="16"/>
                        </a:lnTo>
                        <a:lnTo>
                          <a:pt x="40" y="32"/>
                        </a:lnTo>
                        <a:lnTo>
                          <a:pt x="8" y="32"/>
                        </a:lnTo>
                        <a:lnTo>
                          <a:pt x="8" y="24"/>
                        </a:lnTo>
                        <a:lnTo>
                          <a:pt x="0" y="16"/>
                        </a:lnTo>
                        <a:lnTo>
                          <a:pt x="0" y="8"/>
                        </a:lnTo>
                        <a:lnTo>
                          <a:pt x="16" y="16"/>
                        </a:lnTo>
                        <a:lnTo>
                          <a:pt x="32" y="0"/>
                        </a:lnTo>
                        <a:lnTo>
                          <a:pt x="5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61" name="Freeform 163">
                    <a:extLst>
                      <a:ext uri="{FF2B5EF4-FFF2-40B4-BE49-F238E27FC236}">
                        <a16:creationId xmlns:a16="http://schemas.microsoft.com/office/drawing/2014/main" id="{F1BEFE85-2340-4D95-D6E8-E42BE737121D}"/>
                      </a:ext>
                    </a:extLst>
                  </p:cNvPr>
                  <p:cNvSpPr>
                    <a:spLocks/>
                  </p:cNvSpPr>
                  <p:nvPr/>
                </p:nvSpPr>
                <p:spPr bwMode="gray">
                  <a:xfrm>
                    <a:off x="3025" y="2144"/>
                    <a:ext cx="68" cy="84"/>
                  </a:xfrm>
                  <a:custGeom>
                    <a:avLst/>
                    <a:gdLst>
                      <a:gd name="T0" fmla="*/ 14 w 96"/>
                      <a:gd name="T1" fmla="*/ 0 h 120"/>
                      <a:gd name="T2" fmla="*/ 11 w 96"/>
                      <a:gd name="T3" fmla="*/ 0 h 120"/>
                      <a:gd name="T4" fmla="*/ 6 w 96"/>
                      <a:gd name="T5" fmla="*/ 3 h 120"/>
                      <a:gd name="T6" fmla="*/ 3 w 96"/>
                      <a:gd name="T7" fmla="*/ 6 h 120"/>
                      <a:gd name="T8" fmla="*/ 6 w 96"/>
                      <a:gd name="T9" fmla="*/ 11 h 120"/>
                      <a:gd name="T10" fmla="*/ 6 w 96"/>
                      <a:gd name="T11" fmla="*/ 17 h 120"/>
                      <a:gd name="T12" fmla="*/ 9 w 96"/>
                      <a:gd name="T13" fmla="*/ 25 h 120"/>
                      <a:gd name="T14" fmla="*/ 3 w 96"/>
                      <a:gd name="T15" fmla="*/ 33 h 120"/>
                      <a:gd name="T16" fmla="*/ 0 w 96"/>
                      <a:gd name="T17" fmla="*/ 36 h 120"/>
                      <a:gd name="T18" fmla="*/ 0 w 96"/>
                      <a:gd name="T19" fmla="*/ 39 h 120"/>
                      <a:gd name="T20" fmla="*/ 6 w 96"/>
                      <a:gd name="T21" fmla="*/ 41 h 120"/>
                      <a:gd name="T22" fmla="*/ 9 w 96"/>
                      <a:gd name="T23" fmla="*/ 39 h 120"/>
                      <a:gd name="T24" fmla="*/ 11 w 96"/>
                      <a:gd name="T25" fmla="*/ 36 h 120"/>
                      <a:gd name="T26" fmla="*/ 14 w 96"/>
                      <a:gd name="T27" fmla="*/ 36 h 120"/>
                      <a:gd name="T28" fmla="*/ 17 w 96"/>
                      <a:gd name="T29" fmla="*/ 41 h 120"/>
                      <a:gd name="T30" fmla="*/ 23 w 96"/>
                      <a:gd name="T31" fmla="*/ 39 h 120"/>
                      <a:gd name="T32" fmla="*/ 31 w 96"/>
                      <a:gd name="T33" fmla="*/ 36 h 120"/>
                      <a:gd name="T34" fmla="*/ 34 w 96"/>
                      <a:gd name="T35" fmla="*/ 30 h 120"/>
                      <a:gd name="T36" fmla="*/ 31 w 96"/>
                      <a:gd name="T37" fmla="*/ 25 h 120"/>
                      <a:gd name="T38" fmla="*/ 34 w 96"/>
                      <a:gd name="T39" fmla="*/ 19 h 120"/>
                      <a:gd name="T40" fmla="*/ 28 w 96"/>
                      <a:gd name="T41" fmla="*/ 17 h 120"/>
                      <a:gd name="T42" fmla="*/ 20 w 96"/>
                      <a:gd name="T43" fmla="*/ 14 h 120"/>
                      <a:gd name="T44" fmla="*/ 17 w 96"/>
                      <a:gd name="T45" fmla="*/ 6 h 120"/>
                      <a:gd name="T46" fmla="*/ 14 w 96"/>
                      <a:gd name="T47" fmla="*/ 0 h 12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6"/>
                      <a:gd name="T73" fmla="*/ 0 h 120"/>
                      <a:gd name="T74" fmla="*/ 96 w 96"/>
                      <a:gd name="T75" fmla="*/ 120 h 12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6" h="120">
                        <a:moveTo>
                          <a:pt x="40" y="0"/>
                        </a:moveTo>
                        <a:lnTo>
                          <a:pt x="32" y="0"/>
                        </a:lnTo>
                        <a:lnTo>
                          <a:pt x="16" y="8"/>
                        </a:lnTo>
                        <a:lnTo>
                          <a:pt x="8" y="16"/>
                        </a:lnTo>
                        <a:lnTo>
                          <a:pt x="16" y="32"/>
                        </a:lnTo>
                        <a:lnTo>
                          <a:pt x="16" y="48"/>
                        </a:lnTo>
                        <a:lnTo>
                          <a:pt x="24" y="72"/>
                        </a:lnTo>
                        <a:lnTo>
                          <a:pt x="8" y="96"/>
                        </a:lnTo>
                        <a:lnTo>
                          <a:pt x="0" y="104"/>
                        </a:lnTo>
                        <a:lnTo>
                          <a:pt x="0" y="112"/>
                        </a:lnTo>
                        <a:lnTo>
                          <a:pt x="16" y="120"/>
                        </a:lnTo>
                        <a:lnTo>
                          <a:pt x="24" y="112"/>
                        </a:lnTo>
                        <a:lnTo>
                          <a:pt x="32" y="104"/>
                        </a:lnTo>
                        <a:lnTo>
                          <a:pt x="40" y="104"/>
                        </a:lnTo>
                        <a:lnTo>
                          <a:pt x="48" y="120"/>
                        </a:lnTo>
                        <a:lnTo>
                          <a:pt x="64" y="112"/>
                        </a:lnTo>
                        <a:lnTo>
                          <a:pt x="88" y="104"/>
                        </a:lnTo>
                        <a:lnTo>
                          <a:pt x="96" y="88"/>
                        </a:lnTo>
                        <a:lnTo>
                          <a:pt x="88" y="72"/>
                        </a:lnTo>
                        <a:lnTo>
                          <a:pt x="96" y="56"/>
                        </a:lnTo>
                        <a:lnTo>
                          <a:pt x="80" y="48"/>
                        </a:lnTo>
                        <a:lnTo>
                          <a:pt x="56" y="40"/>
                        </a:lnTo>
                        <a:lnTo>
                          <a:pt x="48" y="16"/>
                        </a:lnTo>
                        <a:lnTo>
                          <a:pt x="4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62" name="Freeform 164">
                    <a:extLst>
                      <a:ext uri="{FF2B5EF4-FFF2-40B4-BE49-F238E27FC236}">
                        <a16:creationId xmlns:a16="http://schemas.microsoft.com/office/drawing/2014/main" id="{B3463065-89A4-6188-1C00-219F57941EC3}"/>
                      </a:ext>
                    </a:extLst>
                  </p:cNvPr>
                  <p:cNvSpPr>
                    <a:spLocks/>
                  </p:cNvSpPr>
                  <p:nvPr/>
                </p:nvSpPr>
                <p:spPr bwMode="gray">
                  <a:xfrm>
                    <a:off x="3037" y="2217"/>
                    <a:ext cx="28" cy="56"/>
                  </a:xfrm>
                  <a:custGeom>
                    <a:avLst/>
                    <a:gdLst>
                      <a:gd name="T0" fmla="*/ 10 w 40"/>
                      <a:gd name="T1" fmla="*/ 6 h 80"/>
                      <a:gd name="T2" fmla="*/ 8 w 40"/>
                      <a:gd name="T3" fmla="*/ 0 h 80"/>
                      <a:gd name="T4" fmla="*/ 6 w 40"/>
                      <a:gd name="T5" fmla="*/ 0 h 80"/>
                      <a:gd name="T6" fmla="*/ 3 w 40"/>
                      <a:gd name="T7" fmla="*/ 3 h 80"/>
                      <a:gd name="T8" fmla="*/ 0 w 40"/>
                      <a:gd name="T9" fmla="*/ 6 h 80"/>
                      <a:gd name="T10" fmla="*/ 3 w 40"/>
                      <a:gd name="T11" fmla="*/ 8 h 80"/>
                      <a:gd name="T12" fmla="*/ 3 w 40"/>
                      <a:gd name="T13" fmla="*/ 10 h 80"/>
                      <a:gd name="T14" fmla="*/ 3 w 40"/>
                      <a:gd name="T15" fmla="*/ 17 h 80"/>
                      <a:gd name="T16" fmla="*/ 3 w 40"/>
                      <a:gd name="T17" fmla="*/ 22 h 80"/>
                      <a:gd name="T18" fmla="*/ 8 w 40"/>
                      <a:gd name="T19" fmla="*/ 27 h 80"/>
                      <a:gd name="T20" fmla="*/ 10 w 40"/>
                      <a:gd name="T21" fmla="*/ 25 h 80"/>
                      <a:gd name="T22" fmla="*/ 14 w 40"/>
                      <a:gd name="T23" fmla="*/ 19 h 80"/>
                      <a:gd name="T24" fmla="*/ 14 w 40"/>
                      <a:gd name="T25" fmla="*/ 17 h 80"/>
                      <a:gd name="T26" fmla="*/ 10 w 40"/>
                      <a:gd name="T27" fmla="*/ 10 h 80"/>
                      <a:gd name="T28" fmla="*/ 10 w 40"/>
                      <a:gd name="T29" fmla="*/ 6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0"/>
                      <a:gd name="T46" fmla="*/ 0 h 80"/>
                      <a:gd name="T47" fmla="*/ 40 w 40"/>
                      <a:gd name="T48" fmla="*/ 80 h 8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0" h="80">
                        <a:moveTo>
                          <a:pt x="32" y="16"/>
                        </a:moveTo>
                        <a:lnTo>
                          <a:pt x="24" y="0"/>
                        </a:lnTo>
                        <a:lnTo>
                          <a:pt x="16" y="0"/>
                        </a:lnTo>
                        <a:lnTo>
                          <a:pt x="8" y="8"/>
                        </a:lnTo>
                        <a:lnTo>
                          <a:pt x="0" y="16"/>
                        </a:lnTo>
                        <a:lnTo>
                          <a:pt x="8" y="24"/>
                        </a:lnTo>
                        <a:lnTo>
                          <a:pt x="8" y="32"/>
                        </a:lnTo>
                        <a:lnTo>
                          <a:pt x="8" y="48"/>
                        </a:lnTo>
                        <a:lnTo>
                          <a:pt x="8" y="64"/>
                        </a:lnTo>
                        <a:lnTo>
                          <a:pt x="24" y="80"/>
                        </a:lnTo>
                        <a:lnTo>
                          <a:pt x="32" y="72"/>
                        </a:lnTo>
                        <a:lnTo>
                          <a:pt x="40" y="56"/>
                        </a:lnTo>
                        <a:lnTo>
                          <a:pt x="40" y="48"/>
                        </a:lnTo>
                        <a:lnTo>
                          <a:pt x="32" y="32"/>
                        </a:lnTo>
                        <a:lnTo>
                          <a:pt x="32"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63" name="Freeform 165">
                    <a:extLst>
                      <a:ext uri="{FF2B5EF4-FFF2-40B4-BE49-F238E27FC236}">
                        <a16:creationId xmlns:a16="http://schemas.microsoft.com/office/drawing/2014/main" id="{AFB987A4-A4F6-1A32-EC19-DF47E1E191F3}"/>
                      </a:ext>
                    </a:extLst>
                  </p:cNvPr>
                  <p:cNvSpPr>
                    <a:spLocks/>
                  </p:cNvSpPr>
                  <p:nvPr/>
                </p:nvSpPr>
                <p:spPr bwMode="gray">
                  <a:xfrm>
                    <a:off x="3059" y="2217"/>
                    <a:ext cx="34" cy="34"/>
                  </a:xfrm>
                  <a:custGeom>
                    <a:avLst/>
                    <a:gdLst>
                      <a:gd name="T0" fmla="*/ 0 w 48"/>
                      <a:gd name="T1" fmla="*/ 6 h 48"/>
                      <a:gd name="T2" fmla="*/ 0 w 48"/>
                      <a:gd name="T3" fmla="*/ 11 h 48"/>
                      <a:gd name="T4" fmla="*/ 3 w 48"/>
                      <a:gd name="T5" fmla="*/ 17 h 48"/>
                      <a:gd name="T6" fmla="*/ 11 w 48"/>
                      <a:gd name="T7" fmla="*/ 17 h 48"/>
                      <a:gd name="T8" fmla="*/ 14 w 48"/>
                      <a:gd name="T9" fmla="*/ 11 h 48"/>
                      <a:gd name="T10" fmla="*/ 17 w 48"/>
                      <a:gd name="T11" fmla="*/ 11 h 48"/>
                      <a:gd name="T12" fmla="*/ 17 w 48"/>
                      <a:gd name="T13" fmla="*/ 6 h 48"/>
                      <a:gd name="T14" fmla="*/ 14 w 48"/>
                      <a:gd name="T15" fmla="*/ 0 h 48"/>
                      <a:gd name="T16" fmla="*/ 6 w 48"/>
                      <a:gd name="T17" fmla="*/ 3 h 48"/>
                      <a:gd name="T18" fmla="*/ 0 w 48"/>
                      <a:gd name="T19" fmla="*/ 6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8"/>
                      <a:gd name="T31" fmla="*/ 0 h 48"/>
                      <a:gd name="T32" fmla="*/ 48 w 48"/>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8" h="48">
                        <a:moveTo>
                          <a:pt x="0" y="16"/>
                        </a:moveTo>
                        <a:lnTo>
                          <a:pt x="0" y="32"/>
                        </a:lnTo>
                        <a:lnTo>
                          <a:pt x="8" y="48"/>
                        </a:lnTo>
                        <a:lnTo>
                          <a:pt x="32" y="48"/>
                        </a:lnTo>
                        <a:lnTo>
                          <a:pt x="40" y="32"/>
                        </a:lnTo>
                        <a:lnTo>
                          <a:pt x="48" y="32"/>
                        </a:lnTo>
                        <a:lnTo>
                          <a:pt x="48" y="16"/>
                        </a:lnTo>
                        <a:lnTo>
                          <a:pt x="40" y="0"/>
                        </a:lnTo>
                        <a:lnTo>
                          <a:pt x="16" y="8"/>
                        </a:lnTo>
                        <a:lnTo>
                          <a:pt x="0"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64" name="Freeform 166">
                    <a:extLst>
                      <a:ext uri="{FF2B5EF4-FFF2-40B4-BE49-F238E27FC236}">
                        <a16:creationId xmlns:a16="http://schemas.microsoft.com/office/drawing/2014/main" id="{F48C35B2-A48E-B352-8C7C-EBAA01DB2941}"/>
                      </a:ext>
                    </a:extLst>
                  </p:cNvPr>
                  <p:cNvSpPr>
                    <a:spLocks/>
                  </p:cNvSpPr>
                  <p:nvPr/>
                </p:nvSpPr>
                <p:spPr bwMode="gray">
                  <a:xfrm>
                    <a:off x="3087" y="2183"/>
                    <a:ext cx="79" cy="56"/>
                  </a:xfrm>
                  <a:custGeom>
                    <a:avLst/>
                    <a:gdLst>
                      <a:gd name="T0" fmla="*/ 3 w 112"/>
                      <a:gd name="T1" fmla="*/ 27 h 80"/>
                      <a:gd name="T2" fmla="*/ 8 w 112"/>
                      <a:gd name="T3" fmla="*/ 27 h 80"/>
                      <a:gd name="T4" fmla="*/ 11 w 112"/>
                      <a:gd name="T5" fmla="*/ 25 h 80"/>
                      <a:gd name="T6" fmla="*/ 17 w 112"/>
                      <a:gd name="T7" fmla="*/ 27 h 80"/>
                      <a:gd name="T8" fmla="*/ 20 w 112"/>
                      <a:gd name="T9" fmla="*/ 27 h 80"/>
                      <a:gd name="T10" fmla="*/ 23 w 112"/>
                      <a:gd name="T11" fmla="*/ 27 h 80"/>
                      <a:gd name="T12" fmla="*/ 25 w 112"/>
                      <a:gd name="T13" fmla="*/ 22 h 80"/>
                      <a:gd name="T14" fmla="*/ 31 w 112"/>
                      <a:gd name="T15" fmla="*/ 22 h 80"/>
                      <a:gd name="T16" fmla="*/ 34 w 112"/>
                      <a:gd name="T17" fmla="*/ 22 h 80"/>
                      <a:gd name="T18" fmla="*/ 36 w 112"/>
                      <a:gd name="T19" fmla="*/ 19 h 80"/>
                      <a:gd name="T20" fmla="*/ 36 w 112"/>
                      <a:gd name="T21" fmla="*/ 10 h 80"/>
                      <a:gd name="T22" fmla="*/ 40 w 112"/>
                      <a:gd name="T23" fmla="*/ 8 h 80"/>
                      <a:gd name="T24" fmla="*/ 40 w 112"/>
                      <a:gd name="T25" fmla="*/ 6 h 80"/>
                      <a:gd name="T26" fmla="*/ 31 w 112"/>
                      <a:gd name="T27" fmla="*/ 0 h 80"/>
                      <a:gd name="T28" fmla="*/ 28 w 112"/>
                      <a:gd name="T29" fmla="*/ 0 h 80"/>
                      <a:gd name="T30" fmla="*/ 23 w 112"/>
                      <a:gd name="T31" fmla="*/ 6 h 80"/>
                      <a:gd name="T32" fmla="*/ 14 w 112"/>
                      <a:gd name="T33" fmla="*/ 6 h 80"/>
                      <a:gd name="T34" fmla="*/ 6 w 112"/>
                      <a:gd name="T35" fmla="*/ 3 h 80"/>
                      <a:gd name="T36" fmla="*/ 3 w 112"/>
                      <a:gd name="T37" fmla="*/ 0 h 80"/>
                      <a:gd name="T38" fmla="*/ 0 w 112"/>
                      <a:gd name="T39" fmla="*/ 6 h 80"/>
                      <a:gd name="T40" fmla="*/ 3 w 112"/>
                      <a:gd name="T41" fmla="*/ 10 h 80"/>
                      <a:gd name="T42" fmla="*/ 0 w 112"/>
                      <a:gd name="T43" fmla="*/ 17 h 80"/>
                      <a:gd name="T44" fmla="*/ 3 w 112"/>
                      <a:gd name="T45" fmla="*/ 22 h 80"/>
                      <a:gd name="T46" fmla="*/ 3 w 112"/>
                      <a:gd name="T47" fmla="*/ 27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2"/>
                      <a:gd name="T73" fmla="*/ 0 h 80"/>
                      <a:gd name="T74" fmla="*/ 112 w 112"/>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2" h="80">
                        <a:moveTo>
                          <a:pt x="8" y="80"/>
                        </a:moveTo>
                        <a:lnTo>
                          <a:pt x="24" y="80"/>
                        </a:lnTo>
                        <a:lnTo>
                          <a:pt x="32" y="72"/>
                        </a:lnTo>
                        <a:lnTo>
                          <a:pt x="48" y="80"/>
                        </a:lnTo>
                        <a:lnTo>
                          <a:pt x="56" y="80"/>
                        </a:lnTo>
                        <a:lnTo>
                          <a:pt x="64" y="80"/>
                        </a:lnTo>
                        <a:lnTo>
                          <a:pt x="72" y="64"/>
                        </a:lnTo>
                        <a:lnTo>
                          <a:pt x="88" y="64"/>
                        </a:lnTo>
                        <a:lnTo>
                          <a:pt x="96" y="64"/>
                        </a:lnTo>
                        <a:lnTo>
                          <a:pt x="104" y="56"/>
                        </a:lnTo>
                        <a:lnTo>
                          <a:pt x="104" y="32"/>
                        </a:lnTo>
                        <a:lnTo>
                          <a:pt x="112" y="24"/>
                        </a:lnTo>
                        <a:lnTo>
                          <a:pt x="112" y="16"/>
                        </a:lnTo>
                        <a:lnTo>
                          <a:pt x="88" y="0"/>
                        </a:lnTo>
                        <a:lnTo>
                          <a:pt x="80" y="0"/>
                        </a:lnTo>
                        <a:lnTo>
                          <a:pt x="64" y="16"/>
                        </a:lnTo>
                        <a:lnTo>
                          <a:pt x="40" y="16"/>
                        </a:lnTo>
                        <a:lnTo>
                          <a:pt x="16" y="8"/>
                        </a:lnTo>
                        <a:lnTo>
                          <a:pt x="8" y="0"/>
                        </a:lnTo>
                        <a:lnTo>
                          <a:pt x="0" y="16"/>
                        </a:lnTo>
                        <a:lnTo>
                          <a:pt x="8" y="32"/>
                        </a:lnTo>
                        <a:lnTo>
                          <a:pt x="0" y="48"/>
                        </a:lnTo>
                        <a:lnTo>
                          <a:pt x="8" y="64"/>
                        </a:lnTo>
                        <a:lnTo>
                          <a:pt x="8" y="8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65" name="Freeform 167">
                    <a:extLst>
                      <a:ext uri="{FF2B5EF4-FFF2-40B4-BE49-F238E27FC236}">
                        <a16:creationId xmlns:a16="http://schemas.microsoft.com/office/drawing/2014/main" id="{BACB5076-50B7-2BEE-F293-DEA65CA039DE}"/>
                      </a:ext>
                    </a:extLst>
                  </p:cNvPr>
                  <p:cNvSpPr>
                    <a:spLocks/>
                  </p:cNvSpPr>
                  <p:nvPr/>
                </p:nvSpPr>
                <p:spPr bwMode="gray">
                  <a:xfrm>
                    <a:off x="3053" y="2104"/>
                    <a:ext cx="130" cy="90"/>
                  </a:xfrm>
                  <a:custGeom>
                    <a:avLst/>
                    <a:gdLst>
                      <a:gd name="T0" fmla="*/ 20 w 184"/>
                      <a:gd name="T1" fmla="*/ 39 h 128"/>
                      <a:gd name="T2" fmla="*/ 23 w 184"/>
                      <a:gd name="T3" fmla="*/ 41 h 128"/>
                      <a:gd name="T4" fmla="*/ 31 w 184"/>
                      <a:gd name="T5" fmla="*/ 44 h 128"/>
                      <a:gd name="T6" fmla="*/ 40 w 184"/>
                      <a:gd name="T7" fmla="*/ 44 h 128"/>
                      <a:gd name="T8" fmla="*/ 45 w 184"/>
                      <a:gd name="T9" fmla="*/ 39 h 128"/>
                      <a:gd name="T10" fmla="*/ 48 w 184"/>
                      <a:gd name="T11" fmla="*/ 39 h 128"/>
                      <a:gd name="T12" fmla="*/ 57 w 184"/>
                      <a:gd name="T13" fmla="*/ 44 h 128"/>
                      <a:gd name="T14" fmla="*/ 59 w 184"/>
                      <a:gd name="T15" fmla="*/ 36 h 128"/>
                      <a:gd name="T16" fmla="*/ 65 w 184"/>
                      <a:gd name="T17" fmla="*/ 31 h 128"/>
                      <a:gd name="T18" fmla="*/ 65 w 184"/>
                      <a:gd name="T19" fmla="*/ 27 h 128"/>
                      <a:gd name="T20" fmla="*/ 62 w 184"/>
                      <a:gd name="T21" fmla="*/ 27 h 128"/>
                      <a:gd name="T22" fmla="*/ 57 w 184"/>
                      <a:gd name="T23" fmla="*/ 25 h 128"/>
                      <a:gd name="T24" fmla="*/ 57 w 184"/>
                      <a:gd name="T25" fmla="*/ 23 h 128"/>
                      <a:gd name="T26" fmla="*/ 57 w 184"/>
                      <a:gd name="T27" fmla="*/ 19 h 128"/>
                      <a:gd name="T28" fmla="*/ 51 w 184"/>
                      <a:gd name="T29" fmla="*/ 8 h 128"/>
                      <a:gd name="T30" fmla="*/ 48 w 184"/>
                      <a:gd name="T31" fmla="*/ 0 h 128"/>
                      <a:gd name="T32" fmla="*/ 42 w 184"/>
                      <a:gd name="T33" fmla="*/ 0 h 128"/>
                      <a:gd name="T34" fmla="*/ 40 w 184"/>
                      <a:gd name="T35" fmla="*/ 3 h 128"/>
                      <a:gd name="T36" fmla="*/ 31 w 184"/>
                      <a:gd name="T37" fmla="*/ 3 h 128"/>
                      <a:gd name="T38" fmla="*/ 25 w 184"/>
                      <a:gd name="T39" fmla="*/ 0 h 128"/>
                      <a:gd name="T40" fmla="*/ 20 w 184"/>
                      <a:gd name="T41" fmla="*/ 0 h 128"/>
                      <a:gd name="T42" fmla="*/ 14 w 184"/>
                      <a:gd name="T43" fmla="*/ 3 h 128"/>
                      <a:gd name="T44" fmla="*/ 8 w 184"/>
                      <a:gd name="T45" fmla="*/ 11 h 128"/>
                      <a:gd name="T46" fmla="*/ 6 w 184"/>
                      <a:gd name="T47" fmla="*/ 19 h 128"/>
                      <a:gd name="T48" fmla="*/ 0 w 184"/>
                      <a:gd name="T49" fmla="*/ 19 h 128"/>
                      <a:gd name="T50" fmla="*/ 3 w 184"/>
                      <a:gd name="T51" fmla="*/ 25 h 128"/>
                      <a:gd name="T52" fmla="*/ 6 w 184"/>
                      <a:gd name="T53" fmla="*/ 34 h 128"/>
                      <a:gd name="T54" fmla="*/ 14 w 184"/>
                      <a:gd name="T55" fmla="*/ 36 h 128"/>
                      <a:gd name="T56" fmla="*/ 20 w 184"/>
                      <a:gd name="T57" fmla="*/ 39 h 1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4"/>
                      <a:gd name="T88" fmla="*/ 0 h 128"/>
                      <a:gd name="T89" fmla="*/ 184 w 184"/>
                      <a:gd name="T90" fmla="*/ 128 h 1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4" h="128">
                        <a:moveTo>
                          <a:pt x="56" y="112"/>
                        </a:moveTo>
                        <a:lnTo>
                          <a:pt x="64" y="120"/>
                        </a:lnTo>
                        <a:lnTo>
                          <a:pt x="88" y="128"/>
                        </a:lnTo>
                        <a:lnTo>
                          <a:pt x="112" y="128"/>
                        </a:lnTo>
                        <a:lnTo>
                          <a:pt x="128" y="112"/>
                        </a:lnTo>
                        <a:lnTo>
                          <a:pt x="136" y="112"/>
                        </a:lnTo>
                        <a:lnTo>
                          <a:pt x="160" y="128"/>
                        </a:lnTo>
                        <a:lnTo>
                          <a:pt x="168" y="104"/>
                        </a:lnTo>
                        <a:lnTo>
                          <a:pt x="184" y="88"/>
                        </a:lnTo>
                        <a:lnTo>
                          <a:pt x="184" y="80"/>
                        </a:lnTo>
                        <a:lnTo>
                          <a:pt x="176" y="80"/>
                        </a:lnTo>
                        <a:lnTo>
                          <a:pt x="160" y="72"/>
                        </a:lnTo>
                        <a:lnTo>
                          <a:pt x="160" y="64"/>
                        </a:lnTo>
                        <a:lnTo>
                          <a:pt x="160" y="56"/>
                        </a:lnTo>
                        <a:lnTo>
                          <a:pt x="144" y="24"/>
                        </a:lnTo>
                        <a:lnTo>
                          <a:pt x="136" y="0"/>
                        </a:lnTo>
                        <a:lnTo>
                          <a:pt x="120" y="0"/>
                        </a:lnTo>
                        <a:lnTo>
                          <a:pt x="112" y="8"/>
                        </a:lnTo>
                        <a:lnTo>
                          <a:pt x="88" y="8"/>
                        </a:lnTo>
                        <a:lnTo>
                          <a:pt x="72" y="0"/>
                        </a:lnTo>
                        <a:lnTo>
                          <a:pt x="56" y="0"/>
                        </a:lnTo>
                        <a:lnTo>
                          <a:pt x="40" y="8"/>
                        </a:lnTo>
                        <a:lnTo>
                          <a:pt x="24" y="32"/>
                        </a:lnTo>
                        <a:lnTo>
                          <a:pt x="16" y="56"/>
                        </a:lnTo>
                        <a:lnTo>
                          <a:pt x="0" y="56"/>
                        </a:lnTo>
                        <a:lnTo>
                          <a:pt x="8" y="72"/>
                        </a:lnTo>
                        <a:lnTo>
                          <a:pt x="16" y="96"/>
                        </a:lnTo>
                        <a:lnTo>
                          <a:pt x="40" y="104"/>
                        </a:lnTo>
                        <a:lnTo>
                          <a:pt x="56" y="11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66" name="Freeform 168">
                    <a:extLst>
                      <a:ext uri="{FF2B5EF4-FFF2-40B4-BE49-F238E27FC236}">
                        <a16:creationId xmlns:a16="http://schemas.microsoft.com/office/drawing/2014/main" id="{372EA8E4-3FAA-2ACD-3936-2A2393C8C398}"/>
                      </a:ext>
                    </a:extLst>
                  </p:cNvPr>
                  <p:cNvSpPr>
                    <a:spLocks/>
                  </p:cNvSpPr>
                  <p:nvPr/>
                </p:nvSpPr>
                <p:spPr bwMode="gray">
                  <a:xfrm>
                    <a:off x="3138" y="2099"/>
                    <a:ext cx="51" cy="61"/>
                  </a:xfrm>
                  <a:custGeom>
                    <a:avLst/>
                    <a:gdLst>
                      <a:gd name="T0" fmla="*/ 0 w 72"/>
                      <a:gd name="T1" fmla="*/ 3 h 88"/>
                      <a:gd name="T2" fmla="*/ 6 w 72"/>
                      <a:gd name="T3" fmla="*/ 3 h 88"/>
                      <a:gd name="T4" fmla="*/ 8 w 72"/>
                      <a:gd name="T5" fmla="*/ 10 h 88"/>
                      <a:gd name="T6" fmla="*/ 14 w 72"/>
                      <a:gd name="T7" fmla="*/ 21 h 88"/>
                      <a:gd name="T8" fmla="*/ 14 w 72"/>
                      <a:gd name="T9" fmla="*/ 24 h 88"/>
                      <a:gd name="T10" fmla="*/ 14 w 72"/>
                      <a:gd name="T11" fmla="*/ 26 h 88"/>
                      <a:gd name="T12" fmla="*/ 20 w 72"/>
                      <a:gd name="T13" fmla="*/ 29 h 88"/>
                      <a:gd name="T14" fmla="*/ 20 w 72"/>
                      <a:gd name="T15" fmla="*/ 24 h 88"/>
                      <a:gd name="T16" fmla="*/ 23 w 72"/>
                      <a:gd name="T17" fmla="*/ 19 h 88"/>
                      <a:gd name="T18" fmla="*/ 26 w 72"/>
                      <a:gd name="T19" fmla="*/ 19 h 88"/>
                      <a:gd name="T20" fmla="*/ 26 w 72"/>
                      <a:gd name="T21" fmla="*/ 16 h 88"/>
                      <a:gd name="T22" fmla="*/ 23 w 72"/>
                      <a:gd name="T23" fmla="*/ 13 h 88"/>
                      <a:gd name="T24" fmla="*/ 20 w 72"/>
                      <a:gd name="T25" fmla="*/ 6 h 88"/>
                      <a:gd name="T26" fmla="*/ 17 w 72"/>
                      <a:gd name="T27" fmla="*/ 0 h 88"/>
                      <a:gd name="T28" fmla="*/ 6 w 72"/>
                      <a:gd name="T29" fmla="*/ 0 h 88"/>
                      <a:gd name="T30" fmla="*/ 0 w 72"/>
                      <a:gd name="T31" fmla="*/ 3 h 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88"/>
                      <a:gd name="T50" fmla="*/ 72 w 72"/>
                      <a:gd name="T51" fmla="*/ 88 h 8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88">
                        <a:moveTo>
                          <a:pt x="0" y="8"/>
                        </a:moveTo>
                        <a:lnTo>
                          <a:pt x="16" y="8"/>
                        </a:lnTo>
                        <a:lnTo>
                          <a:pt x="24" y="32"/>
                        </a:lnTo>
                        <a:lnTo>
                          <a:pt x="40" y="64"/>
                        </a:lnTo>
                        <a:lnTo>
                          <a:pt x="40" y="72"/>
                        </a:lnTo>
                        <a:lnTo>
                          <a:pt x="40" y="80"/>
                        </a:lnTo>
                        <a:lnTo>
                          <a:pt x="56" y="88"/>
                        </a:lnTo>
                        <a:lnTo>
                          <a:pt x="56" y="72"/>
                        </a:lnTo>
                        <a:lnTo>
                          <a:pt x="64" y="56"/>
                        </a:lnTo>
                        <a:lnTo>
                          <a:pt x="72" y="56"/>
                        </a:lnTo>
                        <a:lnTo>
                          <a:pt x="72" y="48"/>
                        </a:lnTo>
                        <a:lnTo>
                          <a:pt x="64" y="40"/>
                        </a:lnTo>
                        <a:lnTo>
                          <a:pt x="56" y="16"/>
                        </a:lnTo>
                        <a:lnTo>
                          <a:pt x="48" y="0"/>
                        </a:lnTo>
                        <a:lnTo>
                          <a:pt x="16" y="0"/>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67" name="Freeform 169">
                    <a:extLst>
                      <a:ext uri="{FF2B5EF4-FFF2-40B4-BE49-F238E27FC236}">
                        <a16:creationId xmlns:a16="http://schemas.microsoft.com/office/drawing/2014/main" id="{AC3842EB-0BDE-316F-7201-D9AF85BBAF83}"/>
                      </a:ext>
                    </a:extLst>
                  </p:cNvPr>
                  <p:cNvSpPr>
                    <a:spLocks/>
                  </p:cNvSpPr>
                  <p:nvPr/>
                </p:nvSpPr>
                <p:spPr bwMode="gray">
                  <a:xfrm>
                    <a:off x="3082" y="2009"/>
                    <a:ext cx="247" cy="168"/>
                  </a:xfrm>
                  <a:custGeom>
                    <a:avLst/>
                    <a:gdLst>
                      <a:gd name="T0" fmla="*/ 0 w 352"/>
                      <a:gd name="T1" fmla="*/ 41 h 240"/>
                      <a:gd name="T2" fmla="*/ 6 w 352"/>
                      <a:gd name="T3" fmla="*/ 33 h 240"/>
                      <a:gd name="T4" fmla="*/ 14 w 352"/>
                      <a:gd name="T5" fmla="*/ 19 h 240"/>
                      <a:gd name="T6" fmla="*/ 19 w 352"/>
                      <a:gd name="T7" fmla="*/ 3 h 240"/>
                      <a:gd name="T8" fmla="*/ 31 w 352"/>
                      <a:gd name="T9" fmla="*/ 6 h 240"/>
                      <a:gd name="T10" fmla="*/ 39 w 352"/>
                      <a:gd name="T11" fmla="*/ 6 h 240"/>
                      <a:gd name="T12" fmla="*/ 53 w 352"/>
                      <a:gd name="T13" fmla="*/ 8 h 240"/>
                      <a:gd name="T14" fmla="*/ 58 w 352"/>
                      <a:gd name="T15" fmla="*/ 3 h 240"/>
                      <a:gd name="T16" fmla="*/ 69 w 352"/>
                      <a:gd name="T17" fmla="*/ 0 h 240"/>
                      <a:gd name="T18" fmla="*/ 83 w 352"/>
                      <a:gd name="T19" fmla="*/ 11 h 240"/>
                      <a:gd name="T20" fmla="*/ 88 w 352"/>
                      <a:gd name="T21" fmla="*/ 17 h 240"/>
                      <a:gd name="T22" fmla="*/ 102 w 352"/>
                      <a:gd name="T23" fmla="*/ 19 h 240"/>
                      <a:gd name="T24" fmla="*/ 113 w 352"/>
                      <a:gd name="T25" fmla="*/ 25 h 240"/>
                      <a:gd name="T26" fmla="*/ 121 w 352"/>
                      <a:gd name="T27" fmla="*/ 33 h 240"/>
                      <a:gd name="T28" fmla="*/ 119 w 352"/>
                      <a:gd name="T29" fmla="*/ 47 h 240"/>
                      <a:gd name="T30" fmla="*/ 111 w 352"/>
                      <a:gd name="T31" fmla="*/ 52 h 240"/>
                      <a:gd name="T32" fmla="*/ 100 w 352"/>
                      <a:gd name="T33" fmla="*/ 60 h 240"/>
                      <a:gd name="T34" fmla="*/ 88 w 352"/>
                      <a:gd name="T35" fmla="*/ 63 h 240"/>
                      <a:gd name="T36" fmla="*/ 80 w 352"/>
                      <a:gd name="T37" fmla="*/ 69 h 240"/>
                      <a:gd name="T38" fmla="*/ 88 w 352"/>
                      <a:gd name="T39" fmla="*/ 74 h 240"/>
                      <a:gd name="T40" fmla="*/ 97 w 352"/>
                      <a:gd name="T41" fmla="*/ 74 h 240"/>
                      <a:gd name="T42" fmla="*/ 91 w 352"/>
                      <a:gd name="T43" fmla="*/ 77 h 240"/>
                      <a:gd name="T44" fmla="*/ 83 w 352"/>
                      <a:gd name="T45" fmla="*/ 83 h 240"/>
                      <a:gd name="T46" fmla="*/ 77 w 352"/>
                      <a:gd name="T47" fmla="*/ 79 h 240"/>
                      <a:gd name="T48" fmla="*/ 72 w 352"/>
                      <a:gd name="T49" fmla="*/ 74 h 240"/>
                      <a:gd name="T50" fmla="*/ 77 w 352"/>
                      <a:gd name="T51" fmla="*/ 69 h 240"/>
                      <a:gd name="T52" fmla="*/ 69 w 352"/>
                      <a:gd name="T53" fmla="*/ 66 h 240"/>
                      <a:gd name="T54" fmla="*/ 64 w 352"/>
                      <a:gd name="T55" fmla="*/ 63 h 240"/>
                      <a:gd name="T56" fmla="*/ 55 w 352"/>
                      <a:gd name="T57" fmla="*/ 66 h 240"/>
                      <a:gd name="T58" fmla="*/ 50 w 352"/>
                      <a:gd name="T59" fmla="*/ 74 h 240"/>
                      <a:gd name="T60" fmla="*/ 47 w 352"/>
                      <a:gd name="T61" fmla="*/ 69 h 240"/>
                      <a:gd name="T62" fmla="*/ 53 w 352"/>
                      <a:gd name="T63" fmla="*/ 63 h 240"/>
                      <a:gd name="T64" fmla="*/ 50 w 352"/>
                      <a:gd name="T65" fmla="*/ 58 h 240"/>
                      <a:gd name="T66" fmla="*/ 44 w 352"/>
                      <a:gd name="T67" fmla="*/ 44 h 240"/>
                      <a:gd name="T68" fmla="*/ 27 w 352"/>
                      <a:gd name="T69" fmla="*/ 47 h 240"/>
                      <a:gd name="T70" fmla="*/ 17 w 352"/>
                      <a:gd name="T71" fmla="*/ 50 h 240"/>
                      <a:gd name="T72" fmla="*/ 6 w 352"/>
                      <a:gd name="T73" fmla="*/ 47 h 24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52"/>
                      <a:gd name="T112" fmla="*/ 0 h 240"/>
                      <a:gd name="T113" fmla="*/ 352 w 352"/>
                      <a:gd name="T114" fmla="*/ 240 h 24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52" h="240">
                        <a:moveTo>
                          <a:pt x="16" y="136"/>
                        </a:moveTo>
                        <a:lnTo>
                          <a:pt x="0" y="120"/>
                        </a:lnTo>
                        <a:lnTo>
                          <a:pt x="0" y="104"/>
                        </a:lnTo>
                        <a:lnTo>
                          <a:pt x="16" y="96"/>
                        </a:lnTo>
                        <a:lnTo>
                          <a:pt x="8" y="88"/>
                        </a:lnTo>
                        <a:lnTo>
                          <a:pt x="40" y="56"/>
                        </a:lnTo>
                        <a:lnTo>
                          <a:pt x="40" y="32"/>
                        </a:lnTo>
                        <a:lnTo>
                          <a:pt x="56" y="8"/>
                        </a:lnTo>
                        <a:lnTo>
                          <a:pt x="72" y="8"/>
                        </a:lnTo>
                        <a:lnTo>
                          <a:pt x="88" y="16"/>
                        </a:lnTo>
                        <a:lnTo>
                          <a:pt x="96" y="16"/>
                        </a:lnTo>
                        <a:lnTo>
                          <a:pt x="112" y="16"/>
                        </a:lnTo>
                        <a:lnTo>
                          <a:pt x="120" y="16"/>
                        </a:lnTo>
                        <a:lnTo>
                          <a:pt x="152" y="24"/>
                        </a:lnTo>
                        <a:lnTo>
                          <a:pt x="160" y="24"/>
                        </a:lnTo>
                        <a:lnTo>
                          <a:pt x="168" y="8"/>
                        </a:lnTo>
                        <a:lnTo>
                          <a:pt x="184" y="8"/>
                        </a:lnTo>
                        <a:lnTo>
                          <a:pt x="200" y="0"/>
                        </a:lnTo>
                        <a:lnTo>
                          <a:pt x="232" y="0"/>
                        </a:lnTo>
                        <a:lnTo>
                          <a:pt x="240" y="32"/>
                        </a:lnTo>
                        <a:lnTo>
                          <a:pt x="256" y="40"/>
                        </a:lnTo>
                        <a:lnTo>
                          <a:pt x="256" y="48"/>
                        </a:lnTo>
                        <a:lnTo>
                          <a:pt x="264" y="64"/>
                        </a:lnTo>
                        <a:lnTo>
                          <a:pt x="296" y="56"/>
                        </a:lnTo>
                        <a:lnTo>
                          <a:pt x="312" y="72"/>
                        </a:lnTo>
                        <a:lnTo>
                          <a:pt x="328" y="72"/>
                        </a:lnTo>
                        <a:lnTo>
                          <a:pt x="336" y="80"/>
                        </a:lnTo>
                        <a:lnTo>
                          <a:pt x="352" y="96"/>
                        </a:lnTo>
                        <a:lnTo>
                          <a:pt x="344" y="112"/>
                        </a:lnTo>
                        <a:lnTo>
                          <a:pt x="344" y="136"/>
                        </a:lnTo>
                        <a:lnTo>
                          <a:pt x="336" y="136"/>
                        </a:lnTo>
                        <a:lnTo>
                          <a:pt x="320" y="152"/>
                        </a:lnTo>
                        <a:lnTo>
                          <a:pt x="304" y="176"/>
                        </a:lnTo>
                        <a:lnTo>
                          <a:pt x="288" y="176"/>
                        </a:lnTo>
                        <a:lnTo>
                          <a:pt x="280" y="184"/>
                        </a:lnTo>
                        <a:lnTo>
                          <a:pt x="256" y="184"/>
                        </a:lnTo>
                        <a:lnTo>
                          <a:pt x="256" y="192"/>
                        </a:lnTo>
                        <a:lnTo>
                          <a:pt x="232" y="200"/>
                        </a:lnTo>
                        <a:lnTo>
                          <a:pt x="248" y="208"/>
                        </a:lnTo>
                        <a:lnTo>
                          <a:pt x="256" y="216"/>
                        </a:lnTo>
                        <a:lnTo>
                          <a:pt x="272" y="216"/>
                        </a:lnTo>
                        <a:lnTo>
                          <a:pt x="280" y="216"/>
                        </a:lnTo>
                        <a:lnTo>
                          <a:pt x="280" y="224"/>
                        </a:lnTo>
                        <a:lnTo>
                          <a:pt x="264" y="224"/>
                        </a:lnTo>
                        <a:lnTo>
                          <a:pt x="256" y="232"/>
                        </a:lnTo>
                        <a:lnTo>
                          <a:pt x="240" y="240"/>
                        </a:lnTo>
                        <a:lnTo>
                          <a:pt x="224" y="240"/>
                        </a:lnTo>
                        <a:lnTo>
                          <a:pt x="224" y="232"/>
                        </a:lnTo>
                        <a:lnTo>
                          <a:pt x="224" y="224"/>
                        </a:lnTo>
                        <a:lnTo>
                          <a:pt x="208" y="216"/>
                        </a:lnTo>
                        <a:lnTo>
                          <a:pt x="208" y="208"/>
                        </a:lnTo>
                        <a:lnTo>
                          <a:pt x="224" y="200"/>
                        </a:lnTo>
                        <a:lnTo>
                          <a:pt x="216" y="192"/>
                        </a:lnTo>
                        <a:lnTo>
                          <a:pt x="200" y="192"/>
                        </a:lnTo>
                        <a:lnTo>
                          <a:pt x="192" y="192"/>
                        </a:lnTo>
                        <a:lnTo>
                          <a:pt x="184" y="184"/>
                        </a:lnTo>
                        <a:lnTo>
                          <a:pt x="176" y="184"/>
                        </a:lnTo>
                        <a:lnTo>
                          <a:pt x="160" y="192"/>
                        </a:lnTo>
                        <a:lnTo>
                          <a:pt x="160" y="200"/>
                        </a:lnTo>
                        <a:lnTo>
                          <a:pt x="144" y="216"/>
                        </a:lnTo>
                        <a:lnTo>
                          <a:pt x="136" y="216"/>
                        </a:lnTo>
                        <a:lnTo>
                          <a:pt x="136" y="200"/>
                        </a:lnTo>
                        <a:lnTo>
                          <a:pt x="144" y="184"/>
                        </a:lnTo>
                        <a:lnTo>
                          <a:pt x="152" y="184"/>
                        </a:lnTo>
                        <a:lnTo>
                          <a:pt x="152" y="176"/>
                        </a:lnTo>
                        <a:lnTo>
                          <a:pt x="144" y="168"/>
                        </a:lnTo>
                        <a:lnTo>
                          <a:pt x="136" y="144"/>
                        </a:lnTo>
                        <a:lnTo>
                          <a:pt x="128" y="128"/>
                        </a:lnTo>
                        <a:lnTo>
                          <a:pt x="96" y="128"/>
                        </a:lnTo>
                        <a:lnTo>
                          <a:pt x="80" y="136"/>
                        </a:lnTo>
                        <a:lnTo>
                          <a:pt x="72" y="144"/>
                        </a:lnTo>
                        <a:lnTo>
                          <a:pt x="48" y="144"/>
                        </a:lnTo>
                        <a:lnTo>
                          <a:pt x="32" y="136"/>
                        </a:lnTo>
                        <a:lnTo>
                          <a:pt x="16" y="13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grpSp>
            <p:grpSp>
              <p:nvGrpSpPr>
                <p:cNvPr id="935" name="Group 170">
                  <a:extLst>
                    <a:ext uri="{FF2B5EF4-FFF2-40B4-BE49-F238E27FC236}">
                      <a16:creationId xmlns:a16="http://schemas.microsoft.com/office/drawing/2014/main" id="{D65C1083-30F0-8932-7162-AF0B9FFE0502}"/>
                    </a:ext>
                  </a:extLst>
                </p:cNvPr>
                <p:cNvGrpSpPr>
                  <a:grpSpLocks/>
                </p:cNvGrpSpPr>
                <p:nvPr/>
              </p:nvGrpSpPr>
              <p:grpSpPr bwMode="gray">
                <a:xfrm>
                  <a:off x="5579715" y="3274576"/>
                  <a:ext cx="1235441" cy="669494"/>
                  <a:chOff x="3819" y="1969"/>
                  <a:chExt cx="1142" cy="619"/>
                </a:xfrm>
                <a:grpFill/>
              </p:grpSpPr>
              <p:sp>
                <p:nvSpPr>
                  <p:cNvPr id="1135" name="Freeform 171">
                    <a:extLst>
                      <a:ext uri="{FF2B5EF4-FFF2-40B4-BE49-F238E27FC236}">
                        <a16:creationId xmlns:a16="http://schemas.microsoft.com/office/drawing/2014/main" id="{3AFF74B9-9E0C-A490-443B-E1B81DF6E86B}"/>
                      </a:ext>
                    </a:extLst>
                  </p:cNvPr>
                  <p:cNvSpPr>
                    <a:spLocks/>
                  </p:cNvSpPr>
                  <p:nvPr/>
                </p:nvSpPr>
                <p:spPr bwMode="gray">
                  <a:xfrm>
                    <a:off x="4770" y="2155"/>
                    <a:ext cx="90" cy="73"/>
                  </a:xfrm>
                  <a:custGeom>
                    <a:avLst/>
                    <a:gdLst>
                      <a:gd name="T0" fmla="*/ 17 w 128"/>
                      <a:gd name="T1" fmla="*/ 3 h 104"/>
                      <a:gd name="T2" fmla="*/ 17 w 128"/>
                      <a:gd name="T3" fmla="*/ 0 h 104"/>
                      <a:gd name="T4" fmla="*/ 23 w 128"/>
                      <a:gd name="T5" fmla="*/ 0 h 104"/>
                      <a:gd name="T6" fmla="*/ 23 w 128"/>
                      <a:gd name="T7" fmla="*/ 3 h 104"/>
                      <a:gd name="T8" fmla="*/ 25 w 128"/>
                      <a:gd name="T9" fmla="*/ 8 h 104"/>
                      <a:gd name="T10" fmla="*/ 27 w 128"/>
                      <a:gd name="T11" fmla="*/ 11 h 104"/>
                      <a:gd name="T12" fmla="*/ 31 w 128"/>
                      <a:gd name="T13" fmla="*/ 11 h 104"/>
                      <a:gd name="T14" fmla="*/ 34 w 128"/>
                      <a:gd name="T15" fmla="*/ 14 h 104"/>
                      <a:gd name="T16" fmla="*/ 36 w 128"/>
                      <a:gd name="T17" fmla="*/ 14 h 104"/>
                      <a:gd name="T18" fmla="*/ 39 w 128"/>
                      <a:gd name="T19" fmla="*/ 14 h 104"/>
                      <a:gd name="T20" fmla="*/ 41 w 128"/>
                      <a:gd name="T21" fmla="*/ 11 h 104"/>
                      <a:gd name="T22" fmla="*/ 41 w 128"/>
                      <a:gd name="T23" fmla="*/ 14 h 104"/>
                      <a:gd name="T24" fmla="*/ 41 w 128"/>
                      <a:gd name="T25" fmla="*/ 17 h 104"/>
                      <a:gd name="T26" fmla="*/ 44 w 128"/>
                      <a:gd name="T27" fmla="*/ 17 h 104"/>
                      <a:gd name="T28" fmla="*/ 44 w 128"/>
                      <a:gd name="T29" fmla="*/ 19 h 104"/>
                      <a:gd name="T30" fmla="*/ 41 w 128"/>
                      <a:gd name="T31" fmla="*/ 25 h 104"/>
                      <a:gd name="T32" fmla="*/ 39 w 128"/>
                      <a:gd name="T33" fmla="*/ 25 h 104"/>
                      <a:gd name="T34" fmla="*/ 34 w 128"/>
                      <a:gd name="T35" fmla="*/ 25 h 104"/>
                      <a:gd name="T36" fmla="*/ 31 w 128"/>
                      <a:gd name="T37" fmla="*/ 31 h 104"/>
                      <a:gd name="T38" fmla="*/ 31 w 128"/>
                      <a:gd name="T39" fmla="*/ 33 h 104"/>
                      <a:gd name="T40" fmla="*/ 27 w 128"/>
                      <a:gd name="T41" fmla="*/ 33 h 104"/>
                      <a:gd name="T42" fmla="*/ 25 w 128"/>
                      <a:gd name="T43" fmla="*/ 31 h 104"/>
                      <a:gd name="T44" fmla="*/ 19 w 128"/>
                      <a:gd name="T45" fmla="*/ 27 h 104"/>
                      <a:gd name="T46" fmla="*/ 17 w 128"/>
                      <a:gd name="T47" fmla="*/ 31 h 104"/>
                      <a:gd name="T48" fmla="*/ 11 w 128"/>
                      <a:gd name="T49" fmla="*/ 27 h 104"/>
                      <a:gd name="T50" fmla="*/ 8 w 128"/>
                      <a:gd name="T51" fmla="*/ 27 h 104"/>
                      <a:gd name="T52" fmla="*/ 6 w 128"/>
                      <a:gd name="T53" fmla="*/ 31 h 104"/>
                      <a:gd name="T54" fmla="*/ 8 w 128"/>
                      <a:gd name="T55" fmla="*/ 33 h 104"/>
                      <a:gd name="T56" fmla="*/ 8 w 128"/>
                      <a:gd name="T57" fmla="*/ 36 h 104"/>
                      <a:gd name="T58" fmla="*/ 6 w 128"/>
                      <a:gd name="T59" fmla="*/ 36 h 104"/>
                      <a:gd name="T60" fmla="*/ 3 w 128"/>
                      <a:gd name="T61" fmla="*/ 33 h 104"/>
                      <a:gd name="T62" fmla="*/ 0 w 128"/>
                      <a:gd name="T63" fmla="*/ 31 h 104"/>
                      <a:gd name="T64" fmla="*/ 3 w 128"/>
                      <a:gd name="T65" fmla="*/ 27 h 104"/>
                      <a:gd name="T66" fmla="*/ 8 w 128"/>
                      <a:gd name="T67" fmla="*/ 25 h 104"/>
                      <a:gd name="T68" fmla="*/ 8 w 128"/>
                      <a:gd name="T69" fmla="*/ 22 h 104"/>
                      <a:gd name="T70" fmla="*/ 8 w 128"/>
                      <a:gd name="T71" fmla="*/ 19 h 104"/>
                      <a:gd name="T72" fmla="*/ 11 w 128"/>
                      <a:gd name="T73" fmla="*/ 22 h 104"/>
                      <a:gd name="T74" fmla="*/ 14 w 128"/>
                      <a:gd name="T75" fmla="*/ 22 h 104"/>
                      <a:gd name="T76" fmla="*/ 14 w 128"/>
                      <a:gd name="T77" fmla="*/ 19 h 104"/>
                      <a:gd name="T78" fmla="*/ 17 w 128"/>
                      <a:gd name="T79" fmla="*/ 14 h 104"/>
                      <a:gd name="T80" fmla="*/ 17 w 128"/>
                      <a:gd name="T81" fmla="*/ 6 h 104"/>
                      <a:gd name="T82" fmla="*/ 17 w 128"/>
                      <a:gd name="T83" fmla="*/ 3 h 1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28"/>
                      <a:gd name="T127" fmla="*/ 0 h 104"/>
                      <a:gd name="T128" fmla="*/ 128 w 128"/>
                      <a:gd name="T129" fmla="*/ 104 h 10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28" h="104">
                        <a:moveTo>
                          <a:pt x="48" y="8"/>
                        </a:moveTo>
                        <a:lnTo>
                          <a:pt x="48" y="0"/>
                        </a:lnTo>
                        <a:lnTo>
                          <a:pt x="64" y="0"/>
                        </a:lnTo>
                        <a:lnTo>
                          <a:pt x="64" y="8"/>
                        </a:lnTo>
                        <a:lnTo>
                          <a:pt x="72" y="24"/>
                        </a:lnTo>
                        <a:lnTo>
                          <a:pt x="80" y="32"/>
                        </a:lnTo>
                        <a:lnTo>
                          <a:pt x="88" y="32"/>
                        </a:lnTo>
                        <a:lnTo>
                          <a:pt x="96" y="40"/>
                        </a:lnTo>
                        <a:lnTo>
                          <a:pt x="104" y="40"/>
                        </a:lnTo>
                        <a:lnTo>
                          <a:pt x="112" y="40"/>
                        </a:lnTo>
                        <a:lnTo>
                          <a:pt x="120" y="32"/>
                        </a:lnTo>
                        <a:lnTo>
                          <a:pt x="120" y="40"/>
                        </a:lnTo>
                        <a:lnTo>
                          <a:pt x="120" y="48"/>
                        </a:lnTo>
                        <a:lnTo>
                          <a:pt x="128" y="48"/>
                        </a:lnTo>
                        <a:lnTo>
                          <a:pt x="128" y="56"/>
                        </a:lnTo>
                        <a:lnTo>
                          <a:pt x="120" y="72"/>
                        </a:lnTo>
                        <a:lnTo>
                          <a:pt x="112" y="72"/>
                        </a:lnTo>
                        <a:lnTo>
                          <a:pt x="96" y="72"/>
                        </a:lnTo>
                        <a:lnTo>
                          <a:pt x="88" y="88"/>
                        </a:lnTo>
                        <a:lnTo>
                          <a:pt x="88" y="96"/>
                        </a:lnTo>
                        <a:lnTo>
                          <a:pt x="80" y="96"/>
                        </a:lnTo>
                        <a:lnTo>
                          <a:pt x="72" y="88"/>
                        </a:lnTo>
                        <a:lnTo>
                          <a:pt x="56" y="80"/>
                        </a:lnTo>
                        <a:lnTo>
                          <a:pt x="48" y="88"/>
                        </a:lnTo>
                        <a:lnTo>
                          <a:pt x="32" y="80"/>
                        </a:lnTo>
                        <a:lnTo>
                          <a:pt x="24" y="80"/>
                        </a:lnTo>
                        <a:lnTo>
                          <a:pt x="16" y="88"/>
                        </a:lnTo>
                        <a:lnTo>
                          <a:pt x="24" y="96"/>
                        </a:lnTo>
                        <a:lnTo>
                          <a:pt x="24" y="104"/>
                        </a:lnTo>
                        <a:lnTo>
                          <a:pt x="16" y="104"/>
                        </a:lnTo>
                        <a:lnTo>
                          <a:pt x="8" y="96"/>
                        </a:lnTo>
                        <a:lnTo>
                          <a:pt x="0" y="88"/>
                        </a:lnTo>
                        <a:lnTo>
                          <a:pt x="8" y="80"/>
                        </a:lnTo>
                        <a:lnTo>
                          <a:pt x="24" y="72"/>
                        </a:lnTo>
                        <a:lnTo>
                          <a:pt x="24" y="64"/>
                        </a:lnTo>
                        <a:lnTo>
                          <a:pt x="24" y="56"/>
                        </a:lnTo>
                        <a:lnTo>
                          <a:pt x="32" y="64"/>
                        </a:lnTo>
                        <a:lnTo>
                          <a:pt x="40" y="64"/>
                        </a:lnTo>
                        <a:lnTo>
                          <a:pt x="40" y="56"/>
                        </a:lnTo>
                        <a:lnTo>
                          <a:pt x="48" y="40"/>
                        </a:lnTo>
                        <a:lnTo>
                          <a:pt x="48" y="16"/>
                        </a:lnTo>
                        <a:lnTo>
                          <a:pt x="48"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36" name="Freeform 172">
                    <a:extLst>
                      <a:ext uri="{FF2B5EF4-FFF2-40B4-BE49-F238E27FC236}">
                        <a16:creationId xmlns:a16="http://schemas.microsoft.com/office/drawing/2014/main" id="{0FA5453A-5C5C-AEAC-9C03-86F94FAEF021}"/>
                      </a:ext>
                    </a:extLst>
                  </p:cNvPr>
                  <p:cNvSpPr>
                    <a:spLocks/>
                  </p:cNvSpPr>
                  <p:nvPr/>
                </p:nvSpPr>
                <p:spPr bwMode="gray">
                  <a:xfrm>
                    <a:off x="4652" y="2234"/>
                    <a:ext cx="157" cy="146"/>
                  </a:xfrm>
                  <a:custGeom>
                    <a:avLst/>
                    <a:gdLst>
                      <a:gd name="T0" fmla="*/ 71 w 224"/>
                      <a:gd name="T1" fmla="*/ 0 h 208"/>
                      <a:gd name="T2" fmla="*/ 69 w 224"/>
                      <a:gd name="T3" fmla="*/ 3 h 208"/>
                      <a:gd name="T4" fmla="*/ 67 w 224"/>
                      <a:gd name="T5" fmla="*/ 3 h 208"/>
                      <a:gd name="T6" fmla="*/ 60 w 224"/>
                      <a:gd name="T7" fmla="*/ 8 h 208"/>
                      <a:gd name="T8" fmla="*/ 58 w 224"/>
                      <a:gd name="T9" fmla="*/ 27 h 208"/>
                      <a:gd name="T10" fmla="*/ 50 w 224"/>
                      <a:gd name="T11" fmla="*/ 39 h 208"/>
                      <a:gd name="T12" fmla="*/ 44 w 224"/>
                      <a:gd name="T13" fmla="*/ 41 h 208"/>
                      <a:gd name="T14" fmla="*/ 44 w 224"/>
                      <a:gd name="T15" fmla="*/ 36 h 208"/>
                      <a:gd name="T16" fmla="*/ 41 w 224"/>
                      <a:gd name="T17" fmla="*/ 39 h 208"/>
                      <a:gd name="T18" fmla="*/ 30 w 224"/>
                      <a:gd name="T19" fmla="*/ 53 h 208"/>
                      <a:gd name="T20" fmla="*/ 22 w 224"/>
                      <a:gd name="T21" fmla="*/ 53 h 208"/>
                      <a:gd name="T22" fmla="*/ 14 w 224"/>
                      <a:gd name="T23" fmla="*/ 53 h 208"/>
                      <a:gd name="T24" fmla="*/ 11 w 224"/>
                      <a:gd name="T25" fmla="*/ 55 h 208"/>
                      <a:gd name="T26" fmla="*/ 0 w 224"/>
                      <a:gd name="T27" fmla="*/ 61 h 208"/>
                      <a:gd name="T28" fmla="*/ 0 w 224"/>
                      <a:gd name="T29" fmla="*/ 67 h 208"/>
                      <a:gd name="T30" fmla="*/ 6 w 224"/>
                      <a:gd name="T31" fmla="*/ 67 h 208"/>
                      <a:gd name="T32" fmla="*/ 14 w 224"/>
                      <a:gd name="T33" fmla="*/ 64 h 208"/>
                      <a:gd name="T34" fmla="*/ 25 w 224"/>
                      <a:gd name="T35" fmla="*/ 58 h 208"/>
                      <a:gd name="T36" fmla="*/ 30 w 224"/>
                      <a:gd name="T37" fmla="*/ 64 h 208"/>
                      <a:gd name="T38" fmla="*/ 30 w 224"/>
                      <a:gd name="T39" fmla="*/ 69 h 208"/>
                      <a:gd name="T40" fmla="*/ 36 w 224"/>
                      <a:gd name="T41" fmla="*/ 69 h 208"/>
                      <a:gd name="T42" fmla="*/ 41 w 224"/>
                      <a:gd name="T43" fmla="*/ 67 h 208"/>
                      <a:gd name="T44" fmla="*/ 39 w 224"/>
                      <a:gd name="T45" fmla="*/ 61 h 208"/>
                      <a:gd name="T46" fmla="*/ 44 w 224"/>
                      <a:gd name="T47" fmla="*/ 58 h 208"/>
                      <a:gd name="T48" fmla="*/ 50 w 224"/>
                      <a:gd name="T49" fmla="*/ 61 h 208"/>
                      <a:gd name="T50" fmla="*/ 53 w 224"/>
                      <a:gd name="T51" fmla="*/ 61 h 208"/>
                      <a:gd name="T52" fmla="*/ 58 w 224"/>
                      <a:gd name="T53" fmla="*/ 55 h 208"/>
                      <a:gd name="T54" fmla="*/ 63 w 224"/>
                      <a:gd name="T55" fmla="*/ 53 h 208"/>
                      <a:gd name="T56" fmla="*/ 60 w 224"/>
                      <a:gd name="T57" fmla="*/ 58 h 208"/>
                      <a:gd name="T58" fmla="*/ 69 w 224"/>
                      <a:gd name="T59" fmla="*/ 53 h 208"/>
                      <a:gd name="T60" fmla="*/ 67 w 224"/>
                      <a:gd name="T61" fmla="*/ 47 h 208"/>
                      <a:gd name="T62" fmla="*/ 69 w 224"/>
                      <a:gd name="T63" fmla="*/ 36 h 208"/>
                      <a:gd name="T64" fmla="*/ 71 w 224"/>
                      <a:gd name="T65" fmla="*/ 31 h 208"/>
                      <a:gd name="T66" fmla="*/ 74 w 224"/>
                      <a:gd name="T67" fmla="*/ 25 h 208"/>
                      <a:gd name="T68" fmla="*/ 77 w 224"/>
                      <a:gd name="T69" fmla="*/ 14 h 208"/>
                      <a:gd name="T70" fmla="*/ 74 w 224"/>
                      <a:gd name="T71" fmla="*/ 8 h 20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24"/>
                      <a:gd name="T109" fmla="*/ 0 h 208"/>
                      <a:gd name="T110" fmla="*/ 224 w 224"/>
                      <a:gd name="T111" fmla="*/ 208 h 20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24" h="208">
                        <a:moveTo>
                          <a:pt x="208" y="16"/>
                        </a:moveTo>
                        <a:lnTo>
                          <a:pt x="208" y="0"/>
                        </a:lnTo>
                        <a:lnTo>
                          <a:pt x="200" y="0"/>
                        </a:lnTo>
                        <a:lnTo>
                          <a:pt x="200" y="8"/>
                        </a:lnTo>
                        <a:lnTo>
                          <a:pt x="200" y="16"/>
                        </a:lnTo>
                        <a:lnTo>
                          <a:pt x="192" y="8"/>
                        </a:lnTo>
                        <a:lnTo>
                          <a:pt x="184" y="8"/>
                        </a:lnTo>
                        <a:lnTo>
                          <a:pt x="176" y="24"/>
                        </a:lnTo>
                        <a:lnTo>
                          <a:pt x="176" y="64"/>
                        </a:lnTo>
                        <a:lnTo>
                          <a:pt x="168" y="80"/>
                        </a:lnTo>
                        <a:lnTo>
                          <a:pt x="152" y="104"/>
                        </a:lnTo>
                        <a:lnTo>
                          <a:pt x="144" y="112"/>
                        </a:lnTo>
                        <a:lnTo>
                          <a:pt x="144" y="120"/>
                        </a:lnTo>
                        <a:lnTo>
                          <a:pt x="128" y="120"/>
                        </a:lnTo>
                        <a:lnTo>
                          <a:pt x="120" y="120"/>
                        </a:lnTo>
                        <a:lnTo>
                          <a:pt x="128" y="104"/>
                        </a:lnTo>
                        <a:lnTo>
                          <a:pt x="120" y="104"/>
                        </a:lnTo>
                        <a:lnTo>
                          <a:pt x="120" y="112"/>
                        </a:lnTo>
                        <a:lnTo>
                          <a:pt x="120" y="120"/>
                        </a:lnTo>
                        <a:lnTo>
                          <a:pt x="88" y="152"/>
                        </a:lnTo>
                        <a:lnTo>
                          <a:pt x="80" y="152"/>
                        </a:lnTo>
                        <a:lnTo>
                          <a:pt x="64" y="152"/>
                        </a:lnTo>
                        <a:lnTo>
                          <a:pt x="56" y="160"/>
                        </a:lnTo>
                        <a:lnTo>
                          <a:pt x="40" y="152"/>
                        </a:lnTo>
                        <a:lnTo>
                          <a:pt x="32" y="152"/>
                        </a:lnTo>
                        <a:lnTo>
                          <a:pt x="32" y="160"/>
                        </a:lnTo>
                        <a:lnTo>
                          <a:pt x="8" y="176"/>
                        </a:lnTo>
                        <a:lnTo>
                          <a:pt x="0" y="176"/>
                        </a:lnTo>
                        <a:lnTo>
                          <a:pt x="0" y="184"/>
                        </a:lnTo>
                        <a:lnTo>
                          <a:pt x="0" y="192"/>
                        </a:lnTo>
                        <a:lnTo>
                          <a:pt x="8" y="192"/>
                        </a:lnTo>
                        <a:lnTo>
                          <a:pt x="16" y="192"/>
                        </a:lnTo>
                        <a:lnTo>
                          <a:pt x="24" y="192"/>
                        </a:lnTo>
                        <a:lnTo>
                          <a:pt x="40" y="184"/>
                        </a:lnTo>
                        <a:lnTo>
                          <a:pt x="48" y="176"/>
                        </a:lnTo>
                        <a:lnTo>
                          <a:pt x="72" y="168"/>
                        </a:lnTo>
                        <a:lnTo>
                          <a:pt x="88" y="176"/>
                        </a:lnTo>
                        <a:lnTo>
                          <a:pt x="88" y="184"/>
                        </a:lnTo>
                        <a:lnTo>
                          <a:pt x="88" y="192"/>
                        </a:lnTo>
                        <a:lnTo>
                          <a:pt x="88" y="200"/>
                        </a:lnTo>
                        <a:lnTo>
                          <a:pt x="96" y="208"/>
                        </a:lnTo>
                        <a:lnTo>
                          <a:pt x="104" y="200"/>
                        </a:lnTo>
                        <a:lnTo>
                          <a:pt x="104" y="192"/>
                        </a:lnTo>
                        <a:lnTo>
                          <a:pt x="120" y="192"/>
                        </a:lnTo>
                        <a:lnTo>
                          <a:pt x="112" y="184"/>
                        </a:lnTo>
                        <a:lnTo>
                          <a:pt x="112" y="176"/>
                        </a:lnTo>
                        <a:lnTo>
                          <a:pt x="112" y="168"/>
                        </a:lnTo>
                        <a:lnTo>
                          <a:pt x="128" y="168"/>
                        </a:lnTo>
                        <a:lnTo>
                          <a:pt x="128" y="176"/>
                        </a:lnTo>
                        <a:lnTo>
                          <a:pt x="144" y="176"/>
                        </a:lnTo>
                        <a:lnTo>
                          <a:pt x="152" y="168"/>
                        </a:lnTo>
                        <a:lnTo>
                          <a:pt x="152" y="176"/>
                        </a:lnTo>
                        <a:lnTo>
                          <a:pt x="160" y="176"/>
                        </a:lnTo>
                        <a:lnTo>
                          <a:pt x="168" y="160"/>
                        </a:lnTo>
                        <a:lnTo>
                          <a:pt x="176" y="152"/>
                        </a:lnTo>
                        <a:lnTo>
                          <a:pt x="184" y="152"/>
                        </a:lnTo>
                        <a:lnTo>
                          <a:pt x="184" y="160"/>
                        </a:lnTo>
                        <a:lnTo>
                          <a:pt x="176" y="168"/>
                        </a:lnTo>
                        <a:lnTo>
                          <a:pt x="184" y="168"/>
                        </a:lnTo>
                        <a:lnTo>
                          <a:pt x="200" y="152"/>
                        </a:lnTo>
                        <a:lnTo>
                          <a:pt x="192" y="144"/>
                        </a:lnTo>
                        <a:lnTo>
                          <a:pt x="192" y="136"/>
                        </a:lnTo>
                        <a:lnTo>
                          <a:pt x="208" y="112"/>
                        </a:lnTo>
                        <a:lnTo>
                          <a:pt x="200" y="104"/>
                        </a:lnTo>
                        <a:lnTo>
                          <a:pt x="200" y="88"/>
                        </a:lnTo>
                        <a:lnTo>
                          <a:pt x="208" y="88"/>
                        </a:lnTo>
                        <a:lnTo>
                          <a:pt x="216" y="88"/>
                        </a:lnTo>
                        <a:lnTo>
                          <a:pt x="216" y="72"/>
                        </a:lnTo>
                        <a:lnTo>
                          <a:pt x="224" y="56"/>
                        </a:lnTo>
                        <a:lnTo>
                          <a:pt x="224" y="40"/>
                        </a:lnTo>
                        <a:lnTo>
                          <a:pt x="224" y="32"/>
                        </a:lnTo>
                        <a:lnTo>
                          <a:pt x="216" y="24"/>
                        </a:lnTo>
                        <a:lnTo>
                          <a:pt x="208" y="16"/>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37" name="Freeform 173">
                    <a:extLst>
                      <a:ext uri="{FF2B5EF4-FFF2-40B4-BE49-F238E27FC236}">
                        <a16:creationId xmlns:a16="http://schemas.microsoft.com/office/drawing/2014/main" id="{31BA9197-BCEF-BB4F-9217-45F9ED9D9D98}"/>
                      </a:ext>
                    </a:extLst>
                  </p:cNvPr>
                  <p:cNvSpPr>
                    <a:spLocks/>
                  </p:cNvSpPr>
                  <p:nvPr/>
                </p:nvSpPr>
                <p:spPr bwMode="gray">
                  <a:xfrm>
                    <a:off x="4668" y="2363"/>
                    <a:ext cx="34" cy="28"/>
                  </a:xfrm>
                  <a:custGeom>
                    <a:avLst/>
                    <a:gdLst>
                      <a:gd name="T0" fmla="*/ 17 w 48"/>
                      <a:gd name="T1" fmla="*/ 3 h 40"/>
                      <a:gd name="T2" fmla="*/ 14 w 48"/>
                      <a:gd name="T3" fmla="*/ 0 h 40"/>
                      <a:gd name="T4" fmla="*/ 11 w 48"/>
                      <a:gd name="T5" fmla="*/ 0 h 40"/>
                      <a:gd name="T6" fmla="*/ 9 w 48"/>
                      <a:gd name="T7" fmla="*/ 6 h 40"/>
                      <a:gd name="T8" fmla="*/ 3 w 48"/>
                      <a:gd name="T9" fmla="*/ 6 h 40"/>
                      <a:gd name="T10" fmla="*/ 0 w 48"/>
                      <a:gd name="T11" fmla="*/ 8 h 40"/>
                      <a:gd name="T12" fmla="*/ 3 w 48"/>
                      <a:gd name="T13" fmla="*/ 14 h 40"/>
                      <a:gd name="T14" fmla="*/ 6 w 48"/>
                      <a:gd name="T15" fmla="*/ 14 h 40"/>
                      <a:gd name="T16" fmla="*/ 6 w 48"/>
                      <a:gd name="T17" fmla="*/ 8 h 40"/>
                      <a:gd name="T18" fmla="*/ 9 w 48"/>
                      <a:gd name="T19" fmla="*/ 6 h 40"/>
                      <a:gd name="T20" fmla="*/ 11 w 48"/>
                      <a:gd name="T21" fmla="*/ 8 h 40"/>
                      <a:gd name="T22" fmla="*/ 14 w 48"/>
                      <a:gd name="T23" fmla="*/ 8 h 40"/>
                      <a:gd name="T24" fmla="*/ 17 w 48"/>
                      <a:gd name="T25" fmla="*/ 3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
                      <a:gd name="T40" fmla="*/ 0 h 40"/>
                      <a:gd name="T41" fmla="*/ 48 w 48"/>
                      <a:gd name="T42" fmla="*/ 40 h 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 h="40">
                        <a:moveTo>
                          <a:pt x="48" y="8"/>
                        </a:moveTo>
                        <a:lnTo>
                          <a:pt x="40" y="0"/>
                        </a:lnTo>
                        <a:lnTo>
                          <a:pt x="32" y="0"/>
                        </a:lnTo>
                        <a:lnTo>
                          <a:pt x="24" y="16"/>
                        </a:lnTo>
                        <a:lnTo>
                          <a:pt x="8" y="16"/>
                        </a:lnTo>
                        <a:lnTo>
                          <a:pt x="0" y="24"/>
                        </a:lnTo>
                        <a:lnTo>
                          <a:pt x="8" y="40"/>
                        </a:lnTo>
                        <a:lnTo>
                          <a:pt x="16" y="40"/>
                        </a:lnTo>
                        <a:lnTo>
                          <a:pt x="16" y="24"/>
                        </a:lnTo>
                        <a:lnTo>
                          <a:pt x="24" y="16"/>
                        </a:lnTo>
                        <a:lnTo>
                          <a:pt x="32" y="24"/>
                        </a:lnTo>
                        <a:lnTo>
                          <a:pt x="40" y="24"/>
                        </a:lnTo>
                        <a:lnTo>
                          <a:pt x="48"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38" name="Freeform 174">
                    <a:extLst>
                      <a:ext uri="{FF2B5EF4-FFF2-40B4-BE49-F238E27FC236}">
                        <a16:creationId xmlns:a16="http://schemas.microsoft.com/office/drawing/2014/main" id="{48C5990C-EDDC-0B16-63BB-0AAE9D0478D1}"/>
                      </a:ext>
                    </a:extLst>
                  </p:cNvPr>
                  <p:cNvSpPr>
                    <a:spLocks/>
                  </p:cNvSpPr>
                  <p:nvPr/>
                </p:nvSpPr>
                <p:spPr bwMode="gray">
                  <a:xfrm>
                    <a:off x="4629" y="2369"/>
                    <a:ext cx="34" cy="50"/>
                  </a:xfrm>
                  <a:custGeom>
                    <a:avLst/>
                    <a:gdLst>
                      <a:gd name="T0" fmla="*/ 9 w 48"/>
                      <a:gd name="T1" fmla="*/ 0 h 72"/>
                      <a:gd name="T2" fmla="*/ 14 w 48"/>
                      <a:gd name="T3" fmla="*/ 6 h 72"/>
                      <a:gd name="T4" fmla="*/ 17 w 48"/>
                      <a:gd name="T5" fmla="*/ 10 h 72"/>
                      <a:gd name="T6" fmla="*/ 14 w 48"/>
                      <a:gd name="T7" fmla="*/ 16 h 72"/>
                      <a:gd name="T8" fmla="*/ 14 w 48"/>
                      <a:gd name="T9" fmla="*/ 22 h 72"/>
                      <a:gd name="T10" fmla="*/ 9 w 48"/>
                      <a:gd name="T11" fmla="*/ 24 h 72"/>
                      <a:gd name="T12" fmla="*/ 9 w 48"/>
                      <a:gd name="T13" fmla="*/ 19 h 72"/>
                      <a:gd name="T14" fmla="*/ 6 w 48"/>
                      <a:gd name="T15" fmla="*/ 19 h 72"/>
                      <a:gd name="T16" fmla="*/ 6 w 48"/>
                      <a:gd name="T17" fmla="*/ 22 h 72"/>
                      <a:gd name="T18" fmla="*/ 3 w 48"/>
                      <a:gd name="T19" fmla="*/ 22 h 72"/>
                      <a:gd name="T20" fmla="*/ 6 w 48"/>
                      <a:gd name="T21" fmla="*/ 16 h 72"/>
                      <a:gd name="T22" fmla="*/ 6 w 48"/>
                      <a:gd name="T23" fmla="*/ 13 h 72"/>
                      <a:gd name="T24" fmla="*/ 9 w 48"/>
                      <a:gd name="T25" fmla="*/ 10 h 72"/>
                      <a:gd name="T26" fmla="*/ 6 w 48"/>
                      <a:gd name="T27" fmla="*/ 8 h 72"/>
                      <a:gd name="T28" fmla="*/ 3 w 48"/>
                      <a:gd name="T29" fmla="*/ 10 h 72"/>
                      <a:gd name="T30" fmla="*/ 0 w 48"/>
                      <a:gd name="T31" fmla="*/ 8 h 72"/>
                      <a:gd name="T32" fmla="*/ 0 w 48"/>
                      <a:gd name="T33" fmla="*/ 6 h 72"/>
                      <a:gd name="T34" fmla="*/ 3 w 48"/>
                      <a:gd name="T35" fmla="*/ 3 h 72"/>
                      <a:gd name="T36" fmla="*/ 9 w 48"/>
                      <a:gd name="T37" fmla="*/ 0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72"/>
                      <a:gd name="T59" fmla="*/ 48 w 48"/>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72">
                        <a:moveTo>
                          <a:pt x="24" y="0"/>
                        </a:moveTo>
                        <a:lnTo>
                          <a:pt x="40" y="16"/>
                        </a:lnTo>
                        <a:lnTo>
                          <a:pt x="48" y="32"/>
                        </a:lnTo>
                        <a:lnTo>
                          <a:pt x="40" y="48"/>
                        </a:lnTo>
                        <a:lnTo>
                          <a:pt x="40" y="64"/>
                        </a:lnTo>
                        <a:lnTo>
                          <a:pt x="24" y="72"/>
                        </a:lnTo>
                        <a:lnTo>
                          <a:pt x="24" y="56"/>
                        </a:lnTo>
                        <a:lnTo>
                          <a:pt x="16" y="56"/>
                        </a:lnTo>
                        <a:lnTo>
                          <a:pt x="16" y="64"/>
                        </a:lnTo>
                        <a:lnTo>
                          <a:pt x="8" y="64"/>
                        </a:lnTo>
                        <a:lnTo>
                          <a:pt x="16" y="48"/>
                        </a:lnTo>
                        <a:lnTo>
                          <a:pt x="16" y="40"/>
                        </a:lnTo>
                        <a:lnTo>
                          <a:pt x="24" y="32"/>
                        </a:lnTo>
                        <a:lnTo>
                          <a:pt x="16" y="24"/>
                        </a:lnTo>
                        <a:lnTo>
                          <a:pt x="8" y="32"/>
                        </a:lnTo>
                        <a:lnTo>
                          <a:pt x="0" y="24"/>
                        </a:lnTo>
                        <a:lnTo>
                          <a:pt x="0" y="16"/>
                        </a:lnTo>
                        <a:lnTo>
                          <a:pt x="8" y="8"/>
                        </a:lnTo>
                        <a:lnTo>
                          <a:pt x="2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39" name="Freeform 175">
                    <a:extLst>
                      <a:ext uri="{FF2B5EF4-FFF2-40B4-BE49-F238E27FC236}">
                        <a16:creationId xmlns:a16="http://schemas.microsoft.com/office/drawing/2014/main" id="{43174CC1-D61F-051E-A93F-95C8313D0155}"/>
                      </a:ext>
                    </a:extLst>
                  </p:cNvPr>
                  <p:cNvSpPr>
                    <a:spLocks/>
                  </p:cNvSpPr>
                  <p:nvPr/>
                </p:nvSpPr>
                <p:spPr bwMode="gray">
                  <a:xfrm>
                    <a:off x="4494" y="2515"/>
                    <a:ext cx="23" cy="45"/>
                  </a:xfrm>
                  <a:custGeom>
                    <a:avLst/>
                    <a:gdLst>
                      <a:gd name="T0" fmla="*/ 6 w 32"/>
                      <a:gd name="T1" fmla="*/ 0 h 64"/>
                      <a:gd name="T2" fmla="*/ 12 w 32"/>
                      <a:gd name="T3" fmla="*/ 0 h 64"/>
                      <a:gd name="T4" fmla="*/ 12 w 32"/>
                      <a:gd name="T5" fmla="*/ 11 h 64"/>
                      <a:gd name="T6" fmla="*/ 9 w 32"/>
                      <a:gd name="T7" fmla="*/ 14 h 64"/>
                      <a:gd name="T8" fmla="*/ 6 w 32"/>
                      <a:gd name="T9" fmla="*/ 23 h 64"/>
                      <a:gd name="T10" fmla="*/ 3 w 32"/>
                      <a:gd name="T11" fmla="*/ 23 h 64"/>
                      <a:gd name="T12" fmla="*/ 0 w 32"/>
                      <a:gd name="T13" fmla="*/ 19 h 64"/>
                      <a:gd name="T14" fmla="*/ 0 w 32"/>
                      <a:gd name="T15" fmla="*/ 11 h 64"/>
                      <a:gd name="T16" fmla="*/ 6 w 32"/>
                      <a:gd name="T17" fmla="*/ 6 h 64"/>
                      <a:gd name="T18" fmla="*/ 6 w 32"/>
                      <a:gd name="T19" fmla="*/ 0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
                      <a:gd name="T31" fmla="*/ 0 h 64"/>
                      <a:gd name="T32" fmla="*/ 32 w 32"/>
                      <a:gd name="T33" fmla="*/ 64 h 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 h="64">
                        <a:moveTo>
                          <a:pt x="16" y="0"/>
                        </a:moveTo>
                        <a:lnTo>
                          <a:pt x="32" y="0"/>
                        </a:lnTo>
                        <a:lnTo>
                          <a:pt x="32" y="32"/>
                        </a:lnTo>
                        <a:lnTo>
                          <a:pt x="24" y="40"/>
                        </a:lnTo>
                        <a:lnTo>
                          <a:pt x="16" y="64"/>
                        </a:lnTo>
                        <a:lnTo>
                          <a:pt x="8" y="64"/>
                        </a:lnTo>
                        <a:lnTo>
                          <a:pt x="0" y="56"/>
                        </a:lnTo>
                        <a:lnTo>
                          <a:pt x="0" y="32"/>
                        </a:lnTo>
                        <a:lnTo>
                          <a:pt x="16" y="16"/>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40" name="Freeform 176">
                    <a:extLst>
                      <a:ext uri="{FF2B5EF4-FFF2-40B4-BE49-F238E27FC236}">
                        <a16:creationId xmlns:a16="http://schemas.microsoft.com/office/drawing/2014/main" id="{1C92D7B7-1098-F3CE-E9EB-7B33D77200D2}"/>
                      </a:ext>
                    </a:extLst>
                  </p:cNvPr>
                  <p:cNvSpPr>
                    <a:spLocks/>
                  </p:cNvSpPr>
                  <p:nvPr/>
                </p:nvSpPr>
                <p:spPr bwMode="gray">
                  <a:xfrm>
                    <a:off x="4550" y="2206"/>
                    <a:ext cx="96" cy="101"/>
                  </a:xfrm>
                  <a:custGeom>
                    <a:avLst/>
                    <a:gdLst>
                      <a:gd name="T0" fmla="*/ 48 w 136"/>
                      <a:gd name="T1" fmla="*/ 3 h 144"/>
                      <a:gd name="T2" fmla="*/ 45 w 136"/>
                      <a:gd name="T3" fmla="*/ 3 h 144"/>
                      <a:gd name="T4" fmla="*/ 42 w 136"/>
                      <a:gd name="T5" fmla="*/ 0 h 144"/>
                      <a:gd name="T6" fmla="*/ 34 w 136"/>
                      <a:gd name="T7" fmla="*/ 8 h 144"/>
                      <a:gd name="T8" fmla="*/ 28 w 136"/>
                      <a:gd name="T9" fmla="*/ 6 h 144"/>
                      <a:gd name="T10" fmla="*/ 31 w 136"/>
                      <a:gd name="T11" fmla="*/ 14 h 144"/>
                      <a:gd name="T12" fmla="*/ 28 w 136"/>
                      <a:gd name="T13" fmla="*/ 17 h 144"/>
                      <a:gd name="T14" fmla="*/ 23 w 136"/>
                      <a:gd name="T15" fmla="*/ 17 h 144"/>
                      <a:gd name="T16" fmla="*/ 23 w 136"/>
                      <a:gd name="T17" fmla="*/ 11 h 144"/>
                      <a:gd name="T18" fmla="*/ 20 w 136"/>
                      <a:gd name="T19" fmla="*/ 11 h 144"/>
                      <a:gd name="T20" fmla="*/ 14 w 136"/>
                      <a:gd name="T21" fmla="*/ 19 h 144"/>
                      <a:gd name="T22" fmla="*/ 3 w 136"/>
                      <a:gd name="T23" fmla="*/ 22 h 144"/>
                      <a:gd name="T24" fmla="*/ 0 w 136"/>
                      <a:gd name="T25" fmla="*/ 30 h 144"/>
                      <a:gd name="T26" fmla="*/ 3 w 136"/>
                      <a:gd name="T27" fmla="*/ 30 h 144"/>
                      <a:gd name="T28" fmla="*/ 6 w 136"/>
                      <a:gd name="T29" fmla="*/ 33 h 144"/>
                      <a:gd name="T30" fmla="*/ 8 w 136"/>
                      <a:gd name="T31" fmla="*/ 33 h 144"/>
                      <a:gd name="T32" fmla="*/ 8 w 136"/>
                      <a:gd name="T33" fmla="*/ 36 h 144"/>
                      <a:gd name="T34" fmla="*/ 8 w 136"/>
                      <a:gd name="T35" fmla="*/ 41 h 144"/>
                      <a:gd name="T36" fmla="*/ 3 w 136"/>
                      <a:gd name="T37" fmla="*/ 44 h 144"/>
                      <a:gd name="T38" fmla="*/ 6 w 136"/>
                      <a:gd name="T39" fmla="*/ 50 h 144"/>
                      <a:gd name="T40" fmla="*/ 11 w 136"/>
                      <a:gd name="T41" fmla="*/ 50 h 144"/>
                      <a:gd name="T42" fmla="*/ 14 w 136"/>
                      <a:gd name="T43" fmla="*/ 47 h 144"/>
                      <a:gd name="T44" fmla="*/ 20 w 136"/>
                      <a:gd name="T45" fmla="*/ 41 h 144"/>
                      <a:gd name="T46" fmla="*/ 31 w 136"/>
                      <a:gd name="T47" fmla="*/ 39 h 144"/>
                      <a:gd name="T48" fmla="*/ 25 w 136"/>
                      <a:gd name="T49" fmla="*/ 36 h 144"/>
                      <a:gd name="T50" fmla="*/ 23 w 136"/>
                      <a:gd name="T51" fmla="*/ 36 h 144"/>
                      <a:gd name="T52" fmla="*/ 23 w 136"/>
                      <a:gd name="T53" fmla="*/ 30 h 144"/>
                      <a:gd name="T54" fmla="*/ 25 w 136"/>
                      <a:gd name="T55" fmla="*/ 27 h 144"/>
                      <a:gd name="T56" fmla="*/ 31 w 136"/>
                      <a:gd name="T57" fmla="*/ 27 h 144"/>
                      <a:gd name="T58" fmla="*/ 37 w 136"/>
                      <a:gd name="T59" fmla="*/ 22 h 144"/>
                      <a:gd name="T60" fmla="*/ 42 w 136"/>
                      <a:gd name="T61" fmla="*/ 17 h 144"/>
                      <a:gd name="T62" fmla="*/ 42 w 136"/>
                      <a:gd name="T63" fmla="*/ 14 h 144"/>
                      <a:gd name="T64" fmla="*/ 42 w 136"/>
                      <a:gd name="T65" fmla="*/ 8 h 144"/>
                      <a:gd name="T66" fmla="*/ 45 w 136"/>
                      <a:gd name="T67" fmla="*/ 3 h 144"/>
                      <a:gd name="T68" fmla="*/ 48 w 136"/>
                      <a:gd name="T69" fmla="*/ 3 h 14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36"/>
                      <a:gd name="T106" fmla="*/ 0 h 144"/>
                      <a:gd name="T107" fmla="*/ 136 w 136"/>
                      <a:gd name="T108" fmla="*/ 144 h 14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36" h="144">
                        <a:moveTo>
                          <a:pt x="136" y="8"/>
                        </a:moveTo>
                        <a:lnTo>
                          <a:pt x="128" y="8"/>
                        </a:lnTo>
                        <a:lnTo>
                          <a:pt x="120" y="0"/>
                        </a:lnTo>
                        <a:lnTo>
                          <a:pt x="96" y="24"/>
                        </a:lnTo>
                        <a:lnTo>
                          <a:pt x="80" y="16"/>
                        </a:lnTo>
                        <a:lnTo>
                          <a:pt x="88" y="40"/>
                        </a:lnTo>
                        <a:lnTo>
                          <a:pt x="80" y="48"/>
                        </a:lnTo>
                        <a:lnTo>
                          <a:pt x="64" y="48"/>
                        </a:lnTo>
                        <a:lnTo>
                          <a:pt x="64" y="32"/>
                        </a:lnTo>
                        <a:lnTo>
                          <a:pt x="56" y="32"/>
                        </a:lnTo>
                        <a:lnTo>
                          <a:pt x="40" y="56"/>
                        </a:lnTo>
                        <a:lnTo>
                          <a:pt x="8" y="64"/>
                        </a:lnTo>
                        <a:lnTo>
                          <a:pt x="0" y="88"/>
                        </a:lnTo>
                        <a:lnTo>
                          <a:pt x="8" y="88"/>
                        </a:lnTo>
                        <a:lnTo>
                          <a:pt x="16" y="96"/>
                        </a:lnTo>
                        <a:lnTo>
                          <a:pt x="24" y="96"/>
                        </a:lnTo>
                        <a:lnTo>
                          <a:pt x="24" y="104"/>
                        </a:lnTo>
                        <a:lnTo>
                          <a:pt x="24" y="120"/>
                        </a:lnTo>
                        <a:lnTo>
                          <a:pt x="8" y="128"/>
                        </a:lnTo>
                        <a:lnTo>
                          <a:pt x="16" y="144"/>
                        </a:lnTo>
                        <a:lnTo>
                          <a:pt x="32" y="144"/>
                        </a:lnTo>
                        <a:lnTo>
                          <a:pt x="40" y="136"/>
                        </a:lnTo>
                        <a:lnTo>
                          <a:pt x="56" y="120"/>
                        </a:lnTo>
                        <a:lnTo>
                          <a:pt x="88" y="112"/>
                        </a:lnTo>
                        <a:lnTo>
                          <a:pt x="72" y="104"/>
                        </a:lnTo>
                        <a:lnTo>
                          <a:pt x="64" y="104"/>
                        </a:lnTo>
                        <a:lnTo>
                          <a:pt x="64" y="88"/>
                        </a:lnTo>
                        <a:lnTo>
                          <a:pt x="72" y="80"/>
                        </a:lnTo>
                        <a:lnTo>
                          <a:pt x="88" y="80"/>
                        </a:lnTo>
                        <a:lnTo>
                          <a:pt x="104" y="64"/>
                        </a:lnTo>
                        <a:lnTo>
                          <a:pt x="120" y="48"/>
                        </a:lnTo>
                        <a:lnTo>
                          <a:pt x="120" y="40"/>
                        </a:lnTo>
                        <a:lnTo>
                          <a:pt x="120" y="24"/>
                        </a:lnTo>
                        <a:lnTo>
                          <a:pt x="128" y="8"/>
                        </a:lnTo>
                        <a:lnTo>
                          <a:pt x="13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41" name="Freeform 177">
                    <a:extLst>
                      <a:ext uri="{FF2B5EF4-FFF2-40B4-BE49-F238E27FC236}">
                        <a16:creationId xmlns:a16="http://schemas.microsoft.com/office/drawing/2014/main" id="{97F00867-D055-6152-18A8-77CF2FDD6D4B}"/>
                      </a:ext>
                    </a:extLst>
                  </p:cNvPr>
                  <p:cNvSpPr>
                    <a:spLocks/>
                  </p:cNvSpPr>
                  <p:nvPr/>
                </p:nvSpPr>
                <p:spPr bwMode="gray">
                  <a:xfrm>
                    <a:off x="3819" y="1969"/>
                    <a:ext cx="889" cy="619"/>
                  </a:xfrm>
                  <a:custGeom>
                    <a:avLst/>
                    <a:gdLst>
                      <a:gd name="T0" fmla="*/ 384 w 1264"/>
                      <a:gd name="T1" fmla="*/ 128 h 880"/>
                      <a:gd name="T2" fmla="*/ 395 w 1264"/>
                      <a:gd name="T3" fmla="*/ 125 h 880"/>
                      <a:gd name="T4" fmla="*/ 418 w 1264"/>
                      <a:gd name="T5" fmla="*/ 94 h 880"/>
                      <a:gd name="T6" fmla="*/ 440 w 1264"/>
                      <a:gd name="T7" fmla="*/ 58 h 880"/>
                      <a:gd name="T8" fmla="*/ 412 w 1264"/>
                      <a:gd name="T9" fmla="*/ 67 h 880"/>
                      <a:gd name="T10" fmla="*/ 387 w 1264"/>
                      <a:gd name="T11" fmla="*/ 36 h 880"/>
                      <a:gd name="T12" fmla="*/ 356 w 1264"/>
                      <a:gd name="T13" fmla="*/ 0 h 880"/>
                      <a:gd name="T14" fmla="*/ 331 w 1264"/>
                      <a:gd name="T15" fmla="*/ 25 h 880"/>
                      <a:gd name="T16" fmla="*/ 309 w 1264"/>
                      <a:gd name="T17" fmla="*/ 44 h 880"/>
                      <a:gd name="T18" fmla="*/ 303 w 1264"/>
                      <a:gd name="T19" fmla="*/ 70 h 880"/>
                      <a:gd name="T20" fmla="*/ 331 w 1264"/>
                      <a:gd name="T21" fmla="*/ 78 h 880"/>
                      <a:gd name="T22" fmla="*/ 312 w 1264"/>
                      <a:gd name="T23" fmla="*/ 84 h 880"/>
                      <a:gd name="T24" fmla="*/ 295 w 1264"/>
                      <a:gd name="T25" fmla="*/ 89 h 880"/>
                      <a:gd name="T26" fmla="*/ 273 w 1264"/>
                      <a:gd name="T27" fmla="*/ 111 h 880"/>
                      <a:gd name="T28" fmla="*/ 239 w 1264"/>
                      <a:gd name="T29" fmla="*/ 122 h 880"/>
                      <a:gd name="T30" fmla="*/ 200 w 1264"/>
                      <a:gd name="T31" fmla="*/ 120 h 880"/>
                      <a:gd name="T32" fmla="*/ 172 w 1264"/>
                      <a:gd name="T33" fmla="*/ 122 h 880"/>
                      <a:gd name="T34" fmla="*/ 128 w 1264"/>
                      <a:gd name="T35" fmla="*/ 94 h 880"/>
                      <a:gd name="T36" fmla="*/ 101 w 1264"/>
                      <a:gd name="T37" fmla="*/ 53 h 880"/>
                      <a:gd name="T38" fmla="*/ 78 w 1264"/>
                      <a:gd name="T39" fmla="*/ 75 h 880"/>
                      <a:gd name="T40" fmla="*/ 56 w 1264"/>
                      <a:gd name="T41" fmla="*/ 92 h 880"/>
                      <a:gd name="T42" fmla="*/ 48 w 1264"/>
                      <a:gd name="T43" fmla="*/ 122 h 880"/>
                      <a:gd name="T44" fmla="*/ 23 w 1264"/>
                      <a:gd name="T45" fmla="*/ 142 h 880"/>
                      <a:gd name="T46" fmla="*/ 3 w 1264"/>
                      <a:gd name="T47" fmla="*/ 156 h 880"/>
                      <a:gd name="T48" fmla="*/ 11 w 1264"/>
                      <a:gd name="T49" fmla="*/ 172 h 880"/>
                      <a:gd name="T50" fmla="*/ 31 w 1264"/>
                      <a:gd name="T51" fmla="*/ 186 h 880"/>
                      <a:gd name="T52" fmla="*/ 39 w 1264"/>
                      <a:gd name="T53" fmla="*/ 200 h 880"/>
                      <a:gd name="T54" fmla="*/ 34 w 1264"/>
                      <a:gd name="T55" fmla="*/ 209 h 880"/>
                      <a:gd name="T56" fmla="*/ 44 w 1264"/>
                      <a:gd name="T57" fmla="*/ 223 h 880"/>
                      <a:gd name="T58" fmla="*/ 86 w 1264"/>
                      <a:gd name="T59" fmla="*/ 245 h 880"/>
                      <a:gd name="T60" fmla="*/ 120 w 1264"/>
                      <a:gd name="T61" fmla="*/ 245 h 880"/>
                      <a:gd name="T62" fmla="*/ 161 w 1264"/>
                      <a:gd name="T63" fmla="*/ 234 h 880"/>
                      <a:gd name="T64" fmla="*/ 178 w 1264"/>
                      <a:gd name="T65" fmla="*/ 253 h 880"/>
                      <a:gd name="T66" fmla="*/ 184 w 1264"/>
                      <a:gd name="T67" fmla="*/ 287 h 880"/>
                      <a:gd name="T68" fmla="*/ 198 w 1264"/>
                      <a:gd name="T69" fmla="*/ 301 h 880"/>
                      <a:gd name="T70" fmla="*/ 209 w 1264"/>
                      <a:gd name="T71" fmla="*/ 287 h 880"/>
                      <a:gd name="T72" fmla="*/ 236 w 1264"/>
                      <a:gd name="T73" fmla="*/ 287 h 880"/>
                      <a:gd name="T74" fmla="*/ 248 w 1264"/>
                      <a:gd name="T75" fmla="*/ 298 h 880"/>
                      <a:gd name="T76" fmla="*/ 262 w 1264"/>
                      <a:gd name="T77" fmla="*/ 306 h 880"/>
                      <a:gd name="T78" fmla="*/ 276 w 1264"/>
                      <a:gd name="T79" fmla="*/ 298 h 880"/>
                      <a:gd name="T80" fmla="*/ 289 w 1264"/>
                      <a:gd name="T81" fmla="*/ 289 h 880"/>
                      <a:gd name="T82" fmla="*/ 306 w 1264"/>
                      <a:gd name="T83" fmla="*/ 287 h 880"/>
                      <a:gd name="T84" fmla="*/ 323 w 1264"/>
                      <a:gd name="T85" fmla="*/ 273 h 880"/>
                      <a:gd name="T86" fmla="*/ 334 w 1264"/>
                      <a:gd name="T87" fmla="*/ 259 h 880"/>
                      <a:gd name="T88" fmla="*/ 343 w 1264"/>
                      <a:gd name="T89" fmla="*/ 243 h 880"/>
                      <a:gd name="T90" fmla="*/ 339 w 1264"/>
                      <a:gd name="T91" fmla="*/ 231 h 880"/>
                      <a:gd name="T92" fmla="*/ 345 w 1264"/>
                      <a:gd name="T93" fmla="*/ 220 h 880"/>
                      <a:gd name="T94" fmla="*/ 339 w 1264"/>
                      <a:gd name="T95" fmla="*/ 209 h 880"/>
                      <a:gd name="T96" fmla="*/ 326 w 1264"/>
                      <a:gd name="T97" fmla="*/ 189 h 880"/>
                      <a:gd name="T98" fmla="*/ 339 w 1264"/>
                      <a:gd name="T99" fmla="*/ 178 h 880"/>
                      <a:gd name="T100" fmla="*/ 351 w 1264"/>
                      <a:gd name="T101" fmla="*/ 167 h 880"/>
                      <a:gd name="T102" fmla="*/ 326 w 1264"/>
                      <a:gd name="T103" fmla="*/ 165 h 880"/>
                      <a:gd name="T104" fmla="*/ 326 w 1264"/>
                      <a:gd name="T105" fmla="*/ 153 h 880"/>
                      <a:gd name="T106" fmla="*/ 339 w 1264"/>
                      <a:gd name="T107" fmla="*/ 139 h 880"/>
                      <a:gd name="T108" fmla="*/ 345 w 1264"/>
                      <a:gd name="T109" fmla="*/ 156 h 88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264"/>
                      <a:gd name="T166" fmla="*/ 0 h 880"/>
                      <a:gd name="T167" fmla="*/ 1264 w 1264"/>
                      <a:gd name="T168" fmla="*/ 880 h 88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264" h="880">
                        <a:moveTo>
                          <a:pt x="1040" y="424"/>
                        </a:moveTo>
                        <a:lnTo>
                          <a:pt x="1048" y="400"/>
                        </a:lnTo>
                        <a:lnTo>
                          <a:pt x="1080" y="392"/>
                        </a:lnTo>
                        <a:lnTo>
                          <a:pt x="1096" y="368"/>
                        </a:lnTo>
                        <a:lnTo>
                          <a:pt x="1104" y="368"/>
                        </a:lnTo>
                        <a:lnTo>
                          <a:pt x="1104" y="384"/>
                        </a:lnTo>
                        <a:lnTo>
                          <a:pt x="1120" y="384"/>
                        </a:lnTo>
                        <a:lnTo>
                          <a:pt x="1128" y="376"/>
                        </a:lnTo>
                        <a:lnTo>
                          <a:pt x="1120" y="352"/>
                        </a:lnTo>
                        <a:lnTo>
                          <a:pt x="1136" y="360"/>
                        </a:lnTo>
                        <a:lnTo>
                          <a:pt x="1168" y="344"/>
                        </a:lnTo>
                        <a:lnTo>
                          <a:pt x="1184" y="328"/>
                        </a:lnTo>
                        <a:lnTo>
                          <a:pt x="1192" y="304"/>
                        </a:lnTo>
                        <a:lnTo>
                          <a:pt x="1176" y="280"/>
                        </a:lnTo>
                        <a:lnTo>
                          <a:pt x="1200" y="272"/>
                        </a:lnTo>
                        <a:lnTo>
                          <a:pt x="1216" y="272"/>
                        </a:lnTo>
                        <a:lnTo>
                          <a:pt x="1232" y="264"/>
                        </a:lnTo>
                        <a:lnTo>
                          <a:pt x="1240" y="224"/>
                        </a:lnTo>
                        <a:lnTo>
                          <a:pt x="1256" y="208"/>
                        </a:lnTo>
                        <a:lnTo>
                          <a:pt x="1264" y="168"/>
                        </a:lnTo>
                        <a:lnTo>
                          <a:pt x="1256" y="168"/>
                        </a:lnTo>
                        <a:lnTo>
                          <a:pt x="1232" y="184"/>
                        </a:lnTo>
                        <a:lnTo>
                          <a:pt x="1208" y="184"/>
                        </a:lnTo>
                        <a:lnTo>
                          <a:pt x="1200" y="192"/>
                        </a:lnTo>
                        <a:lnTo>
                          <a:pt x="1184" y="192"/>
                        </a:lnTo>
                        <a:lnTo>
                          <a:pt x="1176" y="160"/>
                        </a:lnTo>
                        <a:lnTo>
                          <a:pt x="1152" y="136"/>
                        </a:lnTo>
                        <a:lnTo>
                          <a:pt x="1136" y="128"/>
                        </a:lnTo>
                        <a:lnTo>
                          <a:pt x="1112" y="128"/>
                        </a:lnTo>
                        <a:lnTo>
                          <a:pt x="1112" y="104"/>
                        </a:lnTo>
                        <a:lnTo>
                          <a:pt x="1096" y="72"/>
                        </a:lnTo>
                        <a:lnTo>
                          <a:pt x="1096" y="56"/>
                        </a:lnTo>
                        <a:lnTo>
                          <a:pt x="1072" y="16"/>
                        </a:lnTo>
                        <a:lnTo>
                          <a:pt x="1056" y="16"/>
                        </a:lnTo>
                        <a:lnTo>
                          <a:pt x="1024" y="0"/>
                        </a:lnTo>
                        <a:lnTo>
                          <a:pt x="976" y="8"/>
                        </a:lnTo>
                        <a:lnTo>
                          <a:pt x="952" y="40"/>
                        </a:lnTo>
                        <a:lnTo>
                          <a:pt x="968" y="40"/>
                        </a:lnTo>
                        <a:lnTo>
                          <a:pt x="968" y="56"/>
                        </a:lnTo>
                        <a:lnTo>
                          <a:pt x="952" y="72"/>
                        </a:lnTo>
                        <a:lnTo>
                          <a:pt x="944" y="96"/>
                        </a:lnTo>
                        <a:lnTo>
                          <a:pt x="936" y="104"/>
                        </a:lnTo>
                        <a:lnTo>
                          <a:pt x="936" y="120"/>
                        </a:lnTo>
                        <a:lnTo>
                          <a:pt x="904" y="144"/>
                        </a:lnTo>
                        <a:lnTo>
                          <a:pt x="888" y="128"/>
                        </a:lnTo>
                        <a:lnTo>
                          <a:pt x="888" y="136"/>
                        </a:lnTo>
                        <a:lnTo>
                          <a:pt x="872" y="168"/>
                        </a:lnTo>
                        <a:lnTo>
                          <a:pt x="864" y="184"/>
                        </a:lnTo>
                        <a:lnTo>
                          <a:pt x="864" y="192"/>
                        </a:lnTo>
                        <a:lnTo>
                          <a:pt x="872" y="200"/>
                        </a:lnTo>
                        <a:lnTo>
                          <a:pt x="880" y="192"/>
                        </a:lnTo>
                        <a:lnTo>
                          <a:pt x="896" y="200"/>
                        </a:lnTo>
                        <a:lnTo>
                          <a:pt x="904" y="184"/>
                        </a:lnTo>
                        <a:lnTo>
                          <a:pt x="944" y="200"/>
                        </a:lnTo>
                        <a:lnTo>
                          <a:pt x="952" y="224"/>
                        </a:lnTo>
                        <a:lnTo>
                          <a:pt x="944" y="224"/>
                        </a:lnTo>
                        <a:lnTo>
                          <a:pt x="928" y="224"/>
                        </a:lnTo>
                        <a:lnTo>
                          <a:pt x="912" y="224"/>
                        </a:lnTo>
                        <a:lnTo>
                          <a:pt x="912" y="232"/>
                        </a:lnTo>
                        <a:lnTo>
                          <a:pt x="896" y="240"/>
                        </a:lnTo>
                        <a:lnTo>
                          <a:pt x="888" y="232"/>
                        </a:lnTo>
                        <a:lnTo>
                          <a:pt x="880" y="232"/>
                        </a:lnTo>
                        <a:lnTo>
                          <a:pt x="872" y="264"/>
                        </a:lnTo>
                        <a:lnTo>
                          <a:pt x="856" y="264"/>
                        </a:lnTo>
                        <a:lnTo>
                          <a:pt x="848" y="256"/>
                        </a:lnTo>
                        <a:lnTo>
                          <a:pt x="824" y="280"/>
                        </a:lnTo>
                        <a:lnTo>
                          <a:pt x="792" y="272"/>
                        </a:lnTo>
                        <a:lnTo>
                          <a:pt x="776" y="296"/>
                        </a:lnTo>
                        <a:lnTo>
                          <a:pt x="792" y="304"/>
                        </a:lnTo>
                        <a:lnTo>
                          <a:pt x="784" y="320"/>
                        </a:lnTo>
                        <a:lnTo>
                          <a:pt x="768" y="320"/>
                        </a:lnTo>
                        <a:lnTo>
                          <a:pt x="752" y="344"/>
                        </a:lnTo>
                        <a:lnTo>
                          <a:pt x="720" y="352"/>
                        </a:lnTo>
                        <a:lnTo>
                          <a:pt x="704" y="360"/>
                        </a:lnTo>
                        <a:lnTo>
                          <a:pt x="688" y="352"/>
                        </a:lnTo>
                        <a:lnTo>
                          <a:pt x="656" y="368"/>
                        </a:lnTo>
                        <a:lnTo>
                          <a:pt x="640" y="368"/>
                        </a:lnTo>
                        <a:lnTo>
                          <a:pt x="624" y="360"/>
                        </a:lnTo>
                        <a:lnTo>
                          <a:pt x="600" y="360"/>
                        </a:lnTo>
                        <a:lnTo>
                          <a:pt x="576" y="344"/>
                        </a:lnTo>
                        <a:lnTo>
                          <a:pt x="544" y="336"/>
                        </a:lnTo>
                        <a:lnTo>
                          <a:pt x="520" y="344"/>
                        </a:lnTo>
                        <a:lnTo>
                          <a:pt x="504" y="336"/>
                        </a:lnTo>
                        <a:lnTo>
                          <a:pt x="504" y="344"/>
                        </a:lnTo>
                        <a:lnTo>
                          <a:pt x="496" y="352"/>
                        </a:lnTo>
                        <a:lnTo>
                          <a:pt x="472" y="352"/>
                        </a:lnTo>
                        <a:lnTo>
                          <a:pt x="456" y="328"/>
                        </a:lnTo>
                        <a:lnTo>
                          <a:pt x="464" y="304"/>
                        </a:lnTo>
                        <a:lnTo>
                          <a:pt x="392" y="280"/>
                        </a:lnTo>
                        <a:lnTo>
                          <a:pt x="368" y="272"/>
                        </a:lnTo>
                        <a:lnTo>
                          <a:pt x="352" y="248"/>
                        </a:lnTo>
                        <a:lnTo>
                          <a:pt x="368" y="232"/>
                        </a:lnTo>
                        <a:lnTo>
                          <a:pt x="336" y="192"/>
                        </a:lnTo>
                        <a:lnTo>
                          <a:pt x="312" y="192"/>
                        </a:lnTo>
                        <a:lnTo>
                          <a:pt x="288" y="152"/>
                        </a:lnTo>
                        <a:lnTo>
                          <a:pt x="280" y="152"/>
                        </a:lnTo>
                        <a:lnTo>
                          <a:pt x="240" y="184"/>
                        </a:lnTo>
                        <a:lnTo>
                          <a:pt x="248" y="216"/>
                        </a:lnTo>
                        <a:lnTo>
                          <a:pt x="240" y="224"/>
                        </a:lnTo>
                        <a:lnTo>
                          <a:pt x="224" y="216"/>
                        </a:lnTo>
                        <a:lnTo>
                          <a:pt x="200" y="216"/>
                        </a:lnTo>
                        <a:lnTo>
                          <a:pt x="184" y="256"/>
                        </a:lnTo>
                        <a:lnTo>
                          <a:pt x="184" y="272"/>
                        </a:lnTo>
                        <a:lnTo>
                          <a:pt x="176" y="280"/>
                        </a:lnTo>
                        <a:lnTo>
                          <a:pt x="160" y="264"/>
                        </a:lnTo>
                        <a:lnTo>
                          <a:pt x="120" y="280"/>
                        </a:lnTo>
                        <a:lnTo>
                          <a:pt x="136" y="296"/>
                        </a:lnTo>
                        <a:lnTo>
                          <a:pt x="136" y="320"/>
                        </a:lnTo>
                        <a:lnTo>
                          <a:pt x="144" y="328"/>
                        </a:lnTo>
                        <a:lnTo>
                          <a:pt x="136" y="352"/>
                        </a:lnTo>
                        <a:lnTo>
                          <a:pt x="120" y="368"/>
                        </a:lnTo>
                        <a:lnTo>
                          <a:pt x="96" y="376"/>
                        </a:lnTo>
                        <a:lnTo>
                          <a:pt x="80" y="384"/>
                        </a:lnTo>
                        <a:lnTo>
                          <a:pt x="64" y="392"/>
                        </a:lnTo>
                        <a:lnTo>
                          <a:pt x="64" y="408"/>
                        </a:lnTo>
                        <a:lnTo>
                          <a:pt x="48" y="408"/>
                        </a:lnTo>
                        <a:lnTo>
                          <a:pt x="40" y="400"/>
                        </a:lnTo>
                        <a:lnTo>
                          <a:pt x="8" y="416"/>
                        </a:lnTo>
                        <a:lnTo>
                          <a:pt x="0" y="432"/>
                        </a:lnTo>
                        <a:lnTo>
                          <a:pt x="8" y="448"/>
                        </a:lnTo>
                        <a:lnTo>
                          <a:pt x="24" y="448"/>
                        </a:lnTo>
                        <a:lnTo>
                          <a:pt x="24" y="464"/>
                        </a:lnTo>
                        <a:lnTo>
                          <a:pt x="16" y="488"/>
                        </a:lnTo>
                        <a:lnTo>
                          <a:pt x="24" y="496"/>
                        </a:lnTo>
                        <a:lnTo>
                          <a:pt x="32" y="496"/>
                        </a:lnTo>
                        <a:lnTo>
                          <a:pt x="40" y="512"/>
                        </a:lnTo>
                        <a:lnTo>
                          <a:pt x="48" y="528"/>
                        </a:lnTo>
                        <a:lnTo>
                          <a:pt x="64" y="536"/>
                        </a:lnTo>
                        <a:lnTo>
                          <a:pt x="72" y="552"/>
                        </a:lnTo>
                        <a:lnTo>
                          <a:pt x="88" y="536"/>
                        </a:lnTo>
                        <a:lnTo>
                          <a:pt x="104" y="536"/>
                        </a:lnTo>
                        <a:lnTo>
                          <a:pt x="112" y="544"/>
                        </a:lnTo>
                        <a:lnTo>
                          <a:pt x="112" y="560"/>
                        </a:lnTo>
                        <a:lnTo>
                          <a:pt x="112" y="568"/>
                        </a:lnTo>
                        <a:lnTo>
                          <a:pt x="112" y="576"/>
                        </a:lnTo>
                        <a:lnTo>
                          <a:pt x="112" y="592"/>
                        </a:lnTo>
                        <a:lnTo>
                          <a:pt x="120" y="600"/>
                        </a:lnTo>
                        <a:lnTo>
                          <a:pt x="112" y="600"/>
                        </a:lnTo>
                        <a:lnTo>
                          <a:pt x="104" y="608"/>
                        </a:lnTo>
                        <a:lnTo>
                          <a:pt x="96" y="600"/>
                        </a:lnTo>
                        <a:lnTo>
                          <a:pt x="96" y="608"/>
                        </a:lnTo>
                        <a:lnTo>
                          <a:pt x="104" y="616"/>
                        </a:lnTo>
                        <a:lnTo>
                          <a:pt x="104" y="640"/>
                        </a:lnTo>
                        <a:lnTo>
                          <a:pt x="112" y="640"/>
                        </a:lnTo>
                        <a:lnTo>
                          <a:pt x="128" y="640"/>
                        </a:lnTo>
                        <a:lnTo>
                          <a:pt x="144" y="656"/>
                        </a:lnTo>
                        <a:lnTo>
                          <a:pt x="168" y="656"/>
                        </a:lnTo>
                        <a:lnTo>
                          <a:pt x="200" y="672"/>
                        </a:lnTo>
                        <a:lnTo>
                          <a:pt x="224" y="688"/>
                        </a:lnTo>
                        <a:lnTo>
                          <a:pt x="248" y="704"/>
                        </a:lnTo>
                        <a:lnTo>
                          <a:pt x="296" y="712"/>
                        </a:lnTo>
                        <a:lnTo>
                          <a:pt x="304" y="712"/>
                        </a:lnTo>
                        <a:lnTo>
                          <a:pt x="320" y="720"/>
                        </a:lnTo>
                        <a:lnTo>
                          <a:pt x="336" y="704"/>
                        </a:lnTo>
                        <a:lnTo>
                          <a:pt x="344" y="704"/>
                        </a:lnTo>
                        <a:lnTo>
                          <a:pt x="352" y="712"/>
                        </a:lnTo>
                        <a:lnTo>
                          <a:pt x="368" y="712"/>
                        </a:lnTo>
                        <a:lnTo>
                          <a:pt x="384" y="712"/>
                        </a:lnTo>
                        <a:lnTo>
                          <a:pt x="416" y="688"/>
                        </a:lnTo>
                        <a:lnTo>
                          <a:pt x="464" y="672"/>
                        </a:lnTo>
                        <a:lnTo>
                          <a:pt x="472" y="680"/>
                        </a:lnTo>
                        <a:lnTo>
                          <a:pt x="472" y="688"/>
                        </a:lnTo>
                        <a:lnTo>
                          <a:pt x="488" y="704"/>
                        </a:lnTo>
                        <a:lnTo>
                          <a:pt x="504" y="704"/>
                        </a:lnTo>
                        <a:lnTo>
                          <a:pt x="512" y="728"/>
                        </a:lnTo>
                        <a:lnTo>
                          <a:pt x="520" y="760"/>
                        </a:lnTo>
                        <a:lnTo>
                          <a:pt x="496" y="776"/>
                        </a:lnTo>
                        <a:lnTo>
                          <a:pt x="496" y="800"/>
                        </a:lnTo>
                        <a:lnTo>
                          <a:pt x="512" y="800"/>
                        </a:lnTo>
                        <a:lnTo>
                          <a:pt x="528" y="824"/>
                        </a:lnTo>
                        <a:lnTo>
                          <a:pt x="528" y="840"/>
                        </a:lnTo>
                        <a:lnTo>
                          <a:pt x="544" y="840"/>
                        </a:lnTo>
                        <a:lnTo>
                          <a:pt x="544" y="848"/>
                        </a:lnTo>
                        <a:lnTo>
                          <a:pt x="560" y="856"/>
                        </a:lnTo>
                        <a:lnTo>
                          <a:pt x="568" y="864"/>
                        </a:lnTo>
                        <a:lnTo>
                          <a:pt x="584" y="864"/>
                        </a:lnTo>
                        <a:lnTo>
                          <a:pt x="576" y="840"/>
                        </a:lnTo>
                        <a:lnTo>
                          <a:pt x="584" y="832"/>
                        </a:lnTo>
                        <a:lnTo>
                          <a:pt x="592" y="832"/>
                        </a:lnTo>
                        <a:lnTo>
                          <a:pt x="600" y="824"/>
                        </a:lnTo>
                        <a:lnTo>
                          <a:pt x="616" y="832"/>
                        </a:lnTo>
                        <a:lnTo>
                          <a:pt x="640" y="832"/>
                        </a:lnTo>
                        <a:lnTo>
                          <a:pt x="648" y="816"/>
                        </a:lnTo>
                        <a:lnTo>
                          <a:pt x="664" y="824"/>
                        </a:lnTo>
                        <a:lnTo>
                          <a:pt x="680" y="824"/>
                        </a:lnTo>
                        <a:lnTo>
                          <a:pt x="688" y="832"/>
                        </a:lnTo>
                        <a:lnTo>
                          <a:pt x="680" y="840"/>
                        </a:lnTo>
                        <a:lnTo>
                          <a:pt x="696" y="856"/>
                        </a:lnTo>
                        <a:lnTo>
                          <a:pt x="704" y="856"/>
                        </a:lnTo>
                        <a:lnTo>
                          <a:pt x="712" y="856"/>
                        </a:lnTo>
                        <a:lnTo>
                          <a:pt x="728" y="856"/>
                        </a:lnTo>
                        <a:lnTo>
                          <a:pt x="744" y="864"/>
                        </a:lnTo>
                        <a:lnTo>
                          <a:pt x="744" y="872"/>
                        </a:lnTo>
                        <a:lnTo>
                          <a:pt x="744" y="880"/>
                        </a:lnTo>
                        <a:lnTo>
                          <a:pt x="752" y="880"/>
                        </a:lnTo>
                        <a:lnTo>
                          <a:pt x="752" y="872"/>
                        </a:lnTo>
                        <a:lnTo>
                          <a:pt x="768" y="864"/>
                        </a:lnTo>
                        <a:lnTo>
                          <a:pt x="776" y="864"/>
                        </a:lnTo>
                        <a:lnTo>
                          <a:pt x="784" y="864"/>
                        </a:lnTo>
                        <a:lnTo>
                          <a:pt x="792" y="856"/>
                        </a:lnTo>
                        <a:lnTo>
                          <a:pt x="800" y="856"/>
                        </a:lnTo>
                        <a:lnTo>
                          <a:pt x="816" y="848"/>
                        </a:lnTo>
                        <a:lnTo>
                          <a:pt x="816" y="832"/>
                        </a:lnTo>
                        <a:lnTo>
                          <a:pt x="824" y="824"/>
                        </a:lnTo>
                        <a:lnTo>
                          <a:pt x="832" y="832"/>
                        </a:lnTo>
                        <a:lnTo>
                          <a:pt x="832" y="840"/>
                        </a:lnTo>
                        <a:lnTo>
                          <a:pt x="840" y="840"/>
                        </a:lnTo>
                        <a:lnTo>
                          <a:pt x="856" y="832"/>
                        </a:lnTo>
                        <a:lnTo>
                          <a:pt x="864" y="832"/>
                        </a:lnTo>
                        <a:lnTo>
                          <a:pt x="880" y="824"/>
                        </a:lnTo>
                        <a:lnTo>
                          <a:pt x="888" y="824"/>
                        </a:lnTo>
                        <a:lnTo>
                          <a:pt x="888" y="816"/>
                        </a:lnTo>
                        <a:lnTo>
                          <a:pt x="912" y="800"/>
                        </a:lnTo>
                        <a:lnTo>
                          <a:pt x="912" y="792"/>
                        </a:lnTo>
                        <a:lnTo>
                          <a:pt x="928" y="784"/>
                        </a:lnTo>
                        <a:lnTo>
                          <a:pt x="936" y="784"/>
                        </a:lnTo>
                        <a:lnTo>
                          <a:pt x="936" y="776"/>
                        </a:lnTo>
                        <a:lnTo>
                          <a:pt x="952" y="768"/>
                        </a:lnTo>
                        <a:lnTo>
                          <a:pt x="952" y="744"/>
                        </a:lnTo>
                        <a:lnTo>
                          <a:pt x="960" y="744"/>
                        </a:lnTo>
                        <a:lnTo>
                          <a:pt x="960" y="736"/>
                        </a:lnTo>
                        <a:lnTo>
                          <a:pt x="968" y="720"/>
                        </a:lnTo>
                        <a:lnTo>
                          <a:pt x="976" y="712"/>
                        </a:lnTo>
                        <a:lnTo>
                          <a:pt x="984" y="704"/>
                        </a:lnTo>
                        <a:lnTo>
                          <a:pt x="984" y="696"/>
                        </a:lnTo>
                        <a:lnTo>
                          <a:pt x="984" y="688"/>
                        </a:lnTo>
                        <a:lnTo>
                          <a:pt x="992" y="680"/>
                        </a:lnTo>
                        <a:lnTo>
                          <a:pt x="992" y="664"/>
                        </a:lnTo>
                        <a:lnTo>
                          <a:pt x="984" y="656"/>
                        </a:lnTo>
                        <a:lnTo>
                          <a:pt x="976" y="664"/>
                        </a:lnTo>
                        <a:lnTo>
                          <a:pt x="968" y="664"/>
                        </a:lnTo>
                        <a:lnTo>
                          <a:pt x="968" y="656"/>
                        </a:lnTo>
                        <a:lnTo>
                          <a:pt x="984" y="648"/>
                        </a:lnTo>
                        <a:lnTo>
                          <a:pt x="992" y="640"/>
                        </a:lnTo>
                        <a:lnTo>
                          <a:pt x="992" y="632"/>
                        </a:lnTo>
                        <a:lnTo>
                          <a:pt x="984" y="624"/>
                        </a:lnTo>
                        <a:lnTo>
                          <a:pt x="992" y="624"/>
                        </a:lnTo>
                        <a:lnTo>
                          <a:pt x="992" y="616"/>
                        </a:lnTo>
                        <a:lnTo>
                          <a:pt x="984" y="608"/>
                        </a:lnTo>
                        <a:lnTo>
                          <a:pt x="976" y="600"/>
                        </a:lnTo>
                        <a:lnTo>
                          <a:pt x="976" y="584"/>
                        </a:lnTo>
                        <a:lnTo>
                          <a:pt x="968" y="576"/>
                        </a:lnTo>
                        <a:lnTo>
                          <a:pt x="960" y="560"/>
                        </a:lnTo>
                        <a:lnTo>
                          <a:pt x="952" y="552"/>
                        </a:lnTo>
                        <a:lnTo>
                          <a:pt x="936" y="544"/>
                        </a:lnTo>
                        <a:lnTo>
                          <a:pt x="944" y="536"/>
                        </a:lnTo>
                        <a:lnTo>
                          <a:pt x="952" y="520"/>
                        </a:lnTo>
                        <a:lnTo>
                          <a:pt x="960" y="512"/>
                        </a:lnTo>
                        <a:lnTo>
                          <a:pt x="968" y="512"/>
                        </a:lnTo>
                        <a:lnTo>
                          <a:pt x="976" y="512"/>
                        </a:lnTo>
                        <a:lnTo>
                          <a:pt x="984" y="504"/>
                        </a:lnTo>
                        <a:lnTo>
                          <a:pt x="992" y="496"/>
                        </a:lnTo>
                        <a:lnTo>
                          <a:pt x="1000" y="496"/>
                        </a:lnTo>
                        <a:lnTo>
                          <a:pt x="1008" y="496"/>
                        </a:lnTo>
                        <a:lnTo>
                          <a:pt x="1008" y="480"/>
                        </a:lnTo>
                        <a:lnTo>
                          <a:pt x="976" y="480"/>
                        </a:lnTo>
                        <a:lnTo>
                          <a:pt x="968" y="480"/>
                        </a:lnTo>
                        <a:lnTo>
                          <a:pt x="944" y="488"/>
                        </a:lnTo>
                        <a:lnTo>
                          <a:pt x="928" y="488"/>
                        </a:lnTo>
                        <a:lnTo>
                          <a:pt x="936" y="472"/>
                        </a:lnTo>
                        <a:lnTo>
                          <a:pt x="920" y="472"/>
                        </a:lnTo>
                        <a:lnTo>
                          <a:pt x="904" y="456"/>
                        </a:lnTo>
                        <a:lnTo>
                          <a:pt x="912" y="448"/>
                        </a:lnTo>
                        <a:lnTo>
                          <a:pt x="928" y="440"/>
                        </a:lnTo>
                        <a:lnTo>
                          <a:pt x="936" y="440"/>
                        </a:lnTo>
                        <a:lnTo>
                          <a:pt x="936" y="432"/>
                        </a:lnTo>
                        <a:lnTo>
                          <a:pt x="944" y="424"/>
                        </a:lnTo>
                        <a:lnTo>
                          <a:pt x="944" y="416"/>
                        </a:lnTo>
                        <a:lnTo>
                          <a:pt x="960" y="408"/>
                        </a:lnTo>
                        <a:lnTo>
                          <a:pt x="976" y="400"/>
                        </a:lnTo>
                        <a:lnTo>
                          <a:pt x="992" y="400"/>
                        </a:lnTo>
                        <a:lnTo>
                          <a:pt x="992" y="408"/>
                        </a:lnTo>
                        <a:lnTo>
                          <a:pt x="976" y="432"/>
                        </a:lnTo>
                        <a:lnTo>
                          <a:pt x="992" y="432"/>
                        </a:lnTo>
                        <a:lnTo>
                          <a:pt x="992" y="448"/>
                        </a:lnTo>
                        <a:lnTo>
                          <a:pt x="1000" y="440"/>
                        </a:lnTo>
                        <a:lnTo>
                          <a:pt x="1024" y="424"/>
                        </a:lnTo>
                        <a:lnTo>
                          <a:pt x="1040" y="424"/>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42" name="Freeform 178">
                    <a:extLst>
                      <a:ext uri="{FF2B5EF4-FFF2-40B4-BE49-F238E27FC236}">
                        <a16:creationId xmlns:a16="http://schemas.microsoft.com/office/drawing/2014/main" id="{88F319E5-8E70-CF09-E765-19E2D8BCAFBA}"/>
                      </a:ext>
                    </a:extLst>
                  </p:cNvPr>
                  <p:cNvSpPr>
                    <a:spLocks/>
                  </p:cNvSpPr>
                  <p:nvPr/>
                </p:nvSpPr>
                <p:spPr bwMode="gray">
                  <a:xfrm>
                    <a:off x="4021" y="2009"/>
                    <a:ext cx="467" cy="219"/>
                  </a:xfrm>
                  <a:custGeom>
                    <a:avLst/>
                    <a:gdLst>
                      <a:gd name="T0" fmla="*/ 8 w 664"/>
                      <a:gd name="T1" fmla="*/ 47 h 312"/>
                      <a:gd name="T2" fmla="*/ 27 w 664"/>
                      <a:gd name="T3" fmla="*/ 61 h 312"/>
                      <a:gd name="T4" fmla="*/ 27 w 664"/>
                      <a:gd name="T5" fmla="*/ 75 h 312"/>
                      <a:gd name="T6" fmla="*/ 61 w 664"/>
                      <a:gd name="T7" fmla="*/ 86 h 312"/>
                      <a:gd name="T8" fmla="*/ 64 w 664"/>
                      <a:gd name="T9" fmla="*/ 102 h 312"/>
                      <a:gd name="T10" fmla="*/ 75 w 664"/>
                      <a:gd name="T11" fmla="*/ 100 h 312"/>
                      <a:gd name="T12" fmla="*/ 81 w 664"/>
                      <a:gd name="T13" fmla="*/ 100 h 312"/>
                      <a:gd name="T14" fmla="*/ 101 w 664"/>
                      <a:gd name="T15" fmla="*/ 100 h 312"/>
                      <a:gd name="T16" fmla="*/ 117 w 664"/>
                      <a:gd name="T17" fmla="*/ 105 h 312"/>
                      <a:gd name="T18" fmla="*/ 128 w 664"/>
                      <a:gd name="T19" fmla="*/ 108 h 312"/>
                      <a:gd name="T20" fmla="*/ 145 w 664"/>
                      <a:gd name="T21" fmla="*/ 105 h 312"/>
                      <a:gd name="T22" fmla="*/ 161 w 664"/>
                      <a:gd name="T23" fmla="*/ 100 h 312"/>
                      <a:gd name="T24" fmla="*/ 172 w 664"/>
                      <a:gd name="T25" fmla="*/ 91 h 312"/>
                      <a:gd name="T26" fmla="*/ 169 w 664"/>
                      <a:gd name="T27" fmla="*/ 83 h 312"/>
                      <a:gd name="T28" fmla="*/ 186 w 664"/>
                      <a:gd name="T29" fmla="*/ 77 h 312"/>
                      <a:gd name="T30" fmla="*/ 198 w 664"/>
                      <a:gd name="T31" fmla="*/ 72 h 312"/>
                      <a:gd name="T32" fmla="*/ 206 w 664"/>
                      <a:gd name="T33" fmla="*/ 61 h 312"/>
                      <a:gd name="T34" fmla="*/ 212 w 664"/>
                      <a:gd name="T35" fmla="*/ 64 h 312"/>
                      <a:gd name="T36" fmla="*/ 217 w 664"/>
                      <a:gd name="T37" fmla="*/ 58 h 312"/>
                      <a:gd name="T38" fmla="*/ 228 w 664"/>
                      <a:gd name="T39" fmla="*/ 58 h 312"/>
                      <a:gd name="T40" fmla="*/ 228 w 664"/>
                      <a:gd name="T41" fmla="*/ 50 h 312"/>
                      <a:gd name="T42" fmla="*/ 212 w 664"/>
                      <a:gd name="T43" fmla="*/ 50 h 312"/>
                      <a:gd name="T44" fmla="*/ 203 w 664"/>
                      <a:gd name="T45" fmla="*/ 50 h 312"/>
                      <a:gd name="T46" fmla="*/ 200 w 664"/>
                      <a:gd name="T47" fmla="*/ 44 h 312"/>
                      <a:gd name="T48" fmla="*/ 209 w 664"/>
                      <a:gd name="T49" fmla="*/ 27 h 312"/>
                      <a:gd name="T50" fmla="*/ 200 w 664"/>
                      <a:gd name="T51" fmla="*/ 27 h 312"/>
                      <a:gd name="T52" fmla="*/ 189 w 664"/>
                      <a:gd name="T53" fmla="*/ 19 h 312"/>
                      <a:gd name="T54" fmla="*/ 175 w 664"/>
                      <a:gd name="T55" fmla="*/ 31 h 312"/>
                      <a:gd name="T56" fmla="*/ 159 w 664"/>
                      <a:gd name="T57" fmla="*/ 33 h 312"/>
                      <a:gd name="T58" fmla="*/ 145 w 664"/>
                      <a:gd name="T59" fmla="*/ 27 h 312"/>
                      <a:gd name="T60" fmla="*/ 125 w 664"/>
                      <a:gd name="T61" fmla="*/ 17 h 312"/>
                      <a:gd name="T62" fmla="*/ 101 w 664"/>
                      <a:gd name="T63" fmla="*/ 6 h 312"/>
                      <a:gd name="T64" fmla="*/ 78 w 664"/>
                      <a:gd name="T65" fmla="*/ 6 h 312"/>
                      <a:gd name="T66" fmla="*/ 75 w 664"/>
                      <a:gd name="T67" fmla="*/ 17 h 312"/>
                      <a:gd name="T68" fmla="*/ 64 w 664"/>
                      <a:gd name="T69" fmla="*/ 27 h 312"/>
                      <a:gd name="T70" fmla="*/ 58 w 664"/>
                      <a:gd name="T71" fmla="*/ 22 h 312"/>
                      <a:gd name="T72" fmla="*/ 56 w 664"/>
                      <a:gd name="T73" fmla="*/ 27 h 312"/>
                      <a:gd name="T74" fmla="*/ 39 w 664"/>
                      <a:gd name="T75" fmla="*/ 19 h 312"/>
                      <a:gd name="T76" fmla="*/ 27 w 664"/>
                      <a:gd name="T77" fmla="*/ 14 h 312"/>
                      <a:gd name="T78" fmla="*/ 19 w 664"/>
                      <a:gd name="T79" fmla="*/ 19 h 312"/>
                      <a:gd name="T80" fmla="*/ 3 w 664"/>
                      <a:gd name="T81" fmla="*/ 31 h 312"/>
                      <a:gd name="T82" fmla="*/ 0 w 664"/>
                      <a:gd name="T83" fmla="*/ 33 h 31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64"/>
                      <a:gd name="T127" fmla="*/ 0 h 312"/>
                      <a:gd name="T128" fmla="*/ 664 w 664"/>
                      <a:gd name="T129" fmla="*/ 312 h 31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64" h="312">
                        <a:moveTo>
                          <a:pt x="0" y="96"/>
                        </a:moveTo>
                        <a:lnTo>
                          <a:pt x="24" y="136"/>
                        </a:lnTo>
                        <a:lnTo>
                          <a:pt x="48" y="136"/>
                        </a:lnTo>
                        <a:lnTo>
                          <a:pt x="80" y="176"/>
                        </a:lnTo>
                        <a:lnTo>
                          <a:pt x="64" y="192"/>
                        </a:lnTo>
                        <a:lnTo>
                          <a:pt x="80" y="216"/>
                        </a:lnTo>
                        <a:lnTo>
                          <a:pt x="104" y="224"/>
                        </a:lnTo>
                        <a:lnTo>
                          <a:pt x="176" y="248"/>
                        </a:lnTo>
                        <a:lnTo>
                          <a:pt x="168" y="272"/>
                        </a:lnTo>
                        <a:lnTo>
                          <a:pt x="184" y="296"/>
                        </a:lnTo>
                        <a:lnTo>
                          <a:pt x="208" y="296"/>
                        </a:lnTo>
                        <a:lnTo>
                          <a:pt x="216" y="288"/>
                        </a:lnTo>
                        <a:lnTo>
                          <a:pt x="216" y="280"/>
                        </a:lnTo>
                        <a:lnTo>
                          <a:pt x="232" y="288"/>
                        </a:lnTo>
                        <a:lnTo>
                          <a:pt x="256" y="280"/>
                        </a:lnTo>
                        <a:lnTo>
                          <a:pt x="288" y="288"/>
                        </a:lnTo>
                        <a:lnTo>
                          <a:pt x="312" y="304"/>
                        </a:lnTo>
                        <a:lnTo>
                          <a:pt x="336" y="304"/>
                        </a:lnTo>
                        <a:lnTo>
                          <a:pt x="352" y="312"/>
                        </a:lnTo>
                        <a:lnTo>
                          <a:pt x="368" y="312"/>
                        </a:lnTo>
                        <a:lnTo>
                          <a:pt x="400" y="296"/>
                        </a:lnTo>
                        <a:lnTo>
                          <a:pt x="416" y="304"/>
                        </a:lnTo>
                        <a:lnTo>
                          <a:pt x="432" y="296"/>
                        </a:lnTo>
                        <a:lnTo>
                          <a:pt x="464" y="288"/>
                        </a:lnTo>
                        <a:lnTo>
                          <a:pt x="480" y="264"/>
                        </a:lnTo>
                        <a:lnTo>
                          <a:pt x="496" y="264"/>
                        </a:lnTo>
                        <a:lnTo>
                          <a:pt x="504" y="248"/>
                        </a:lnTo>
                        <a:lnTo>
                          <a:pt x="488" y="240"/>
                        </a:lnTo>
                        <a:lnTo>
                          <a:pt x="504" y="216"/>
                        </a:lnTo>
                        <a:lnTo>
                          <a:pt x="536" y="224"/>
                        </a:lnTo>
                        <a:lnTo>
                          <a:pt x="560" y="200"/>
                        </a:lnTo>
                        <a:lnTo>
                          <a:pt x="568" y="208"/>
                        </a:lnTo>
                        <a:lnTo>
                          <a:pt x="584" y="208"/>
                        </a:lnTo>
                        <a:lnTo>
                          <a:pt x="592" y="176"/>
                        </a:lnTo>
                        <a:lnTo>
                          <a:pt x="600" y="176"/>
                        </a:lnTo>
                        <a:lnTo>
                          <a:pt x="608" y="184"/>
                        </a:lnTo>
                        <a:lnTo>
                          <a:pt x="624" y="176"/>
                        </a:lnTo>
                        <a:lnTo>
                          <a:pt x="624" y="168"/>
                        </a:lnTo>
                        <a:lnTo>
                          <a:pt x="640" y="168"/>
                        </a:lnTo>
                        <a:lnTo>
                          <a:pt x="656" y="168"/>
                        </a:lnTo>
                        <a:lnTo>
                          <a:pt x="664" y="168"/>
                        </a:lnTo>
                        <a:lnTo>
                          <a:pt x="656" y="144"/>
                        </a:lnTo>
                        <a:lnTo>
                          <a:pt x="616" y="128"/>
                        </a:lnTo>
                        <a:lnTo>
                          <a:pt x="608" y="144"/>
                        </a:lnTo>
                        <a:lnTo>
                          <a:pt x="592" y="136"/>
                        </a:lnTo>
                        <a:lnTo>
                          <a:pt x="584" y="144"/>
                        </a:lnTo>
                        <a:lnTo>
                          <a:pt x="576" y="136"/>
                        </a:lnTo>
                        <a:lnTo>
                          <a:pt x="576" y="128"/>
                        </a:lnTo>
                        <a:lnTo>
                          <a:pt x="584" y="112"/>
                        </a:lnTo>
                        <a:lnTo>
                          <a:pt x="600" y="80"/>
                        </a:lnTo>
                        <a:lnTo>
                          <a:pt x="600" y="72"/>
                        </a:lnTo>
                        <a:lnTo>
                          <a:pt x="576" y="80"/>
                        </a:lnTo>
                        <a:lnTo>
                          <a:pt x="560" y="64"/>
                        </a:lnTo>
                        <a:lnTo>
                          <a:pt x="544" y="56"/>
                        </a:lnTo>
                        <a:lnTo>
                          <a:pt x="528" y="72"/>
                        </a:lnTo>
                        <a:lnTo>
                          <a:pt x="504" y="88"/>
                        </a:lnTo>
                        <a:lnTo>
                          <a:pt x="480" y="88"/>
                        </a:lnTo>
                        <a:lnTo>
                          <a:pt x="456" y="96"/>
                        </a:lnTo>
                        <a:lnTo>
                          <a:pt x="448" y="88"/>
                        </a:lnTo>
                        <a:lnTo>
                          <a:pt x="416" y="80"/>
                        </a:lnTo>
                        <a:lnTo>
                          <a:pt x="416" y="64"/>
                        </a:lnTo>
                        <a:lnTo>
                          <a:pt x="360" y="48"/>
                        </a:lnTo>
                        <a:lnTo>
                          <a:pt x="320" y="64"/>
                        </a:lnTo>
                        <a:lnTo>
                          <a:pt x="288" y="16"/>
                        </a:lnTo>
                        <a:lnTo>
                          <a:pt x="232" y="0"/>
                        </a:lnTo>
                        <a:lnTo>
                          <a:pt x="224" y="16"/>
                        </a:lnTo>
                        <a:lnTo>
                          <a:pt x="208" y="32"/>
                        </a:lnTo>
                        <a:lnTo>
                          <a:pt x="216" y="48"/>
                        </a:lnTo>
                        <a:lnTo>
                          <a:pt x="216" y="72"/>
                        </a:lnTo>
                        <a:lnTo>
                          <a:pt x="184" y="80"/>
                        </a:lnTo>
                        <a:lnTo>
                          <a:pt x="184" y="64"/>
                        </a:lnTo>
                        <a:lnTo>
                          <a:pt x="168" y="64"/>
                        </a:lnTo>
                        <a:lnTo>
                          <a:pt x="168" y="80"/>
                        </a:lnTo>
                        <a:lnTo>
                          <a:pt x="160" y="80"/>
                        </a:lnTo>
                        <a:lnTo>
                          <a:pt x="128" y="56"/>
                        </a:lnTo>
                        <a:lnTo>
                          <a:pt x="112" y="56"/>
                        </a:lnTo>
                        <a:lnTo>
                          <a:pt x="96" y="40"/>
                        </a:lnTo>
                        <a:lnTo>
                          <a:pt x="80" y="40"/>
                        </a:lnTo>
                        <a:lnTo>
                          <a:pt x="64" y="56"/>
                        </a:lnTo>
                        <a:lnTo>
                          <a:pt x="56" y="56"/>
                        </a:lnTo>
                        <a:lnTo>
                          <a:pt x="40" y="80"/>
                        </a:lnTo>
                        <a:lnTo>
                          <a:pt x="8" y="88"/>
                        </a:lnTo>
                        <a:lnTo>
                          <a:pt x="8" y="96"/>
                        </a:lnTo>
                        <a:lnTo>
                          <a:pt x="0" y="9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43" name="Freeform 179">
                    <a:extLst>
                      <a:ext uri="{FF2B5EF4-FFF2-40B4-BE49-F238E27FC236}">
                        <a16:creationId xmlns:a16="http://schemas.microsoft.com/office/drawing/2014/main" id="{007D75F2-D863-3AE8-928E-7D8547211E4C}"/>
                      </a:ext>
                    </a:extLst>
                  </p:cNvPr>
                  <p:cNvSpPr>
                    <a:spLocks/>
                  </p:cNvSpPr>
                  <p:nvPr/>
                </p:nvSpPr>
                <p:spPr bwMode="gray">
                  <a:xfrm>
                    <a:off x="4578" y="2284"/>
                    <a:ext cx="51" cy="79"/>
                  </a:xfrm>
                  <a:custGeom>
                    <a:avLst/>
                    <a:gdLst>
                      <a:gd name="T0" fmla="*/ 0 w 72"/>
                      <a:gd name="T1" fmla="*/ 8 h 112"/>
                      <a:gd name="T2" fmla="*/ 6 w 72"/>
                      <a:gd name="T3" fmla="*/ 3 h 112"/>
                      <a:gd name="T4" fmla="*/ 17 w 72"/>
                      <a:gd name="T5" fmla="*/ 0 h 112"/>
                      <a:gd name="T6" fmla="*/ 20 w 72"/>
                      <a:gd name="T7" fmla="*/ 6 h 112"/>
                      <a:gd name="T8" fmla="*/ 23 w 72"/>
                      <a:gd name="T9" fmla="*/ 11 h 112"/>
                      <a:gd name="T10" fmla="*/ 23 w 72"/>
                      <a:gd name="T11" fmla="*/ 17 h 112"/>
                      <a:gd name="T12" fmla="*/ 26 w 72"/>
                      <a:gd name="T13" fmla="*/ 25 h 112"/>
                      <a:gd name="T14" fmla="*/ 23 w 72"/>
                      <a:gd name="T15" fmla="*/ 28 h 112"/>
                      <a:gd name="T16" fmla="*/ 23 w 72"/>
                      <a:gd name="T17" fmla="*/ 31 h 112"/>
                      <a:gd name="T18" fmla="*/ 20 w 72"/>
                      <a:gd name="T19" fmla="*/ 34 h 112"/>
                      <a:gd name="T20" fmla="*/ 17 w 72"/>
                      <a:gd name="T21" fmla="*/ 36 h 112"/>
                      <a:gd name="T22" fmla="*/ 14 w 72"/>
                      <a:gd name="T23" fmla="*/ 36 h 112"/>
                      <a:gd name="T24" fmla="*/ 8 w 72"/>
                      <a:gd name="T25" fmla="*/ 40 h 112"/>
                      <a:gd name="T26" fmla="*/ 6 w 72"/>
                      <a:gd name="T27" fmla="*/ 40 h 112"/>
                      <a:gd name="T28" fmla="*/ 3 w 72"/>
                      <a:gd name="T29" fmla="*/ 40 h 112"/>
                      <a:gd name="T30" fmla="*/ 0 w 72"/>
                      <a:gd name="T31" fmla="*/ 34 h 112"/>
                      <a:gd name="T32" fmla="*/ 3 w 72"/>
                      <a:gd name="T33" fmla="*/ 34 h 112"/>
                      <a:gd name="T34" fmla="*/ 3 w 72"/>
                      <a:gd name="T35" fmla="*/ 31 h 112"/>
                      <a:gd name="T36" fmla="*/ 3 w 72"/>
                      <a:gd name="T37" fmla="*/ 25 h 112"/>
                      <a:gd name="T38" fmla="*/ 3 w 72"/>
                      <a:gd name="T39" fmla="*/ 20 h 112"/>
                      <a:gd name="T40" fmla="*/ 0 w 72"/>
                      <a:gd name="T41" fmla="*/ 17 h 112"/>
                      <a:gd name="T42" fmla="*/ 3 w 72"/>
                      <a:gd name="T43" fmla="*/ 17 h 112"/>
                      <a:gd name="T44" fmla="*/ 3 w 72"/>
                      <a:gd name="T45" fmla="*/ 11 h 112"/>
                      <a:gd name="T46" fmla="*/ 3 w 72"/>
                      <a:gd name="T47" fmla="*/ 8 h 112"/>
                      <a:gd name="T48" fmla="*/ 0 w 72"/>
                      <a:gd name="T49" fmla="*/ 8 h 11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2"/>
                      <a:gd name="T76" fmla="*/ 0 h 112"/>
                      <a:gd name="T77" fmla="*/ 72 w 72"/>
                      <a:gd name="T78" fmla="*/ 112 h 11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2" h="112">
                        <a:moveTo>
                          <a:pt x="0" y="24"/>
                        </a:moveTo>
                        <a:lnTo>
                          <a:pt x="16" y="8"/>
                        </a:lnTo>
                        <a:lnTo>
                          <a:pt x="48" y="0"/>
                        </a:lnTo>
                        <a:lnTo>
                          <a:pt x="56" y="16"/>
                        </a:lnTo>
                        <a:lnTo>
                          <a:pt x="64" y="32"/>
                        </a:lnTo>
                        <a:lnTo>
                          <a:pt x="64" y="48"/>
                        </a:lnTo>
                        <a:lnTo>
                          <a:pt x="72" y="72"/>
                        </a:lnTo>
                        <a:lnTo>
                          <a:pt x="64" y="80"/>
                        </a:lnTo>
                        <a:lnTo>
                          <a:pt x="64" y="88"/>
                        </a:lnTo>
                        <a:lnTo>
                          <a:pt x="56" y="96"/>
                        </a:lnTo>
                        <a:lnTo>
                          <a:pt x="48" y="104"/>
                        </a:lnTo>
                        <a:lnTo>
                          <a:pt x="40" y="104"/>
                        </a:lnTo>
                        <a:lnTo>
                          <a:pt x="24" y="112"/>
                        </a:lnTo>
                        <a:lnTo>
                          <a:pt x="16" y="112"/>
                        </a:lnTo>
                        <a:lnTo>
                          <a:pt x="8" y="112"/>
                        </a:lnTo>
                        <a:lnTo>
                          <a:pt x="0" y="96"/>
                        </a:lnTo>
                        <a:lnTo>
                          <a:pt x="8" y="96"/>
                        </a:lnTo>
                        <a:lnTo>
                          <a:pt x="8" y="88"/>
                        </a:lnTo>
                        <a:lnTo>
                          <a:pt x="8" y="72"/>
                        </a:lnTo>
                        <a:lnTo>
                          <a:pt x="8" y="56"/>
                        </a:lnTo>
                        <a:lnTo>
                          <a:pt x="0" y="48"/>
                        </a:lnTo>
                        <a:lnTo>
                          <a:pt x="8" y="48"/>
                        </a:lnTo>
                        <a:lnTo>
                          <a:pt x="8" y="32"/>
                        </a:lnTo>
                        <a:lnTo>
                          <a:pt x="8" y="24"/>
                        </a:lnTo>
                        <a:lnTo>
                          <a:pt x="0"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44" name="Freeform 180">
                    <a:extLst>
                      <a:ext uri="{FF2B5EF4-FFF2-40B4-BE49-F238E27FC236}">
                        <a16:creationId xmlns:a16="http://schemas.microsoft.com/office/drawing/2014/main" id="{EFD76F97-D141-28B3-5DED-A22DA4E17925}"/>
                      </a:ext>
                    </a:extLst>
                  </p:cNvPr>
                  <p:cNvSpPr>
                    <a:spLocks/>
                  </p:cNvSpPr>
                  <p:nvPr/>
                </p:nvSpPr>
                <p:spPr bwMode="gray">
                  <a:xfrm>
                    <a:off x="3869" y="2346"/>
                    <a:ext cx="34" cy="45"/>
                  </a:xfrm>
                  <a:custGeom>
                    <a:avLst/>
                    <a:gdLst>
                      <a:gd name="T0" fmla="*/ 14 w 48"/>
                      <a:gd name="T1" fmla="*/ 23 h 64"/>
                      <a:gd name="T2" fmla="*/ 17 w 48"/>
                      <a:gd name="T3" fmla="*/ 23 h 64"/>
                      <a:gd name="T4" fmla="*/ 14 w 48"/>
                      <a:gd name="T5" fmla="*/ 19 h 64"/>
                      <a:gd name="T6" fmla="*/ 14 w 48"/>
                      <a:gd name="T7" fmla="*/ 14 h 64"/>
                      <a:gd name="T8" fmla="*/ 14 w 48"/>
                      <a:gd name="T9" fmla="*/ 11 h 64"/>
                      <a:gd name="T10" fmla="*/ 14 w 48"/>
                      <a:gd name="T11" fmla="*/ 8 h 64"/>
                      <a:gd name="T12" fmla="*/ 14 w 48"/>
                      <a:gd name="T13" fmla="*/ 3 h 64"/>
                      <a:gd name="T14" fmla="*/ 11 w 48"/>
                      <a:gd name="T15" fmla="*/ 0 h 64"/>
                      <a:gd name="T16" fmla="*/ 6 w 48"/>
                      <a:gd name="T17" fmla="*/ 0 h 64"/>
                      <a:gd name="T18" fmla="*/ 0 w 48"/>
                      <a:gd name="T19" fmla="*/ 6 h 64"/>
                      <a:gd name="T20" fmla="*/ 3 w 48"/>
                      <a:gd name="T21" fmla="*/ 6 h 64"/>
                      <a:gd name="T22" fmla="*/ 6 w 48"/>
                      <a:gd name="T23" fmla="*/ 8 h 64"/>
                      <a:gd name="T24" fmla="*/ 9 w 48"/>
                      <a:gd name="T25" fmla="*/ 11 h 64"/>
                      <a:gd name="T26" fmla="*/ 9 w 48"/>
                      <a:gd name="T27" fmla="*/ 17 h 64"/>
                      <a:gd name="T28" fmla="*/ 14 w 48"/>
                      <a:gd name="T29" fmla="*/ 19 h 64"/>
                      <a:gd name="T30" fmla="*/ 14 w 48"/>
                      <a:gd name="T31" fmla="*/ 23 h 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8"/>
                      <a:gd name="T49" fmla="*/ 0 h 64"/>
                      <a:gd name="T50" fmla="*/ 48 w 48"/>
                      <a:gd name="T51" fmla="*/ 64 h 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8" h="64">
                        <a:moveTo>
                          <a:pt x="40" y="64"/>
                        </a:moveTo>
                        <a:lnTo>
                          <a:pt x="48" y="64"/>
                        </a:lnTo>
                        <a:lnTo>
                          <a:pt x="40" y="56"/>
                        </a:lnTo>
                        <a:lnTo>
                          <a:pt x="40" y="40"/>
                        </a:lnTo>
                        <a:lnTo>
                          <a:pt x="40" y="32"/>
                        </a:lnTo>
                        <a:lnTo>
                          <a:pt x="40" y="24"/>
                        </a:lnTo>
                        <a:lnTo>
                          <a:pt x="40" y="8"/>
                        </a:lnTo>
                        <a:lnTo>
                          <a:pt x="32" y="0"/>
                        </a:lnTo>
                        <a:lnTo>
                          <a:pt x="16" y="0"/>
                        </a:lnTo>
                        <a:lnTo>
                          <a:pt x="0" y="16"/>
                        </a:lnTo>
                        <a:lnTo>
                          <a:pt x="8" y="16"/>
                        </a:lnTo>
                        <a:lnTo>
                          <a:pt x="16" y="24"/>
                        </a:lnTo>
                        <a:lnTo>
                          <a:pt x="24" y="32"/>
                        </a:lnTo>
                        <a:lnTo>
                          <a:pt x="24" y="48"/>
                        </a:lnTo>
                        <a:lnTo>
                          <a:pt x="40" y="56"/>
                        </a:lnTo>
                        <a:lnTo>
                          <a:pt x="40" y="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45" name="Freeform 181">
                    <a:extLst>
                      <a:ext uri="{FF2B5EF4-FFF2-40B4-BE49-F238E27FC236}">
                        <a16:creationId xmlns:a16="http://schemas.microsoft.com/office/drawing/2014/main" id="{A18BAE74-652E-2D80-F953-2987CB408C50}"/>
                      </a:ext>
                    </a:extLst>
                  </p:cNvPr>
                  <p:cNvSpPr>
                    <a:spLocks/>
                  </p:cNvSpPr>
                  <p:nvPr/>
                </p:nvSpPr>
                <p:spPr bwMode="gray">
                  <a:xfrm>
                    <a:off x="4860" y="2172"/>
                    <a:ext cx="17" cy="11"/>
                  </a:xfrm>
                  <a:custGeom>
                    <a:avLst/>
                    <a:gdLst>
                      <a:gd name="T0" fmla="*/ 0 w 24"/>
                      <a:gd name="T1" fmla="*/ 6 h 16"/>
                      <a:gd name="T2" fmla="*/ 3 w 24"/>
                      <a:gd name="T3" fmla="*/ 6 h 16"/>
                      <a:gd name="T4" fmla="*/ 6 w 24"/>
                      <a:gd name="T5" fmla="*/ 3 h 16"/>
                      <a:gd name="T6" fmla="*/ 9 w 24"/>
                      <a:gd name="T7" fmla="*/ 3 h 16"/>
                      <a:gd name="T8" fmla="*/ 9 w 24"/>
                      <a:gd name="T9" fmla="*/ 0 h 16"/>
                      <a:gd name="T10" fmla="*/ 6 w 24"/>
                      <a:gd name="T11" fmla="*/ 0 h 16"/>
                      <a:gd name="T12" fmla="*/ 0 w 24"/>
                      <a:gd name="T13" fmla="*/ 6 h 16"/>
                      <a:gd name="T14" fmla="*/ 0 60000 65536"/>
                      <a:gd name="T15" fmla="*/ 0 60000 65536"/>
                      <a:gd name="T16" fmla="*/ 0 60000 65536"/>
                      <a:gd name="T17" fmla="*/ 0 60000 65536"/>
                      <a:gd name="T18" fmla="*/ 0 60000 65536"/>
                      <a:gd name="T19" fmla="*/ 0 60000 65536"/>
                      <a:gd name="T20" fmla="*/ 0 60000 65536"/>
                      <a:gd name="T21" fmla="*/ 0 w 24"/>
                      <a:gd name="T22" fmla="*/ 0 h 16"/>
                      <a:gd name="T23" fmla="*/ 24 w 24"/>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16">
                        <a:moveTo>
                          <a:pt x="0" y="16"/>
                        </a:moveTo>
                        <a:lnTo>
                          <a:pt x="8" y="16"/>
                        </a:lnTo>
                        <a:lnTo>
                          <a:pt x="16" y="8"/>
                        </a:lnTo>
                        <a:lnTo>
                          <a:pt x="24" y="8"/>
                        </a:lnTo>
                        <a:lnTo>
                          <a:pt x="24" y="0"/>
                        </a:lnTo>
                        <a:lnTo>
                          <a:pt x="16" y="0"/>
                        </a:lnTo>
                        <a:lnTo>
                          <a:pt x="0"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46" name="Freeform 182">
                    <a:extLst>
                      <a:ext uri="{FF2B5EF4-FFF2-40B4-BE49-F238E27FC236}">
                        <a16:creationId xmlns:a16="http://schemas.microsoft.com/office/drawing/2014/main" id="{363789B1-EEC3-AE87-9856-8B541C556662}"/>
                      </a:ext>
                    </a:extLst>
                  </p:cNvPr>
                  <p:cNvSpPr>
                    <a:spLocks/>
                  </p:cNvSpPr>
                  <p:nvPr/>
                </p:nvSpPr>
                <p:spPr bwMode="gray">
                  <a:xfrm>
                    <a:off x="4877" y="2155"/>
                    <a:ext cx="33" cy="22"/>
                  </a:xfrm>
                  <a:custGeom>
                    <a:avLst/>
                    <a:gdLst>
                      <a:gd name="T0" fmla="*/ 8 w 48"/>
                      <a:gd name="T1" fmla="*/ 3 h 32"/>
                      <a:gd name="T2" fmla="*/ 8 w 48"/>
                      <a:gd name="T3" fmla="*/ 0 h 32"/>
                      <a:gd name="T4" fmla="*/ 3 w 48"/>
                      <a:gd name="T5" fmla="*/ 8 h 32"/>
                      <a:gd name="T6" fmla="*/ 0 w 48"/>
                      <a:gd name="T7" fmla="*/ 10 h 32"/>
                      <a:gd name="T8" fmla="*/ 3 w 48"/>
                      <a:gd name="T9" fmla="*/ 10 h 32"/>
                      <a:gd name="T10" fmla="*/ 6 w 48"/>
                      <a:gd name="T11" fmla="*/ 6 h 32"/>
                      <a:gd name="T12" fmla="*/ 10 w 48"/>
                      <a:gd name="T13" fmla="*/ 3 h 32"/>
                      <a:gd name="T14" fmla="*/ 16 w 48"/>
                      <a:gd name="T15" fmla="*/ 0 h 32"/>
                      <a:gd name="T16" fmla="*/ 10 w 48"/>
                      <a:gd name="T17" fmla="*/ 0 h 32"/>
                      <a:gd name="T18" fmla="*/ 8 w 48"/>
                      <a:gd name="T19" fmla="*/ 3 h 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8"/>
                      <a:gd name="T31" fmla="*/ 0 h 32"/>
                      <a:gd name="T32" fmla="*/ 48 w 48"/>
                      <a:gd name="T33" fmla="*/ 32 h 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8" h="32">
                        <a:moveTo>
                          <a:pt x="24" y="8"/>
                        </a:moveTo>
                        <a:lnTo>
                          <a:pt x="24" y="0"/>
                        </a:lnTo>
                        <a:lnTo>
                          <a:pt x="8" y="24"/>
                        </a:lnTo>
                        <a:lnTo>
                          <a:pt x="0" y="32"/>
                        </a:lnTo>
                        <a:lnTo>
                          <a:pt x="8" y="32"/>
                        </a:lnTo>
                        <a:lnTo>
                          <a:pt x="16" y="16"/>
                        </a:lnTo>
                        <a:lnTo>
                          <a:pt x="32" y="8"/>
                        </a:lnTo>
                        <a:lnTo>
                          <a:pt x="48" y="0"/>
                        </a:lnTo>
                        <a:lnTo>
                          <a:pt x="32" y="0"/>
                        </a:lnTo>
                        <a:lnTo>
                          <a:pt x="24"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47" name="Freeform 183">
                    <a:extLst>
                      <a:ext uri="{FF2B5EF4-FFF2-40B4-BE49-F238E27FC236}">
                        <a16:creationId xmlns:a16="http://schemas.microsoft.com/office/drawing/2014/main" id="{1D2F980A-DA3B-7672-2B9B-B2FEE5B0DFB1}"/>
                      </a:ext>
                    </a:extLst>
                  </p:cNvPr>
                  <p:cNvSpPr>
                    <a:spLocks/>
                  </p:cNvSpPr>
                  <p:nvPr/>
                </p:nvSpPr>
                <p:spPr bwMode="gray">
                  <a:xfrm>
                    <a:off x="4916" y="2138"/>
                    <a:ext cx="17" cy="11"/>
                  </a:xfrm>
                  <a:custGeom>
                    <a:avLst/>
                    <a:gdLst>
                      <a:gd name="T0" fmla="*/ 0 w 24"/>
                      <a:gd name="T1" fmla="*/ 6 h 16"/>
                      <a:gd name="T2" fmla="*/ 3 w 24"/>
                      <a:gd name="T3" fmla="*/ 6 h 16"/>
                      <a:gd name="T4" fmla="*/ 9 w 24"/>
                      <a:gd name="T5" fmla="*/ 0 h 16"/>
                      <a:gd name="T6" fmla="*/ 6 w 24"/>
                      <a:gd name="T7" fmla="*/ 0 h 16"/>
                      <a:gd name="T8" fmla="*/ 0 w 24"/>
                      <a:gd name="T9" fmla="*/ 6 h 16"/>
                      <a:gd name="T10" fmla="*/ 0 60000 65536"/>
                      <a:gd name="T11" fmla="*/ 0 60000 65536"/>
                      <a:gd name="T12" fmla="*/ 0 60000 65536"/>
                      <a:gd name="T13" fmla="*/ 0 60000 65536"/>
                      <a:gd name="T14" fmla="*/ 0 60000 65536"/>
                      <a:gd name="T15" fmla="*/ 0 w 24"/>
                      <a:gd name="T16" fmla="*/ 0 h 16"/>
                      <a:gd name="T17" fmla="*/ 24 w 24"/>
                      <a:gd name="T18" fmla="*/ 16 h 16"/>
                    </a:gdLst>
                    <a:ahLst/>
                    <a:cxnLst>
                      <a:cxn ang="T10">
                        <a:pos x="T0" y="T1"/>
                      </a:cxn>
                      <a:cxn ang="T11">
                        <a:pos x="T2" y="T3"/>
                      </a:cxn>
                      <a:cxn ang="T12">
                        <a:pos x="T4" y="T5"/>
                      </a:cxn>
                      <a:cxn ang="T13">
                        <a:pos x="T6" y="T7"/>
                      </a:cxn>
                      <a:cxn ang="T14">
                        <a:pos x="T8" y="T9"/>
                      </a:cxn>
                    </a:cxnLst>
                    <a:rect l="T15" t="T16" r="T17" b="T18"/>
                    <a:pathLst>
                      <a:path w="24" h="16">
                        <a:moveTo>
                          <a:pt x="0" y="16"/>
                        </a:moveTo>
                        <a:lnTo>
                          <a:pt x="8" y="16"/>
                        </a:lnTo>
                        <a:lnTo>
                          <a:pt x="24" y="0"/>
                        </a:lnTo>
                        <a:lnTo>
                          <a:pt x="16" y="0"/>
                        </a:lnTo>
                        <a:lnTo>
                          <a:pt x="0"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48" name="Freeform 184">
                    <a:extLst>
                      <a:ext uri="{FF2B5EF4-FFF2-40B4-BE49-F238E27FC236}">
                        <a16:creationId xmlns:a16="http://schemas.microsoft.com/office/drawing/2014/main" id="{65DD7449-E821-98D3-9003-F769AD1710D0}"/>
                      </a:ext>
                    </a:extLst>
                  </p:cNvPr>
                  <p:cNvSpPr>
                    <a:spLocks/>
                  </p:cNvSpPr>
                  <p:nvPr/>
                </p:nvSpPr>
                <p:spPr bwMode="gray">
                  <a:xfrm>
                    <a:off x="4950" y="2115"/>
                    <a:ext cx="11" cy="12"/>
                  </a:xfrm>
                  <a:custGeom>
                    <a:avLst/>
                    <a:gdLst>
                      <a:gd name="T0" fmla="*/ 6 w 16"/>
                      <a:gd name="T1" fmla="*/ 4 h 16"/>
                      <a:gd name="T2" fmla="*/ 6 w 16"/>
                      <a:gd name="T3" fmla="*/ 0 h 16"/>
                      <a:gd name="T4" fmla="*/ 3 w 16"/>
                      <a:gd name="T5" fmla="*/ 0 h 16"/>
                      <a:gd name="T6" fmla="*/ 0 w 16"/>
                      <a:gd name="T7" fmla="*/ 7 h 16"/>
                      <a:gd name="T8" fmla="*/ 3 w 16"/>
                      <a:gd name="T9" fmla="*/ 7 h 16"/>
                      <a:gd name="T10" fmla="*/ 6 w 16"/>
                      <a:gd name="T11" fmla="*/ 4 h 16"/>
                      <a:gd name="T12" fmla="*/ 0 60000 65536"/>
                      <a:gd name="T13" fmla="*/ 0 60000 65536"/>
                      <a:gd name="T14" fmla="*/ 0 60000 65536"/>
                      <a:gd name="T15" fmla="*/ 0 60000 65536"/>
                      <a:gd name="T16" fmla="*/ 0 60000 65536"/>
                      <a:gd name="T17" fmla="*/ 0 60000 65536"/>
                      <a:gd name="T18" fmla="*/ 0 w 16"/>
                      <a:gd name="T19" fmla="*/ 0 h 16"/>
                      <a:gd name="T20" fmla="*/ 16 w 1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6" h="16">
                        <a:moveTo>
                          <a:pt x="16" y="8"/>
                        </a:moveTo>
                        <a:lnTo>
                          <a:pt x="16" y="0"/>
                        </a:lnTo>
                        <a:lnTo>
                          <a:pt x="8" y="0"/>
                        </a:lnTo>
                        <a:lnTo>
                          <a:pt x="0" y="16"/>
                        </a:lnTo>
                        <a:lnTo>
                          <a:pt x="8" y="16"/>
                        </a:lnTo>
                        <a:lnTo>
                          <a:pt x="1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grpSp>
            <p:grpSp>
              <p:nvGrpSpPr>
                <p:cNvPr id="936" name="Group 185">
                  <a:extLst>
                    <a:ext uri="{FF2B5EF4-FFF2-40B4-BE49-F238E27FC236}">
                      <a16:creationId xmlns:a16="http://schemas.microsoft.com/office/drawing/2014/main" id="{EBC6D341-9B4E-A10A-2780-9E53C33B5C16}"/>
                    </a:ext>
                  </a:extLst>
                </p:cNvPr>
                <p:cNvGrpSpPr>
                  <a:grpSpLocks/>
                </p:cNvGrpSpPr>
                <p:nvPr/>
              </p:nvGrpSpPr>
              <p:grpSpPr bwMode="gray">
                <a:xfrm>
                  <a:off x="3290588" y="2296825"/>
                  <a:ext cx="4145558" cy="1387650"/>
                  <a:chOff x="1703" y="1069"/>
                  <a:chExt cx="3832" cy="1283"/>
                </a:xfrm>
                <a:grpFill/>
              </p:grpSpPr>
              <p:sp>
                <p:nvSpPr>
                  <p:cNvPr id="1029" name="Freeform 186">
                    <a:extLst>
                      <a:ext uri="{FF2B5EF4-FFF2-40B4-BE49-F238E27FC236}">
                        <a16:creationId xmlns:a16="http://schemas.microsoft.com/office/drawing/2014/main" id="{7724734D-F227-78F2-8805-7C84114DB74B}"/>
                      </a:ext>
                    </a:extLst>
                  </p:cNvPr>
                  <p:cNvSpPr>
                    <a:spLocks/>
                  </p:cNvSpPr>
                  <p:nvPr/>
                </p:nvSpPr>
                <p:spPr bwMode="gray">
                  <a:xfrm>
                    <a:off x="2918" y="1924"/>
                    <a:ext cx="23" cy="23"/>
                  </a:xfrm>
                  <a:custGeom>
                    <a:avLst/>
                    <a:gdLst>
                      <a:gd name="T0" fmla="*/ 3 w 32"/>
                      <a:gd name="T1" fmla="*/ 0 h 32"/>
                      <a:gd name="T2" fmla="*/ 0 w 32"/>
                      <a:gd name="T3" fmla="*/ 3 h 32"/>
                      <a:gd name="T4" fmla="*/ 3 w 32"/>
                      <a:gd name="T5" fmla="*/ 6 h 32"/>
                      <a:gd name="T6" fmla="*/ 3 w 32"/>
                      <a:gd name="T7" fmla="*/ 9 h 32"/>
                      <a:gd name="T8" fmla="*/ 6 w 32"/>
                      <a:gd name="T9" fmla="*/ 9 h 32"/>
                      <a:gd name="T10" fmla="*/ 6 w 32"/>
                      <a:gd name="T11" fmla="*/ 12 h 32"/>
                      <a:gd name="T12" fmla="*/ 9 w 32"/>
                      <a:gd name="T13" fmla="*/ 9 h 32"/>
                      <a:gd name="T14" fmla="*/ 12 w 32"/>
                      <a:gd name="T15" fmla="*/ 6 h 32"/>
                      <a:gd name="T16" fmla="*/ 9 w 32"/>
                      <a:gd name="T17" fmla="*/ 3 h 32"/>
                      <a:gd name="T18" fmla="*/ 12 w 32"/>
                      <a:gd name="T19" fmla="*/ 0 h 32"/>
                      <a:gd name="T20" fmla="*/ 6 w 32"/>
                      <a:gd name="T21" fmla="*/ 0 h 32"/>
                      <a:gd name="T22" fmla="*/ 3 w 32"/>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
                      <a:gd name="T37" fmla="*/ 0 h 32"/>
                      <a:gd name="T38" fmla="*/ 32 w 3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 h="32">
                        <a:moveTo>
                          <a:pt x="8" y="0"/>
                        </a:moveTo>
                        <a:lnTo>
                          <a:pt x="0" y="8"/>
                        </a:lnTo>
                        <a:lnTo>
                          <a:pt x="8" y="16"/>
                        </a:lnTo>
                        <a:lnTo>
                          <a:pt x="8" y="24"/>
                        </a:lnTo>
                        <a:lnTo>
                          <a:pt x="16" y="24"/>
                        </a:lnTo>
                        <a:lnTo>
                          <a:pt x="16" y="32"/>
                        </a:lnTo>
                        <a:lnTo>
                          <a:pt x="24" y="24"/>
                        </a:lnTo>
                        <a:lnTo>
                          <a:pt x="32" y="16"/>
                        </a:lnTo>
                        <a:lnTo>
                          <a:pt x="24" y="8"/>
                        </a:lnTo>
                        <a:lnTo>
                          <a:pt x="32" y="0"/>
                        </a:lnTo>
                        <a:lnTo>
                          <a:pt x="16" y="0"/>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30" name="Freeform 187">
                    <a:extLst>
                      <a:ext uri="{FF2B5EF4-FFF2-40B4-BE49-F238E27FC236}">
                        <a16:creationId xmlns:a16="http://schemas.microsoft.com/office/drawing/2014/main" id="{712E1D5C-3FC2-3474-53EC-01F7222C82FC}"/>
                      </a:ext>
                    </a:extLst>
                  </p:cNvPr>
                  <p:cNvSpPr>
                    <a:spLocks/>
                  </p:cNvSpPr>
                  <p:nvPr/>
                </p:nvSpPr>
                <p:spPr bwMode="gray">
                  <a:xfrm>
                    <a:off x="3014" y="1210"/>
                    <a:ext cx="135" cy="45"/>
                  </a:xfrm>
                  <a:custGeom>
                    <a:avLst/>
                    <a:gdLst>
                      <a:gd name="T0" fmla="*/ 17 w 192"/>
                      <a:gd name="T1" fmla="*/ 3 h 64"/>
                      <a:gd name="T2" fmla="*/ 19 w 192"/>
                      <a:gd name="T3" fmla="*/ 3 h 64"/>
                      <a:gd name="T4" fmla="*/ 19 w 192"/>
                      <a:gd name="T5" fmla="*/ 6 h 64"/>
                      <a:gd name="T6" fmla="*/ 27 w 192"/>
                      <a:gd name="T7" fmla="*/ 6 h 64"/>
                      <a:gd name="T8" fmla="*/ 27 w 192"/>
                      <a:gd name="T9" fmla="*/ 8 h 64"/>
                      <a:gd name="T10" fmla="*/ 31 w 192"/>
                      <a:gd name="T11" fmla="*/ 8 h 64"/>
                      <a:gd name="T12" fmla="*/ 31 w 192"/>
                      <a:gd name="T13" fmla="*/ 11 h 64"/>
                      <a:gd name="T14" fmla="*/ 34 w 192"/>
                      <a:gd name="T15" fmla="*/ 8 h 64"/>
                      <a:gd name="T16" fmla="*/ 34 w 192"/>
                      <a:gd name="T17" fmla="*/ 6 h 64"/>
                      <a:gd name="T18" fmla="*/ 31 w 192"/>
                      <a:gd name="T19" fmla="*/ 3 h 64"/>
                      <a:gd name="T20" fmla="*/ 36 w 192"/>
                      <a:gd name="T21" fmla="*/ 0 h 64"/>
                      <a:gd name="T22" fmla="*/ 39 w 192"/>
                      <a:gd name="T23" fmla="*/ 3 h 64"/>
                      <a:gd name="T24" fmla="*/ 36 w 192"/>
                      <a:gd name="T25" fmla="*/ 6 h 64"/>
                      <a:gd name="T26" fmla="*/ 39 w 192"/>
                      <a:gd name="T27" fmla="*/ 6 h 64"/>
                      <a:gd name="T28" fmla="*/ 41 w 192"/>
                      <a:gd name="T29" fmla="*/ 8 h 64"/>
                      <a:gd name="T30" fmla="*/ 44 w 192"/>
                      <a:gd name="T31" fmla="*/ 6 h 64"/>
                      <a:gd name="T32" fmla="*/ 44 w 192"/>
                      <a:gd name="T33" fmla="*/ 3 h 64"/>
                      <a:gd name="T34" fmla="*/ 53 w 192"/>
                      <a:gd name="T35" fmla="*/ 6 h 64"/>
                      <a:gd name="T36" fmla="*/ 58 w 192"/>
                      <a:gd name="T37" fmla="*/ 6 h 64"/>
                      <a:gd name="T38" fmla="*/ 64 w 192"/>
                      <a:gd name="T39" fmla="*/ 6 h 64"/>
                      <a:gd name="T40" fmla="*/ 67 w 192"/>
                      <a:gd name="T41" fmla="*/ 8 h 64"/>
                      <a:gd name="T42" fmla="*/ 64 w 192"/>
                      <a:gd name="T43" fmla="*/ 8 h 64"/>
                      <a:gd name="T44" fmla="*/ 64 w 192"/>
                      <a:gd name="T45" fmla="*/ 14 h 64"/>
                      <a:gd name="T46" fmla="*/ 61 w 192"/>
                      <a:gd name="T47" fmla="*/ 14 h 64"/>
                      <a:gd name="T48" fmla="*/ 58 w 192"/>
                      <a:gd name="T49" fmla="*/ 17 h 64"/>
                      <a:gd name="T50" fmla="*/ 56 w 192"/>
                      <a:gd name="T51" fmla="*/ 19 h 64"/>
                      <a:gd name="T52" fmla="*/ 50 w 192"/>
                      <a:gd name="T53" fmla="*/ 23 h 64"/>
                      <a:gd name="T54" fmla="*/ 44 w 192"/>
                      <a:gd name="T55" fmla="*/ 19 h 64"/>
                      <a:gd name="T56" fmla="*/ 39 w 192"/>
                      <a:gd name="T57" fmla="*/ 19 h 64"/>
                      <a:gd name="T58" fmla="*/ 31 w 192"/>
                      <a:gd name="T59" fmla="*/ 19 h 64"/>
                      <a:gd name="T60" fmla="*/ 19 w 192"/>
                      <a:gd name="T61" fmla="*/ 19 h 64"/>
                      <a:gd name="T62" fmla="*/ 17 w 192"/>
                      <a:gd name="T63" fmla="*/ 19 h 64"/>
                      <a:gd name="T64" fmla="*/ 11 w 192"/>
                      <a:gd name="T65" fmla="*/ 17 h 64"/>
                      <a:gd name="T66" fmla="*/ 14 w 192"/>
                      <a:gd name="T67" fmla="*/ 17 h 64"/>
                      <a:gd name="T68" fmla="*/ 19 w 192"/>
                      <a:gd name="T69" fmla="*/ 17 h 64"/>
                      <a:gd name="T70" fmla="*/ 23 w 192"/>
                      <a:gd name="T71" fmla="*/ 17 h 64"/>
                      <a:gd name="T72" fmla="*/ 23 w 192"/>
                      <a:gd name="T73" fmla="*/ 14 h 64"/>
                      <a:gd name="T74" fmla="*/ 27 w 192"/>
                      <a:gd name="T75" fmla="*/ 14 h 64"/>
                      <a:gd name="T76" fmla="*/ 25 w 192"/>
                      <a:gd name="T77" fmla="*/ 11 h 64"/>
                      <a:gd name="T78" fmla="*/ 17 w 192"/>
                      <a:gd name="T79" fmla="*/ 14 h 64"/>
                      <a:gd name="T80" fmla="*/ 8 w 192"/>
                      <a:gd name="T81" fmla="*/ 14 h 64"/>
                      <a:gd name="T82" fmla="*/ 6 w 192"/>
                      <a:gd name="T83" fmla="*/ 14 h 64"/>
                      <a:gd name="T84" fmla="*/ 3 w 192"/>
                      <a:gd name="T85" fmla="*/ 11 h 64"/>
                      <a:gd name="T86" fmla="*/ 8 w 192"/>
                      <a:gd name="T87" fmla="*/ 8 h 64"/>
                      <a:gd name="T88" fmla="*/ 3 w 192"/>
                      <a:gd name="T89" fmla="*/ 8 h 64"/>
                      <a:gd name="T90" fmla="*/ 0 w 192"/>
                      <a:gd name="T91" fmla="*/ 6 h 64"/>
                      <a:gd name="T92" fmla="*/ 6 w 192"/>
                      <a:gd name="T93" fmla="*/ 6 h 64"/>
                      <a:gd name="T94" fmla="*/ 8 w 192"/>
                      <a:gd name="T95" fmla="*/ 6 h 64"/>
                      <a:gd name="T96" fmla="*/ 11 w 192"/>
                      <a:gd name="T97" fmla="*/ 8 h 64"/>
                      <a:gd name="T98" fmla="*/ 11 w 192"/>
                      <a:gd name="T99" fmla="*/ 6 h 64"/>
                      <a:gd name="T100" fmla="*/ 8 w 192"/>
                      <a:gd name="T101" fmla="*/ 6 h 64"/>
                      <a:gd name="T102" fmla="*/ 8 w 192"/>
                      <a:gd name="T103" fmla="*/ 3 h 64"/>
                      <a:gd name="T104" fmla="*/ 11 w 192"/>
                      <a:gd name="T105" fmla="*/ 3 h 64"/>
                      <a:gd name="T106" fmla="*/ 14 w 192"/>
                      <a:gd name="T107" fmla="*/ 6 h 64"/>
                      <a:gd name="T108" fmla="*/ 17 w 192"/>
                      <a:gd name="T109" fmla="*/ 3 h 6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92"/>
                      <a:gd name="T166" fmla="*/ 0 h 64"/>
                      <a:gd name="T167" fmla="*/ 192 w 192"/>
                      <a:gd name="T168" fmla="*/ 64 h 6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92" h="64">
                        <a:moveTo>
                          <a:pt x="48" y="8"/>
                        </a:moveTo>
                        <a:lnTo>
                          <a:pt x="56" y="8"/>
                        </a:lnTo>
                        <a:lnTo>
                          <a:pt x="56" y="16"/>
                        </a:lnTo>
                        <a:lnTo>
                          <a:pt x="80" y="16"/>
                        </a:lnTo>
                        <a:lnTo>
                          <a:pt x="80" y="24"/>
                        </a:lnTo>
                        <a:lnTo>
                          <a:pt x="88" y="24"/>
                        </a:lnTo>
                        <a:lnTo>
                          <a:pt x="88" y="32"/>
                        </a:lnTo>
                        <a:lnTo>
                          <a:pt x="96" y="24"/>
                        </a:lnTo>
                        <a:lnTo>
                          <a:pt x="96" y="16"/>
                        </a:lnTo>
                        <a:lnTo>
                          <a:pt x="88" y="8"/>
                        </a:lnTo>
                        <a:lnTo>
                          <a:pt x="104" y="0"/>
                        </a:lnTo>
                        <a:lnTo>
                          <a:pt x="112" y="8"/>
                        </a:lnTo>
                        <a:lnTo>
                          <a:pt x="104" y="16"/>
                        </a:lnTo>
                        <a:lnTo>
                          <a:pt x="112" y="16"/>
                        </a:lnTo>
                        <a:lnTo>
                          <a:pt x="120" y="24"/>
                        </a:lnTo>
                        <a:lnTo>
                          <a:pt x="128" y="16"/>
                        </a:lnTo>
                        <a:lnTo>
                          <a:pt x="128" y="8"/>
                        </a:lnTo>
                        <a:lnTo>
                          <a:pt x="152" y="16"/>
                        </a:lnTo>
                        <a:lnTo>
                          <a:pt x="168" y="16"/>
                        </a:lnTo>
                        <a:lnTo>
                          <a:pt x="184" y="16"/>
                        </a:lnTo>
                        <a:lnTo>
                          <a:pt x="192" y="24"/>
                        </a:lnTo>
                        <a:lnTo>
                          <a:pt x="184" y="24"/>
                        </a:lnTo>
                        <a:lnTo>
                          <a:pt x="184" y="40"/>
                        </a:lnTo>
                        <a:lnTo>
                          <a:pt x="176" y="40"/>
                        </a:lnTo>
                        <a:lnTo>
                          <a:pt x="168" y="48"/>
                        </a:lnTo>
                        <a:lnTo>
                          <a:pt x="160" y="56"/>
                        </a:lnTo>
                        <a:lnTo>
                          <a:pt x="144" y="64"/>
                        </a:lnTo>
                        <a:lnTo>
                          <a:pt x="128" y="56"/>
                        </a:lnTo>
                        <a:lnTo>
                          <a:pt x="112" y="56"/>
                        </a:lnTo>
                        <a:lnTo>
                          <a:pt x="88" y="56"/>
                        </a:lnTo>
                        <a:lnTo>
                          <a:pt x="56" y="56"/>
                        </a:lnTo>
                        <a:lnTo>
                          <a:pt x="48" y="56"/>
                        </a:lnTo>
                        <a:lnTo>
                          <a:pt x="32" y="48"/>
                        </a:lnTo>
                        <a:lnTo>
                          <a:pt x="40" y="48"/>
                        </a:lnTo>
                        <a:lnTo>
                          <a:pt x="56" y="48"/>
                        </a:lnTo>
                        <a:lnTo>
                          <a:pt x="64" y="48"/>
                        </a:lnTo>
                        <a:lnTo>
                          <a:pt x="64" y="40"/>
                        </a:lnTo>
                        <a:lnTo>
                          <a:pt x="80" y="40"/>
                        </a:lnTo>
                        <a:lnTo>
                          <a:pt x="72" y="32"/>
                        </a:lnTo>
                        <a:lnTo>
                          <a:pt x="48" y="40"/>
                        </a:lnTo>
                        <a:lnTo>
                          <a:pt x="24" y="40"/>
                        </a:lnTo>
                        <a:lnTo>
                          <a:pt x="16" y="40"/>
                        </a:lnTo>
                        <a:lnTo>
                          <a:pt x="8" y="32"/>
                        </a:lnTo>
                        <a:lnTo>
                          <a:pt x="24" y="24"/>
                        </a:lnTo>
                        <a:lnTo>
                          <a:pt x="8" y="24"/>
                        </a:lnTo>
                        <a:lnTo>
                          <a:pt x="0" y="16"/>
                        </a:lnTo>
                        <a:lnTo>
                          <a:pt x="16" y="16"/>
                        </a:lnTo>
                        <a:lnTo>
                          <a:pt x="24" y="16"/>
                        </a:lnTo>
                        <a:lnTo>
                          <a:pt x="32" y="24"/>
                        </a:lnTo>
                        <a:lnTo>
                          <a:pt x="32" y="16"/>
                        </a:lnTo>
                        <a:lnTo>
                          <a:pt x="24" y="16"/>
                        </a:lnTo>
                        <a:lnTo>
                          <a:pt x="24" y="8"/>
                        </a:lnTo>
                        <a:lnTo>
                          <a:pt x="32" y="8"/>
                        </a:lnTo>
                        <a:lnTo>
                          <a:pt x="40" y="16"/>
                        </a:lnTo>
                        <a:lnTo>
                          <a:pt x="48"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31" name="Freeform 188">
                    <a:extLst>
                      <a:ext uri="{FF2B5EF4-FFF2-40B4-BE49-F238E27FC236}">
                        <a16:creationId xmlns:a16="http://schemas.microsoft.com/office/drawing/2014/main" id="{996A9996-BEE0-5839-928F-037E151D20BB}"/>
                      </a:ext>
                    </a:extLst>
                  </p:cNvPr>
                  <p:cNvSpPr>
                    <a:spLocks/>
                  </p:cNvSpPr>
                  <p:nvPr/>
                </p:nvSpPr>
                <p:spPr bwMode="gray">
                  <a:xfrm>
                    <a:off x="2913" y="1227"/>
                    <a:ext cx="152" cy="106"/>
                  </a:xfrm>
                  <a:custGeom>
                    <a:avLst/>
                    <a:gdLst>
                      <a:gd name="T0" fmla="*/ 64 w 216"/>
                      <a:gd name="T1" fmla="*/ 16 h 152"/>
                      <a:gd name="T2" fmla="*/ 75 w 216"/>
                      <a:gd name="T3" fmla="*/ 22 h 152"/>
                      <a:gd name="T4" fmla="*/ 58 w 216"/>
                      <a:gd name="T5" fmla="*/ 27 h 152"/>
                      <a:gd name="T6" fmla="*/ 56 w 216"/>
                      <a:gd name="T7" fmla="*/ 36 h 152"/>
                      <a:gd name="T8" fmla="*/ 48 w 216"/>
                      <a:gd name="T9" fmla="*/ 46 h 152"/>
                      <a:gd name="T10" fmla="*/ 36 w 216"/>
                      <a:gd name="T11" fmla="*/ 49 h 152"/>
                      <a:gd name="T12" fmla="*/ 34 w 216"/>
                      <a:gd name="T13" fmla="*/ 46 h 152"/>
                      <a:gd name="T14" fmla="*/ 25 w 216"/>
                      <a:gd name="T15" fmla="*/ 43 h 152"/>
                      <a:gd name="T16" fmla="*/ 23 w 216"/>
                      <a:gd name="T17" fmla="*/ 38 h 152"/>
                      <a:gd name="T18" fmla="*/ 34 w 216"/>
                      <a:gd name="T19" fmla="*/ 41 h 152"/>
                      <a:gd name="T20" fmla="*/ 31 w 216"/>
                      <a:gd name="T21" fmla="*/ 38 h 152"/>
                      <a:gd name="T22" fmla="*/ 42 w 216"/>
                      <a:gd name="T23" fmla="*/ 36 h 152"/>
                      <a:gd name="T24" fmla="*/ 31 w 216"/>
                      <a:gd name="T25" fmla="*/ 36 h 152"/>
                      <a:gd name="T26" fmla="*/ 23 w 216"/>
                      <a:gd name="T27" fmla="*/ 38 h 152"/>
                      <a:gd name="T28" fmla="*/ 19 w 216"/>
                      <a:gd name="T29" fmla="*/ 33 h 152"/>
                      <a:gd name="T30" fmla="*/ 31 w 216"/>
                      <a:gd name="T31" fmla="*/ 30 h 152"/>
                      <a:gd name="T32" fmla="*/ 39 w 216"/>
                      <a:gd name="T33" fmla="*/ 27 h 152"/>
                      <a:gd name="T34" fmla="*/ 39 w 216"/>
                      <a:gd name="T35" fmla="*/ 27 h 152"/>
                      <a:gd name="T36" fmla="*/ 42 w 216"/>
                      <a:gd name="T37" fmla="*/ 22 h 152"/>
                      <a:gd name="T38" fmla="*/ 34 w 216"/>
                      <a:gd name="T39" fmla="*/ 24 h 152"/>
                      <a:gd name="T40" fmla="*/ 27 w 216"/>
                      <a:gd name="T41" fmla="*/ 22 h 152"/>
                      <a:gd name="T42" fmla="*/ 27 w 216"/>
                      <a:gd name="T43" fmla="*/ 27 h 152"/>
                      <a:gd name="T44" fmla="*/ 14 w 216"/>
                      <a:gd name="T45" fmla="*/ 30 h 152"/>
                      <a:gd name="T46" fmla="*/ 11 w 216"/>
                      <a:gd name="T47" fmla="*/ 24 h 152"/>
                      <a:gd name="T48" fmla="*/ 8 w 216"/>
                      <a:gd name="T49" fmla="*/ 24 h 152"/>
                      <a:gd name="T50" fmla="*/ 6 w 216"/>
                      <a:gd name="T51" fmla="*/ 19 h 152"/>
                      <a:gd name="T52" fmla="*/ 6 w 216"/>
                      <a:gd name="T53" fmla="*/ 14 h 152"/>
                      <a:gd name="T54" fmla="*/ 3 w 216"/>
                      <a:gd name="T55" fmla="*/ 16 h 152"/>
                      <a:gd name="T56" fmla="*/ 0 w 216"/>
                      <a:gd name="T57" fmla="*/ 14 h 152"/>
                      <a:gd name="T58" fmla="*/ 3 w 216"/>
                      <a:gd name="T59" fmla="*/ 6 h 152"/>
                      <a:gd name="T60" fmla="*/ 6 w 216"/>
                      <a:gd name="T61" fmla="*/ 6 h 152"/>
                      <a:gd name="T62" fmla="*/ 19 w 216"/>
                      <a:gd name="T63" fmla="*/ 6 h 152"/>
                      <a:gd name="T64" fmla="*/ 19 w 216"/>
                      <a:gd name="T65" fmla="*/ 8 h 152"/>
                      <a:gd name="T66" fmla="*/ 17 w 216"/>
                      <a:gd name="T67" fmla="*/ 10 h 152"/>
                      <a:gd name="T68" fmla="*/ 25 w 216"/>
                      <a:gd name="T69" fmla="*/ 14 h 152"/>
                      <a:gd name="T70" fmla="*/ 25 w 216"/>
                      <a:gd name="T71" fmla="*/ 6 h 152"/>
                      <a:gd name="T72" fmla="*/ 31 w 216"/>
                      <a:gd name="T73" fmla="*/ 10 h 152"/>
                      <a:gd name="T74" fmla="*/ 36 w 216"/>
                      <a:gd name="T75" fmla="*/ 16 h 152"/>
                      <a:gd name="T76" fmla="*/ 39 w 216"/>
                      <a:gd name="T77" fmla="*/ 16 h 152"/>
                      <a:gd name="T78" fmla="*/ 34 w 216"/>
                      <a:gd name="T79" fmla="*/ 3 h 152"/>
                      <a:gd name="T80" fmla="*/ 42 w 216"/>
                      <a:gd name="T81" fmla="*/ 0 h 152"/>
                      <a:gd name="T82" fmla="*/ 50 w 216"/>
                      <a:gd name="T83" fmla="*/ 6 h 152"/>
                      <a:gd name="T84" fmla="*/ 53 w 216"/>
                      <a:gd name="T85" fmla="*/ 8 h 152"/>
                      <a:gd name="T86" fmla="*/ 56 w 216"/>
                      <a:gd name="T87" fmla="*/ 14 h 15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16"/>
                      <a:gd name="T133" fmla="*/ 0 h 152"/>
                      <a:gd name="T134" fmla="*/ 216 w 216"/>
                      <a:gd name="T135" fmla="*/ 152 h 15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16" h="152">
                        <a:moveTo>
                          <a:pt x="168" y="40"/>
                        </a:moveTo>
                        <a:lnTo>
                          <a:pt x="176" y="48"/>
                        </a:lnTo>
                        <a:lnTo>
                          <a:pt x="184" y="48"/>
                        </a:lnTo>
                        <a:lnTo>
                          <a:pt x="192" y="56"/>
                        </a:lnTo>
                        <a:lnTo>
                          <a:pt x="216" y="56"/>
                        </a:lnTo>
                        <a:lnTo>
                          <a:pt x="216" y="64"/>
                        </a:lnTo>
                        <a:lnTo>
                          <a:pt x="200" y="64"/>
                        </a:lnTo>
                        <a:lnTo>
                          <a:pt x="176" y="72"/>
                        </a:lnTo>
                        <a:lnTo>
                          <a:pt x="168" y="80"/>
                        </a:lnTo>
                        <a:lnTo>
                          <a:pt x="168" y="88"/>
                        </a:lnTo>
                        <a:lnTo>
                          <a:pt x="152" y="96"/>
                        </a:lnTo>
                        <a:lnTo>
                          <a:pt x="160" y="104"/>
                        </a:lnTo>
                        <a:lnTo>
                          <a:pt x="152" y="112"/>
                        </a:lnTo>
                        <a:lnTo>
                          <a:pt x="136" y="120"/>
                        </a:lnTo>
                        <a:lnTo>
                          <a:pt x="136" y="136"/>
                        </a:lnTo>
                        <a:lnTo>
                          <a:pt x="128" y="136"/>
                        </a:lnTo>
                        <a:lnTo>
                          <a:pt x="120" y="152"/>
                        </a:lnTo>
                        <a:lnTo>
                          <a:pt x="104" y="144"/>
                        </a:lnTo>
                        <a:lnTo>
                          <a:pt x="112" y="144"/>
                        </a:lnTo>
                        <a:lnTo>
                          <a:pt x="104" y="136"/>
                        </a:lnTo>
                        <a:lnTo>
                          <a:pt x="96" y="136"/>
                        </a:lnTo>
                        <a:lnTo>
                          <a:pt x="96" y="144"/>
                        </a:lnTo>
                        <a:lnTo>
                          <a:pt x="88" y="136"/>
                        </a:lnTo>
                        <a:lnTo>
                          <a:pt x="72" y="128"/>
                        </a:lnTo>
                        <a:lnTo>
                          <a:pt x="72" y="120"/>
                        </a:lnTo>
                        <a:lnTo>
                          <a:pt x="56" y="120"/>
                        </a:lnTo>
                        <a:lnTo>
                          <a:pt x="64" y="112"/>
                        </a:lnTo>
                        <a:lnTo>
                          <a:pt x="72" y="112"/>
                        </a:lnTo>
                        <a:lnTo>
                          <a:pt x="80" y="112"/>
                        </a:lnTo>
                        <a:lnTo>
                          <a:pt x="96" y="120"/>
                        </a:lnTo>
                        <a:lnTo>
                          <a:pt x="96" y="112"/>
                        </a:lnTo>
                        <a:lnTo>
                          <a:pt x="80" y="112"/>
                        </a:lnTo>
                        <a:lnTo>
                          <a:pt x="88" y="112"/>
                        </a:lnTo>
                        <a:lnTo>
                          <a:pt x="96" y="112"/>
                        </a:lnTo>
                        <a:lnTo>
                          <a:pt x="104" y="104"/>
                        </a:lnTo>
                        <a:lnTo>
                          <a:pt x="120" y="104"/>
                        </a:lnTo>
                        <a:lnTo>
                          <a:pt x="112" y="96"/>
                        </a:lnTo>
                        <a:lnTo>
                          <a:pt x="104" y="104"/>
                        </a:lnTo>
                        <a:lnTo>
                          <a:pt x="88" y="104"/>
                        </a:lnTo>
                        <a:lnTo>
                          <a:pt x="80" y="104"/>
                        </a:lnTo>
                        <a:lnTo>
                          <a:pt x="72" y="104"/>
                        </a:lnTo>
                        <a:lnTo>
                          <a:pt x="64" y="112"/>
                        </a:lnTo>
                        <a:lnTo>
                          <a:pt x="56" y="104"/>
                        </a:lnTo>
                        <a:lnTo>
                          <a:pt x="64" y="104"/>
                        </a:lnTo>
                        <a:lnTo>
                          <a:pt x="56" y="96"/>
                        </a:lnTo>
                        <a:lnTo>
                          <a:pt x="72" y="96"/>
                        </a:lnTo>
                        <a:lnTo>
                          <a:pt x="80" y="88"/>
                        </a:lnTo>
                        <a:lnTo>
                          <a:pt x="88" y="88"/>
                        </a:lnTo>
                        <a:lnTo>
                          <a:pt x="88" y="80"/>
                        </a:lnTo>
                        <a:lnTo>
                          <a:pt x="96" y="80"/>
                        </a:lnTo>
                        <a:lnTo>
                          <a:pt x="112" y="80"/>
                        </a:lnTo>
                        <a:lnTo>
                          <a:pt x="128" y="80"/>
                        </a:lnTo>
                        <a:lnTo>
                          <a:pt x="120" y="80"/>
                        </a:lnTo>
                        <a:lnTo>
                          <a:pt x="112" y="80"/>
                        </a:lnTo>
                        <a:lnTo>
                          <a:pt x="104" y="80"/>
                        </a:lnTo>
                        <a:lnTo>
                          <a:pt x="120" y="72"/>
                        </a:lnTo>
                        <a:lnTo>
                          <a:pt x="120" y="64"/>
                        </a:lnTo>
                        <a:lnTo>
                          <a:pt x="112" y="72"/>
                        </a:lnTo>
                        <a:lnTo>
                          <a:pt x="104" y="72"/>
                        </a:lnTo>
                        <a:lnTo>
                          <a:pt x="96" y="72"/>
                        </a:lnTo>
                        <a:lnTo>
                          <a:pt x="96" y="64"/>
                        </a:lnTo>
                        <a:lnTo>
                          <a:pt x="88" y="64"/>
                        </a:lnTo>
                        <a:lnTo>
                          <a:pt x="80" y="64"/>
                        </a:lnTo>
                        <a:lnTo>
                          <a:pt x="72" y="64"/>
                        </a:lnTo>
                        <a:lnTo>
                          <a:pt x="80" y="72"/>
                        </a:lnTo>
                        <a:lnTo>
                          <a:pt x="80" y="80"/>
                        </a:lnTo>
                        <a:lnTo>
                          <a:pt x="72" y="80"/>
                        </a:lnTo>
                        <a:lnTo>
                          <a:pt x="56" y="88"/>
                        </a:lnTo>
                        <a:lnTo>
                          <a:pt x="40" y="88"/>
                        </a:lnTo>
                        <a:lnTo>
                          <a:pt x="40" y="80"/>
                        </a:lnTo>
                        <a:lnTo>
                          <a:pt x="32" y="80"/>
                        </a:lnTo>
                        <a:lnTo>
                          <a:pt x="32" y="72"/>
                        </a:lnTo>
                        <a:lnTo>
                          <a:pt x="48" y="72"/>
                        </a:lnTo>
                        <a:lnTo>
                          <a:pt x="32" y="72"/>
                        </a:lnTo>
                        <a:lnTo>
                          <a:pt x="24" y="72"/>
                        </a:lnTo>
                        <a:lnTo>
                          <a:pt x="16" y="64"/>
                        </a:lnTo>
                        <a:lnTo>
                          <a:pt x="24" y="64"/>
                        </a:lnTo>
                        <a:lnTo>
                          <a:pt x="16" y="56"/>
                        </a:lnTo>
                        <a:lnTo>
                          <a:pt x="24" y="56"/>
                        </a:lnTo>
                        <a:lnTo>
                          <a:pt x="24" y="48"/>
                        </a:lnTo>
                        <a:lnTo>
                          <a:pt x="16" y="40"/>
                        </a:lnTo>
                        <a:lnTo>
                          <a:pt x="24" y="40"/>
                        </a:lnTo>
                        <a:lnTo>
                          <a:pt x="16" y="40"/>
                        </a:lnTo>
                        <a:lnTo>
                          <a:pt x="8" y="48"/>
                        </a:lnTo>
                        <a:lnTo>
                          <a:pt x="0" y="48"/>
                        </a:lnTo>
                        <a:lnTo>
                          <a:pt x="8" y="40"/>
                        </a:lnTo>
                        <a:lnTo>
                          <a:pt x="0" y="40"/>
                        </a:lnTo>
                        <a:lnTo>
                          <a:pt x="0" y="24"/>
                        </a:lnTo>
                        <a:lnTo>
                          <a:pt x="8" y="24"/>
                        </a:lnTo>
                        <a:lnTo>
                          <a:pt x="8" y="16"/>
                        </a:lnTo>
                        <a:lnTo>
                          <a:pt x="0" y="16"/>
                        </a:lnTo>
                        <a:lnTo>
                          <a:pt x="8" y="16"/>
                        </a:lnTo>
                        <a:lnTo>
                          <a:pt x="16" y="16"/>
                        </a:lnTo>
                        <a:lnTo>
                          <a:pt x="24" y="16"/>
                        </a:lnTo>
                        <a:lnTo>
                          <a:pt x="48" y="16"/>
                        </a:lnTo>
                        <a:lnTo>
                          <a:pt x="56" y="16"/>
                        </a:lnTo>
                        <a:lnTo>
                          <a:pt x="64" y="16"/>
                        </a:lnTo>
                        <a:lnTo>
                          <a:pt x="56" y="16"/>
                        </a:lnTo>
                        <a:lnTo>
                          <a:pt x="56" y="24"/>
                        </a:lnTo>
                        <a:lnTo>
                          <a:pt x="32" y="24"/>
                        </a:lnTo>
                        <a:lnTo>
                          <a:pt x="48" y="24"/>
                        </a:lnTo>
                        <a:lnTo>
                          <a:pt x="48" y="32"/>
                        </a:lnTo>
                        <a:lnTo>
                          <a:pt x="56" y="32"/>
                        </a:lnTo>
                        <a:lnTo>
                          <a:pt x="56" y="40"/>
                        </a:lnTo>
                        <a:lnTo>
                          <a:pt x="72" y="40"/>
                        </a:lnTo>
                        <a:lnTo>
                          <a:pt x="64" y="32"/>
                        </a:lnTo>
                        <a:lnTo>
                          <a:pt x="64" y="24"/>
                        </a:lnTo>
                        <a:lnTo>
                          <a:pt x="72" y="16"/>
                        </a:lnTo>
                        <a:lnTo>
                          <a:pt x="80" y="16"/>
                        </a:lnTo>
                        <a:lnTo>
                          <a:pt x="88" y="24"/>
                        </a:lnTo>
                        <a:lnTo>
                          <a:pt x="88" y="32"/>
                        </a:lnTo>
                        <a:lnTo>
                          <a:pt x="96" y="32"/>
                        </a:lnTo>
                        <a:lnTo>
                          <a:pt x="96" y="48"/>
                        </a:lnTo>
                        <a:lnTo>
                          <a:pt x="104" y="48"/>
                        </a:lnTo>
                        <a:lnTo>
                          <a:pt x="104" y="56"/>
                        </a:lnTo>
                        <a:lnTo>
                          <a:pt x="112" y="56"/>
                        </a:lnTo>
                        <a:lnTo>
                          <a:pt x="112" y="48"/>
                        </a:lnTo>
                        <a:lnTo>
                          <a:pt x="104" y="40"/>
                        </a:lnTo>
                        <a:lnTo>
                          <a:pt x="104" y="24"/>
                        </a:lnTo>
                        <a:lnTo>
                          <a:pt x="96" y="8"/>
                        </a:lnTo>
                        <a:lnTo>
                          <a:pt x="104" y="8"/>
                        </a:lnTo>
                        <a:lnTo>
                          <a:pt x="112" y="0"/>
                        </a:lnTo>
                        <a:lnTo>
                          <a:pt x="120" y="0"/>
                        </a:lnTo>
                        <a:lnTo>
                          <a:pt x="120" y="8"/>
                        </a:lnTo>
                        <a:lnTo>
                          <a:pt x="136" y="8"/>
                        </a:lnTo>
                        <a:lnTo>
                          <a:pt x="144" y="16"/>
                        </a:lnTo>
                        <a:lnTo>
                          <a:pt x="136" y="24"/>
                        </a:lnTo>
                        <a:lnTo>
                          <a:pt x="144" y="32"/>
                        </a:lnTo>
                        <a:lnTo>
                          <a:pt x="152" y="24"/>
                        </a:lnTo>
                        <a:lnTo>
                          <a:pt x="160" y="24"/>
                        </a:lnTo>
                        <a:lnTo>
                          <a:pt x="160" y="32"/>
                        </a:lnTo>
                        <a:lnTo>
                          <a:pt x="160" y="40"/>
                        </a:lnTo>
                        <a:lnTo>
                          <a:pt x="168" y="4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32" name="Freeform 189">
                    <a:extLst>
                      <a:ext uri="{FF2B5EF4-FFF2-40B4-BE49-F238E27FC236}">
                        <a16:creationId xmlns:a16="http://schemas.microsoft.com/office/drawing/2014/main" id="{5F17FF1F-F723-879E-91B7-7E8512A3B7D0}"/>
                      </a:ext>
                    </a:extLst>
                  </p:cNvPr>
                  <p:cNvSpPr>
                    <a:spLocks/>
                  </p:cNvSpPr>
                  <p:nvPr/>
                </p:nvSpPr>
                <p:spPr bwMode="gray">
                  <a:xfrm>
                    <a:off x="3053" y="1277"/>
                    <a:ext cx="23" cy="11"/>
                  </a:xfrm>
                  <a:custGeom>
                    <a:avLst/>
                    <a:gdLst>
                      <a:gd name="T0" fmla="*/ 12 w 32"/>
                      <a:gd name="T1" fmla="*/ 0 h 16"/>
                      <a:gd name="T2" fmla="*/ 9 w 32"/>
                      <a:gd name="T3" fmla="*/ 0 h 16"/>
                      <a:gd name="T4" fmla="*/ 3 w 32"/>
                      <a:gd name="T5" fmla="*/ 0 h 16"/>
                      <a:gd name="T6" fmla="*/ 0 w 32"/>
                      <a:gd name="T7" fmla="*/ 3 h 16"/>
                      <a:gd name="T8" fmla="*/ 3 w 32"/>
                      <a:gd name="T9" fmla="*/ 6 h 16"/>
                      <a:gd name="T10" fmla="*/ 12 w 32"/>
                      <a:gd name="T11" fmla="*/ 3 h 16"/>
                      <a:gd name="T12" fmla="*/ 12 w 32"/>
                      <a:gd name="T13" fmla="*/ 0 h 16"/>
                      <a:gd name="T14" fmla="*/ 0 60000 65536"/>
                      <a:gd name="T15" fmla="*/ 0 60000 65536"/>
                      <a:gd name="T16" fmla="*/ 0 60000 65536"/>
                      <a:gd name="T17" fmla="*/ 0 60000 65536"/>
                      <a:gd name="T18" fmla="*/ 0 60000 65536"/>
                      <a:gd name="T19" fmla="*/ 0 60000 65536"/>
                      <a:gd name="T20" fmla="*/ 0 60000 65536"/>
                      <a:gd name="T21" fmla="*/ 0 w 32"/>
                      <a:gd name="T22" fmla="*/ 0 h 16"/>
                      <a:gd name="T23" fmla="*/ 32 w 32"/>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6">
                        <a:moveTo>
                          <a:pt x="32" y="0"/>
                        </a:moveTo>
                        <a:lnTo>
                          <a:pt x="24" y="0"/>
                        </a:lnTo>
                        <a:lnTo>
                          <a:pt x="8" y="0"/>
                        </a:lnTo>
                        <a:lnTo>
                          <a:pt x="0" y="8"/>
                        </a:lnTo>
                        <a:lnTo>
                          <a:pt x="8" y="16"/>
                        </a:lnTo>
                        <a:lnTo>
                          <a:pt x="32" y="8"/>
                        </a:lnTo>
                        <a:lnTo>
                          <a:pt x="32"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33" name="Freeform 190">
                    <a:extLst>
                      <a:ext uri="{FF2B5EF4-FFF2-40B4-BE49-F238E27FC236}">
                        <a16:creationId xmlns:a16="http://schemas.microsoft.com/office/drawing/2014/main" id="{3E3C6534-185A-582B-D891-58E15CF172C9}"/>
                      </a:ext>
                    </a:extLst>
                  </p:cNvPr>
                  <p:cNvSpPr>
                    <a:spLocks/>
                  </p:cNvSpPr>
                  <p:nvPr/>
                </p:nvSpPr>
                <p:spPr bwMode="gray">
                  <a:xfrm>
                    <a:off x="3059" y="1288"/>
                    <a:ext cx="56" cy="29"/>
                  </a:xfrm>
                  <a:custGeom>
                    <a:avLst/>
                    <a:gdLst>
                      <a:gd name="T0" fmla="*/ 14 w 80"/>
                      <a:gd name="T1" fmla="*/ 0 h 40"/>
                      <a:gd name="T2" fmla="*/ 10 w 80"/>
                      <a:gd name="T3" fmla="*/ 0 h 40"/>
                      <a:gd name="T4" fmla="*/ 6 w 80"/>
                      <a:gd name="T5" fmla="*/ 0 h 40"/>
                      <a:gd name="T6" fmla="*/ 3 w 80"/>
                      <a:gd name="T7" fmla="*/ 0 h 40"/>
                      <a:gd name="T8" fmla="*/ 0 w 80"/>
                      <a:gd name="T9" fmla="*/ 0 h 40"/>
                      <a:gd name="T10" fmla="*/ 0 w 80"/>
                      <a:gd name="T11" fmla="*/ 3 h 40"/>
                      <a:gd name="T12" fmla="*/ 6 w 80"/>
                      <a:gd name="T13" fmla="*/ 3 h 40"/>
                      <a:gd name="T14" fmla="*/ 3 w 80"/>
                      <a:gd name="T15" fmla="*/ 7 h 40"/>
                      <a:gd name="T16" fmla="*/ 3 w 80"/>
                      <a:gd name="T17" fmla="*/ 9 h 40"/>
                      <a:gd name="T18" fmla="*/ 0 w 80"/>
                      <a:gd name="T19" fmla="*/ 12 h 40"/>
                      <a:gd name="T20" fmla="*/ 8 w 80"/>
                      <a:gd name="T21" fmla="*/ 12 h 40"/>
                      <a:gd name="T22" fmla="*/ 14 w 80"/>
                      <a:gd name="T23" fmla="*/ 12 h 40"/>
                      <a:gd name="T24" fmla="*/ 10 w 80"/>
                      <a:gd name="T25" fmla="*/ 12 h 40"/>
                      <a:gd name="T26" fmla="*/ 10 w 80"/>
                      <a:gd name="T27" fmla="*/ 15 h 40"/>
                      <a:gd name="T28" fmla="*/ 17 w 80"/>
                      <a:gd name="T29" fmla="*/ 15 h 40"/>
                      <a:gd name="T30" fmla="*/ 19 w 80"/>
                      <a:gd name="T31" fmla="*/ 12 h 40"/>
                      <a:gd name="T32" fmla="*/ 19 w 80"/>
                      <a:gd name="T33" fmla="*/ 9 h 40"/>
                      <a:gd name="T34" fmla="*/ 22 w 80"/>
                      <a:gd name="T35" fmla="*/ 9 h 40"/>
                      <a:gd name="T36" fmla="*/ 27 w 80"/>
                      <a:gd name="T37" fmla="*/ 9 h 40"/>
                      <a:gd name="T38" fmla="*/ 27 w 80"/>
                      <a:gd name="T39" fmla="*/ 7 h 40"/>
                      <a:gd name="T40" fmla="*/ 22 w 80"/>
                      <a:gd name="T41" fmla="*/ 7 h 40"/>
                      <a:gd name="T42" fmla="*/ 19 w 80"/>
                      <a:gd name="T43" fmla="*/ 7 h 40"/>
                      <a:gd name="T44" fmla="*/ 17 w 80"/>
                      <a:gd name="T45" fmla="*/ 3 h 40"/>
                      <a:gd name="T46" fmla="*/ 14 w 80"/>
                      <a:gd name="T47" fmla="*/ 3 h 40"/>
                      <a:gd name="T48" fmla="*/ 17 w 80"/>
                      <a:gd name="T49" fmla="*/ 0 h 40"/>
                      <a:gd name="T50" fmla="*/ 14 w 80"/>
                      <a:gd name="T51" fmla="*/ 0 h 4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0"/>
                      <a:gd name="T79" fmla="*/ 0 h 40"/>
                      <a:gd name="T80" fmla="*/ 80 w 80"/>
                      <a:gd name="T81" fmla="*/ 40 h 4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0" h="40">
                        <a:moveTo>
                          <a:pt x="40" y="0"/>
                        </a:moveTo>
                        <a:lnTo>
                          <a:pt x="32" y="0"/>
                        </a:lnTo>
                        <a:lnTo>
                          <a:pt x="16" y="0"/>
                        </a:lnTo>
                        <a:lnTo>
                          <a:pt x="8" y="0"/>
                        </a:lnTo>
                        <a:lnTo>
                          <a:pt x="0" y="0"/>
                        </a:lnTo>
                        <a:lnTo>
                          <a:pt x="0" y="8"/>
                        </a:lnTo>
                        <a:lnTo>
                          <a:pt x="16" y="8"/>
                        </a:lnTo>
                        <a:lnTo>
                          <a:pt x="8" y="16"/>
                        </a:lnTo>
                        <a:lnTo>
                          <a:pt x="8" y="24"/>
                        </a:lnTo>
                        <a:lnTo>
                          <a:pt x="0" y="32"/>
                        </a:lnTo>
                        <a:lnTo>
                          <a:pt x="24" y="32"/>
                        </a:lnTo>
                        <a:lnTo>
                          <a:pt x="40" y="32"/>
                        </a:lnTo>
                        <a:lnTo>
                          <a:pt x="32" y="32"/>
                        </a:lnTo>
                        <a:lnTo>
                          <a:pt x="32" y="40"/>
                        </a:lnTo>
                        <a:lnTo>
                          <a:pt x="48" y="40"/>
                        </a:lnTo>
                        <a:lnTo>
                          <a:pt x="56" y="32"/>
                        </a:lnTo>
                        <a:lnTo>
                          <a:pt x="56" y="24"/>
                        </a:lnTo>
                        <a:lnTo>
                          <a:pt x="64" y="24"/>
                        </a:lnTo>
                        <a:lnTo>
                          <a:pt x="80" y="24"/>
                        </a:lnTo>
                        <a:lnTo>
                          <a:pt x="80" y="16"/>
                        </a:lnTo>
                        <a:lnTo>
                          <a:pt x="64" y="16"/>
                        </a:lnTo>
                        <a:lnTo>
                          <a:pt x="56" y="16"/>
                        </a:lnTo>
                        <a:lnTo>
                          <a:pt x="48" y="8"/>
                        </a:lnTo>
                        <a:lnTo>
                          <a:pt x="40" y="8"/>
                        </a:lnTo>
                        <a:lnTo>
                          <a:pt x="48" y="0"/>
                        </a:lnTo>
                        <a:lnTo>
                          <a:pt x="4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34" name="Freeform 191">
                    <a:extLst>
                      <a:ext uri="{FF2B5EF4-FFF2-40B4-BE49-F238E27FC236}">
                        <a16:creationId xmlns:a16="http://schemas.microsoft.com/office/drawing/2014/main" id="{E948125F-F7FE-1835-A58E-EC1ED7A677C6}"/>
                      </a:ext>
                    </a:extLst>
                  </p:cNvPr>
                  <p:cNvSpPr>
                    <a:spLocks/>
                  </p:cNvSpPr>
                  <p:nvPr/>
                </p:nvSpPr>
                <p:spPr bwMode="gray">
                  <a:xfrm>
                    <a:off x="2907" y="1266"/>
                    <a:ext cx="28" cy="22"/>
                  </a:xfrm>
                  <a:custGeom>
                    <a:avLst/>
                    <a:gdLst>
                      <a:gd name="T0" fmla="*/ 3 w 40"/>
                      <a:gd name="T1" fmla="*/ 6 h 32"/>
                      <a:gd name="T2" fmla="*/ 3 w 40"/>
                      <a:gd name="T3" fmla="*/ 3 h 32"/>
                      <a:gd name="T4" fmla="*/ 0 w 40"/>
                      <a:gd name="T5" fmla="*/ 3 h 32"/>
                      <a:gd name="T6" fmla="*/ 3 w 40"/>
                      <a:gd name="T7" fmla="*/ 0 h 32"/>
                      <a:gd name="T8" fmla="*/ 6 w 40"/>
                      <a:gd name="T9" fmla="*/ 3 h 32"/>
                      <a:gd name="T10" fmla="*/ 6 w 40"/>
                      <a:gd name="T11" fmla="*/ 6 h 32"/>
                      <a:gd name="T12" fmla="*/ 10 w 40"/>
                      <a:gd name="T13" fmla="*/ 8 h 32"/>
                      <a:gd name="T14" fmla="*/ 14 w 40"/>
                      <a:gd name="T15" fmla="*/ 8 h 32"/>
                      <a:gd name="T16" fmla="*/ 10 w 40"/>
                      <a:gd name="T17" fmla="*/ 10 h 32"/>
                      <a:gd name="T18" fmla="*/ 8 w 40"/>
                      <a:gd name="T19" fmla="*/ 10 h 32"/>
                      <a:gd name="T20" fmla="*/ 6 w 40"/>
                      <a:gd name="T21" fmla="*/ 8 h 32"/>
                      <a:gd name="T22" fmla="*/ 3 w 40"/>
                      <a:gd name="T23" fmla="*/ 8 h 32"/>
                      <a:gd name="T24" fmla="*/ 3 w 40"/>
                      <a:gd name="T25" fmla="*/ 6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32"/>
                      <a:gd name="T41" fmla="*/ 40 w 40"/>
                      <a:gd name="T42" fmla="*/ 32 h 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32">
                        <a:moveTo>
                          <a:pt x="8" y="16"/>
                        </a:moveTo>
                        <a:lnTo>
                          <a:pt x="8" y="8"/>
                        </a:lnTo>
                        <a:lnTo>
                          <a:pt x="0" y="8"/>
                        </a:lnTo>
                        <a:lnTo>
                          <a:pt x="8" y="0"/>
                        </a:lnTo>
                        <a:lnTo>
                          <a:pt x="16" y="8"/>
                        </a:lnTo>
                        <a:lnTo>
                          <a:pt x="16" y="16"/>
                        </a:lnTo>
                        <a:lnTo>
                          <a:pt x="32" y="24"/>
                        </a:lnTo>
                        <a:lnTo>
                          <a:pt x="40" y="24"/>
                        </a:lnTo>
                        <a:lnTo>
                          <a:pt x="32" y="32"/>
                        </a:lnTo>
                        <a:lnTo>
                          <a:pt x="24" y="32"/>
                        </a:lnTo>
                        <a:lnTo>
                          <a:pt x="16" y="24"/>
                        </a:lnTo>
                        <a:lnTo>
                          <a:pt x="8" y="24"/>
                        </a:lnTo>
                        <a:lnTo>
                          <a:pt x="8"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35" name="Freeform 192">
                    <a:extLst>
                      <a:ext uri="{FF2B5EF4-FFF2-40B4-BE49-F238E27FC236}">
                        <a16:creationId xmlns:a16="http://schemas.microsoft.com/office/drawing/2014/main" id="{39EB47E0-4A7E-B8B2-52E9-E24C4FC27427}"/>
                      </a:ext>
                    </a:extLst>
                  </p:cNvPr>
                  <p:cNvSpPr>
                    <a:spLocks/>
                  </p:cNvSpPr>
                  <p:nvPr/>
                </p:nvSpPr>
                <p:spPr bwMode="gray">
                  <a:xfrm>
                    <a:off x="3076" y="1851"/>
                    <a:ext cx="17" cy="17"/>
                  </a:xfrm>
                  <a:custGeom>
                    <a:avLst/>
                    <a:gdLst>
                      <a:gd name="T0" fmla="*/ 9 w 24"/>
                      <a:gd name="T1" fmla="*/ 3 h 24"/>
                      <a:gd name="T2" fmla="*/ 9 w 24"/>
                      <a:gd name="T3" fmla="*/ 0 h 24"/>
                      <a:gd name="T4" fmla="*/ 6 w 24"/>
                      <a:gd name="T5" fmla="*/ 0 h 24"/>
                      <a:gd name="T6" fmla="*/ 0 w 24"/>
                      <a:gd name="T7" fmla="*/ 3 h 24"/>
                      <a:gd name="T8" fmla="*/ 0 w 24"/>
                      <a:gd name="T9" fmla="*/ 9 h 24"/>
                      <a:gd name="T10" fmla="*/ 3 w 24"/>
                      <a:gd name="T11" fmla="*/ 9 h 24"/>
                      <a:gd name="T12" fmla="*/ 6 w 24"/>
                      <a:gd name="T13" fmla="*/ 6 h 24"/>
                      <a:gd name="T14" fmla="*/ 9 w 24"/>
                      <a:gd name="T15" fmla="*/ 3 h 24"/>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24"/>
                      <a:gd name="T26" fmla="*/ 24 w 24"/>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24">
                        <a:moveTo>
                          <a:pt x="24" y="8"/>
                        </a:moveTo>
                        <a:lnTo>
                          <a:pt x="24" y="0"/>
                        </a:lnTo>
                        <a:lnTo>
                          <a:pt x="16" y="0"/>
                        </a:lnTo>
                        <a:lnTo>
                          <a:pt x="0" y="8"/>
                        </a:lnTo>
                        <a:lnTo>
                          <a:pt x="0" y="24"/>
                        </a:lnTo>
                        <a:lnTo>
                          <a:pt x="8" y="24"/>
                        </a:lnTo>
                        <a:lnTo>
                          <a:pt x="16" y="16"/>
                        </a:lnTo>
                        <a:lnTo>
                          <a:pt x="24"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36" name="Freeform 193">
                    <a:extLst>
                      <a:ext uri="{FF2B5EF4-FFF2-40B4-BE49-F238E27FC236}">
                        <a16:creationId xmlns:a16="http://schemas.microsoft.com/office/drawing/2014/main" id="{CC8DB837-DB3A-026E-9A30-E5108286F1F2}"/>
                      </a:ext>
                    </a:extLst>
                  </p:cNvPr>
                  <p:cNvSpPr>
                    <a:spLocks/>
                  </p:cNvSpPr>
                  <p:nvPr/>
                </p:nvSpPr>
                <p:spPr bwMode="gray">
                  <a:xfrm>
                    <a:off x="2879" y="1879"/>
                    <a:ext cx="34" cy="28"/>
                  </a:xfrm>
                  <a:custGeom>
                    <a:avLst/>
                    <a:gdLst>
                      <a:gd name="T0" fmla="*/ 0 w 48"/>
                      <a:gd name="T1" fmla="*/ 14 h 40"/>
                      <a:gd name="T2" fmla="*/ 3 w 48"/>
                      <a:gd name="T3" fmla="*/ 10 h 40"/>
                      <a:gd name="T4" fmla="*/ 6 w 48"/>
                      <a:gd name="T5" fmla="*/ 8 h 40"/>
                      <a:gd name="T6" fmla="*/ 9 w 48"/>
                      <a:gd name="T7" fmla="*/ 8 h 40"/>
                      <a:gd name="T8" fmla="*/ 14 w 48"/>
                      <a:gd name="T9" fmla="*/ 6 h 40"/>
                      <a:gd name="T10" fmla="*/ 17 w 48"/>
                      <a:gd name="T11" fmla="*/ 3 h 40"/>
                      <a:gd name="T12" fmla="*/ 17 w 48"/>
                      <a:gd name="T13" fmla="*/ 0 h 40"/>
                      <a:gd name="T14" fmla="*/ 11 w 48"/>
                      <a:gd name="T15" fmla="*/ 0 h 40"/>
                      <a:gd name="T16" fmla="*/ 9 w 48"/>
                      <a:gd name="T17" fmla="*/ 3 h 40"/>
                      <a:gd name="T18" fmla="*/ 6 w 48"/>
                      <a:gd name="T19" fmla="*/ 6 h 40"/>
                      <a:gd name="T20" fmla="*/ 3 w 48"/>
                      <a:gd name="T21" fmla="*/ 6 h 40"/>
                      <a:gd name="T22" fmla="*/ 0 w 48"/>
                      <a:gd name="T23" fmla="*/ 8 h 40"/>
                      <a:gd name="T24" fmla="*/ 0 w 48"/>
                      <a:gd name="T25" fmla="*/ 14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
                      <a:gd name="T40" fmla="*/ 0 h 40"/>
                      <a:gd name="T41" fmla="*/ 48 w 48"/>
                      <a:gd name="T42" fmla="*/ 40 h 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 h="40">
                        <a:moveTo>
                          <a:pt x="0" y="40"/>
                        </a:moveTo>
                        <a:lnTo>
                          <a:pt x="8" y="32"/>
                        </a:lnTo>
                        <a:lnTo>
                          <a:pt x="16" y="24"/>
                        </a:lnTo>
                        <a:lnTo>
                          <a:pt x="24" y="24"/>
                        </a:lnTo>
                        <a:lnTo>
                          <a:pt x="40" y="16"/>
                        </a:lnTo>
                        <a:lnTo>
                          <a:pt x="48" y="8"/>
                        </a:lnTo>
                        <a:lnTo>
                          <a:pt x="48" y="0"/>
                        </a:lnTo>
                        <a:lnTo>
                          <a:pt x="32" y="0"/>
                        </a:lnTo>
                        <a:lnTo>
                          <a:pt x="24" y="8"/>
                        </a:lnTo>
                        <a:lnTo>
                          <a:pt x="16" y="16"/>
                        </a:lnTo>
                        <a:lnTo>
                          <a:pt x="8" y="16"/>
                        </a:lnTo>
                        <a:lnTo>
                          <a:pt x="0" y="24"/>
                        </a:lnTo>
                        <a:lnTo>
                          <a:pt x="0" y="4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37" name="Freeform 194">
                    <a:extLst>
                      <a:ext uri="{FF2B5EF4-FFF2-40B4-BE49-F238E27FC236}">
                        <a16:creationId xmlns:a16="http://schemas.microsoft.com/office/drawing/2014/main" id="{96843F62-9419-7884-082F-273B4070600A}"/>
                      </a:ext>
                    </a:extLst>
                  </p:cNvPr>
                  <p:cNvSpPr>
                    <a:spLocks/>
                  </p:cNvSpPr>
                  <p:nvPr/>
                </p:nvSpPr>
                <p:spPr bwMode="gray">
                  <a:xfrm>
                    <a:off x="2671" y="1857"/>
                    <a:ext cx="112" cy="208"/>
                  </a:xfrm>
                  <a:custGeom>
                    <a:avLst/>
                    <a:gdLst>
                      <a:gd name="T0" fmla="*/ 19 w 160"/>
                      <a:gd name="T1" fmla="*/ 0 h 296"/>
                      <a:gd name="T2" fmla="*/ 8 w 160"/>
                      <a:gd name="T3" fmla="*/ 3 h 296"/>
                      <a:gd name="T4" fmla="*/ 3 w 160"/>
                      <a:gd name="T5" fmla="*/ 11 h 296"/>
                      <a:gd name="T6" fmla="*/ 6 w 160"/>
                      <a:gd name="T7" fmla="*/ 17 h 296"/>
                      <a:gd name="T8" fmla="*/ 3 w 160"/>
                      <a:gd name="T9" fmla="*/ 22 h 296"/>
                      <a:gd name="T10" fmla="*/ 3 w 160"/>
                      <a:gd name="T11" fmla="*/ 31 h 296"/>
                      <a:gd name="T12" fmla="*/ 6 w 160"/>
                      <a:gd name="T13" fmla="*/ 25 h 296"/>
                      <a:gd name="T14" fmla="*/ 8 w 160"/>
                      <a:gd name="T15" fmla="*/ 27 h 296"/>
                      <a:gd name="T16" fmla="*/ 6 w 160"/>
                      <a:gd name="T17" fmla="*/ 33 h 296"/>
                      <a:gd name="T18" fmla="*/ 6 w 160"/>
                      <a:gd name="T19" fmla="*/ 41 h 296"/>
                      <a:gd name="T20" fmla="*/ 8 w 160"/>
                      <a:gd name="T21" fmla="*/ 36 h 296"/>
                      <a:gd name="T22" fmla="*/ 10 w 160"/>
                      <a:gd name="T23" fmla="*/ 36 h 296"/>
                      <a:gd name="T24" fmla="*/ 10 w 160"/>
                      <a:gd name="T25" fmla="*/ 41 h 296"/>
                      <a:gd name="T26" fmla="*/ 8 w 160"/>
                      <a:gd name="T27" fmla="*/ 50 h 296"/>
                      <a:gd name="T28" fmla="*/ 17 w 160"/>
                      <a:gd name="T29" fmla="*/ 50 h 296"/>
                      <a:gd name="T30" fmla="*/ 19 w 160"/>
                      <a:gd name="T31" fmla="*/ 53 h 296"/>
                      <a:gd name="T32" fmla="*/ 22 w 160"/>
                      <a:gd name="T33" fmla="*/ 58 h 296"/>
                      <a:gd name="T34" fmla="*/ 25 w 160"/>
                      <a:gd name="T35" fmla="*/ 64 h 296"/>
                      <a:gd name="T36" fmla="*/ 19 w 160"/>
                      <a:gd name="T37" fmla="*/ 67 h 296"/>
                      <a:gd name="T38" fmla="*/ 14 w 160"/>
                      <a:gd name="T39" fmla="*/ 72 h 296"/>
                      <a:gd name="T40" fmla="*/ 14 w 160"/>
                      <a:gd name="T41" fmla="*/ 81 h 296"/>
                      <a:gd name="T42" fmla="*/ 8 w 160"/>
                      <a:gd name="T43" fmla="*/ 84 h 296"/>
                      <a:gd name="T44" fmla="*/ 17 w 160"/>
                      <a:gd name="T45" fmla="*/ 86 h 296"/>
                      <a:gd name="T46" fmla="*/ 22 w 160"/>
                      <a:gd name="T47" fmla="*/ 89 h 296"/>
                      <a:gd name="T48" fmla="*/ 25 w 160"/>
                      <a:gd name="T49" fmla="*/ 86 h 296"/>
                      <a:gd name="T50" fmla="*/ 22 w 160"/>
                      <a:gd name="T51" fmla="*/ 92 h 296"/>
                      <a:gd name="T52" fmla="*/ 17 w 160"/>
                      <a:gd name="T53" fmla="*/ 94 h 296"/>
                      <a:gd name="T54" fmla="*/ 10 w 160"/>
                      <a:gd name="T55" fmla="*/ 97 h 296"/>
                      <a:gd name="T56" fmla="*/ 10 w 160"/>
                      <a:gd name="T57" fmla="*/ 103 h 296"/>
                      <a:gd name="T58" fmla="*/ 22 w 160"/>
                      <a:gd name="T59" fmla="*/ 100 h 296"/>
                      <a:gd name="T60" fmla="*/ 27 w 160"/>
                      <a:gd name="T61" fmla="*/ 97 h 296"/>
                      <a:gd name="T62" fmla="*/ 41 w 160"/>
                      <a:gd name="T63" fmla="*/ 94 h 296"/>
                      <a:gd name="T64" fmla="*/ 52 w 160"/>
                      <a:gd name="T65" fmla="*/ 92 h 296"/>
                      <a:gd name="T66" fmla="*/ 50 w 160"/>
                      <a:gd name="T67" fmla="*/ 89 h 296"/>
                      <a:gd name="T68" fmla="*/ 47 w 160"/>
                      <a:gd name="T69" fmla="*/ 86 h 296"/>
                      <a:gd name="T70" fmla="*/ 52 w 160"/>
                      <a:gd name="T71" fmla="*/ 84 h 296"/>
                      <a:gd name="T72" fmla="*/ 55 w 160"/>
                      <a:gd name="T73" fmla="*/ 72 h 296"/>
                      <a:gd name="T74" fmla="*/ 44 w 160"/>
                      <a:gd name="T75" fmla="*/ 72 h 296"/>
                      <a:gd name="T76" fmla="*/ 44 w 160"/>
                      <a:gd name="T77" fmla="*/ 56 h 296"/>
                      <a:gd name="T78" fmla="*/ 36 w 160"/>
                      <a:gd name="T79" fmla="*/ 50 h 296"/>
                      <a:gd name="T80" fmla="*/ 30 w 160"/>
                      <a:gd name="T81" fmla="*/ 33 h 296"/>
                      <a:gd name="T82" fmla="*/ 25 w 160"/>
                      <a:gd name="T83" fmla="*/ 33 h 296"/>
                      <a:gd name="T84" fmla="*/ 25 w 160"/>
                      <a:gd name="T85" fmla="*/ 31 h 296"/>
                      <a:gd name="T86" fmla="*/ 30 w 160"/>
                      <a:gd name="T87" fmla="*/ 14 h 296"/>
                      <a:gd name="T88" fmla="*/ 25 w 160"/>
                      <a:gd name="T89" fmla="*/ 11 h 296"/>
                      <a:gd name="T90" fmla="*/ 19 w 160"/>
                      <a:gd name="T91" fmla="*/ 6 h 296"/>
                      <a:gd name="T92" fmla="*/ 25 w 160"/>
                      <a:gd name="T93" fmla="*/ 0 h 29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60"/>
                      <a:gd name="T142" fmla="*/ 0 h 296"/>
                      <a:gd name="T143" fmla="*/ 160 w 160"/>
                      <a:gd name="T144" fmla="*/ 296 h 29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60" h="296">
                        <a:moveTo>
                          <a:pt x="72" y="0"/>
                        </a:moveTo>
                        <a:lnTo>
                          <a:pt x="56" y="0"/>
                        </a:lnTo>
                        <a:lnTo>
                          <a:pt x="32" y="0"/>
                        </a:lnTo>
                        <a:lnTo>
                          <a:pt x="24" y="8"/>
                        </a:lnTo>
                        <a:lnTo>
                          <a:pt x="24" y="24"/>
                        </a:lnTo>
                        <a:lnTo>
                          <a:pt x="8" y="32"/>
                        </a:lnTo>
                        <a:lnTo>
                          <a:pt x="8" y="40"/>
                        </a:lnTo>
                        <a:lnTo>
                          <a:pt x="16" y="48"/>
                        </a:lnTo>
                        <a:lnTo>
                          <a:pt x="16" y="56"/>
                        </a:lnTo>
                        <a:lnTo>
                          <a:pt x="8" y="64"/>
                        </a:lnTo>
                        <a:lnTo>
                          <a:pt x="0" y="72"/>
                        </a:lnTo>
                        <a:lnTo>
                          <a:pt x="8" y="88"/>
                        </a:lnTo>
                        <a:lnTo>
                          <a:pt x="8" y="80"/>
                        </a:lnTo>
                        <a:lnTo>
                          <a:pt x="16" y="72"/>
                        </a:lnTo>
                        <a:lnTo>
                          <a:pt x="24" y="72"/>
                        </a:lnTo>
                        <a:lnTo>
                          <a:pt x="24" y="80"/>
                        </a:lnTo>
                        <a:lnTo>
                          <a:pt x="16" y="88"/>
                        </a:lnTo>
                        <a:lnTo>
                          <a:pt x="16" y="96"/>
                        </a:lnTo>
                        <a:lnTo>
                          <a:pt x="16" y="112"/>
                        </a:lnTo>
                        <a:lnTo>
                          <a:pt x="16" y="120"/>
                        </a:lnTo>
                        <a:lnTo>
                          <a:pt x="16" y="112"/>
                        </a:lnTo>
                        <a:lnTo>
                          <a:pt x="24" y="104"/>
                        </a:lnTo>
                        <a:lnTo>
                          <a:pt x="32" y="96"/>
                        </a:lnTo>
                        <a:lnTo>
                          <a:pt x="32" y="104"/>
                        </a:lnTo>
                        <a:lnTo>
                          <a:pt x="32" y="112"/>
                        </a:lnTo>
                        <a:lnTo>
                          <a:pt x="32" y="120"/>
                        </a:lnTo>
                        <a:lnTo>
                          <a:pt x="24" y="128"/>
                        </a:lnTo>
                        <a:lnTo>
                          <a:pt x="24" y="144"/>
                        </a:lnTo>
                        <a:lnTo>
                          <a:pt x="32" y="144"/>
                        </a:lnTo>
                        <a:lnTo>
                          <a:pt x="48" y="144"/>
                        </a:lnTo>
                        <a:lnTo>
                          <a:pt x="64" y="136"/>
                        </a:lnTo>
                        <a:lnTo>
                          <a:pt x="56" y="152"/>
                        </a:lnTo>
                        <a:lnTo>
                          <a:pt x="64" y="160"/>
                        </a:lnTo>
                        <a:lnTo>
                          <a:pt x="64" y="168"/>
                        </a:lnTo>
                        <a:lnTo>
                          <a:pt x="72" y="168"/>
                        </a:lnTo>
                        <a:lnTo>
                          <a:pt x="72" y="184"/>
                        </a:lnTo>
                        <a:lnTo>
                          <a:pt x="64" y="184"/>
                        </a:lnTo>
                        <a:lnTo>
                          <a:pt x="56" y="192"/>
                        </a:lnTo>
                        <a:lnTo>
                          <a:pt x="40" y="192"/>
                        </a:lnTo>
                        <a:lnTo>
                          <a:pt x="40" y="208"/>
                        </a:lnTo>
                        <a:lnTo>
                          <a:pt x="48" y="208"/>
                        </a:lnTo>
                        <a:lnTo>
                          <a:pt x="40" y="232"/>
                        </a:lnTo>
                        <a:lnTo>
                          <a:pt x="32" y="232"/>
                        </a:lnTo>
                        <a:lnTo>
                          <a:pt x="24" y="240"/>
                        </a:lnTo>
                        <a:lnTo>
                          <a:pt x="24" y="248"/>
                        </a:lnTo>
                        <a:lnTo>
                          <a:pt x="48" y="248"/>
                        </a:lnTo>
                        <a:lnTo>
                          <a:pt x="56" y="256"/>
                        </a:lnTo>
                        <a:lnTo>
                          <a:pt x="64" y="256"/>
                        </a:lnTo>
                        <a:lnTo>
                          <a:pt x="64" y="248"/>
                        </a:lnTo>
                        <a:lnTo>
                          <a:pt x="72" y="248"/>
                        </a:lnTo>
                        <a:lnTo>
                          <a:pt x="72" y="256"/>
                        </a:lnTo>
                        <a:lnTo>
                          <a:pt x="64" y="264"/>
                        </a:lnTo>
                        <a:lnTo>
                          <a:pt x="48" y="264"/>
                        </a:lnTo>
                        <a:lnTo>
                          <a:pt x="48" y="272"/>
                        </a:lnTo>
                        <a:lnTo>
                          <a:pt x="40" y="272"/>
                        </a:lnTo>
                        <a:lnTo>
                          <a:pt x="32" y="280"/>
                        </a:lnTo>
                        <a:lnTo>
                          <a:pt x="24" y="296"/>
                        </a:lnTo>
                        <a:lnTo>
                          <a:pt x="32" y="296"/>
                        </a:lnTo>
                        <a:lnTo>
                          <a:pt x="40" y="288"/>
                        </a:lnTo>
                        <a:lnTo>
                          <a:pt x="64" y="288"/>
                        </a:lnTo>
                        <a:lnTo>
                          <a:pt x="64" y="280"/>
                        </a:lnTo>
                        <a:lnTo>
                          <a:pt x="80" y="280"/>
                        </a:lnTo>
                        <a:lnTo>
                          <a:pt x="112" y="272"/>
                        </a:lnTo>
                        <a:lnTo>
                          <a:pt x="120" y="272"/>
                        </a:lnTo>
                        <a:lnTo>
                          <a:pt x="136" y="272"/>
                        </a:lnTo>
                        <a:lnTo>
                          <a:pt x="152" y="264"/>
                        </a:lnTo>
                        <a:lnTo>
                          <a:pt x="152" y="256"/>
                        </a:lnTo>
                        <a:lnTo>
                          <a:pt x="144" y="256"/>
                        </a:lnTo>
                        <a:lnTo>
                          <a:pt x="136" y="256"/>
                        </a:lnTo>
                        <a:lnTo>
                          <a:pt x="136" y="248"/>
                        </a:lnTo>
                        <a:lnTo>
                          <a:pt x="144" y="248"/>
                        </a:lnTo>
                        <a:lnTo>
                          <a:pt x="152" y="240"/>
                        </a:lnTo>
                        <a:lnTo>
                          <a:pt x="160" y="224"/>
                        </a:lnTo>
                        <a:lnTo>
                          <a:pt x="160" y="208"/>
                        </a:lnTo>
                        <a:lnTo>
                          <a:pt x="136" y="208"/>
                        </a:lnTo>
                        <a:lnTo>
                          <a:pt x="128" y="208"/>
                        </a:lnTo>
                        <a:lnTo>
                          <a:pt x="128" y="168"/>
                        </a:lnTo>
                        <a:lnTo>
                          <a:pt x="128" y="160"/>
                        </a:lnTo>
                        <a:lnTo>
                          <a:pt x="112" y="144"/>
                        </a:lnTo>
                        <a:lnTo>
                          <a:pt x="104" y="144"/>
                        </a:lnTo>
                        <a:lnTo>
                          <a:pt x="104" y="120"/>
                        </a:lnTo>
                        <a:lnTo>
                          <a:pt x="88" y="96"/>
                        </a:lnTo>
                        <a:lnTo>
                          <a:pt x="80" y="96"/>
                        </a:lnTo>
                        <a:lnTo>
                          <a:pt x="72" y="96"/>
                        </a:lnTo>
                        <a:lnTo>
                          <a:pt x="64" y="96"/>
                        </a:lnTo>
                        <a:lnTo>
                          <a:pt x="72" y="88"/>
                        </a:lnTo>
                        <a:lnTo>
                          <a:pt x="72" y="72"/>
                        </a:lnTo>
                        <a:lnTo>
                          <a:pt x="88" y="40"/>
                        </a:lnTo>
                        <a:lnTo>
                          <a:pt x="88" y="32"/>
                        </a:lnTo>
                        <a:lnTo>
                          <a:pt x="72" y="32"/>
                        </a:lnTo>
                        <a:lnTo>
                          <a:pt x="48" y="32"/>
                        </a:lnTo>
                        <a:lnTo>
                          <a:pt x="56" y="16"/>
                        </a:lnTo>
                        <a:lnTo>
                          <a:pt x="64" y="8"/>
                        </a:lnTo>
                        <a:lnTo>
                          <a:pt x="72"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38" name="Freeform 195">
                    <a:extLst>
                      <a:ext uri="{FF2B5EF4-FFF2-40B4-BE49-F238E27FC236}">
                        <a16:creationId xmlns:a16="http://schemas.microsoft.com/office/drawing/2014/main" id="{C4C9E764-C921-36C9-3063-66881E91BC77}"/>
                      </a:ext>
                    </a:extLst>
                  </p:cNvPr>
                  <p:cNvSpPr>
                    <a:spLocks/>
                  </p:cNvSpPr>
                  <p:nvPr/>
                </p:nvSpPr>
                <p:spPr bwMode="gray">
                  <a:xfrm>
                    <a:off x="2412" y="1603"/>
                    <a:ext cx="158" cy="107"/>
                  </a:xfrm>
                  <a:custGeom>
                    <a:avLst/>
                    <a:gdLst>
                      <a:gd name="T0" fmla="*/ 56 w 224"/>
                      <a:gd name="T1" fmla="*/ 0 h 152"/>
                      <a:gd name="T2" fmla="*/ 65 w 224"/>
                      <a:gd name="T3" fmla="*/ 3 h 152"/>
                      <a:gd name="T4" fmla="*/ 73 w 224"/>
                      <a:gd name="T5" fmla="*/ 6 h 152"/>
                      <a:gd name="T6" fmla="*/ 70 w 224"/>
                      <a:gd name="T7" fmla="*/ 8 h 152"/>
                      <a:gd name="T8" fmla="*/ 73 w 224"/>
                      <a:gd name="T9" fmla="*/ 14 h 152"/>
                      <a:gd name="T10" fmla="*/ 75 w 224"/>
                      <a:gd name="T11" fmla="*/ 17 h 152"/>
                      <a:gd name="T12" fmla="*/ 75 w 224"/>
                      <a:gd name="T13" fmla="*/ 31 h 152"/>
                      <a:gd name="T14" fmla="*/ 67 w 224"/>
                      <a:gd name="T15" fmla="*/ 39 h 152"/>
                      <a:gd name="T16" fmla="*/ 56 w 224"/>
                      <a:gd name="T17" fmla="*/ 44 h 152"/>
                      <a:gd name="T18" fmla="*/ 44 w 224"/>
                      <a:gd name="T19" fmla="*/ 53 h 152"/>
                      <a:gd name="T20" fmla="*/ 23 w 224"/>
                      <a:gd name="T21" fmla="*/ 48 h 152"/>
                      <a:gd name="T22" fmla="*/ 11 w 224"/>
                      <a:gd name="T23" fmla="*/ 44 h 152"/>
                      <a:gd name="T24" fmla="*/ 17 w 224"/>
                      <a:gd name="T25" fmla="*/ 42 h 152"/>
                      <a:gd name="T26" fmla="*/ 14 w 224"/>
                      <a:gd name="T27" fmla="*/ 34 h 152"/>
                      <a:gd name="T28" fmla="*/ 11 w 224"/>
                      <a:gd name="T29" fmla="*/ 31 h 152"/>
                      <a:gd name="T30" fmla="*/ 6 w 224"/>
                      <a:gd name="T31" fmla="*/ 27 h 152"/>
                      <a:gd name="T32" fmla="*/ 14 w 224"/>
                      <a:gd name="T33" fmla="*/ 27 h 152"/>
                      <a:gd name="T34" fmla="*/ 20 w 224"/>
                      <a:gd name="T35" fmla="*/ 25 h 152"/>
                      <a:gd name="T36" fmla="*/ 17 w 224"/>
                      <a:gd name="T37" fmla="*/ 19 h 152"/>
                      <a:gd name="T38" fmla="*/ 6 w 224"/>
                      <a:gd name="T39" fmla="*/ 17 h 152"/>
                      <a:gd name="T40" fmla="*/ 0 w 224"/>
                      <a:gd name="T41" fmla="*/ 17 h 152"/>
                      <a:gd name="T42" fmla="*/ 8 w 224"/>
                      <a:gd name="T43" fmla="*/ 8 h 152"/>
                      <a:gd name="T44" fmla="*/ 14 w 224"/>
                      <a:gd name="T45" fmla="*/ 11 h 152"/>
                      <a:gd name="T46" fmla="*/ 8 w 224"/>
                      <a:gd name="T47" fmla="*/ 3 h 152"/>
                      <a:gd name="T48" fmla="*/ 20 w 224"/>
                      <a:gd name="T49" fmla="*/ 8 h 152"/>
                      <a:gd name="T50" fmla="*/ 23 w 224"/>
                      <a:gd name="T51" fmla="*/ 19 h 152"/>
                      <a:gd name="T52" fmla="*/ 25 w 224"/>
                      <a:gd name="T53" fmla="*/ 17 h 152"/>
                      <a:gd name="T54" fmla="*/ 31 w 224"/>
                      <a:gd name="T55" fmla="*/ 14 h 152"/>
                      <a:gd name="T56" fmla="*/ 31 w 224"/>
                      <a:gd name="T57" fmla="*/ 11 h 152"/>
                      <a:gd name="T58" fmla="*/ 34 w 224"/>
                      <a:gd name="T59" fmla="*/ 8 h 152"/>
                      <a:gd name="T60" fmla="*/ 42 w 224"/>
                      <a:gd name="T61" fmla="*/ 11 h 152"/>
                      <a:gd name="T62" fmla="*/ 44 w 224"/>
                      <a:gd name="T63" fmla="*/ 8 h 152"/>
                      <a:gd name="T64" fmla="*/ 51 w 224"/>
                      <a:gd name="T65" fmla="*/ 8 h 15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4"/>
                      <a:gd name="T100" fmla="*/ 0 h 152"/>
                      <a:gd name="T101" fmla="*/ 224 w 224"/>
                      <a:gd name="T102" fmla="*/ 152 h 15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4" h="152">
                        <a:moveTo>
                          <a:pt x="168" y="16"/>
                        </a:moveTo>
                        <a:lnTo>
                          <a:pt x="160" y="0"/>
                        </a:lnTo>
                        <a:lnTo>
                          <a:pt x="184" y="0"/>
                        </a:lnTo>
                        <a:lnTo>
                          <a:pt x="184" y="8"/>
                        </a:lnTo>
                        <a:lnTo>
                          <a:pt x="200" y="8"/>
                        </a:lnTo>
                        <a:lnTo>
                          <a:pt x="208" y="16"/>
                        </a:lnTo>
                        <a:lnTo>
                          <a:pt x="200" y="16"/>
                        </a:lnTo>
                        <a:lnTo>
                          <a:pt x="200" y="24"/>
                        </a:lnTo>
                        <a:lnTo>
                          <a:pt x="200" y="40"/>
                        </a:lnTo>
                        <a:lnTo>
                          <a:pt x="208" y="40"/>
                        </a:lnTo>
                        <a:lnTo>
                          <a:pt x="208" y="48"/>
                        </a:lnTo>
                        <a:lnTo>
                          <a:pt x="216" y="48"/>
                        </a:lnTo>
                        <a:lnTo>
                          <a:pt x="224" y="64"/>
                        </a:lnTo>
                        <a:lnTo>
                          <a:pt x="216" y="88"/>
                        </a:lnTo>
                        <a:lnTo>
                          <a:pt x="200" y="96"/>
                        </a:lnTo>
                        <a:lnTo>
                          <a:pt x="192" y="112"/>
                        </a:lnTo>
                        <a:lnTo>
                          <a:pt x="176" y="112"/>
                        </a:lnTo>
                        <a:lnTo>
                          <a:pt x="160" y="128"/>
                        </a:lnTo>
                        <a:lnTo>
                          <a:pt x="144" y="136"/>
                        </a:lnTo>
                        <a:lnTo>
                          <a:pt x="128" y="152"/>
                        </a:lnTo>
                        <a:lnTo>
                          <a:pt x="88" y="152"/>
                        </a:lnTo>
                        <a:lnTo>
                          <a:pt x="64" y="136"/>
                        </a:lnTo>
                        <a:lnTo>
                          <a:pt x="48" y="136"/>
                        </a:lnTo>
                        <a:lnTo>
                          <a:pt x="32" y="128"/>
                        </a:lnTo>
                        <a:lnTo>
                          <a:pt x="32" y="120"/>
                        </a:lnTo>
                        <a:lnTo>
                          <a:pt x="48" y="120"/>
                        </a:lnTo>
                        <a:lnTo>
                          <a:pt x="48" y="112"/>
                        </a:lnTo>
                        <a:lnTo>
                          <a:pt x="40" y="96"/>
                        </a:lnTo>
                        <a:lnTo>
                          <a:pt x="40" y="88"/>
                        </a:lnTo>
                        <a:lnTo>
                          <a:pt x="32" y="88"/>
                        </a:lnTo>
                        <a:lnTo>
                          <a:pt x="8" y="88"/>
                        </a:lnTo>
                        <a:lnTo>
                          <a:pt x="16" y="80"/>
                        </a:lnTo>
                        <a:lnTo>
                          <a:pt x="24" y="80"/>
                        </a:lnTo>
                        <a:lnTo>
                          <a:pt x="40" y="80"/>
                        </a:lnTo>
                        <a:lnTo>
                          <a:pt x="56" y="80"/>
                        </a:lnTo>
                        <a:lnTo>
                          <a:pt x="56" y="72"/>
                        </a:lnTo>
                        <a:lnTo>
                          <a:pt x="40" y="64"/>
                        </a:lnTo>
                        <a:lnTo>
                          <a:pt x="48" y="56"/>
                        </a:lnTo>
                        <a:lnTo>
                          <a:pt x="40" y="48"/>
                        </a:lnTo>
                        <a:lnTo>
                          <a:pt x="16" y="48"/>
                        </a:lnTo>
                        <a:lnTo>
                          <a:pt x="0" y="56"/>
                        </a:lnTo>
                        <a:lnTo>
                          <a:pt x="0" y="48"/>
                        </a:lnTo>
                        <a:lnTo>
                          <a:pt x="16" y="24"/>
                        </a:lnTo>
                        <a:lnTo>
                          <a:pt x="24" y="24"/>
                        </a:lnTo>
                        <a:lnTo>
                          <a:pt x="24" y="32"/>
                        </a:lnTo>
                        <a:lnTo>
                          <a:pt x="40" y="32"/>
                        </a:lnTo>
                        <a:lnTo>
                          <a:pt x="32" y="16"/>
                        </a:lnTo>
                        <a:lnTo>
                          <a:pt x="24" y="8"/>
                        </a:lnTo>
                        <a:lnTo>
                          <a:pt x="40" y="8"/>
                        </a:lnTo>
                        <a:lnTo>
                          <a:pt x="56" y="24"/>
                        </a:lnTo>
                        <a:lnTo>
                          <a:pt x="56" y="32"/>
                        </a:lnTo>
                        <a:lnTo>
                          <a:pt x="64" y="56"/>
                        </a:lnTo>
                        <a:lnTo>
                          <a:pt x="72" y="56"/>
                        </a:lnTo>
                        <a:lnTo>
                          <a:pt x="72" y="48"/>
                        </a:lnTo>
                        <a:lnTo>
                          <a:pt x="80" y="48"/>
                        </a:lnTo>
                        <a:lnTo>
                          <a:pt x="88" y="40"/>
                        </a:lnTo>
                        <a:lnTo>
                          <a:pt x="80" y="32"/>
                        </a:lnTo>
                        <a:lnTo>
                          <a:pt x="88" y="32"/>
                        </a:lnTo>
                        <a:lnTo>
                          <a:pt x="96" y="40"/>
                        </a:lnTo>
                        <a:lnTo>
                          <a:pt x="96" y="24"/>
                        </a:lnTo>
                        <a:lnTo>
                          <a:pt x="120" y="24"/>
                        </a:lnTo>
                        <a:lnTo>
                          <a:pt x="120" y="32"/>
                        </a:lnTo>
                        <a:lnTo>
                          <a:pt x="128" y="32"/>
                        </a:lnTo>
                        <a:lnTo>
                          <a:pt x="128" y="24"/>
                        </a:lnTo>
                        <a:lnTo>
                          <a:pt x="136" y="16"/>
                        </a:lnTo>
                        <a:lnTo>
                          <a:pt x="144" y="24"/>
                        </a:lnTo>
                        <a:lnTo>
                          <a:pt x="168"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39" name="Freeform 196">
                    <a:extLst>
                      <a:ext uri="{FF2B5EF4-FFF2-40B4-BE49-F238E27FC236}">
                        <a16:creationId xmlns:a16="http://schemas.microsoft.com/office/drawing/2014/main" id="{6D277BC5-4F9D-AAF7-9443-EF7F81F9BC45}"/>
                      </a:ext>
                    </a:extLst>
                  </p:cNvPr>
                  <p:cNvSpPr>
                    <a:spLocks/>
                  </p:cNvSpPr>
                  <p:nvPr/>
                </p:nvSpPr>
                <p:spPr bwMode="gray">
                  <a:xfrm>
                    <a:off x="2896" y="2121"/>
                    <a:ext cx="6" cy="11"/>
                  </a:xfrm>
                  <a:custGeom>
                    <a:avLst/>
                    <a:gdLst>
                      <a:gd name="T0" fmla="*/ 4 w 8"/>
                      <a:gd name="T1" fmla="*/ 6 h 16"/>
                      <a:gd name="T2" fmla="*/ 4 w 8"/>
                      <a:gd name="T3" fmla="*/ 0 h 16"/>
                      <a:gd name="T4" fmla="*/ 0 w 8"/>
                      <a:gd name="T5" fmla="*/ 3 h 16"/>
                      <a:gd name="T6" fmla="*/ 4 w 8"/>
                      <a:gd name="T7" fmla="*/ 6 h 16"/>
                      <a:gd name="T8" fmla="*/ 0 60000 65536"/>
                      <a:gd name="T9" fmla="*/ 0 60000 65536"/>
                      <a:gd name="T10" fmla="*/ 0 60000 65536"/>
                      <a:gd name="T11" fmla="*/ 0 60000 65536"/>
                      <a:gd name="T12" fmla="*/ 0 w 8"/>
                      <a:gd name="T13" fmla="*/ 0 h 16"/>
                      <a:gd name="T14" fmla="*/ 8 w 8"/>
                      <a:gd name="T15" fmla="*/ 16 h 16"/>
                    </a:gdLst>
                    <a:ahLst/>
                    <a:cxnLst>
                      <a:cxn ang="T8">
                        <a:pos x="T0" y="T1"/>
                      </a:cxn>
                      <a:cxn ang="T9">
                        <a:pos x="T2" y="T3"/>
                      </a:cxn>
                      <a:cxn ang="T10">
                        <a:pos x="T4" y="T5"/>
                      </a:cxn>
                      <a:cxn ang="T11">
                        <a:pos x="T6" y="T7"/>
                      </a:cxn>
                    </a:cxnLst>
                    <a:rect l="T12" t="T13" r="T14" b="T15"/>
                    <a:pathLst>
                      <a:path w="8" h="16">
                        <a:moveTo>
                          <a:pt x="8" y="16"/>
                        </a:moveTo>
                        <a:lnTo>
                          <a:pt x="8" y="0"/>
                        </a:lnTo>
                        <a:lnTo>
                          <a:pt x="0" y="8"/>
                        </a:lnTo>
                        <a:lnTo>
                          <a:pt x="8"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40" name="Rectangle 197">
                    <a:extLst>
                      <a:ext uri="{FF2B5EF4-FFF2-40B4-BE49-F238E27FC236}">
                        <a16:creationId xmlns:a16="http://schemas.microsoft.com/office/drawing/2014/main" id="{BCEC2AF7-A830-5B74-5A27-B92A3A99A54C}"/>
                      </a:ext>
                    </a:extLst>
                  </p:cNvPr>
                  <p:cNvSpPr>
                    <a:spLocks noChangeArrowheads="1"/>
                  </p:cNvSpPr>
                  <p:nvPr/>
                </p:nvSpPr>
                <p:spPr bwMode="gray">
                  <a:xfrm>
                    <a:off x="2778" y="2211"/>
                    <a:ext cx="5" cy="6"/>
                  </a:xfrm>
                  <a:prstGeom prst="rect">
                    <a:avLst/>
                  </a:prstGeom>
                  <a:grpFill/>
                  <a:ln w="6350">
                    <a:solidFill>
                      <a:schemeClr val="bg1"/>
                    </a:solidFill>
                    <a:miter lim="800000"/>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41" name="Freeform 198">
                    <a:extLst>
                      <a:ext uri="{FF2B5EF4-FFF2-40B4-BE49-F238E27FC236}">
                        <a16:creationId xmlns:a16="http://schemas.microsoft.com/office/drawing/2014/main" id="{2BA8D25E-3A5F-D1AD-8754-4F52A54637CA}"/>
                      </a:ext>
                    </a:extLst>
                  </p:cNvPr>
                  <p:cNvSpPr>
                    <a:spLocks/>
                  </p:cNvSpPr>
                  <p:nvPr/>
                </p:nvSpPr>
                <p:spPr bwMode="gray">
                  <a:xfrm>
                    <a:off x="2648" y="1941"/>
                    <a:ext cx="40" cy="34"/>
                  </a:xfrm>
                  <a:custGeom>
                    <a:avLst/>
                    <a:gdLst>
                      <a:gd name="T0" fmla="*/ 3 w 56"/>
                      <a:gd name="T1" fmla="*/ 0 h 48"/>
                      <a:gd name="T2" fmla="*/ 3 w 56"/>
                      <a:gd name="T3" fmla="*/ 6 h 48"/>
                      <a:gd name="T4" fmla="*/ 0 w 56"/>
                      <a:gd name="T5" fmla="*/ 11 h 48"/>
                      <a:gd name="T6" fmla="*/ 3 w 56"/>
                      <a:gd name="T7" fmla="*/ 17 h 48"/>
                      <a:gd name="T8" fmla="*/ 6 w 56"/>
                      <a:gd name="T9" fmla="*/ 14 h 48"/>
                      <a:gd name="T10" fmla="*/ 9 w 56"/>
                      <a:gd name="T11" fmla="*/ 14 h 48"/>
                      <a:gd name="T12" fmla="*/ 11 w 56"/>
                      <a:gd name="T13" fmla="*/ 17 h 48"/>
                      <a:gd name="T14" fmla="*/ 17 w 56"/>
                      <a:gd name="T15" fmla="*/ 14 h 48"/>
                      <a:gd name="T16" fmla="*/ 21 w 56"/>
                      <a:gd name="T17" fmla="*/ 9 h 48"/>
                      <a:gd name="T18" fmla="*/ 17 w 56"/>
                      <a:gd name="T19" fmla="*/ 9 h 48"/>
                      <a:gd name="T20" fmla="*/ 15 w 56"/>
                      <a:gd name="T21" fmla="*/ 3 h 48"/>
                      <a:gd name="T22" fmla="*/ 9 w 56"/>
                      <a:gd name="T23" fmla="*/ 3 h 48"/>
                      <a:gd name="T24" fmla="*/ 9 w 56"/>
                      <a:gd name="T25" fmla="*/ 0 h 48"/>
                      <a:gd name="T26" fmla="*/ 3 w 56"/>
                      <a:gd name="T27" fmla="*/ 0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
                      <a:gd name="T43" fmla="*/ 0 h 48"/>
                      <a:gd name="T44" fmla="*/ 56 w 56"/>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 h="48">
                        <a:moveTo>
                          <a:pt x="8" y="0"/>
                        </a:moveTo>
                        <a:lnTo>
                          <a:pt x="8" y="16"/>
                        </a:lnTo>
                        <a:lnTo>
                          <a:pt x="0" y="32"/>
                        </a:lnTo>
                        <a:lnTo>
                          <a:pt x="8" y="48"/>
                        </a:lnTo>
                        <a:lnTo>
                          <a:pt x="16" y="40"/>
                        </a:lnTo>
                        <a:lnTo>
                          <a:pt x="24" y="40"/>
                        </a:lnTo>
                        <a:lnTo>
                          <a:pt x="32" y="48"/>
                        </a:lnTo>
                        <a:lnTo>
                          <a:pt x="48" y="40"/>
                        </a:lnTo>
                        <a:lnTo>
                          <a:pt x="56" y="24"/>
                        </a:lnTo>
                        <a:lnTo>
                          <a:pt x="48" y="24"/>
                        </a:lnTo>
                        <a:lnTo>
                          <a:pt x="40" y="8"/>
                        </a:lnTo>
                        <a:lnTo>
                          <a:pt x="24" y="8"/>
                        </a:lnTo>
                        <a:lnTo>
                          <a:pt x="24" y="0"/>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42" name="Freeform 199">
                    <a:extLst>
                      <a:ext uri="{FF2B5EF4-FFF2-40B4-BE49-F238E27FC236}">
                        <a16:creationId xmlns:a16="http://schemas.microsoft.com/office/drawing/2014/main" id="{AA7F783B-6132-CA64-4E26-4DB6A81AB08C}"/>
                      </a:ext>
                    </a:extLst>
                  </p:cNvPr>
                  <p:cNvSpPr>
                    <a:spLocks/>
                  </p:cNvSpPr>
                  <p:nvPr/>
                </p:nvSpPr>
                <p:spPr bwMode="gray">
                  <a:xfrm>
                    <a:off x="2615" y="1941"/>
                    <a:ext cx="61" cy="96"/>
                  </a:xfrm>
                  <a:custGeom>
                    <a:avLst/>
                    <a:gdLst>
                      <a:gd name="T0" fmla="*/ 26 w 88"/>
                      <a:gd name="T1" fmla="*/ 17 h 136"/>
                      <a:gd name="T2" fmla="*/ 24 w 88"/>
                      <a:gd name="T3" fmla="*/ 14 h 136"/>
                      <a:gd name="T4" fmla="*/ 21 w 88"/>
                      <a:gd name="T5" fmla="*/ 14 h 136"/>
                      <a:gd name="T6" fmla="*/ 19 w 88"/>
                      <a:gd name="T7" fmla="*/ 17 h 136"/>
                      <a:gd name="T8" fmla="*/ 16 w 88"/>
                      <a:gd name="T9" fmla="*/ 11 h 136"/>
                      <a:gd name="T10" fmla="*/ 19 w 88"/>
                      <a:gd name="T11" fmla="*/ 6 h 136"/>
                      <a:gd name="T12" fmla="*/ 19 w 88"/>
                      <a:gd name="T13" fmla="*/ 0 h 136"/>
                      <a:gd name="T14" fmla="*/ 13 w 88"/>
                      <a:gd name="T15" fmla="*/ 3 h 136"/>
                      <a:gd name="T16" fmla="*/ 10 w 88"/>
                      <a:gd name="T17" fmla="*/ 3 h 136"/>
                      <a:gd name="T18" fmla="*/ 10 w 88"/>
                      <a:gd name="T19" fmla="*/ 8 h 136"/>
                      <a:gd name="T20" fmla="*/ 10 w 88"/>
                      <a:gd name="T21" fmla="*/ 11 h 136"/>
                      <a:gd name="T22" fmla="*/ 8 w 88"/>
                      <a:gd name="T23" fmla="*/ 14 h 136"/>
                      <a:gd name="T24" fmla="*/ 6 w 88"/>
                      <a:gd name="T25" fmla="*/ 14 h 136"/>
                      <a:gd name="T26" fmla="*/ 3 w 88"/>
                      <a:gd name="T27" fmla="*/ 14 h 136"/>
                      <a:gd name="T28" fmla="*/ 0 w 88"/>
                      <a:gd name="T29" fmla="*/ 17 h 136"/>
                      <a:gd name="T30" fmla="*/ 3 w 88"/>
                      <a:gd name="T31" fmla="*/ 20 h 136"/>
                      <a:gd name="T32" fmla="*/ 3 w 88"/>
                      <a:gd name="T33" fmla="*/ 23 h 136"/>
                      <a:gd name="T34" fmla="*/ 0 w 88"/>
                      <a:gd name="T35" fmla="*/ 25 h 136"/>
                      <a:gd name="T36" fmla="*/ 3 w 88"/>
                      <a:gd name="T37" fmla="*/ 25 h 136"/>
                      <a:gd name="T38" fmla="*/ 6 w 88"/>
                      <a:gd name="T39" fmla="*/ 25 h 136"/>
                      <a:gd name="T40" fmla="*/ 8 w 88"/>
                      <a:gd name="T41" fmla="*/ 25 h 136"/>
                      <a:gd name="T42" fmla="*/ 6 w 88"/>
                      <a:gd name="T43" fmla="*/ 28 h 136"/>
                      <a:gd name="T44" fmla="*/ 6 w 88"/>
                      <a:gd name="T45" fmla="*/ 34 h 136"/>
                      <a:gd name="T46" fmla="*/ 8 w 88"/>
                      <a:gd name="T47" fmla="*/ 34 h 136"/>
                      <a:gd name="T48" fmla="*/ 0 w 88"/>
                      <a:gd name="T49" fmla="*/ 37 h 136"/>
                      <a:gd name="T50" fmla="*/ 0 w 88"/>
                      <a:gd name="T51" fmla="*/ 40 h 136"/>
                      <a:gd name="T52" fmla="*/ 0 w 88"/>
                      <a:gd name="T53" fmla="*/ 42 h 136"/>
                      <a:gd name="T54" fmla="*/ 3 w 88"/>
                      <a:gd name="T55" fmla="*/ 45 h 136"/>
                      <a:gd name="T56" fmla="*/ 6 w 88"/>
                      <a:gd name="T57" fmla="*/ 48 h 136"/>
                      <a:gd name="T58" fmla="*/ 8 w 88"/>
                      <a:gd name="T59" fmla="*/ 45 h 136"/>
                      <a:gd name="T60" fmla="*/ 13 w 88"/>
                      <a:gd name="T61" fmla="*/ 42 h 136"/>
                      <a:gd name="T62" fmla="*/ 21 w 88"/>
                      <a:gd name="T63" fmla="*/ 40 h 136"/>
                      <a:gd name="T64" fmla="*/ 26 w 88"/>
                      <a:gd name="T65" fmla="*/ 40 h 136"/>
                      <a:gd name="T66" fmla="*/ 26 w 88"/>
                      <a:gd name="T67" fmla="*/ 31 h 136"/>
                      <a:gd name="T68" fmla="*/ 29 w 88"/>
                      <a:gd name="T69" fmla="*/ 25 h 136"/>
                      <a:gd name="T70" fmla="*/ 26 w 88"/>
                      <a:gd name="T71" fmla="*/ 23 h 136"/>
                      <a:gd name="T72" fmla="*/ 26 w 88"/>
                      <a:gd name="T73" fmla="*/ 17 h 1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8"/>
                      <a:gd name="T112" fmla="*/ 0 h 136"/>
                      <a:gd name="T113" fmla="*/ 88 w 88"/>
                      <a:gd name="T114" fmla="*/ 136 h 1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8" h="136">
                        <a:moveTo>
                          <a:pt x="80" y="48"/>
                        </a:moveTo>
                        <a:lnTo>
                          <a:pt x="72" y="40"/>
                        </a:lnTo>
                        <a:lnTo>
                          <a:pt x="64" y="40"/>
                        </a:lnTo>
                        <a:lnTo>
                          <a:pt x="56" y="48"/>
                        </a:lnTo>
                        <a:lnTo>
                          <a:pt x="48" y="32"/>
                        </a:lnTo>
                        <a:lnTo>
                          <a:pt x="56" y="16"/>
                        </a:lnTo>
                        <a:lnTo>
                          <a:pt x="56" y="0"/>
                        </a:lnTo>
                        <a:lnTo>
                          <a:pt x="40" y="8"/>
                        </a:lnTo>
                        <a:lnTo>
                          <a:pt x="32" y="8"/>
                        </a:lnTo>
                        <a:lnTo>
                          <a:pt x="32" y="24"/>
                        </a:lnTo>
                        <a:lnTo>
                          <a:pt x="32" y="32"/>
                        </a:lnTo>
                        <a:lnTo>
                          <a:pt x="24" y="40"/>
                        </a:lnTo>
                        <a:lnTo>
                          <a:pt x="16" y="40"/>
                        </a:lnTo>
                        <a:lnTo>
                          <a:pt x="8" y="40"/>
                        </a:lnTo>
                        <a:lnTo>
                          <a:pt x="0" y="48"/>
                        </a:lnTo>
                        <a:lnTo>
                          <a:pt x="8" y="56"/>
                        </a:lnTo>
                        <a:lnTo>
                          <a:pt x="8" y="64"/>
                        </a:lnTo>
                        <a:lnTo>
                          <a:pt x="0" y="72"/>
                        </a:lnTo>
                        <a:lnTo>
                          <a:pt x="8" y="72"/>
                        </a:lnTo>
                        <a:lnTo>
                          <a:pt x="16" y="72"/>
                        </a:lnTo>
                        <a:lnTo>
                          <a:pt x="24" y="72"/>
                        </a:lnTo>
                        <a:lnTo>
                          <a:pt x="16" y="80"/>
                        </a:lnTo>
                        <a:lnTo>
                          <a:pt x="16" y="96"/>
                        </a:lnTo>
                        <a:lnTo>
                          <a:pt x="24" y="96"/>
                        </a:lnTo>
                        <a:lnTo>
                          <a:pt x="0" y="104"/>
                        </a:lnTo>
                        <a:lnTo>
                          <a:pt x="0" y="112"/>
                        </a:lnTo>
                        <a:lnTo>
                          <a:pt x="0" y="120"/>
                        </a:lnTo>
                        <a:lnTo>
                          <a:pt x="8" y="128"/>
                        </a:lnTo>
                        <a:lnTo>
                          <a:pt x="16" y="136"/>
                        </a:lnTo>
                        <a:lnTo>
                          <a:pt x="24" y="128"/>
                        </a:lnTo>
                        <a:lnTo>
                          <a:pt x="40" y="120"/>
                        </a:lnTo>
                        <a:lnTo>
                          <a:pt x="64" y="112"/>
                        </a:lnTo>
                        <a:lnTo>
                          <a:pt x="80" y="112"/>
                        </a:lnTo>
                        <a:lnTo>
                          <a:pt x="80" y="88"/>
                        </a:lnTo>
                        <a:lnTo>
                          <a:pt x="88" y="72"/>
                        </a:lnTo>
                        <a:lnTo>
                          <a:pt x="80" y="64"/>
                        </a:lnTo>
                        <a:lnTo>
                          <a:pt x="80" y="4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43" name="Freeform 200">
                    <a:extLst>
                      <a:ext uri="{FF2B5EF4-FFF2-40B4-BE49-F238E27FC236}">
                        <a16:creationId xmlns:a16="http://schemas.microsoft.com/office/drawing/2014/main" id="{DD1A427A-23C6-7CCF-A86E-CB975BAF1C30}"/>
                      </a:ext>
                    </a:extLst>
                  </p:cNvPr>
                  <p:cNvSpPr>
                    <a:spLocks/>
                  </p:cNvSpPr>
                  <p:nvPr/>
                </p:nvSpPr>
                <p:spPr bwMode="gray">
                  <a:xfrm>
                    <a:off x="2828" y="1491"/>
                    <a:ext cx="372" cy="383"/>
                  </a:xfrm>
                  <a:custGeom>
                    <a:avLst/>
                    <a:gdLst>
                      <a:gd name="T0" fmla="*/ 159 w 528"/>
                      <a:gd name="T1" fmla="*/ 14 h 544"/>
                      <a:gd name="T2" fmla="*/ 142 w 528"/>
                      <a:gd name="T3" fmla="*/ 27 h 544"/>
                      <a:gd name="T4" fmla="*/ 120 w 528"/>
                      <a:gd name="T5" fmla="*/ 23 h 544"/>
                      <a:gd name="T6" fmla="*/ 109 w 528"/>
                      <a:gd name="T7" fmla="*/ 31 h 544"/>
                      <a:gd name="T8" fmla="*/ 95 w 528"/>
                      <a:gd name="T9" fmla="*/ 36 h 544"/>
                      <a:gd name="T10" fmla="*/ 84 w 528"/>
                      <a:gd name="T11" fmla="*/ 48 h 544"/>
                      <a:gd name="T12" fmla="*/ 67 w 528"/>
                      <a:gd name="T13" fmla="*/ 65 h 544"/>
                      <a:gd name="T14" fmla="*/ 67 w 528"/>
                      <a:gd name="T15" fmla="*/ 95 h 544"/>
                      <a:gd name="T16" fmla="*/ 53 w 528"/>
                      <a:gd name="T17" fmla="*/ 115 h 544"/>
                      <a:gd name="T18" fmla="*/ 53 w 528"/>
                      <a:gd name="T19" fmla="*/ 145 h 544"/>
                      <a:gd name="T20" fmla="*/ 53 w 528"/>
                      <a:gd name="T21" fmla="*/ 159 h 544"/>
                      <a:gd name="T22" fmla="*/ 48 w 528"/>
                      <a:gd name="T23" fmla="*/ 178 h 544"/>
                      <a:gd name="T24" fmla="*/ 42 w 528"/>
                      <a:gd name="T25" fmla="*/ 165 h 544"/>
                      <a:gd name="T26" fmla="*/ 34 w 528"/>
                      <a:gd name="T27" fmla="*/ 173 h 544"/>
                      <a:gd name="T28" fmla="*/ 23 w 528"/>
                      <a:gd name="T29" fmla="*/ 184 h 544"/>
                      <a:gd name="T30" fmla="*/ 14 w 528"/>
                      <a:gd name="T31" fmla="*/ 182 h 544"/>
                      <a:gd name="T32" fmla="*/ 6 w 528"/>
                      <a:gd name="T33" fmla="*/ 178 h 544"/>
                      <a:gd name="T34" fmla="*/ 8 w 528"/>
                      <a:gd name="T35" fmla="*/ 170 h 544"/>
                      <a:gd name="T36" fmla="*/ 3 w 528"/>
                      <a:gd name="T37" fmla="*/ 170 h 544"/>
                      <a:gd name="T38" fmla="*/ 8 w 528"/>
                      <a:gd name="T39" fmla="*/ 159 h 544"/>
                      <a:gd name="T40" fmla="*/ 8 w 528"/>
                      <a:gd name="T41" fmla="*/ 156 h 544"/>
                      <a:gd name="T42" fmla="*/ 6 w 528"/>
                      <a:gd name="T43" fmla="*/ 151 h 544"/>
                      <a:gd name="T44" fmla="*/ 11 w 528"/>
                      <a:gd name="T45" fmla="*/ 145 h 544"/>
                      <a:gd name="T46" fmla="*/ 6 w 528"/>
                      <a:gd name="T47" fmla="*/ 142 h 544"/>
                      <a:gd name="T48" fmla="*/ 0 w 528"/>
                      <a:gd name="T49" fmla="*/ 134 h 544"/>
                      <a:gd name="T50" fmla="*/ 6 w 528"/>
                      <a:gd name="T51" fmla="*/ 128 h 544"/>
                      <a:gd name="T52" fmla="*/ 17 w 528"/>
                      <a:gd name="T53" fmla="*/ 120 h 544"/>
                      <a:gd name="T54" fmla="*/ 23 w 528"/>
                      <a:gd name="T55" fmla="*/ 111 h 544"/>
                      <a:gd name="T56" fmla="*/ 34 w 528"/>
                      <a:gd name="T57" fmla="*/ 106 h 544"/>
                      <a:gd name="T58" fmla="*/ 50 w 528"/>
                      <a:gd name="T59" fmla="*/ 81 h 544"/>
                      <a:gd name="T60" fmla="*/ 53 w 528"/>
                      <a:gd name="T61" fmla="*/ 75 h 544"/>
                      <a:gd name="T62" fmla="*/ 61 w 528"/>
                      <a:gd name="T63" fmla="*/ 61 h 544"/>
                      <a:gd name="T64" fmla="*/ 58 w 528"/>
                      <a:gd name="T65" fmla="*/ 56 h 544"/>
                      <a:gd name="T66" fmla="*/ 73 w 528"/>
                      <a:gd name="T67" fmla="*/ 48 h 544"/>
                      <a:gd name="T68" fmla="*/ 73 w 528"/>
                      <a:gd name="T69" fmla="*/ 44 h 544"/>
                      <a:gd name="T70" fmla="*/ 78 w 528"/>
                      <a:gd name="T71" fmla="*/ 36 h 544"/>
                      <a:gd name="T72" fmla="*/ 89 w 528"/>
                      <a:gd name="T73" fmla="*/ 36 h 544"/>
                      <a:gd name="T74" fmla="*/ 84 w 528"/>
                      <a:gd name="T75" fmla="*/ 31 h 544"/>
                      <a:gd name="T76" fmla="*/ 92 w 528"/>
                      <a:gd name="T77" fmla="*/ 25 h 544"/>
                      <a:gd name="T78" fmla="*/ 104 w 528"/>
                      <a:gd name="T79" fmla="*/ 23 h 544"/>
                      <a:gd name="T80" fmla="*/ 109 w 528"/>
                      <a:gd name="T81" fmla="*/ 17 h 544"/>
                      <a:gd name="T82" fmla="*/ 112 w 528"/>
                      <a:gd name="T83" fmla="*/ 23 h 544"/>
                      <a:gd name="T84" fmla="*/ 123 w 528"/>
                      <a:gd name="T85" fmla="*/ 17 h 544"/>
                      <a:gd name="T86" fmla="*/ 126 w 528"/>
                      <a:gd name="T87" fmla="*/ 11 h 544"/>
                      <a:gd name="T88" fmla="*/ 135 w 528"/>
                      <a:gd name="T89" fmla="*/ 11 h 544"/>
                      <a:gd name="T90" fmla="*/ 140 w 528"/>
                      <a:gd name="T91" fmla="*/ 6 h 544"/>
                      <a:gd name="T92" fmla="*/ 151 w 528"/>
                      <a:gd name="T93" fmla="*/ 6 h 544"/>
                      <a:gd name="T94" fmla="*/ 151 w 528"/>
                      <a:gd name="T95" fmla="*/ 11 h 544"/>
                      <a:gd name="T96" fmla="*/ 157 w 528"/>
                      <a:gd name="T97" fmla="*/ 6 h 544"/>
                      <a:gd name="T98" fmla="*/ 166 w 528"/>
                      <a:gd name="T99" fmla="*/ 3 h 544"/>
                      <a:gd name="T100" fmla="*/ 170 w 528"/>
                      <a:gd name="T101" fmla="*/ 6 h 544"/>
                      <a:gd name="T102" fmla="*/ 170 w 528"/>
                      <a:gd name="T103" fmla="*/ 11 h 544"/>
                      <a:gd name="T104" fmla="*/ 182 w 528"/>
                      <a:gd name="T105" fmla="*/ 17 h 54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28"/>
                      <a:gd name="T160" fmla="*/ 0 h 544"/>
                      <a:gd name="T161" fmla="*/ 528 w 528"/>
                      <a:gd name="T162" fmla="*/ 544 h 544"/>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28" h="544">
                        <a:moveTo>
                          <a:pt x="496" y="72"/>
                        </a:moveTo>
                        <a:lnTo>
                          <a:pt x="488" y="48"/>
                        </a:lnTo>
                        <a:lnTo>
                          <a:pt x="472" y="40"/>
                        </a:lnTo>
                        <a:lnTo>
                          <a:pt x="456" y="40"/>
                        </a:lnTo>
                        <a:lnTo>
                          <a:pt x="432" y="48"/>
                        </a:lnTo>
                        <a:lnTo>
                          <a:pt x="432" y="72"/>
                        </a:lnTo>
                        <a:lnTo>
                          <a:pt x="416" y="88"/>
                        </a:lnTo>
                        <a:lnTo>
                          <a:pt x="408" y="80"/>
                        </a:lnTo>
                        <a:lnTo>
                          <a:pt x="392" y="80"/>
                        </a:lnTo>
                        <a:lnTo>
                          <a:pt x="384" y="88"/>
                        </a:lnTo>
                        <a:lnTo>
                          <a:pt x="368" y="88"/>
                        </a:lnTo>
                        <a:lnTo>
                          <a:pt x="344" y="64"/>
                        </a:lnTo>
                        <a:lnTo>
                          <a:pt x="336" y="64"/>
                        </a:lnTo>
                        <a:lnTo>
                          <a:pt x="328" y="72"/>
                        </a:lnTo>
                        <a:lnTo>
                          <a:pt x="312" y="72"/>
                        </a:lnTo>
                        <a:lnTo>
                          <a:pt x="312" y="88"/>
                        </a:lnTo>
                        <a:lnTo>
                          <a:pt x="296" y="96"/>
                        </a:lnTo>
                        <a:lnTo>
                          <a:pt x="288" y="88"/>
                        </a:lnTo>
                        <a:lnTo>
                          <a:pt x="272" y="88"/>
                        </a:lnTo>
                        <a:lnTo>
                          <a:pt x="272" y="104"/>
                        </a:lnTo>
                        <a:lnTo>
                          <a:pt x="256" y="112"/>
                        </a:lnTo>
                        <a:lnTo>
                          <a:pt x="248" y="120"/>
                        </a:lnTo>
                        <a:lnTo>
                          <a:pt x="232" y="128"/>
                        </a:lnTo>
                        <a:lnTo>
                          <a:pt x="240" y="136"/>
                        </a:lnTo>
                        <a:lnTo>
                          <a:pt x="240" y="144"/>
                        </a:lnTo>
                        <a:lnTo>
                          <a:pt x="216" y="168"/>
                        </a:lnTo>
                        <a:lnTo>
                          <a:pt x="200" y="168"/>
                        </a:lnTo>
                        <a:lnTo>
                          <a:pt x="192" y="184"/>
                        </a:lnTo>
                        <a:lnTo>
                          <a:pt x="200" y="192"/>
                        </a:lnTo>
                        <a:lnTo>
                          <a:pt x="200" y="232"/>
                        </a:lnTo>
                        <a:lnTo>
                          <a:pt x="184" y="256"/>
                        </a:lnTo>
                        <a:lnTo>
                          <a:pt x="192" y="272"/>
                        </a:lnTo>
                        <a:lnTo>
                          <a:pt x="184" y="288"/>
                        </a:lnTo>
                        <a:lnTo>
                          <a:pt x="160" y="280"/>
                        </a:lnTo>
                        <a:lnTo>
                          <a:pt x="152" y="296"/>
                        </a:lnTo>
                        <a:lnTo>
                          <a:pt x="152" y="328"/>
                        </a:lnTo>
                        <a:lnTo>
                          <a:pt x="152" y="376"/>
                        </a:lnTo>
                        <a:lnTo>
                          <a:pt x="168" y="392"/>
                        </a:lnTo>
                        <a:lnTo>
                          <a:pt x="168" y="408"/>
                        </a:lnTo>
                        <a:lnTo>
                          <a:pt x="152" y="416"/>
                        </a:lnTo>
                        <a:lnTo>
                          <a:pt x="152" y="424"/>
                        </a:lnTo>
                        <a:lnTo>
                          <a:pt x="160" y="432"/>
                        </a:lnTo>
                        <a:lnTo>
                          <a:pt x="160" y="448"/>
                        </a:lnTo>
                        <a:lnTo>
                          <a:pt x="152" y="456"/>
                        </a:lnTo>
                        <a:lnTo>
                          <a:pt x="144" y="496"/>
                        </a:lnTo>
                        <a:lnTo>
                          <a:pt x="144" y="504"/>
                        </a:lnTo>
                        <a:lnTo>
                          <a:pt x="136" y="520"/>
                        </a:lnTo>
                        <a:lnTo>
                          <a:pt x="136" y="512"/>
                        </a:lnTo>
                        <a:lnTo>
                          <a:pt x="136" y="496"/>
                        </a:lnTo>
                        <a:lnTo>
                          <a:pt x="120" y="488"/>
                        </a:lnTo>
                        <a:lnTo>
                          <a:pt x="128" y="472"/>
                        </a:lnTo>
                        <a:lnTo>
                          <a:pt x="120" y="472"/>
                        </a:lnTo>
                        <a:lnTo>
                          <a:pt x="112" y="480"/>
                        </a:lnTo>
                        <a:lnTo>
                          <a:pt x="112" y="488"/>
                        </a:lnTo>
                        <a:lnTo>
                          <a:pt x="104" y="496"/>
                        </a:lnTo>
                        <a:lnTo>
                          <a:pt x="96" y="496"/>
                        </a:lnTo>
                        <a:lnTo>
                          <a:pt x="88" y="496"/>
                        </a:lnTo>
                        <a:lnTo>
                          <a:pt x="88" y="504"/>
                        </a:lnTo>
                        <a:lnTo>
                          <a:pt x="80" y="528"/>
                        </a:lnTo>
                        <a:lnTo>
                          <a:pt x="64" y="528"/>
                        </a:lnTo>
                        <a:lnTo>
                          <a:pt x="56" y="536"/>
                        </a:lnTo>
                        <a:lnTo>
                          <a:pt x="40" y="544"/>
                        </a:lnTo>
                        <a:lnTo>
                          <a:pt x="32" y="528"/>
                        </a:lnTo>
                        <a:lnTo>
                          <a:pt x="40" y="520"/>
                        </a:lnTo>
                        <a:lnTo>
                          <a:pt x="32" y="528"/>
                        </a:lnTo>
                        <a:lnTo>
                          <a:pt x="24" y="528"/>
                        </a:lnTo>
                        <a:lnTo>
                          <a:pt x="24" y="512"/>
                        </a:lnTo>
                        <a:lnTo>
                          <a:pt x="16" y="512"/>
                        </a:lnTo>
                        <a:lnTo>
                          <a:pt x="8" y="504"/>
                        </a:lnTo>
                        <a:lnTo>
                          <a:pt x="16" y="496"/>
                        </a:lnTo>
                        <a:lnTo>
                          <a:pt x="24" y="496"/>
                        </a:lnTo>
                        <a:lnTo>
                          <a:pt x="24" y="488"/>
                        </a:lnTo>
                        <a:lnTo>
                          <a:pt x="32" y="480"/>
                        </a:lnTo>
                        <a:lnTo>
                          <a:pt x="24" y="480"/>
                        </a:lnTo>
                        <a:lnTo>
                          <a:pt x="16" y="480"/>
                        </a:lnTo>
                        <a:lnTo>
                          <a:pt x="8" y="488"/>
                        </a:lnTo>
                        <a:lnTo>
                          <a:pt x="8" y="472"/>
                        </a:lnTo>
                        <a:lnTo>
                          <a:pt x="16" y="472"/>
                        </a:lnTo>
                        <a:lnTo>
                          <a:pt x="24" y="464"/>
                        </a:lnTo>
                        <a:lnTo>
                          <a:pt x="24" y="456"/>
                        </a:lnTo>
                        <a:lnTo>
                          <a:pt x="32" y="448"/>
                        </a:lnTo>
                        <a:lnTo>
                          <a:pt x="32" y="432"/>
                        </a:lnTo>
                        <a:lnTo>
                          <a:pt x="32" y="440"/>
                        </a:lnTo>
                        <a:lnTo>
                          <a:pt x="24" y="448"/>
                        </a:lnTo>
                        <a:lnTo>
                          <a:pt x="16" y="448"/>
                        </a:lnTo>
                        <a:lnTo>
                          <a:pt x="8" y="440"/>
                        </a:lnTo>
                        <a:lnTo>
                          <a:pt x="16" y="440"/>
                        </a:lnTo>
                        <a:lnTo>
                          <a:pt x="16" y="432"/>
                        </a:lnTo>
                        <a:lnTo>
                          <a:pt x="8" y="432"/>
                        </a:lnTo>
                        <a:lnTo>
                          <a:pt x="8" y="424"/>
                        </a:lnTo>
                        <a:lnTo>
                          <a:pt x="24" y="416"/>
                        </a:lnTo>
                        <a:lnTo>
                          <a:pt x="32" y="416"/>
                        </a:lnTo>
                        <a:lnTo>
                          <a:pt x="40" y="416"/>
                        </a:lnTo>
                        <a:lnTo>
                          <a:pt x="48" y="408"/>
                        </a:lnTo>
                        <a:lnTo>
                          <a:pt x="40" y="408"/>
                        </a:lnTo>
                        <a:lnTo>
                          <a:pt x="16" y="408"/>
                        </a:lnTo>
                        <a:lnTo>
                          <a:pt x="16" y="416"/>
                        </a:lnTo>
                        <a:lnTo>
                          <a:pt x="0" y="408"/>
                        </a:lnTo>
                        <a:lnTo>
                          <a:pt x="8" y="400"/>
                        </a:lnTo>
                        <a:lnTo>
                          <a:pt x="0" y="384"/>
                        </a:lnTo>
                        <a:lnTo>
                          <a:pt x="8" y="384"/>
                        </a:lnTo>
                        <a:lnTo>
                          <a:pt x="8" y="376"/>
                        </a:lnTo>
                        <a:lnTo>
                          <a:pt x="8" y="368"/>
                        </a:lnTo>
                        <a:lnTo>
                          <a:pt x="16" y="368"/>
                        </a:lnTo>
                        <a:lnTo>
                          <a:pt x="24" y="352"/>
                        </a:lnTo>
                        <a:lnTo>
                          <a:pt x="40" y="352"/>
                        </a:lnTo>
                        <a:lnTo>
                          <a:pt x="40" y="344"/>
                        </a:lnTo>
                        <a:lnTo>
                          <a:pt x="48" y="344"/>
                        </a:lnTo>
                        <a:lnTo>
                          <a:pt x="48" y="336"/>
                        </a:lnTo>
                        <a:lnTo>
                          <a:pt x="56" y="328"/>
                        </a:lnTo>
                        <a:lnTo>
                          <a:pt x="64" y="328"/>
                        </a:lnTo>
                        <a:lnTo>
                          <a:pt x="64" y="320"/>
                        </a:lnTo>
                        <a:lnTo>
                          <a:pt x="80" y="312"/>
                        </a:lnTo>
                        <a:lnTo>
                          <a:pt x="88" y="312"/>
                        </a:lnTo>
                        <a:lnTo>
                          <a:pt x="88" y="304"/>
                        </a:lnTo>
                        <a:lnTo>
                          <a:pt x="96" y="304"/>
                        </a:lnTo>
                        <a:lnTo>
                          <a:pt x="96" y="288"/>
                        </a:lnTo>
                        <a:lnTo>
                          <a:pt x="128" y="264"/>
                        </a:lnTo>
                        <a:lnTo>
                          <a:pt x="128" y="256"/>
                        </a:lnTo>
                        <a:lnTo>
                          <a:pt x="144" y="232"/>
                        </a:lnTo>
                        <a:lnTo>
                          <a:pt x="152" y="232"/>
                        </a:lnTo>
                        <a:lnTo>
                          <a:pt x="160" y="224"/>
                        </a:lnTo>
                        <a:lnTo>
                          <a:pt x="152" y="224"/>
                        </a:lnTo>
                        <a:lnTo>
                          <a:pt x="152" y="216"/>
                        </a:lnTo>
                        <a:lnTo>
                          <a:pt x="160" y="208"/>
                        </a:lnTo>
                        <a:lnTo>
                          <a:pt x="160" y="192"/>
                        </a:lnTo>
                        <a:lnTo>
                          <a:pt x="168" y="176"/>
                        </a:lnTo>
                        <a:lnTo>
                          <a:pt x="176" y="176"/>
                        </a:lnTo>
                        <a:lnTo>
                          <a:pt x="184" y="168"/>
                        </a:lnTo>
                        <a:lnTo>
                          <a:pt x="176" y="168"/>
                        </a:lnTo>
                        <a:lnTo>
                          <a:pt x="168" y="168"/>
                        </a:lnTo>
                        <a:lnTo>
                          <a:pt x="168" y="160"/>
                        </a:lnTo>
                        <a:lnTo>
                          <a:pt x="176" y="160"/>
                        </a:lnTo>
                        <a:lnTo>
                          <a:pt x="184" y="144"/>
                        </a:lnTo>
                        <a:lnTo>
                          <a:pt x="200" y="136"/>
                        </a:lnTo>
                        <a:lnTo>
                          <a:pt x="208" y="136"/>
                        </a:lnTo>
                        <a:lnTo>
                          <a:pt x="216" y="136"/>
                        </a:lnTo>
                        <a:lnTo>
                          <a:pt x="200" y="136"/>
                        </a:lnTo>
                        <a:lnTo>
                          <a:pt x="200" y="128"/>
                        </a:lnTo>
                        <a:lnTo>
                          <a:pt x="208" y="128"/>
                        </a:lnTo>
                        <a:lnTo>
                          <a:pt x="224" y="128"/>
                        </a:lnTo>
                        <a:lnTo>
                          <a:pt x="224" y="120"/>
                        </a:lnTo>
                        <a:lnTo>
                          <a:pt x="208" y="120"/>
                        </a:lnTo>
                        <a:lnTo>
                          <a:pt x="224" y="104"/>
                        </a:lnTo>
                        <a:lnTo>
                          <a:pt x="232" y="112"/>
                        </a:lnTo>
                        <a:lnTo>
                          <a:pt x="240" y="112"/>
                        </a:lnTo>
                        <a:lnTo>
                          <a:pt x="240" y="104"/>
                        </a:lnTo>
                        <a:lnTo>
                          <a:pt x="256" y="104"/>
                        </a:lnTo>
                        <a:lnTo>
                          <a:pt x="256" y="96"/>
                        </a:lnTo>
                        <a:lnTo>
                          <a:pt x="248" y="96"/>
                        </a:lnTo>
                        <a:lnTo>
                          <a:pt x="232" y="96"/>
                        </a:lnTo>
                        <a:lnTo>
                          <a:pt x="240" y="88"/>
                        </a:lnTo>
                        <a:lnTo>
                          <a:pt x="256" y="88"/>
                        </a:lnTo>
                        <a:lnTo>
                          <a:pt x="264" y="88"/>
                        </a:lnTo>
                        <a:lnTo>
                          <a:pt x="264" y="80"/>
                        </a:lnTo>
                        <a:lnTo>
                          <a:pt x="264" y="72"/>
                        </a:lnTo>
                        <a:lnTo>
                          <a:pt x="280" y="72"/>
                        </a:lnTo>
                        <a:lnTo>
                          <a:pt x="288" y="72"/>
                        </a:lnTo>
                        <a:lnTo>
                          <a:pt x="288" y="64"/>
                        </a:lnTo>
                        <a:lnTo>
                          <a:pt x="296" y="64"/>
                        </a:lnTo>
                        <a:lnTo>
                          <a:pt x="288" y="56"/>
                        </a:lnTo>
                        <a:lnTo>
                          <a:pt x="296" y="56"/>
                        </a:lnTo>
                        <a:lnTo>
                          <a:pt x="304" y="56"/>
                        </a:lnTo>
                        <a:lnTo>
                          <a:pt x="312" y="48"/>
                        </a:lnTo>
                        <a:lnTo>
                          <a:pt x="320" y="48"/>
                        </a:lnTo>
                        <a:lnTo>
                          <a:pt x="312" y="56"/>
                        </a:lnTo>
                        <a:lnTo>
                          <a:pt x="312" y="64"/>
                        </a:lnTo>
                        <a:lnTo>
                          <a:pt x="320" y="64"/>
                        </a:lnTo>
                        <a:lnTo>
                          <a:pt x="328" y="56"/>
                        </a:lnTo>
                        <a:lnTo>
                          <a:pt x="328" y="48"/>
                        </a:lnTo>
                        <a:lnTo>
                          <a:pt x="344" y="48"/>
                        </a:lnTo>
                        <a:lnTo>
                          <a:pt x="352" y="48"/>
                        </a:lnTo>
                        <a:lnTo>
                          <a:pt x="336" y="40"/>
                        </a:lnTo>
                        <a:lnTo>
                          <a:pt x="336" y="32"/>
                        </a:lnTo>
                        <a:lnTo>
                          <a:pt x="344" y="32"/>
                        </a:lnTo>
                        <a:lnTo>
                          <a:pt x="360" y="32"/>
                        </a:lnTo>
                        <a:lnTo>
                          <a:pt x="368" y="40"/>
                        </a:lnTo>
                        <a:lnTo>
                          <a:pt x="368" y="48"/>
                        </a:lnTo>
                        <a:lnTo>
                          <a:pt x="384" y="40"/>
                        </a:lnTo>
                        <a:lnTo>
                          <a:pt x="384" y="32"/>
                        </a:lnTo>
                        <a:lnTo>
                          <a:pt x="392" y="32"/>
                        </a:lnTo>
                        <a:lnTo>
                          <a:pt x="400" y="24"/>
                        </a:lnTo>
                        <a:lnTo>
                          <a:pt x="408" y="16"/>
                        </a:lnTo>
                        <a:lnTo>
                          <a:pt x="400" y="16"/>
                        </a:lnTo>
                        <a:lnTo>
                          <a:pt x="408" y="8"/>
                        </a:lnTo>
                        <a:lnTo>
                          <a:pt x="416" y="8"/>
                        </a:lnTo>
                        <a:lnTo>
                          <a:pt x="432" y="8"/>
                        </a:lnTo>
                        <a:lnTo>
                          <a:pt x="432" y="16"/>
                        </a:lnTo>
                        <a:lnTo>
                          <a:pt x="424" y="16"/>
                        </a:lnTo>
                        <a:lnTo>
                          <a:pt x="416" y="24"/>
                        </a:lnTo>
                        <a:lnTo>
                          <a:pt x="416" y="40"/>
                        </a:lnTo>
                        <a:lnTo>
                          <a:pt x="432" y="32"/>
                        </a:lnTo>
                        <a:lnTo>
                          <a:pt x="432" y="24"/>
                        </a:lnTo>
                        <a:lnTo>
                          <a:pt x="440" y="8"/>
                        </a:lnTo>
                        <a:lnTo>
                          <a:pt x="448" y="8"/>
                        </a:lnTo>
                        <a:lnTo>
                          <a:pt x="448" y="16"/>
                        </a:lnTo>
                        <a:lnTo>
                          <a:pt x="448" y="24"/>
                        </a:lnTo>
                        <a:lnTo>
                          <a:pt x="456" y="8"/>
                        </a:lnTo>
                        <a:lnTo>
                          <a:pt x="456" y="0"/>
                        </a:lnTo>
                        <a:lnTo>
                          <a:pt x="472" y="8"/>
                        </a:lnTo>
                        <a:lnTo>
                          <a:pt x="480" y="8"/>
                        </a:lnTo>
                        <a:lnTo>
                          <a:pt x="472" y="16"/>
                        </a:lnTo>
                        <a:lnTo>
                          <a:pt x="480" y="24"/>
                        </a:lnTo>
                        <a:lnTo>
                          <a:pt x="488" y="16"/>
                        </a:lnTo>
                        <a:lnTo>
                          <a:pt x="496" y="8"/>
                        </a:lnTo>
                        <a:lnTo>
                          <a:pt x="528" y="32"/>
                        </a:lnTo>
                        <a:lnTo>
                          <a:pt x="512" y="40"/>
                        </a:lnTo>
                        <a:lnTo>
                          <a:pt x="488" y="32"/>
                        </a:lnTo>
                        <a:lnTo>
                          <a:pt x="488" y="40"/>
                        </a:lnTo>
                        <a:lnTo>
                          <a:pt x="504" y="48"/>
                        </a:lnTo>
                        <a:lnTo>
                          <a:pt x="512" y="56"/>
                        </a:lnTo>
                        <a:lnTo>
                          <a:pt x="520" y="48"/>
                        </a:lnTo>
                        <a:lnTo>
                          <a:pt x="528" y="48"/>
                        </a:lnTo>
                        <a:lnTo>
                          <a:pt x="504" y="64"/>
                        </a:lnTo>
                        <a:lnTo>
                          <a:pt x="496" y="7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44" name="Freeform 201">
                    <a:extLst>
                      <a:ext uri="{FF2B5EF4-FFF2-40B4-BE49-F238E27FC236}">
                        <a16:creationId xmlns:a16="http://schemas.microsoft.com/office/drawing/2014/main" id="{7D03E2F5-8149-182F-ADE2-A3D31EB2A99B}"/>
                      </a:ext>
                    </a:extLst>
                  </p:cNvPr>
                  <p:cNvSpPr>
                    <a:spLocks/>
                  </p:cNvSpPr>
                  <p:nvPr/>
                </p:nvSpPr>
                <p:spPr bwMode="gray">
                  <a:xfrm>
                    <a:off x="2873" y="1896"/>
                    <a:ext cx="45" cy="56"/>
                  </a:xfrm>
                  <a:custGeom>
                    <a:avLst/>
                    <a:gdLst>
                      <a:gd name="T0" fmla="*/ 14 w 64"/>
                      <a:gd name="T1" fmla="*/ 27 h 80"/>
                      <a:gd name="T2" fmla="*/ 8 w 64"/>
                      <a:gd name="T3" fmla="*/ 27 h 80"/>
                      <a:gd name="T4" fmla="*/ 6 w 64"/>
                      <a:gd name="T5" fmla="*/ 27 h 80"/>
                      <a:gd name="T6" fmla="*/ 6 w 64"/>
                      <a:gd name="T7" fmla="*/ 22 h 80"/>
                      <a:gd name="T8" fmla="*/ 3 w 64"/>
                      <a:gd name="T9" fmla="*/ 19 h 80"/>
                      <a:gd name="T10" fmla="*/ 0 w 64"/>
                      <a:gd name="T11" fmla="*/ 14 h 80"/>
                      <a:gd name="T12" fmla="*/ 0 w 64"/>
                      <a:gd name="T13" fmla="*/ 8 h 80"/>
                      <a:gd name="T14" fmla="*/ 6 w 64"/>
                      <a:gd name="T15" fmla="*/ 3 h 80"/>
                      <a:gd name="T16" fmla="*/ 8 w 64"/>
                      <a:gd name="T17" fmla="*/ 6 h 80"/>
                      <a:gd name="T18" fmla="*/ 11 w 64"/>
                      <a:gd name="T19" fmla="*/ 0 h 80"/>
                      <a:gd name="T20" fmla="*/ 14 w 64"/>
                      <a:gd name="T21" fmla="*/ 0 h 80"/>
                      <a:gd name="T22" fmla="*/ 17 w 64"/>
                      <a:gd name="T23" fmla="*/ 6 h 80"/>
                      <a:gd name="T24" fmla="*/ 23 w 64"/>
                      <a:gd name="T25" fmla="*/ 6 h 80"/>
                      <a:gd name="T26" fmla="*/ 23 w 64"/>
                      <a:gd name="T27" fmla="*/ 8 h 80"/>
                      <a:gd name="T28" fmla="*/ 17 w 64"/>
                      <a:gd name="T29" fmla="*/ 10 h 80"/>
                      <a:gd name="T30" fmla="*/ 17 w 64"/>
                      <a:gd name="T31" fmla="*/ 14 h 80"/>
                      <a:gd name="T32" fmla="*/ 11 w 64"/>
                      <a:gd name="T33" fmla="*/ 17 h 80"/>
                      <a:gd name="T34" fmla="*/ 11 w 64"/>
                      <a:gd name="T35" fmla="*/ 22 h 80"/>
                      <a:gd name="T36" fmla="*/ 11 w 64"/>
                      <a:gd name="T37" fmla="*/ 27 h 80"/>
                      <a:gd name="T38" fmla="*/ 14 w 64"/>
                      <a:gd name="T39" fmla="*/ 27 h 8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4"/>
                      <a:gd name="T61" fmla="*/ 0 h 80"/>
                      <a:gd name="T62" fmla="*/ 64 w 64"/>
                      <a:gd name="T63" fmla="*/ 80 h 8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4" h="80">
                        <a:moveTo>
                          <a:pt x="40" y="80"/>
                        </a:moveTo>
                        <a:lnTo>
                          <a:pt x="24" y="80"/>
                        </a:lnTo>
                        <a:lnTo>
                          <a:pt x="16" y="80"/>
                        </a:lnTo>
                        <a:lnTo>
                          <a:pt x="16" y="64"/>
                        </a:lnTo>
                        <a:lnTo>
                          <a:pt x="8" y="56"/>
                        </a:lnTo>
                        <a:lnTo>
                          <a:pt x="0" y="40"/>
                        </a:lnTo>
                        <a:lnTo>
                          <a:pt x="0" y="24"/>
                        </a:lnTo>
                        <a:lnTo>
                          <a:pt x="16" y="8"/>
                        </a:lnTo>
                        <a:lnTo>
                          <a:pt x="24" y="16"/>
                        </a:lnTo>
                        <a:lnTo>
                          <a:pt x="32" y="0"/>
                        </a:lnTo>
                        <a:lnTo>
                          <a:pt x="40" y="0"/>
                        </a:lnTo>
                        <a:lnTo>
                          <a:pt x="48" y="16"/>
                        </a:lnTo>
                        <a:lnTo>
                          <a:pt x="64" y="16"/>
                        </a:lnTo>
                        <a:lnTo>
                          <a:pt x="64" y="24"/>
                        </a:lnTo>
                        <a:lnTo>
                          <a:pt x="48" y="32"/>
                        </a:lnTo>
                        <a:lnTo>
                          <a:pt x="48" y="40"/>
                        </a:lnTo>
                        <a:lnTo>
                          <a:pt x="32" y="48"/>
                        </a:lnTo>
                        <a:lnTo>
                          <a:pt x="32" y="64"/>
                        </a:lnTo>
                        <a:lnTo>
                          <a:pt x="32" y="80"/>
                        </a:lnTo>
                        <a:lnTo>
                          <a:pt x="40" y="8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45" name="Freeform 202">
                    <a:extLst>
                      <a:ext uri="{FF2B5EF4-FFF2-40B4-BE49-F238E27FC236}">
                        <a16:creationId xmlns:a16="http://schemas.microsoft.com/office/drawing/2014/main" id="{2E36C7AB-22CF-9B11-13A5-6E10C70A089B}"/>
                      </a:ext>
                    </a:extLst>
                  </p:cNvPr>
                  <p:cNvSpPr>
                    <a:spLocks/>
                  </p:cNvSpPr>
                  <p:nvPr/>
                </p:nvSpPr>
                <p:spPr bwMode="gray">
                  <a:xfrm>
                    <a:off x="2845" y="2059"/>
                    <a:ext cx="12" cy="17"/>
                  </a:xfrm>
                  <a:custGeom>
                    <a:avLst/>
                    <a:gdLst>
                      <a:gd name="T0" fmla="*/ 7 w 16"/>
                      <a:gd name="T1" fmla="*/ 9 h 24"/>
                      <a:gd name="T2" fmla="*/ 4 w 16"/>
                      <a:gd name="T3" fmla="*/ 3 h 24"/>
                      <a:gd name="T4" fmla="*/ 4 w 16"/>
                      <a:gd name="T5" fmla="*/ 0 h 24"/>
                      <a:gd name="T6" fmla="*/ 0 w 16"/>
                      <a:gd name="T7" fmla="*/ 0 h 24"/>
                      <a:gd name="T8" fmla="*/ 0 w 16"/>
                      <a:gd name="T9" fmla="*/ 3 h 24"/>
                      <a:gd name="T10" fmla="*/ 0 w 16"/>
                      <a:gd name="T11" fmla="*/ 9 h 24"/>
                      <a:gd name="T12" fmla="*/ 7 w 16"/>
                      <a:gd name="T13" fmla="*/ 9 h 24"/>
                      <a:gd name="T14" fmla="*/ 0 60000 65536"/>
                      <a:gd name="T15" fmla="*/ 0 60000 65536"/>
                      <a:gd name="T16" fmla="*/ 0 60000 65536"/>
                      <a:gd name="T17" fmla="*/ 0 60000 65536"/>
                      <a:gd name="T18" fmla="*/ 0 60000 65536"/>
                      <a:gd name="T19" fmla="*/ 0 60000 65536"/>
                      <a:gd name="T20" fmla="*/ 0 60000 65536"/>
                      <a:gd name="T21" fmla="*/ 0 w 16"/>
                      <a:gd name="T22" fmla="*/ 0 h 24"/>
                      <a:gd name="T23" fmla="*/ 16 w 16"/>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24">
                        <a:moveTo>
                          <a:pt x="16" y="24"/>
                        </a:moveTo>
                        <a:lnTo>
                          <a:pt x="8" y="8"/>
                        </a:lnTo>
                        <a:lnTo>
                          <a:pt x="8" y="0"/>
                        </a:lnTo>
                        <a:lnTo>
                          <a:pt x="0" y="0"/>
                        </a:lnTo>
                        <a:lnTo>
                          <a:pt x="0" y="8"/>
                        </a:lnTo>
                        <a:lnTo>
                          <a:pt x="0" y="24"/>
                        </a:lnTo>
                        <a:lnTo>
                          <a:pt x="16"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46" name="Freeform 203">
                    <a:extLst>
                      <a:ext uri="{FF2B5EF4-FFF2-40B4-BE49-F238E27FC236}">
                        <a16:creationId xmlns:a16="http://schemas.microsoft.com/office/drawing/2014/main" id="{5A7A9C5F-1940-A242-88AD-F31FD52A68B7}"/>
                      </a:ext>
                    </a:extLst>
                  </p:cNvPr>
                  <p:cNvSpPr>
                    <a:spLocks/>
                  </p:cNvSpPr>
                  <p:nvPr/>
                </p:nvSpPr>
                <p:spPr bwMode="gray">
                  <a:xfrm>
                    <a:off x="2924" y="1542"/>
                    <a:ext cx="180" cy="393"/>
                  </a:xfrm>
                  <a:custGeom>
                    <a:avLst/>
                    <a:gdLst>
                      <a:gd name="T0" fmla="*/ 89 w 256"/>
                      <a:gd name="T1" fmla="*/ 36 h 560"/>
                      <a:gd name="T2" fmla="*/ 89 w 256"/>
                      <a:gd name="T3" fmla="*/ 22 h 560"/>
                      <a:gd name="T4" fmla="*/ 86 w 256"/>
                      <a:gd name="T5" fmla="*/ 14 h 560"/>
                      <a:gd name="T6" fmla="*/ 72 w 256"/>
                      <a:gd name="T7" fmla="*/ 8 h 560"/>
                      <a:gd name="T8" fmla="*/ 67 w 256"/>
                      <a:gd name="T9" fmla="*/ 0 h 560"/>
                      <a:gd name="T10" fmla="*/ 61 w 256"/>
                      <a:gd name="T11" fmla="*/ 6 h 560"/>
                      <a:gd name="T12" fmla="*/ 53 w 256"/>
                      <a:gd name="T13" fmla="*/ 6 h 560"/>
                      <a:gd name="T14" fmla="*/ 48 w 256"/>
                      <a:gd name="T15" fmla="*/ 11 h 560"/>
                      <a:gd name="T16" fmla="*/ 39 w 256"/>
                      <a:gd name="T17" fmla="*/ 17 h 560"/>
                      <a:gd name="T18" fmla="*/ 36 w 256"/>
                      <a:gd name="T19" fmla="*/ 22 h 560"/>
                      <a:gd name="T20" fmla="*/ 27 w 256"/>
                      <a:gd name="T21" fmla="*/ 33 h 560"/>
                      <a:gd name="T22" fmla="*/ 19 w 256"/>
                      <a:gd name="T23" fmla="*/ 39 h 560"/>
                      <a:gd name="T24" fmla="*/ 23 w 256"/>
                      <a:gd name="T25" fmla="*/ 55 h 560"/>
                      <a:gd name="T26" fmla="*/ 19 w 256"/>
                      <a:gd name="T27" fmla="*/ 69 h 560"/>
                      <a:gd name="T28" fmla="*/ 8 w 256"/>
                      <a:gd name="T29" fmla="*/ 72 h 560"/>
                      <a:gd name="T30" fmla="*/ 6 w 256"/>
                      <a:gd name="T31" fmla="*/ 88 h 560"/>
                      <a:gd name="T32" fmla="*/ 11 w 256"/>
                      <a:gd name="T33" fmla="*/ 111 h 560"/>
                      <a:gd name="T34" fmla="*/ 6 w 256"/>
                      <a:gd name="T35" fmla="*/ 119 h 560"/>
                      <a:gd name="T36" fmla="*/ 8 w 256"/>
                      <a:gd name="T37" fmla="*/ 125 h 560"/>
                      <a:gd name="T38" fmla="*/ 6 w 256"/>
                      <a:gd name="T39" fmla="*/ 133 h 560"/>
                      <a:gd name="T40" fmla="*/ 3 w 256"/>
                      <a:gd name="T41" fmla="*/ 149 h 560"/>
                      <a:gd name="T42" fmla="*/ 6 w 256"/>
                      <a:gd name="T43" fmla="*/ 158 h 560"/>
                      <a:gd name="T44" fmla="*/ 6 w 256"/>
                      <a:gd name="T45" fmla="*/ 171 h 560"/>
                      <a:gd name="T46" fmla="*/ 11 w 256"/>
                      <a:gd name="T47" fmla="*/ 180 h 560"/>
                      <a:gd name="T48" fmla="*/ 11 w 256"/>
                      <a:gd name="T49" fmla="*/ 191 h 560"/>
                      <a:gd name="T50" fmla="*/ 17 w 256"/>
                      <a:gd name="T51" fmla="*/ 191 h 560"/>
                      <a:gd name="T52" fmla="*/ 25 w 256"/>
                      <a:gd name="T53" fmla="*/ 185 h 560"/>
                      <a:gd name="T54" fmla="*/ 34 w 256"/>
                      <a:gd name="T55" fmla="*/ 182 h 560"/>
                      <a:gd name="T56" fmla="*/ 39 w 256"/>
                      <a:gd name="T57" fmla="*/ 166 h 560"/>
                      <a:gd name="T58" fmla="*/ 39 w 256"/>
                      <a:gd name="T59" fmla="*/ 149 h 560"/>
                      <a:gd name="T60" fmla="*/ 41 w 256"/>
                      <a:gd name="T61" fmla="*/ 147 h 560"/>
                      <a:gd name="T62" fmla="*/ 48 w 256"/>
                      <a:gd name="T63" fmla="*/ 147 h 560"/>
                      <a:gd name="T64" fmla="*/ 53 w 256"/>
                      <a:gd name="T65" fmla="*/ 130 h 560"/>
                      <a:gd name="T66" fmla="*/ 41 w 256"/>
                      <a:gd name="T67" fmla="*/ 119 h 560"/>
                      <a:gd name="T68" fmla="*/ 44 w 256"/>
                      <a:gd name="T69" fmla="*/ 108 h 560"/>
                      <a:gd name="T70" fmla="*/ 41 w 256"/>
                      <a:gd name="T71" fmla="*/ 100 h 560"/>
                      <a:gd name="T72" fmla="*/ 48 w 256"/>
                      <a:gd name="T73" fmla="*/ 88 h 560"/>
                      <a:gd name="T74" fmla="*/ 56 w 256"/>
                      <a:gd name="T75" fmla="*/ 80 h 560"/>
                      <a:gd name="T76" fmla="*/ 67 w 256"/>
                      <a:gd name="T77" fmla="*/ 72 h 560"/>
                      <a:gd name="T78" fmla="*/ 70 w 256"/>
                      <a:gd name="T79" fmla="*/ 61 h 560"/>
                      <a:gd name="T80" fmla="*/ 72 w 256"/>
                      <a:gd name="T81" fmla="*/ 53 h 560"/>
                      <a:gd name="T82" fmla="*/ 78 w 256"/>
                      <a:gd name="T83" fmla="*/ 44 h 560"/>
                      <a:gd name="T84" fmla="*/ 84 w 256"/>
                      <a:gd name="T85" fmla="*/ 41 h 56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56"/>
                      <a:gd name="T130" fmla="*/ 0 h 560"/>
                      <a:gd name="T131" fmla="*/ 256 w 256"/>
                      <a:gd name="T132" fmla="*/ 560 h 56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56" h="560">
                        <a:moveTo>
                          <a:pt x="256" y="120"/>
                        </a:moveTo>
                        <a:lnTo>
                          <a:pt x="256" y="104"/>
                        </a:lnTo>
                        <a:lnTo>
                          <a:pt x="256" y="80"/>
                        </a:lnTo>
                        <a:lnTo>
                          <a:pt x="256" y="64"/>
                        </a:lnTo>
                        <a:lnTo>
                          <a:pt x="240" y="56"/>
                        </a:lnTo>
                        <a:lnTo>
                          <a:pt x="248" y="40"/>
                        </a:lnTo>
                        <a:lnTo>
                          <a:pt x="224" y="24"/>
                        </a:lnTo>
                        <a:lnTo>
                          <a:pt x="208" y="24"/>
                        </a:lnTo>
                        <a:lnTo>
                          <a:pt x="192" y="8"/>
                        </a:lnTo>
                        <a:lnTo>
                          <a:pt x="192" y="0"/>
                        </a:lnTo>
                        <a:lnTo>
                          <a:pt x="176" y="0"/>
                        </a:lnTo>
                        <a:lnTo>
                          <a:pt x="176" y="16"/>
                        </a:lnTo>
                        <a:lnTo>
                          <a:pt x="160" y="24"/>
                        </a:lnTo>
                        <a:lnTo>
                          <a:pt x="152" y="16"/>
                        </a:lnTo>
                        <a:lnTo>
                          <a:pt x="136" y="16"/>
                        </a:lnTo>
                        <a:lnTo>
                          <a:pt x="136" y="32"/>
                        </a:lnTo>
                        <a:lnTo>
                          <a:pt x="120" y="40"/>
                        </a:lnTo>
                        <a:lnTo>
                          <a:pt x="112" y="48"/>
                        </a:lnTo>
                        <a:lnTo>
                          <a:pt x="96" y="56"/>
                        </a:lnTo>
                        <a:lnTo>
                          <a:pt x="104" y="64"/>
                        </a:lnTo>
                        <a:lnTo>
                          <a:pt x="104" y="72"/>
                        </a:lnTo>
                        <a:lnTo>
                          <a:pt x="80" y="96"/>
                        </a:lnTo>
                        <a:lnTo>
                          <a:pt x="64" y="96"/>
                        </a:lnTo>
                        <a:lnTo>
                          <a:pt x="56" y="112"/>
                        </a:lnTo>
                        <a:lnTo>
                          <a:pt x="64" y="120"/>
                        </a:lnTo>
                        <a:lnTo>
                          <a:pt x="64" y="160"/>
                        </a:lnTo>
                        <a:lnTo>
                          <a:pt x="48" y="184"/>
                        </a:lnTo>
                        <a:lnTo>
                          <a:pt x="56" y="200"/>
                        </a:lnTo>
                        <a:lnTo>
                          <a:pt x="48" y="216"/>
                        </a:lnTo>
                        <a:lnTo>
                          <a:pt x="24" y="208"/>
                        </a:lnTo>
                        <a:lnTo>
                          <a:pt x="16" y="224"/>
                        </a:lnTo>
                        <a:lnTo>
                          <a:pt x="16" y="256"/>
                        </a:lnTo>
                        <a:lnTo>
                          <a:pt x="16" y="304"/>
                        </a:lnTo>
                        <a:lnTo>
                          <a:pt x="32" y="320"/>
                        </a:lnTo>
                        <a:lnTo>
                          <a:pt x="32" y="336"/>
                        </a:lnTo>
                        <a:lnTo>
                          <a:pt x="16" y="344"/>
                        </a:lnTo>
                        <a:lnTo>
                          <a:pt x="16" y="352"/>
                        </a:lnTo>
                        <a:lnTo>
                          <a:pt x="24" y="360"/>
                        </a:lnTo>
                        <a:lnTo>
                          <a:pt x="24" y="376"/>
                        </a:lnTo>
                        <a:lnTo>
                          <a:pt x="16" y="384"/>
                        </a:lnTo>
                        <a:lnTo>
                          <a:pt x="8" y="424"/>
                        </a:lnTo>
                        <a:lnTo>
                          <a:pt x="8" y="432"/>
                        </a:lnTo>
                        <a:lnTo>
                          <a:pt x="0" y="448"/>
                        </a:lnTo>
                        <a:lnTo>
                          <a:pt x="16" y="456"/>
                        </a:lnTo>
                        <a:lnTo>
                          <a:pt x="8" y="488"/>
                        </a:lnTo>
                        <a:lnTo>
                          <a:pt x="16" y="496"/>
                        </a:lnTo>
                        <a:lnTo>
                          <a:pt x="24" y="504"/>
                        </a:lnTo>
                        <a:lnTo>
                          <a:pt x="32" y="520"/>
                        </a:lnTo>
                        <a:lnTo>
                          <a:pt x="32" y="536"/>
                        </a:lnTo>
                        <a:lnTo>
                          <a:pt x="32" y="552"/>
                        </a:lnTo>
                        <a:lnTo>
                          <a:pt x="48" y="560"/>
                        </a:lnTo>
                        <a:lnTo>
                          <a:pt x="48" y="552"/>
                        </a:lnTo>
                        <a:lnTo>
                          <a:pt x="56" y="552"/>
                        </a:lnTo>
                        <a:lnTo>
                          <a:pt x="72" y="536"/>
                        </a:lnTo>
                        <a:lnTo>
                          <a:pt x="88" y="536"/>
                        </a:lnTo>
                        <a:lnTo>
                          <a:pt x="96" y="528"/>
                        </a:lnTo>
                        <a:lnTo>
                          <a:pt x="104" y="496"/>
                        </a:lnTo>
                        <a:lnTo>
                          <a:pt x="112" y="480"/>
                        </a:lnTo>
                        <a:lnTo>
                          <a:pt x="104" y="448"/>
                        </a:lnTo>
                        <a:lnTo>
                          <a:pt x="112" y="432"/>
                        </a:lnTo>
                        <a:lnTo>
                          <a:pt x="120" y="440"/>
                        </a:lnTo>
                        <a:lnTo>
                          <a:pt x="120" y="424"/>
                        </a:lnTo>
                        <a:lnTo>
                          <a:pt x="128" y="424"/>
                        </a:lnTo>
                        <a:lnTo>
                          <a:pt x="136" y="424"/>
                        </a:lnTo>
                        <a:lnTo>
                          <a:pt x="152" y="408"/>
                        </a:lnTo>
                        <a:lnTo>
                          <a:pt x="152" y="376"/>
                        </a:lnTo>
                        <a:lnTo>
                          <a:pt x="136" y="360"/>
                        </a:lnTo>
                        <a:lnTo>
                          <a:pt x="120" y="344"/>
                        </a:lnTo>
                        <a:lnTo>
                          <a:pt x="120" y="320"/>
                        </a:lnTo>
                        <a:lnTo>
                          <a:pt x="128" y="312"/>
                        </a:lnTo>
                        <a:lnTo>
                          <a:pt x="120" y="304"/>
                        </a:lnTo>
                        <a:lnTo>
                          <a:pt x="120" y="288"/>
                        </a:lnTo>
                        <a:lnTo>
                          <a:pt x="136" y="280"/>
                        </a:lnTo>
                        <a:lnTo>
                          <a:pt x="136" y="256"/>
                        </a:lnTo>
                        <a:lnTo>
                          <a:pt x="152" y="248"/>
                        </a:lnTo>
                        <a:lnTo>
                          <a:pt x="160" y="232"/>
                        </a:lnTo>
                        <a:lnTo>
                          <a:pt x="176" y="224"/>
                        </a:lnTo>
                        <a:lnTo>
                          <a:pt x="192" y="208"/>
                        </a:lnTo>
                        <a:lnTo>
                          <a:pt x="208" y="184"/>
                        </a:lnTo>
                        <a:lnTo>
                          <a:pt x="200" y="176"/>
                        </a:lnTo>
                        <a:lnTo>
                          <a:pt x="200" y="168"/>
                        </a:lnTo>
                        <a:lnTo>
                          <a:pt x="208" y="152"/>
                        </a:lnTo>
                        <a:lnTo>
                          <a:pt x="208" y="144"/>
                        </a:lnTo>
                        <a:lnTo>
                          <a:pt x="224" y="128"/>
                        </a:lnTo>
                        <a:lnTo>
                          <a:pt x="224" y="120"/>
                        </a:lnTo>
                        <a:lnTo>
                          <a:pt x="240" y="120"/>
                        </a:lnTo>
                        <a:lnTo>
                          <a:pt x="256" y="12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47" name="Freeform 204">
                    <a:extLst>
                      <a:ext uri="{FF2B5EF4-FFF2-40B4-BE49-F238E27FC236}">
                        <a16:creationId xmlns:a16="http://schemas.microsoft.com/office/drawing/2014/main" id="{66BD907C-B945-729A-549F-377468919284}"/>
                      </a:ext>
                    </a:extLst>
                  </p:cNvPr>
                  <p:cNvSpPr>
                    <a:spLocks/>
                  </p:cNvSpPr>
                  <p:nvPr/>
                </p:nvSpPr>
                <p:spPr bwMode="gray">
                  <a:xfrm>
                    <a:off x="3059" y="1519"/>
                    <a:ext cx="152" cy="293"/>
                  </a:xfrm>
                  <a:custGeom>
                    <a:avLst/>
                    <a:gdLst>
                      <a:gd name="T0" fmla="*/ 56 w 216"/>
                      <a:gd name="T1" fmla="*/ 128 h 416"/>
                      <a:gd name="T2" fmla="*/ 75 w 216"/>
                      <a:gd name="T3" fmla="*/ 101 h 416"/>
                      <a:gd name="T4" fmla="*/ 64 w 216"/>
                      <a:gd name="T5" fmla="*/ 92 h 416"/>
                      <a:gd name="T6" fmla="*/ 67 w 216"/>
                      <a:gd name="T7" fmla="*/ 84 h 416"/>
                      <a:gd name="T8" fmla="*/ 64 w 216"/>
                      <a:gd name="T9" fmla="*/ 73 h 416"/>
                      <a:gd name="T10" fmla="*/ 61 w 216"/>
                      <a:gd name="T11" fmla="*/ 67 h 416"/>
                      <a:gd name="T12" fmla="*/ 64 w 216"/>
                      <a:gd name="T13" fmla="*/ 56 h 416"/>
                      <a:gd name="T14" fmla="*/ 56 w 216"/>
                      <a:gd name="T15" fmla="*/ 36 h 416"/>
                      <a:gd name="T16" fmla="*/ 58 w 216"/>
                      <a:gd name="T17" fmla="*/ 25 h 416"/>
                      <a:gd name="T18" fmla="*/ 53 w 216"/>
                      <a:gd name="T19" fmla="*/ 17 h 416"/>
                      <a:gd name="T20" fmla="*/ 56 w 216"/>
                      <a:gd name="T21" fmla="*/ 3 h 416"/>
                      <a:gd name="T22" fmla="*/ 44 w 216"/>
                      <a:gd name="T23" fmla="*/ 0 h 416"/>
                      <a:gd name="T24" fmla="*/ 36 w 216"/>
                      <a:gd name="T25" fmla="*/ 11 h 416"/>
                      <a:gd name="T26" fmla="*/ 27 w 216"/>
                      <a:gd name="T27" fmla="*/ 14 h 416"/>
                      <a:gd name="T28" fmla="*/ 19 w 216"/>
                      <a:gd name="T29" fmla="*/ 17 h 416"/>
                      <a:gd name="T30" fmla="*/ 6 w 216"/>
                      <a:gd name="T31" fmla="*/ 8 h 416"/>
                      <a:gd name="T32" fmla="*/ 0 w 216"/>
                      <a:gd name="T33" fmla="*/ 11 h 416"/>
                      <a:gd name="T34" fmla="*/ 6 w 216"/>
                      <a:gd name="T35" fmla="*/ 19 h 416"/>
                      <a:gd name="T36" fmla="*/ 19 w 216"/>
                      <a:gd name="T37" fmla="*/ 25 h 416"/>
                      <a:gd name="T38" fmla="*/ 23 w 216"/>
                      <a:gd name="T39" fmla="*/ 34 h 416"/>
                      <a:gd name="T40" fmla="*/ 23 w 216"/>
                      <a:gd name="T41" fmla="*/ 48 h 416"/>
                      <a:gd name="T42" fmla="*/ 27 w 216"/>
                      <a:gd name="T43" fmla="*/ 53 h 416"/>
                      <a:gd name="T44" fmla="*/ 34 w 216"/>
                      <a:gd name="T45" fmla="*/ 61 h 416"/>
                      <a:gd name="T46" fmla="*/ 31 w 216"/>
                      <a:gd name="T47" fmla="*/ 70 h 416"/>
                      <a:gd name="T48" fmla="*/ 25 w 216"/>
                      <a:gd name="T49" fmla="*/ 78 h 416"/>
                      <a:gd name="T50" fmla="*/ 19 w 216"/>
                      <a:gd name="T51" fmla="*/ 84 h 416"/>
                      <a:gd name="T52" fmla="*/ 14 w 216"/>
                      <a:gd name="T53" fmla="*/ 89 h 416"/>
                      <a:gd name="T54" fmla="*/ 11 w 216"/>
                      <a:gd name="T55" fmla="*/ 95 h 416"/>
                      <a:gd name="T56" fmla="*/ 6 w 216"/>
                      <a:gd name="T57" fmla="*/ 101 h 416"/>
                      <a:gd name="T58" fmla="*/ 3 w 216"/>
                      <a:gd name="T59" fmla="*/ 111 h 416"/>
                      <a:gd name="T60" fmla="*/ 6 w 216"/>
                      <a:gd name="T61" fmla="*/ 126 h 416"/>
                      <a:gd name="T62" fmla="*/ 8 w 216"/>
                      <a:gd name="T63" fmla="*/ 137 h 416"/>
                      <a:gd name="T64" fmla="*/ 14 w 216"/>
                      <a:gd name="T65" fmla="*/ 140 h 416"/>
                      <a:gd name="T66" fmla="*/ 23 w 216"/>
                      <a:gd name="T67" fmla="*/ 145 h 416"/>
                      <a:gd name="T68" fmla="*/ 25 w 216"/>
                      <a:gd name="T69" fmla="*/ 142 h 416"/>
                      <a:gd name="T70" fmla="*/ 36 w 216"/>
                      <a:gd name="T71" fmla="*/ 142 h 416"/>
                      <a:gd name="T72" fmla="*/ 42 w 216"/>
                      <a:gd name="T73" fmla="*/ 137 h 416"/>
                      <a:gd name="T74" fmla="*/ 48 w 216"/>
                      <a:gd name="T75" fmla="*/ 137 h 4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16"/>
                      <a:gd name="T115" fmla="*/ 0 h 416"/>
                      <a:gd name="T116" fmla="*/ 216 w 216"/>
                      <a:gd name="T117" fmla="*/ 416 h 4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16" h="416">
                        <a:moveTo>
                          <a:pt x="152" y="384"/>
                        </a:moveTo>
                        <a:lnTo>
                          <a:pt x="160" y="368"/>
                        </a:lnTo>
                        <a:lnTo>
                          <a:pt x="184" y="336"/>
                        </a:lnTo>
                        <a:lnTo>
                          <a:pt x="216" y="288"/>
                        </a:lnTo>
                        <a:lnTo>
                          <a:pt x="200" y="272"/>
                        </a:lnTo>
                        <a:lnTo>
                          <a:pt x="184" y="264"/>
                        </a:lnTo>
                        <a:lnTo>
                          <a:pt x="184" y="256"/>
                        </a:lnTo>
                        <a:lnTo>
                          <a:pt x="192" y="240"/>
                        </a:lnTo>
                        <a:lnTo>
                          <a:pt x="192" y="224"/>
                        </a:lnTo>
                        <a:lnTo>
                          <a:pt x="184" y="208"/>
                        </a:lnTo>
                        <a:lnTo>
                          <a:pt x="192" y="200"/>
                        </a:lnTo>
                        <a:lnTo>
                          <a:pt x="176" y="192"/>
                        </a:lnTo>
                        <a:lnTo>
                          <a:pt x="184" y="176"/>
                        </a:lnTo>
                        <a:lnTo>
                          <a:pt x="184" y="160"/>
                        </a:lnTo>
                        <a:lnTo>
                          <a:pt x="184" y="136"/>
                        </a:lnTo>
                        <a:lnTo>
                          <a:pt x="160" y="104"/>
                        </a:lnTo>
                        <a:lnTo>
                          <a:pt x="176" y="88"/>
                        </a:lnTo>
                        <a:lnTo>
                          <a:pt x="168" y="72"/>
                        </a:lnTo>
                        <a:lnTo>
                          <a:pt x="152" y="56"/>
                        </a:lnTo>
                        <a:lnTo>
                          <a:pt x="152" y="48"/>
                        </a:lnTo>
                        <a:lnTo>
                          <a:pt x="168" y="32"/>
                        </a:lnTo>
                        <a:lnTo>
                          <a:pt x="160" y="8"/>
                        </a:lnTo>
                        <a:lnTo>
                          <a:pt x="144" y="0"/>
                        </a:lnTo>
                        <a:lnTo>
                          <a:pt x="128" y="0"/>
                        </a:lnTo>
                        <a:lnTo>
                          <a:pt x="104" y="8"/>
                        </a:lnTo>
                        <a:lnTo>
                          <a:pt x="104" y="32"/>
                        </a:lnTo>
                        <a:lnTo>
                          <a:pt x="88" y="48"/>
                        </a:lnTo>
                        <a:lnTo>
                          <a:pt x="80" y="40"/>
                        </a:lnTo>
                        <a:lnTo>
                          <a:pt x="64" y="40"/>
                        </a:lnTo>
                        <a:lnTo>
                          <a:pt x="56" y="48"/>
                        </a:lnTo>
                        <a:lnTo>
                          <a:pt x="40" y="48"/>
                        </a:lnTo>
                        <a:lnTo>
                          <a:pt x="16" y="24"/>
                        </a:lnTo>
                        <a:lnTo>
                          <a:pt x="8" y="24"/>
                        </a:lnTo>
                        <a:lnTo>
                          <a:pt x="0" y="32"/>
                        </a:lnTo>
                        <a:lnTo>
                          <a:pt x="0" y="40"/>
                        </a:lnTo>
                        <a:lnTo>
                          <a:pt x="16" y="56"/>
                        </a:lnTo>
                        <a:lnTo>
                          <a:pt x="32" y="56"/>
                        </a:lnTo>
                        <a:lnTo>
                          <a:pt x="56" y="72"/>
                        </a:lnTo>
                        <a:lnTo>
                          <a:pt x="48" y="88"/>
                        </a:lnTo>
                        <a:lnTo>
                          <a:pt x="64" y="96"/>
                        </a:lnTo>
                        <a:lnTo>
                          <a:pt x="64" y="112"/>
                        </a:lnTo>
                        <a:lnTo>
                          <a:pt x="64" y="136"/>
                        </a:lnTo>
                        <a:lnTo>
                          <a:pt x="64" y="152"/>
                        </a:lnTo>
                        <a:lnTo>
                          <a:pt x="80" y="152"/>
                        </a:lnTo>
                        <a:lnTo>
                          <a:pt x="96" y="168"/>
                        </a:lnTo>
                        <a:lnTo>
                          <a:pt x="96" y="176"/>
                        </a:lnTo>
                        <a:lnTo>
                          <a:pt x="96" y="184"/>
                        </a:lnTo>
                        <a:lnTo>
                          <a:pt x="88" y="200"/>
                        </a:lnTo>
                        <a:lnTo>
                          <a:pt x="80" y="200"/>
                        </a:lnTo>
                        <a:lnTo>
                          <a:pt x="72" y="224"/>
                        </a:lnTo>
                        <a:lnTo>
                          <a:pt x="64" y="240"/>
                        </a:lnTo>
                        <a:lnTo>
                          <a:pt x="56" y="240"/>
                        </a:lnTo>
                        <a:lnTo>
                          <a:pt x="48" y="256"/>
                        </a:lnTo>
                        <a:lnTo>
                          <a:pt x="40" y="256"/>
                        </a:lnTo>
                        <a:lnTo>
                          <a:pt x="32" y="264"/>
                        </a:lnTo>
                        <a:lnTo>
                          <a:pt x="32" y="272"/>
                        </a:lnTo>
                        <a:lnTo>
                          <a:pt x="16" y="280"/>
                        </a:lnTo>
                        <a:lnTo>
                          <a:pt x="16" y="288"/>
                        </a:lnTo>
                        <a:lnTo>
                          <a:pt x="8" y="296"/>
                        </a:lnTo>
                        <a:lnTo>
                          <a:pt x="8" y="320"/>
                        </a:lnTo>
                        <a:lnTo>
                          <a:pt x="16" y="344"/>
                        </a:lnTo>
                        <a:lnTo>
                          <a:pt x="16" y="360"/>
                        </a:lnTo>
                        <a:lnTo>
                          <a:pt x="16" y="392"/>
                        </a:lnTo>
                        <a:lnTo>
                          <a:pt x="24" y="392"/>
                        </a:lnTo>
                        <a:lnTo>
                          <a:pt x="32" y="400"/>
                        </a:lnTo>
                        <a:lnTo>
                          <a:pt x="40" y="400"/>
                        </a:lnTo>
                        <a:lnTo>
                          <a:pt x="48" y="416"/>
                        </a:lnTo>
                        <a:lnTo>
                          <a:pt x="64" y="416"/>
                        </a:lnTo>
                        <a:lnTo>
                          <a:pt x="64" y="408"/>
                        </a:lnTo>
                        <a:lnTo>
                          <a:pt x="72" y="408"/>
                        </a:lnTo>
                        <a:lnTo>
                          <a:pt x="88" y="408"/>
                        </a:lnTo>
                        <a:lnTo>
                          <a:pt x="104" y="408"/>
                        </a:lnTo>
                        <a:lnTo>
                          <a:pt x="104" y="400"/>
                        </a:lnTo>
                        <a:lnTo>
                          <a:pt x="120" y="392"/>
                        </a:lnTo>
                        <a:lnTo>
                          <a:pt x="128" y="392"/>
                        </a:lnTo>
                        <a:lnTo>
                          <a:pt x="136" y="392"/>
                        </a:lnTo>
                        <a:lnTo>
                          <a:pt x="152" y="38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48" name="Freeform 205">
                    <a:extLst>
                      <a:ext uri="{FF2B5EF4-FFF2-40B4-BE49-F238E27FC236}">
                        <a16:creationId xmlns:a16="http://schemas.microsoft.com/office/drawing/2014/main" id="{09CC7D3B-E4F7-C81A-BA64-1773F1EDAF84}"/>
                      </a:ext>
                    </a:extLst>
                  </p:cNvPr>
                  <p:cNvSpPr>
                    <a:spLocks/>
                  </p:cNvSpPr>
                  <p:nvPr/>
                </p:nvSpPr>
                <p:spPr bwMode="gray">
                  <a:xfrm>
                    <a:off x="1703" y="1069"/>
                    <a:ext cx="883" cy="748"/>
                  </a:xfrm>
                  <a:custGeom>
                    <a:avLst/>
                    <a:gdLst>
                      <a:gd name="T0" fmla="*/ 178 w 1256"/>
                      <a:gd name="T1" fmla="*/ 353 h 1064"/>
                      <a:gd name="T2" fmla="*/ 159 w 1256"/>
                      <a:gd name="T3" fmla="*/ 320 h 1064"/>
                      <a:gd name="T4" fmla="*/ 153 w 1256"/>
                      <a:gd name="T5" fmla="*/ 303 h 1064"/>
                      <a:gd name="T6" fmla="*/ 144 w 1256"/>
                      <a:gd name="T7" fmla="*/ 267 h 1064"/>
                      <a:gd name="T8" fmla="*/ 148 w 1256"/>
                      <a:gd name="T9" fmla="*/ 250 h 1064"/>
                      <a:gd name="T10" fmla="*/ 148 w 1256"/>
                      <a:gd name="T11" fmla="*/ 245 h 1064"/>
                      <a:gd name="T12" fmla="*/ 148 w 1256"/>
                      <a:gd name="T13" fmla="*/ 226 h 1064"/>
                      <a:gd name="T14" fmla="*/ 153 w 1256"/>
                      <a:gd name="T15" fmla="*/ 214 h 1064"/>
                      <a:gd name="T16" fmla="*/ 128 w 1256"/>
                      <a:gd name="T17" fmla="*/ 205 h 1064"/>
                      <a:gd name="T18" fmla="*/ 122 w 1256"/>
                      <a:gd name="T19" fmla="*/ 172 h 1064"/>
                      <a:gd name="T20" fmla="*/ 92 w 1256"/>
                      <a:gd name="T21" fmla="*/ 139 h 1064"/>
                      <a:gd name="T22" fmla="*/ 61 w 1256"/>
                      <a:gd name="T23" fmla="*/ 136 h 1064"/>
                      <a:gd name="T24" fmla="*/ 47 w 1256"/>
                      <a:gd name="T25" fmla="*/ 142 h 1064"/>
                      <a:gd name="T26" fmla="*/ 19 w 1256"/>
                      <a:gd name="T27" fmla="*/ 128 h 1064"/>
                      <a:gd name="T28" fmla="*/ 31 w 1256"/>
                      <a:gd name="T29" fmla="*/ 125 h 1064"/>
                      <a:gd name="T30" fmla="*/ 27 w 1256"/>
                      <a:gd name="T31" fmla="*/ 120 h 1064"/>
                      <a:gd name="T32" fmla="*/ 3 w 1256"/>
                      <a:gd name="T33" fmla="*/ 105 h 1064"/>
                      <a:gd name="T34" fmla="*/ 47 w 1256"/>
                      <a:gd name="T35" fmla="*/ 94 h 1064"/>
                      <a:gd name="T36" fmla="*/ 41 w 1256"/>
                      <a:gd name="T37" fmla="*/ 81 h 1064"/>
                      <a:gd name="T38" fmla="*/ 70 w 1256"/>
                      <a:gd name="T39" fmla="*/ 58 h 1064"/>
                      <a:gd name="T40" fmla="*/ 94 w 1256"/>
                      <a:gd name="T41" fmla="*/ 44 h 1064"/>
                      <a:gd name="T42" fmla="*/ 125 w 1256"/>
                      <a:gd name="T43" fmla="*/ 36 h 1064"/>
                      <a:gd name="T44" fmla="*/ 148 w 1256"/>
                      <a:gd name="T45" fmla="*/ 41 h 1064"/>
                      <a:gd name="T46" fmla="*/ 169 w 1256"/>
                      <a:gd name="T47" fmla="*/ 31 h 1064"/>
                      <a:gd name="T48" fmla="*/ 205 w 1256"/>
                      <a:gd name="T49" fmla="*/ 36 h 1064"/>
                      <a:gd name="T50" fmla="*/ 217 w 1256"/>
                      <a:gd name="T51" fmla="*/ 27 h 1064"/>
                      <a:gd name="T52" fmla="*/ 198 w 1256"/>
                      <a:gd name="T53" fmla="*/ 22 h 1064"/>
                      <a:gd name="T54" fmla="*/ 203 w 1256"/>
                      <a:gd name="T55" fmla="*/ 11 h 1064"/>
                      <a:gd name="T56" fmla="*/ 239 w 1256"/>
                      <a:gd name="T57" fmla="*/ 17 h 1064"/>
                      <a:gd name="T58" fmla="*/ 239 w 1256"/>
                      <a:gd name="T59" fmla="*/ 6 h 1064"/>
                      <a:gd name="T60" fmla="*/ 264 w 1256"/>
                      <a:gd name="T61" fmla="*/ 0 h 1064"/>
                      <a:gd name="T62" fmla="*/ 314 w 1256"/>
                      <a:gd name="T63" fmla="*/ 3 h 1064"/>
                      <a:gd name="T64" fmla="*/ 286 w 1256"/>
                      <a:gd name="T65" fmla="*/ 14 h 1064"/>
                      <a:gd name="T66" fmla="*/ 272 w 1256"/>
                      <a:gd name="T67" fmla="*/ 22 h 1064"/>
                      <a:gd name="T68" fmla="*/ 342 w 1256"/>
                      <a:gd name="T69" fmla="*/ 19 h 1064"/>
                      <a:gd name="T70" fmla="*/ 364 w 1256"/>
                      <a:gd name="T71" fmla="*/ 31 h 1064"/>
                      <a:gd name="T72" fmla="*/ 281 w 1256"/>
                      <a:gd name="T73" fmla="*/ 44 h 1064"/>
                      <a:gd name="T74" fmla="*/ 330 w 1256"/>
                      <a:gd name="T75" fmla="*/ 47 h 1064"/>
                      <a:gd name="T76" fmla="*/ 361 w 1256"/>
                      <a:gd name="T77" fmla="*/ 41 h 1064"/>
                      <a:gd name="T78" fmla="*/ 361 w 1256"/>
                      <a:gd name="T79" fmla="*/ 61 h 1064"/>
                      <a:gd name="T80" fmla="*/ 397 w 1256"/>
                      <a:gd name="T81" fmla="*/ 41 h 1064"/>
                      <a:gd name="T82" fmla="*/ 408 w 1256"/>
                      <a:gd name="T83" fmla="*/ 67 h 1064"/>
                      <a:gd name="T84" fmla="*/ 381 w 1256"/>
                      <a:gd name="T85" fmla="*/ 67 h 1064"/>
                      <a:gd name="T86" fmla="*/ 378 w 1256"/>
                      <a:gd name="T87" fmla="*/ 84 h 1064"/>
                      <a:gd name="T88" fmla="*/ 381 w 1256"/>
                      <a:gd name="T89" fmla="*/ 92 h 1064"/>
                      <a:gd name="T90" fmla="*/ 375 w 1256"/>
                      <a:gd name="T91" fmla="*/ 111 h 1064"/>
                      <a:gd name="T92" fmla="*/ 387 w 1256"/>
                      <a:gd name="T93" fmla="*/ 128 h 1064"/>
                      <a:gd name="T94" fmla="*/ 375 w 1256"/>
                      <a:gd name="T95" fmla="*/ 139 h 1064"/>
                      <a:gd name="T96" fmla="*/ 375 w 1256"/>
                      <a:gd name="T97" fmla="*/ 150 h 1064"/>
                      <a:gd name="T98" fmla="*/ 381 w 1256"/>
                      <a:gd name="T99" fmla="*/ 167 h 1064"/>
                      <a:gd name="T100" fmla="*/ 356 w 1256"/>
                      <a:gd name="T101" fmla="*/ 175 h 1064"/>
                      <a:gd name="T102" fmla="*/ 328 w 1256"/>
                      <a:gd name="T103" fmla="*/ 178 h 1064"/>
                      <a:gd name="T104" fmla="*/ 344 w 1256"/>
                      <a:gd name="T105" fmla="*/ 192 h 1064"/>
                      <a:gd name="T106" fmla="*/ 364 w 1256"/>
                      <a:gd name="T107" fmla="*/ 214 h 1064"/>
                      <a:gd name="T108" fmla="*/ 322 w 1256"/>
                      <a:gd name="T109" fmla="*/ 200 h 1064"/>
                      <a:gd name="T110" fmla="*/ 322 w 1256"/>
                      <a:gd name="T111" fmla="*/ 219 h 1064"/>
                      <a:gd name="T112" fmla="*/ 339 w 1256"/>
                      <a:gd name="T113" fmla="*/ 219 h 1064"/>
                      <a:gd name="T114" fmla="*/ 342 w 1256"/>
                      <a:gd name="T115" fmla="*/ 236 h 1064"/>
                      <a:gd name="T116" fmla="*/ 300 w 1256"/>
                      <a:gd name="T117" fmla="*/ 247 h 1064"/>
                      <a:gd name="T118" fmla="*/ 267 w 1256"/>
                      <a:gd name="T119" fmla="*/ 267 h 1064"/>
                      <a:gd name="T120" fmla="*/ 233 w 1256"/>
                      <a:gd name="T121" fmla="*/ 284 h 1064"/>
                      <a:gd name="T122" fmla="*/ 226 w 1256"/>
                      <a:gd name="T123" fmla="*/ 311 h 1064"/>
                      <a:gd name="T124" fmla="*/ 217 w 1256"/>
                      <a:gd name="T125" fmla="*/ 350 h 106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256"/>
                      <a:gd name="T190" fmla="*/ 0 h 1064"/>
                      <a:gd name="T191" fmla="*/ 1256 w 1256"/>
                      <a:gd name="T192" fmla="*/ 1064 h 106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256" h="1064">
                        <a:moveTo>
                          <a:pt x="608" y="1064"/>
                        </a:moveTo>
                        <a:lnTo>
                          <a:pt x="600" y="1056"/>
                        </a:lnTo>
                        <a:lnTo>
                          <a:pt x="584" y="1064"/>
                        </a:lnTo>
                        <a:lnTo>
                          <a:pt x="584" y="1056"/>
                        </a:lnTo>
                        <a:lnTo>
                          <a:pt x="584" y="1040"/>
                        </a:lnTo>
                        <a:lnTo>
                          <a:pt x="560" y="1032"/>
                        </a:lnTo>
                        <a:lnTo>
                          <a:pt x="552" y="1016"/>
                        </a:lnTo>
                        <a:lnTo>
                          <a:pt x="528" y="1024"/>
                        </a:lnTo>
                        <a:lnTo>
                          <a:pt x="520" y="1032"/>
                        </a:lnTo>
                        <a:lnTo>
                          <a:pt x="512" y="1032"/>
                        </a:lnTo>
                        <a:lnTo>
                          <a:pt x="512" y="1016"/>
                        </a:lnTo>
                        <a:lnTo>
                          <a:pt x="504" y="1008"/>
                        </a:lnTo>
                        <a:lnTo>
                          <a:pt x="496" y="1000"/>
                        </a:lnTo>
                        <a:lnTo>
                          <a:pt x="488" y="992"/>
                        </a:lnTo>
                        <a:lnTo>
                          <a:pt x="480" y="976"/>
                        </a:lnTo>
                        <a:lnTo>
                          <a:pt x="480" y="968"/>
                        </a:lnTo>
                        <a:lnTo>
                          <a:pt x="464" y="960"/>
                        </a:lnTo>
                        <a:lnTo>
                          <a:pt x="464" y="952"/>
                        </a:lnTo>
                        <a:lnTo>
                          <a:pt x="472" y="944"/>
                        </a:lnTo>
                        <a:lnTo>
                          <a:pt x="464" y="936"/>
                        </a:lnTo>
                        <a:lnTo>
                          <a:pt x="464" y="928"/>
                        </a:lnTo>
                        <a:lnTo>
                          <a:pt x="456" y="920"/>
                        </a:lnTo>
                        <a:lnTo>
                          <a:pt x="456" y="912"/>
                        </a:lnTo>
                        <a:lnTo>
                          <a:pt x="448" y="904"/>
                        </a:lnTo>
                        <a:lnTo>
                          <a:pt x="448" y="888"/>
                        </a:lnTo>
                        <a:lnTo>
                          <a:pt x="464" y="888"/>
                        </a:lnTo>
                        <a:lnTo>
                          <a:pt x="464" y="872"/>
                        </a:lnTo>
                        <a:lnTo>
                          <a:pt x="464" y="864"/>
                        </a:lnTo>
                        <a:lnTo>
                          <a:pt x="472" y="872"/>
                        </a:lnTo>
                        <a:lnTo>
                          <a:pt x="480" y="856"/>
                        </a:lnTo>
                        <a:lnTo>
                          <a:pt x="456" y="848"/>
                        </a:lnTo>
                        <a:lnTo>
                          <a:pt x="448" y="856"/>
                        </a:lnTo>
                        <a:lnTo>
                          <a:pt x="440" y="872"/>
                        </a:lnTo>
                        <a:lnTo>
                          <a:pt x="432" y="872"/>
                        </a:lnTo>
                        <a:lnTo>
                          <a:pt x="432" y="856"/>
                        </a:lnTo>
                        <a:lnTo>
                          <a:pt x="432" y="832"/>
                        </a:lnTo>
                        <a:lnTo>
                          <a:pt x="432" y="824"/>
                        </a:lnTo>
                        <a:lnTo>
                          <a:pt x="416" y="808"/>
                        </a:lnTo>
                        <a:lnTo>
                          <a:pt x="424" y="808"/>
                        </a:lnTo>
                        <a:lnTo>
                          <a:pt x="424" y="792"/>
                        </a:lnTo>
                        <a:lnTo>
                          <a:pt x="408" y="792"/>
                        </a:lnTo>
                        <a:lnTo>
                          <a:pt x="400" y="776"/>
                        </a:lnTo>
                        <a:lnTo>
                          <a:pt x="408" y="768"/>
                        </a:lnTo>
                        <a:lnTo>
                          <a:pt x="416" y="768"/>
                        </a:lnTo>
                        <a:lnTo>
                          <a:pt x="424" y="752"/>
                        </a:lnTo>
                        <a:lnTo>
                          <a:pt x="408" y="752"/>
                        </a:lnTo>
                        <a:lnTo>
                          <a:pt x="400" y="752"/>
                        </a:lnTo>
                        <a:lnTo>
                          <a:pt x="400" y="736"/>
                        </a:lnTo>
                        <a:lnTo>
                          <a:pt x="432" y="728"/>
                        </a:lnTo>
                        <a:lnTo>
                          <a:pt x="440" y="728"/>
                        </a:lnTo>
                        <a:lnTo>
                          <a:pt x="456" y="736"/>
                        </a:lnTo>
                        <a:lnTo>
                          <a:pt x="464" y="728"/>
                        </a:lnTo>
                        <a:lnTo>
                          <a:pt x="456" y="720"/>
                        </a:lnTo>
                        <a:lnTo>
                          <a:pt x="432" y="720"/>
                        </a:lnTo>
                        <a:lnTo>
                          <a:pt x="424" y="720"/>
                        </a:lnTo>
                        <a:lnTo>
                          <a:pt x="408" y="728"/>
                        </a:lnTo>
                        <a:lnTo>
                          <a:pt x="400" y="728"/>
                        </a:lnTo>
                        <a:lnTo>
                          <a:pt x="400" y="720"/>
                        </a:lnTo>
                        <a:lnTo>
                          <a:pt x="416" y="712"/>
                        </a:lnTo>
                        <a:lnTo>
                          <a:pt x="440" y="712"/>
                        </a:lnTo>
                        <a:lnTo>
                          <a:pt x="464" y="720"/>
                        </a:lnTo>
                        <a:lnTo>
                          <a:pt x="464" y="712"/>
                        </a:lnTo>
                        <a:lnTo>
                          <a:pt x="456" y="712"/>
                        </a:lnTo>
                        <a:lnTo>
                          <a:pt x="448" y="704"/>
                        </a:lnTo>
                        <a:lnTo>
                          <a:pt x="432" y="712"/>
                        </a:lnTo>
                        <a:lnTo>
                          <a:pt x="424" y="704"/>
                        </a:lnTo>
                        <a:lnTo>
                          <a:pt x="440" y="696"/>
                        </a:lnTo>
                        <a:lnTo>
                          <a:pt x="456" y="696"/>
                        </a:lnTo>
                        <a:lnTo>
                          <a:pt x="456" y="688"/>
                        </a:lnTo>
                        <a:lnTo>
                          <a:pt x="448" y="688"/>
                        </a:lnTo>
                        <a:lnTo>
                          <a:pt x="456" y="672"/>
                        </a:lnTo>
                        <a:lnTo>
                          <a:pt x="472" y="664"/>
                        </a:lnTo>
                        <a:lnTo>
                          <a:pt x="464" y="656"/>
                        </a:lnTo>
                        <a:lnTo>
                          <a:pt x="472" y="656"/>
                        </a:lnTo>
                        <a:lnTo>
                          <a:pt x="464" y="648"/>
                        </a:lnTo>
                        <a:lnTo>
                          <a:pt x="448" y="648"/>
                        </a:lnTo>
                        <a:lnTo>
                          <a:pt x="424" y="648"/>
                        </a:lnTo>
                        <a:lnTo>
                          <a:pt x="408" y="632"/>
                        </a:lnTo>
                        <a:lnTo>
                          <a:pt x="392" y="632"/>
                        </a:lnTo>
                        <a:lnTo>
                          <a:pt x="384" y="624"/>
                        </a:lnTo>
                        <a:lnTo>
                          <a:pt x="384" y="616"/>
                        </a:lnTo>
                        <a:lnTo>
                          <a:pt x="408" y="624"/>
                        </a:lnTo>
                        <a:lnTo>
                          <a:pt x="424" y="624"/>
                        </a:lnTo>
                        <a:lnTo>
                          <a:pt x="432" y="624"/>
                        </a:lnTo>
                        <a:lnTo>
                          <a:pt x="456" y="640"/>
                        </a:lnTo>
                        <a:lnTo>
                          <a:pt x="464" y="632"/>
                        </a:lnTo>
                        <a:lnTo>
                          <a:pt x="448" y="624"/>
                        </a:lnTo>
                        <a:lnTo>
                          <a:pt x="440" y="616"/>
                        </a:lnTo>
                        <a:lnTo>
                          <a:pt x="448" y="608"/>
                        </a:lnTo>
                        <a:lnTo>
                          <a:pt x="440" y="600"/>
                        </a:lnTo>
                        <a:lnTo>
                          <a:pt x="424" y="592"/>
                        </a:lnTo>
                        <a:lnTo>
                          <a:pt x="432" y="592"/>
                        </a:lnTo>
                        <a:lnTo>
                          <a:pt x="408" y="576"/>
                        </a:lnTo>
                        <a:lnTo>
                          <a:pt x="408" y="568"/>
                        </a:lnTo>
                        <a:lnTo>
                          <a:pt x="400" y="568"/>
                        </a:lnTo>
                        <a:lnTo>
                          <a:pt x="400" y="584"/>
                        </a:lnTo>
                        <a:lnTo>
                          <a:pt x="392" y="584"/>
                        </a:lnTo>
                        <a:lnTo>
                          <a:pt x="392" y="592"/>
                        </a:lnTo>
                        <a:lnTo>
                          <a:pt x="368" y="592"/>
                        </a:lnTo>
                        <a:lnTo>
                          <a:pt x="360" y="584"/>
                        </a:lnTo>
                        <a:lnTo>
                          <a:pt x="376" y="576"/>
                        </a:lnTo>
                        <a:lnTo>
                          <a:pt x="368" y="568"/>
                        </a:lnTo>
                        <a:lnTo>
                          <a:pt x="368" y="560"/>
                        </a:lnTo>
                        <a:lnTo>
                          <a:pt x="368" y="552"/>
                        </a:lnTo>
                        <a:lnTo>
                          <a:pt x="384" y="552"/>
                        </a:lnTo>
                        <a:lnTo>
                          <a:pt x="376" y="536"/>
                        </a:lnTo>
                        <a:lnTo>
                          <a:pt x="360" y="528"/>
                        </a:lnTo>
                        <a:lnTo>
                          <a:pt x="368" y="520"/>
                        </a:lnTo>
                        <a:lnTo>
                          <a:pt x="352" y="504"/>
                        </a:lnTo>
                        <a:lnTo>
                          <a:pt x="352" y="496"/>
                        </a:lnTo>
                        <a:lnTo>
                          <a:pt x="344" y="488"/>
                        </a:lnTo>
                        <a:lnTo>
                          <a:pt x="344" y="472"/>
                        </a:lnTo>
                        <a:lnTo>
                          <a:pt x="352" y="464"/>
                        </a:lnTo>
                        <a:lnTo>
                          <a:pt x="336" y="464"/>
                        </a:lnTo>
                        <a:lnTo>
                          <a:pt x="328" y="456"/>
                        </a:lnTo>
                        <a:lnTo>
                          <a:pt x="304" y="432"/>
                        </a:lnTo>
                        <a:lnTo>
                          <a:pt x="296" y="424"/>
                        </a:lnTo>
                        <a:lnTo>
                          <a:pt x="296" y="416"/>
                        </a:lnTo>
                        <a:lnTo>
                          <a:pt x="280" y="408"/>
                        </a:lnTo>
                        <a:lnTo>
                          <a:pt x="272" y="408"/>
                        </a:lnTo>
                        <a:lnTo>
                          <a:pt x="264" y="400"/>
                        </a:lnTo>
                        <a:lnTo>
                          <a:pt x="256" y="408"/>
                        </a:lnTo>
                        <a:lnTo>
                          <a:pt x="240" y="400"/>
                        </a:lnTo>
                        <a:lnTo>
                          <a:pt x="248" y="400"/>
                        </a:lnTo>
                        <a:lnTo>
                          <a:pt x="224" y="392"/>
                        </a:lnTo>
                        <a:lnTo>
                          <a:pt x="216" y="400"/>
                        </a:lnTo>
                        <a:lnTo>
                          <a:pt x="208" y="392"/>
                        </a:lnTo>
                        <a:lnTo>
                          <a:pt x="200" y="392"/>
                        </a:lnTo>
                        <a:lnTo>
                          <a:pt x="200" y="400"/>
                        </a:lnTo>
                        <a:lnTo>
                          <a:pt x="184" y="400"/>
                        </a:lnTo>
                        <a:lnTo>
                          <a:pt x="184" y="392"/>
                        </a:lnTo>
                        <a:lnTo>
                          <a:pt x="176" y="392"/>
                        </a:lnTo>
                        <a:lnTo>
                          <a:pt x="176" y="400"/>
                        </a:lnTo>
                        <a:lnTo>
                          <a:pt x="160" y="400"/>
                        </a:lnTo>
                        <a:lnTo>
                          <a:pt x="152" y="400"/>
                        </a:lnTo>
                        <a:lnTo>
                          <a:pt x="152" y="392"/>
                        </a:lnTo>
                        <a:lnTo>
                          <a:pt x="144" y="392"/>
                        </a:lnTo>
                        <a:lnTo>
                          <a:pt x="136" y="400"/>
                        </a:lnTo>
                        <a:lnTo>
                          <a:pt x="128" y="392"/>
                        </a:lnTo>
                        <a:lnTo>
                          <a:pt x="120" y="392"/>
                        </a:lnTo>
                        <a:lnTo>
                          <a:pt x="120" y="400"/>
                        </a:lnTo>
                        <a:lnTo>
                          <a:pt x="136" y="400"/>
                        </a:lnTo>
                        <a:lnTo>
                          <a:pt x="136" y="408"/>
                        </a:lnTo>
                        <a:lnTo>
                          <a:pt x="120" y="408"/>
                        </a:lnTo>
                        <a:lnTo>
                          <a:pt x="112" y="400"/>
                        </a:lnTo>
                        <a:lnTo>
                          <a:pt x="88" y="400"/>
                        </a:lnTo>
                        <a:lnTo>
                          <a:pt x="72" y="392"/>
                        </a:lnTo>
                        <a:lnTo>
                          <a:pt x="88" y="384"/>
                        </a:lnTo>
                        <a:lnTo>
                          <a:pt x="104" y="384"/>
                        </a:lnTo>
                        <a:lnTo>
                          <a:pt x="104" y="376"/>
                        </a:lnTo>
                        <a:lnTo>
                          <a:pt x="72" y="376"/>
                        </a:lnTo>
                        <a:lnTo>
                          <a:pt x="72" y="368"/>
                        </a:lnTo>
                        <a:lnTo>
                          <a:pt x="64" y="368"/>
                        </a:lnTo>
                        <a:lnTo>
                          <a:pt x="56" y="368"/>
                        </a:lnTo>
                        <a:lnTo>
                          <a:pt x="48" y="376"/>
                        </a:lnTo>
                        <a:lnTo>
                          <a:pt x="32" y="360"/>
                        </a:lnTo>
                        <a:lnTo>
                          <a:pt x="56" y="360"/>
                        </a:lnTo>
                        <a:lnTo>
                          <a:pt x="72" y="360"/>
                        </a:lnTo>
                        <a:lnTo>
                          <a:pt x="88" y="360"/>
                        </a:lnTo>
                        <a:lnTo>
                          <a:pt x="104" y="360"/>
                        </a:lnTo>
                        <a:lnTo>
                          <a:pt x="112" y="360"/>
                        </a:lnTo>
                        <a:lnTo>
                          <a:pt x="128" y="368"/>
                        </a:lnTo>
                        <a:lnTo>
                          <a:pt x="136" y="360"/>
                        </a:lnTo>
                        <a:lnTo>
                          <a:pt x="112" y="352"/>
                        </a:lnTo>
                        <a:lnTo>
                          <a:pt x="88" y="360"/>
                        </a:lnTo>
                        <a:lnTo>
                          <a:pt x="88" y="352"/>
                        </a:lnTo>
                        <a:lnTo>
                          <a:pt x="112" y="352"/>
                        </a:lnTo>
                        <a:lnTo>
                          <a:pt x="120" y="352"/>
                        </a:lnTo>
                        <a:lnTo>
                          <a:pt x="136" y="352"/>
                        </a:lnTo>
                        <a:lnTo>
                          <a:pt x="144" y="344"/>
                        </a:lnTo>
                        <a:lnTo>
                          <a:pt x="136" y="336"/>
                        </a:lnTo>
                        <a:lnTo>
                          <a:pt x="120" y="336"/>
                        </a:lnTo>
                        <a:lnTo>
                          <a:pt x="112" y="344"/>
                        </a:lnTo>
                        <a:lnTo>
                          <a:pt x="104" y="344"/>
                        </a:lnTo>
                        <a:lnTo>
                          <a:pt x="96" y="344"/>
                        </a:lnTo>
                        <a:lnTo>
                          <a:pt x="80" y="344"/>
                        </a:lnTo>
                        <a:lnTo>
                          <a:pt x="64" y="344"/>
                        </a:lnTo>
                        <a:lnTo>
                          <a:pt x="64" y="336"/>
                        </a:lnTo>
                        <a:lnTo>
                          <a:pt x="56" y="336"/>
                        </a:lnTo>
                        <a:lnTo>
                          <a:pt x="48" y="336"/>
                        </a:lnTo>
                        <a:lnTo>
                          <a:pt x="32" y="336"/>
                        </a:lnTo>
                        <a:lnTo>
                          <a:pt x="32" y="328"/>
                        </a:lnTo>
                        <a:lnTo>
                          <a:pt x="16" y="328"/>
                        </a:lnTo>
                        <a:lnTo>
                          <a:pt x="0" y="320"/>
                        </a:lnTo>
                        <a:lnTo>
                          <a:pt x="8" y="312"/>
                        </a:lnTo>
                        <a:lnTo>
                          <a:pt x="0" y="312"/>
                        </a:lnTo>
                        <a:lnTo>
                          <a:pt x="8" y="304"/>
                        </a:lnTo>
                        <a:lnTo>
                          <a:pt x="16" y="304"/>
                        </a:lnTo>
                        <a:lnTo>
                          <a:pt x="24" y="296"/>
                        </a:lnTo>
                        <a:lnTo>
                          <a:pt x="40" y="296"/>
                        </a:lnTo>
                        <a:lnTo>
                          <a:pt x="48" y="296"/>
                        </a:lnTo>
                        <a:lnTo>
                          <a:pt x="64" y="288"/>
                        </a:lnTo>
                        <a:lnTo>
                          <a:pt x="80" y="288"/>
                        </a:lnTo>
                        <a:lnTo>
                          <a:pt x="88" y="288"/>
                        </a:lnTo>
                        <a:lnTo>
                          <a:pt x="80" y="280"/>
                        </a:lnTo>
                        <a:lnTo>
                          <a:pt x="96" y="280"/>
                        </a:lnTo>
                        <a:lnTo>
                          <a:pt x="104" y="272"/>
                        </a:lnTo>
                        <a:lnTo>
                          <a:pt x="136" y="272"/>
                        </a:lnTo>
                        <a:lnTo>
                          <a:pt x="144" y="280"/>
                        </a:lnTo>
                        <a:lnTo>
                          <a:pt x="176" y="256"/>
                        </a:lnTo>
                        <a:lnTo>
                          <a:pt x="160" y="240"/>
                        </a:lnTo>
                        <a:lnTo>
                          <a:pt x="184" y="240"/>
                        </a:lnTo>
                        <a:lnTo>
                          <a:pt x="176" y="232"/>
                        </a:lnTo>
                        <a:lnTo>
                          <a:pt x="184" y="224"/>
                        </a:lnTo>
                        <a:lnTo>
                          <a:pt x="176" y="224"/>
                        </a:lnTo>
                        <a:lnTo>
                          <a:pt x="168" y="224"/>
                        </a:lnTo>
                        <a:lnTo>
                          <a:pt x="160" y="224"/>
                        </a:lnTo>
                        <a:lnTo>
                          <a:pt x="152" y="232"/>
                        </a:lnTo>
                        <a:lnTo>
                          <a:pt x="120" y="232"/>
                        </a:lnTo>
                        <a:lnTo>
                          <a:pt x="120" y="224"/>
                        </a:lnTo>
                        <a:lnTo>
                          <a:pt x="112" y="216"/>
                        </a:lnTo>
                        <a:lnTo>
                          <a:pt x="112" y="208"/>
                        </a:lnTo>
                        <a:lnTo>
                          <a:pt x="136" y="208"/>
                        </a:lnTo>
                        <a:lnTo>
                          <a:pt x="144" y="200"/>
                        </a:lnTo>
                        <a:lnTo>
                          <a:pt x="152" y="200"/>
                        </a:lnTo>
                        <a:lnTo>
                          <a:pt x="152" y="192"/>
                        </a:lnTo>
                        <a:lnTo>
                          <a:pt x="184" y="168"/>
                        </a:lnTo>
                        <a:lnTo>
                          <a:pt x="192" y="168"/>
                        </a:lnTo>
                        <a:lnTo>
                          <a:pt x="200" y="184"/>
                        </a:lnTo>
                        <a:lnTo>
                          <a:pt x="200" y="168"/>
                        </a:lnTo>
                        <a:lnTo>
                          <a:pt x="216" y="168"/>
                        </a:lnTo>
                        <a:lnTo>
                          <a:pt x="224" y="168"/>
                        </a:lnTo>
                        <a:lnTo>
                          <a:pt x="240" y="168"/>
                        </a:lnTo>
                        <a:lnTo>
                          <a:pt x="240" y="160"/>
                        </a:lnTo>
                        <a:lnTo>
                          <a:pt x="240" y="152"/>
                        </a:lnTo>
                        <a:lnTo>
                          <a:pt x="248" y="144"/>
                        </a:lnTo>
                        <a:lnTo>
                          <a:pt x="232" y="144"/>
                        </a:lnTo>
                        <a:lnTo>
                          <a:pt x="232" y="136"/>
                        </a:lnTo>
                        <a:lnTo>
                          <a:pt x="232" y="128"/>
                        </a:lnTo>
                        <a:lnTo>
                          <a:pt x="248" y="128"/>
                        </a:lnTo>
                        <a:lnTo>
                          <a:pt x="272" y="128"/>
                        </a:lnTo>
                        <a:lnTo>
                          <a:pt x="280" y="128"/>
                        </a:lnTo>
                        <a:lnTo>
                          <a:pt x="280" y="136"/>
                        </a:lnTo>
                        <a:lnTo>
                          <a:pt x="312" y="152"/>
                        </a:lnTo>
                        <a:lnTo>
                          <a:pt x="312" y="144"/>
                        </a:lnTo>
                        <a:lnTo>
                          <a:pt x="296" y="128"/>
                        </a:lnTo>
                        <a:lnTo>
                          <a:pt x="288" y="120"/>
                        </a:lnTo>
                        <a:lnTo>
                          <a:pt x="272" y="112"/>
                        </a:lnTo>
                        <a:lnTo>
                          <a:pt x="312" y="104"/>
                        </a:lnTo>
                        <a:lnTo>
                          <a:pt x="328" y="104"/>
                        </a:lnTo>
                        <a:lnTo>
                          <a:pt x="344" y="104"/>
                        </a:lnTo>
                        <a:lnTo>
                          <a:pt x="360" y="104"/>
                        </a:lnTo>
                        <a:lnTo>
                          <a:pt x="352" y="96"/>
                        </a:lnTo>
                        <a:lnTo>
                          <a:pt x="376" y="96"/>
                        </a:lnTo>
                        <a:lnTo>
                          <a:pt x="384" y="96"/>
                        </a:lnTo>
                        <a:lnTo>
                          <a:pt x="392" y="112"/>
                        </a:lnTo>
                        <a:lnTo>
                          <a:pt x="384" y="144"/>
                        </a:lnTo>
                        <a:lnTo>
                          <a:pt x="392" y="144"/>
                        </a:lnTo>
                        <a:lnTo>
                          <a:pt x="400" y="144"/>
                        </a:lnTo>
                        <a:lnTo>
                          <a:pt x="408" y="120"/>
                        </a:lnTo>
                        <a:lnTo>
                          <a:pt x="400" y="120"/>
                        </a:lnTo>
                        <a:lnTo>
                          <a:pt x="408" y="120"/>
                        </a:lnTo>
                        <a:lnTo>
                          <a:pt x="424" y="120"/>
                        </a:lnTo>
                        <a:lnTo>
                          <a:pt x="472" y="144"/>
                        </a:lnTo>
                        <a:lnTo>
                          <a:pt x="480" y="136"/>
                        </a:lnTo>
                        <a:lnTo>
                          <a:pt x="448" y="120"/>
                        </a:lnTo>
                        <a:lnTo>
                          <a:pt x="472" y="120"/>
                        </a:lnTo>
                        <a:lnTo>
                          <a:pt x="464" y="120"/>
                        </a:lnTo>
                        <a:lnTo>
                          <a:pt x="448" y="104"/>
                        </a:lnTo>
                        <a:lnTo>
                          <a:pt x="448" y="88"/>
                        </a:lnTo>
                        <a:lnTo>
                          <a:pt x="440" y="88"/>
                        </a:lnTo>
                        <a:lnTo>
                          <a:pt x="448" y="80"/>
                        </a:lnTo>
                        <a:lnTo>
                          <a:pt x="472" y="80"/>
                        </a:lnTo>
                        <a:lnTo>
                          <a:pt x="488" y="88"/>
                        </a:lnTo>
                        <a:lnTo>
                          <a:pt x="488" y="96"/>
                        </a:lnTo>
                        <a:lnTo>
                          <a:pt x="504" y="96"/>
                        </a:lnTo>
                        <a:lnTo>
                          <a:pt x="512" y="104"/>
                        </a:lnTo>
                        <a:lnTo>
                          <a:pt x="528" y="104"/>
                        </a:lnTo>
                        <a:lnTo>
                          <a:pt x="536" y="112"/>
                        </a:lnTo>
                        <a:lnTo>
                          <a:pt x="568" y="128"/>
                        </a:lnTo>
                        <a:lnTo>
                          <a:pt x="584" y="128"/>
                        </a:lnTo>
                        <a:lnTo>
                          <a:pt x="568" y="120"/>
                        </a:lnTo>
                        <a:lnTo>
                          <a:pt x="568" y="104"/>
                        </a:lnTo>
                        <a:lnTo>
                          <a:pt x="576" y="96"/>
                        </a:lnTo>
                        <a:lnTo>
                          <a:pt x="592" y="104"/>
                        </a:lnTo>
                        <a:lnTo>
                          <a:pt x="608" y="104"/>
                        </a:lnTo>
                        <a:lnTo>
                          <a:pt x="616" y="96"/>
                        </a:lnTo>
                        <a:lnTo>
                          <a:pt x="584" y="96"/>
                        </a:lnTo>
                        <a:lnTo>
                          <a:pt x="592" y="88"/>
                        </a:lnTo>
                        <a:lnTo>
                          <a:pt x="560" y="72"/>
                        </a:lnTo>
                        <a:lnTo>
                          <a:pt x="544" y="64"/>
                        </a:lnTo>
                        <a:lnTo>
                          <a:pt x="560" y="64"/>
                        </a:lnTo>
                        <a:lnTo>
                          <a:pt x="584" y="64"/>
                        </a:lnTo>
                        <a:lnTo>
                          <a:pt x="616" y="64"/>
                        </a:lnTo>
                        <a:lnTo>
                          <a:pt x="624" y="64"/>
                        </a:lnTo>
                        <a:lnTo>
                          <a:pt x="624" y="80"/>
                        </a:lnTo>
                        <a:lnTo>
                          <a:pt x="632" y="80"/>
                        </a:lnTo>
                        <a:lnTo>
                          <a:pt x="632" y="72"/>
                        </a:lnTo>
                        <a:lnTo>
                          <a:pt x="632" y="64"/>
                        </a:lnTo>
                        <a:lnTo>
                          <a:pt x="648" y="72"/>
                        </a:lnTo>
                        <a:lnTo>
                          <a:pt x="656" y="80"/>
                        </a:lnTo>
                        <a:lnTo>
                          <a:pt x="656" y="88"/>
                        </a:lnTo>
                        <a:lnTo>
                          <a:pt x="664" y="88"/>
                        </a:lnTo>
                        <a:lnTo>
                          <a:pt x="656" y="72"/>
                        </a:lnTo>
                        <a:lnTo>
                          <a:pt x="648" y="64"/>
                        </a:lnTo>
                        <a:lnTo>
                          <a:pt x="608" y="56"/>
                        </a:lnTo>
                        <a:lnTo>
                          <a:pt x="568" y="64"/>
                        </a:lnTo>
                        <a:lnTo>
                          <a:pt x="568" y="56"/>
                        </a:lnTo>
                        <a:lnTo>
                          <a:pt x="584" y="56"/>
                        </a:lnTo>
                        <a:lnTo>
                          <a:pt x="584" y="48"/>
                        </a:lnTo>
                        <a:lnTo>
                          <a:pt x="568" y="48"/>
                        </a:lnTo>
                        <a:lnTo>
                          <a:pt x="552" y="40"/>
                        </a:lnTo>
                        <a:lnTo>
                          <a:pt x="560" y="40"/>
                        </a:lnTo>
                        <a:lnTo>
                          <a:pt x="584" y="40"/>
                        </a:lnTo>
                        <a:lnTo>
                          <a:pt x="592" y="40"/>
                        </a:lnTo>
                        <a:lnTo>
                          <a:pt x="608" y="40"/>
                        </a:lnTo>
                        <a:lnTo>
                          <a:pt x="600" y="40"/>
                        </a:lnTo>
                        <a:lnTo>
                          <a:pt x="584" y="32"/>
                        </a:lnTo>
                        <a:lnTo>
                          <a:pt x="608" y="32"/>
                        </a:lnTo>
                        <a:lnTo>
                          <a:pt x="624" y="32"/>
                        </a:lnTo>
                        <a:lnTo>
                          <a:pt x="632" y="40"/>
                        </a:lnTo>
                        <a:lnTo>
                          <a:pt x="640" y="40"/>
                        </a:lnTo>
                        <a:lnTo>
                          <a:pt x="656" y="48"/>
                        </a:lnTo>
                        <a:lnTo>
                          <a:pt x="672" y="48"/>
                        </a:lnTo>
                        <a:lnTo>
                          <a:pt x="680" y="56"/>
                        </a:lnTo>
                        <a:lnTo>
                          <a:pt x="688" y="64"/>
                        </a:lnTo>
                        <a:lnTo>
                          <a:pt x="696" y="64"/>
                        </a:lnTo>
                        <a:lnTo>
                          <a:pt x="696" y="56"/>
                        </a:lnTo>
                        <a:lnTo>
                          <a:pt x="688" y="48"/>
                        </a:lnTo>
                        <a:lnTo>
                          <a:pt x="696" y="48"/>
                        </a:lnTo>
                        <a:lnTo>
                          <a:pt x="712" y="48"/>
                        </a:lnTo>
                        <a:lnTo>
                          <a:pt x="720" y="40"/>
                        </a:lnTo>
                        <a:lnTo>
                          <a:pt x="696" y="40"/>
                        </a:lnTo>
                        <a:lnTo>
                          <a:pt x="704" y="40"/>
                        </a:lnTo>
                        <a:lnTo>
                          <a:pt x="728" y="40"/>
                        </a:lnTo>
                        <a:lnTo>
                          <a:pt x="728" y="32"/>
                        </a:lnTo>
                        <a:lnTo>
                          <a:pt x="696" y="32"/>
                        </a:lnTo>
                        <a:lnTo>
                          <a:pt x="688" y="32"/>
                        </a:lnTo>
                        <a:lnTo>
                          <a:pt x="696" y="24"/>
                        </a:lnTo>
                        <a:lnTo>
                          <a:pt x="688" y="16"/>
                        </a:lnTo>
                        <a:lnTo>
                          <a:pt x="696" y="16"/>
                        </a:lnTo>
                        <a:lnTo>
                          <a:pt x="704" y="16"/>
                        </a:lnTo>
                        <a:lnTo>
                          <a:pt x="704" y="8"/>
                        </a:lnTo>
                        <a:lnTo>
                          <a:pt x="712" y="8"/>
                        </a:lnTo>
                        <a:lnTo>
                          <a:pt x="728" y="16"/>
                        </a:lnTo>
                        <a:lnTo>
                          <a:pt x="736" y="16"/>
                        </a:lnTo>
                        <a:lnTo>
                          <a:pt x="728" y="8"/>
                        </a:lnTo>
                        <a:lnTo>
                          <a:pt x="736" y="0"/>
                        </a:lnTo>
                        <a:lnTo>
                          <a:pt x="744" y="8"/>
                        </a:lnTo>
                        <a:lnTo>
                          <a:pt x="752" y="0"/>
                        </a:lnTo>
                        <a:lnTo>
                          <a:pt x="760" y="0"/>
                        </a:lnTo>
                        <a:lnTo>
                          <a:pt x="776" y="0"/>
                        </a:lnTo>
                        <a:lnTo>
                          <a:pt x="784" y="0"/>
                        </a:lnTo>
                        <a:lnTo>
                          <a:pt x="808" y="0"/>
                        </a:lnTo>
                        <a:lnTo>
                          <a:pt x="816" y="0"/>
                        </a:lnTo>
                        <a:lnTo>
                          <a:pt x="832" y="0"/>
                        </a:lnTo>
                        <a:lnTo>
                          <a:pt x="840" y="0"/>
                        </a:lnTo>
                        <a:lnTo>
                          <a:pt x="864" y="0"/>
                        </a:lnTo>
                        <a:lnTo>
                          <a:pt x="872" y="0"/>
                        </a:lnTo>
                        <a:lnTo>
                          <a:pt x="880" y="8"/>
                        </a:lnTo>
                        <a:lnTo>
                          <a:pt x="896" y="0"/>
                        </a:lnTo>
                        <a:lnTo>
                          <a:pt x="904" y="8"/>
                        </a:lnTo>
                        <a:lnTo>
                          <a:pt x="888" y="8"/>
                        </a:lnTo>
                        <a:lnTo>
                          <a:pt x="896" y="16"/>
                        </a:lnTo>
                        <a:lnTo>
                          <a:pt x="912" y="16"/>
                        </a:lnTo>
                        <a:lnTo>
                          <a:pt x="912" y="8"/>
                        </a:lnTo>
                        <a:lnTo>
                          <a:pt x="960" y="16"/>
                        </a:lnTo>
                        <a:lnTo>
                          <a:pt x="968" y="24"/>
                        </a:lnTo>
                        <a:lnTo>
                          <a:pt x="944" y="32"/>
                        </a:lnTo>
                        <a:lnTo>
                          <a:pt x="912" y="32"/>
                        </a:lnTo>
                        <a:lnTo>
                          <a:pt x="880" y="32"/>
                        </a:lnTo>
                        <a:lnTo>
                          <a:pt x="848" y="40"/>
                        </a:lnTo>
                        <a:lnTo>
                          <a:pt x="824" y="40"/>
                        </a:lnTo>
                        <a:lnTo>
                          <a:pt x="816" y="40"/>
                        </a:lnTo>
                        <a:lnTo>
                          <a:pt x="800" y="40"/>
                        </a:lnTo>
                        <a:lnTo>
                          <a:pt x="808" y="40"/>
                        </a:lnTo>
                        <a:lnTo>
                          <a:pt x="776" y="48"/>
                        </a:lnTo>
                        <a:lnTo>
                          <a:pt x="752" y="56"/>
                        </a:lnTo>
                        <a:lnTo>
                          <a:pt x="760" y="56"/>
                        </a:lnTo>
                        <a:lnTo>
                          <a:pt x="752" y="64"/>
                        </a:lnTo>
                        <a:lnTo>
                          <a:pt x="760" y="64"/>
                        </a:lnTo>
                        <a:lnTo>
                          <a:pt x="776" y="56"/>
                        </a:lnTo>
                        <a:lnTo>
                          <a:pt x="784" y="56"/>
                        </a:lnTo>
                        <a:lnTo>
                          <a:pt x="784" y="64"/>
                        </a:lnTo>
                        <a:lnTo>
                          <a:pt x="792" y="64"/>
                        </a:lnTo>
                        <a:lnTo>
                          <a:pt x="792" y="56"/>
                        </a:lnTo>
                        <a:lnTo>
                          <a:pt x="832" y="48"/>
                        </a:lnTo>
                        <a:lnTo>
                          <a:pt x="864" y="40"/>
                        </a:lnTo>
                        <a:lnTo>
                          <a:pt x="880" y="40"/>
                        </a:lnTo>
                        <a:lnTo>
                          <a:pt x="904" y="40"/>
                        </a:lnTo>
                        <a:lnTo>
                          <a:pt x="944" y="40"/>
                        </a:lnTo>
                        <a:lnTo>
                          <a:pt x="952" y="40"/>
                        </a:lnTo>
                        <a:lnTo>
                          <a:pt x="976" y="32"/>
                        </a:lnTo>
                        <a:lnTo>
                          <a:pt x="984" y="40"/>
                        </a:lnTo>
                        <a:lnTo>
                          <a:pt x="984" y="56"/>
                        </a:lnTo>
                        <a:lnTo>
                          <a:pt x="976" y="56"/>
                        </a:lnTo>
                        <a:lnTo>
                          <a:pt x="976" y="64"/>
                        </a:lnTo>
                        <a:lnTo>
                          <a:pt x="1000" y="56"/>
                        </a:lnTo>
                        <a:lnTo>
                          <a:pt x="1008" y="56"/>
                        </a:lnTo>
                        <a:lnTo>
                          <a:pt x="1008" y="64"/>
                        </a:lnTo>
                        <a:lnTo>
                          <a:pt x="1024" y="56"/>
                        </a:lnTo>
                        <a:lnTo>
                          <a:pt x="1048" y="64"/>
                        </a:lnTo>
                        <a:lnTo>
                          <a:pt x="1064" y="72"/>
                        </a:lnTo>
                        <a:lnTo>
                          <a:pt x="1056" y="80"/>
                        </a:lnTo>
                        <a:lnTo>
                          <a:pt x="1048" y="80"/>
                        </a:lnTo>
                        <a:lnTo>
                          <a:pt x="1048" y="88"/>
                        </a:lnTo>
                        <a:lnTo>
                          <a:pt x="1024" y="96"/>
                        </a:lnTo>
                        <a:lnTo>
                          <a:pt x="1008" y="96"/>
                        </a:lnTo>
                        <a:lnTo>
                          <a:pt x="992" y="104"/>
                        </a:lnTo>
                        <a:lnTo>
                          <a:pt x="944" y="104"/>
                        </a:lnTo>
                        <a:lnTo>
                          <a:pt x="920" y="104"/>
                        </a:lnTo>
                        <a:lnTo>
                          <a:pt x="880" y="104"/>
                        </a:lnTo>
                        <a:lnTo>
                          <a:pt x="864" y="104"/>
                        </a:lnTo>
                        <a:lnTo>
                          <a:pt x="840" y="104"/>
                        </a:lnTo>
                        <a:lnTo>
                          <a:pt x="856" y="112"/>
                        </a:lnTo>
                        <a:lnTo>
                          <a:pt x="816" y="120"/>
                        </a:lnTo>
                        <a:lnTo>
                          <a:pt x="808" y="128"/>
                        </a:lnTo>
                        <a:lnTo>
                          <a:pt x="816" y="136"/>
                        </a:lnTo>
                        <a:lnTo>
                          <a:pt x="832" y="136"/>
                        </a:lnTo>
                        <a:lnTo>
                          <a:pt x="832" y="128"/>
                        </a:lnTo>
                        <a:lnTo>
                          <a:pt x="872" y="120"/>
                        </a:lnTo>
                        <a:lnTo>
                          <a:pt x="880" y="120"/>
                        </a:lnTo>
                        <a:lnTo>
                          <a:pt x="912" y="112"/>
                        </a:lnTo>
                        <a:lnTo>
                          <a:pt x="920" y="112"/>
                        </a:lnTo>
                        <a:lnTo>
                          <a:pt x="968" y="120"/>
                        </a:lnTo>
                        <a:lnTo>
                          <a:pt x="976" y="120"/>
                        </a:lnTo>
                        <a:lnTo>
                          <a:pt x="976" y="128"/>
                        </a:lnTo>
                        <a:lnTo>
                          <a:pt x="952" y="136"/>
                        </a:lnTo>
                        <a:lnTo>
                          <a:pt x="944" y="136"/>
                        </a:lnTo>
                        <a:lnTo>
                          <a:pt x="928" y="144"/>
                        </a:lnTo>
                        <a:lnTo>
                          <a:pt x="936" y="144"/>
                        </a:lnTo>
                        <a:lnTo>
                          <a:pt x="936" y="152"/>
                        </a:lnTo>
                        <a:lnTo>
                          <a:pt x="952" y="144"/>
                        </a:lnTo>
                        <a:lnTo>
                          <a:pt x="968" y="144"/>
                        </a:lnTo>
                        <a:lnTo>
                          <a:pt x="1000" y="136"/>
                        </a:lnTo>
                        <a:lnTo>
                          <a:pt x="1000" y="120"/>
                        </a:lnTo>
                        <a:lnTo>
                          <a:pt x="1008" y="112"/>
                        </a:lnTo>
                        <a:lnTo>
                          <a:pt x="1040" y="112"/>
                        </a:lnTo>
                        <a:lnTo>
                          <a:pt x="1040" y="120"/>
                        </a:lnTo>
                        <a:lnTo>
                          <a:pt x="1048" y="144"/>
                        </a:lnTo>
                        <a:lnTo>
                          <a:pt x="1032" y="160"/>
                        </a:lnTo>
                        <a:lnTo>
                          <a:pt x="1024" y="160"/>
                        </a:lnTo>
                        <a:lnTo>
                          <a:pt x="1024" y="176"/>
                        </a:lnTo>
                        <a:lnTo>
                          <a:pt x="1008" y="184"/>
                        </a:lnTo>
                        <a:lnTo>
                          <a:pt x="1016" y="184"/>
                        </a:lnTo>
                        <a:lnTo>
                          <a:pt x="1008" y="192"/>
                        </a:lnTo>
                        <a:lnTo>
                          <a:pt x="1008" y="200"/>
                        </a:lnTo>
                        <a:lnTo>
                          <a:pt x="1024" y="192"/>
                        </a:lnTo>
                        <a:lnTo>
                          <a:pt x="1024" y="184"/>
                        </a:lnTo>
                        <a:lnTo>
                          <a:pt x="1040" y="176"/>
                        </a:lnTo>
                        <a:lnTo>
                          <a:pt x="1056" y="160"/>
                        </a:lnTo>
                        <a:lnTo>
                          <a:pt x="1080" y="144"/>
                        </a:lnTo>
                        <a:lnTo>
                          <a:pt x="1088" y="136"/>
                        </a:lnTo>
                        <a:lnTo>
                          <a:pt x="1088" y="144"/>
                        </a:lnTo>
                        <a:lnTo>
                          <a:pt x="1104" y="144"/>
                        </a:lnTo>
                        <a:lnTo>
                          <a:pt x="1112" y="144"/>
                        </a:lnTo>
                        <a:lnTo>
                          <a:pt x="1128" y="144"/>
                        </a:lnTo>
                        <a:lnTo>
                          <a:pt x="1136" y="136"/>
                        </a:lnTo>
                        <a:lnTo>
                          <a:pt x="1144" y="128"/>
                        </a:lnTo>
                        <a:lnTo>
                          <a:pt x="1136" y="120"/>
                        </a:lnTo>
                        <a:lnTo>
                          <a:pt x="1144" y="120"/>
                        </a:lnTo>
                        <a:lnTo>
                          <a:pt x="1152" y="128"/>
                        </a:lnTo>
                        <a:lnTo>
                          <a:pt x="1168" y="120"/>
                        </a:lnTo>
                        <a:lnTo>
                          <a:pt x="1208" y="120"/>
                        </a:lnTo>
                        <a:lnTo>
                          <a:pt x="1256" y="144"/>
                        </a:lnTo>
                        <a:lnTo>
                          <a:pt x="1216" y="168"/>
                        </a:lnTo>
                        <a:lnTo>
                          <a:pt x="1200" y="168"/>
                        </a:lnTo>
                        <a:lnTo>
                          <a:pt x="1192" y="168"/>
                        </a:lnTo>
                        <a:lnTo>
                          <a:pt x="1200" y="176"/>
                        </a:lnTo>
                        <a:lnTo>
                          <a:pt x="1200" y="184"/>
                        </a:lnTo>
                        <a:lnTo>
                          <a:pt x="1184" y="184"/>
                        </a:lnTo>
                        <a:lnTo>
                          <a:pt x="1176" y="192"/>
                        </a:lnTo>
                        <a:lnTo>
                          <a:pt x="1168" y="192"/>
                        </a:lnTo>
                        <a:lnTo>
                          <a:pt x="1152" y="192"/>
                        </a:lnTo>
                        <a:lnTo>
                          <a:pt x="1128" y="184"/>
                        </a:lnTo>
                        <a:lnTo>
                          <a:pt x="1128" y="192"/>
                        </a:lnTo>
                        <a:lnTo>
                          <a:pt x="1120" y="192"/>
                        </a:lnTo>
                        <a:lnTo>
                          <a:pt x="1088" y="192"/>
                        </a:lnTo>
                        <a:lnTo>
                          <a:pt x="1080" y="192"/>
                        </a:lnTo>
                        <a:lnTo>
                          <a:pt x="1072" y="192"/>
                        </a:lnTo>
                        <a:lnTo>
                          <a:pt x="1072" y="200"/>
                        </a:lnTo>
                        <a:lnTo>
                          <a:pt x="1088" y="200"/>
                        </a:lnTo>
                        <a:lnTo>
                          <a:pt x="1096" y="192"/>
                        </a:lnTo>
                        <a:lnTo>
                          <a:pt x="1104" y="192"/>
                        </a:lnTo>
                        <a:lnTo>
                          <a:pt x="1128" y="200"/>
                        </a:lnTo>
                        <a:lnTo>
                          <a:pt x="1136" y="200"/>
                        </a:lnTo>
                        <a:lnTo>
                          <a:pt x="1152" y="192"/>
                        </a:lnTo>
                        <a:lnTo>
                          <a:pt x="1176" y="200"/>
                        </a:lnTo>
                        <a:lnTo>
                          <a:pt x="1152" y="216"/>
                        </a:lnTo>
                        <a:lnTo>
                          <a:pt x="1144" y="216"/>
                        </a:lnTo>
                        <a:lnTo>
                          <a:pt x="1128" y="216"/>
                        </a:lnTo>
                        <a:lnTo>
                          <a:pt x="1096" y="216"/>
                        </a:lnTo>
                        <a:lnTo>
                          <a:pt x="1088" y="224"/>
                        </a:lnTo>
                        <a:lnTo>
                          <a:pt x="1088" y="240"/>
                        </a:lnTo>
                        <a:lnTo>
                          <a:pt x="1096" y="240"/>
                        </a:lnTo>
                        <a:lnTo>
                          <a:pt x="1104" y="232"/>
                        </a:lnTo>
                        <a:lnTo>
                          <a:pt x="1104" y="224"/>
                        </a:lnTo>
                        <a:lnTo>
                          <a:pt x="1096" y="224"/>
                        </a:lnTo>
                        <a:lnTo>
                          <a:pt x="1104" y="216"/>
                        </a:lnTo>
                        <a:lnTo>
                          <a:pt x="1120" y="224"/>
                        </a:lnTo>
                        <a:lnTo>
                          <a:pt x="1136" y="224"/>
                        </a:lnTo>
                        <a:lnTo>
                          <a:pt x="1144" y="224"/>
                        </a:lnTo>
                        <a:lnTo>
                          <a:pt x="1136" y="240"/>
                        </a:lnTo>
                        <a:lnTo>
                          <a:pt x="1104" y="240"/>
                        </a:lnTo>
                        <a:lnTo>
                          <a:pt x="1096" y="264"/>
                        </a:lnTo>
                        <a:lnTo>
                          <a:pt x="1112" y="264"/>
                        </a:lnTo>
                        <a:lnTo>
                          <a:pt x="1104" y="272"/>
                        </a:lnTo>
                        <a:lnTo>
                          <a:pt x="1096" y="280"/>
                        </a:lnTo>
                        <a:lnTo>
                          <a:pt x="1080" y="280"/>
                        </a:lnTo>
                        <a:lnTo>
                          <a:pt x="1064" y="296"/>
                        </a:lnTo>
                        <a:lnTo>
                          <a:pt x="1072" y="296"/>
                        </a:lnTo>
                        <a:lnTo>
                          <a:pt x="1056" y="328"/>
                        </a:lnTo>
                        <a:lnTo>
                          <a:pt x="1056" y="336"/>
                        </a:lnTo>
                        <a:lnTo>
                          <a:pt x="1064" y="336"/>
                        </a:lnTo>
                        <a:lnTo>
                          <a:pt x="1072" y="328"/>
                        </a:lnTo>
                        <a:lnTo>
                          <a:pt x="1080" y="320"/>
                        </a:lnTo>
                        <a:lnTo>
                          <a:pt x="1112" y="336"/>
                        </a:lnTo>
                        <a:lnTo>
                          <a:pt x="1112" y="344"/>
                        </a:lnTo>
                        <a:lnTo>
                          <a:pt x="1096" y="336"/>
                        </a:lnTo>
                        <a:lnTo>
                          <a:pt x="1088" y="336"/>
                        </a:lnTo>
                        <a:lnTo>
                          <a:pt x="1080" y="336"/>
                        </a:lnTo>
                        <a:lnTo>
                          <a:pt x="1088" y="344"/>
                        </a:lnTo>
                        <a:lnTo>
                          <a:pt x="1112" y="352"/>
                        </a:lnTo>
                        <a:lnTo>
                          <a:pt x="1128" y="352"/>
                        </a:lnTo>
                        <a:lnTo>
                          <a:pt x="1136" y="360"/>
                        </a:lnTo>
                        <a:lnTo>
                          <a:pt x="1128" y="368"/>
                        </a:lnTo>
                        <a:lnTo>
                          <a:pt x="1112" y="368"/>
                        </a:lnTo>
                        <a:lnTo>
                          <a:pt x="1080" y="368"/>
                        </a:lnTo>
                        <a:lnTo>
                          <a:pt x="1072" y="368"/>
                        </a:lnTo>
                        <a:lnTo>
                          <a:pt x="1056" y="368"/>
                        </a:lnTo>
                        <a:lnTo>
                          <a:pt x="1048" y="376"/>
                        </a:lnTo>
                        <a:lnTo>
                          <a:pt x="1056" y="384"/>
                        </a:lnTo>
                        <a:lnTo>
                          <a:pt x="1056" y="392"/>
                        </a:lnTo>
                        <a:lnTo>
                          <a:pt x="1064" y="392"/>
                        </a:lnTo>
                        <a:lnTo>
                          <a:pt x="1080" y="392"/>
                        </a:lnTo>
                        <a:lnTo>
                          <a:pt x="1096" y="392"/>
                        </a:lnTo>
                        <a:lnTo>
                          <a:pt x="1096" y="400"/>
                        </a:lnTo>
                        <a:lnTo>
                          <a:pt x="1080" y="400"/>
                        </a:lnTo>
                        <a:lnTo>
                          <a:pt x="1056" y="400"/>
                        </a:lnTo>
                        <a:lnTo>
                          <a:pt x="1064" y="400"/>
                        </a:lnTo>
                        <a:lnTo>
                          <a:pt x="1088" y="408"/>
                        </a:lnTo>
                        <a:lnTo>
                          <a:pt x="1112" y="416"/>
                        </a:lnTo>
                        <a:lnTo>
                          <a:pt x="1112" y="424"/>
                        </a:lnTo>
                        <a:lnTo>
                          <a:pt x="1096" y="432"/>
                        </a:lnTo>
                        <a:lnTo>
                          <a:pt x="1088" y="424"/>
                        </a:lnTo>
                        <a:lnTo>
                          <a:pt x="1072" y="424"/>
                        </a:lnTo>
                        <a:lnTo>
                          <a:pt x="1064" y="416"/>
                        </a:lnTo>
                        <a:lnTo>
                          <a:pt x="1056" y="416"/>
                        </a:lnTo>
                        <a:lnTo>
                          <a:pt x="1080" y="432"/>
                        </a:lnTo>
                        <a:lnTo>
                          <a:pt x="1056" y="432"/>
                        </a:lnTo>
                        <a:lnTo>
                          <a:pt x="1048" y="440"/>
                        </a:lnTo>
                        <a:lnTo>
                          <a:pt x="1056" y="440"/>
                        </a:lnTo>
                        <a:lnTo>
                          <a:pt x="1072" y="440"/>
                        </a:lnTo>
                        <a:lnTo>
                          <a:pt x="1080" y="448"/>
                        </a:lnTo>
                        <a:lnTo>
                          <a:pt x="1072" y="456"/>
                        </a:lnTo>
                        <a:lnTo>
                          <a:pt x="1096" y="464"/>
                        </a:lnTo>
                        <a:lnTo>
                          <a:pt x="1104" y="456"/>
                        </a:lnTo>
                        <a:lnTo>
                          <a:pt x="1112" y="464"/>
                        </a:lnTo>
                        <a:lnTo>
                          <a:pt x="1104" y="472"/>
                        </a:lnTo>
                        <a:lnTo>
                          <a:pt x="1096" y="480"/>
                        </a:lnTo>
                        <a:lnTo>
                          <a:pt x="1080" y="464"/>
                        </a:lnTo>
                        <a:lnTo>
                          <a:pt x="1056" y="464"/>
                        </a:lnTo>
                        <a:lnTo>
                          <a:pt x="1048" y="472"/>
                        </a:lnTo>
                        <a:lnTo>
                          <a:pt x="1056" y="488"/>
                        </a:lnTo>
                        <a:lnTo>
                          <a:pt x="1064" y="504"/>
                        </a:lnTo>
                        <a:lnTo>
                          <a:pt x="1064" y="496"/>
                        </a:lnTo>
                        <a:lnTo>
                          <a:pt x="1088" y="496"/>
                        </a:lnTo>
                        <a:lnTo>
                          <a:pt x="1088" y="504"/>
                        </a:lnTo>
                        <a:lnTo>
                          <a:pt x="1064" y="512"/>
                        </a:lnTo>
                        <a:lnTo>
                          <a:pt x="1040" y="520"/>
                        </a:lnTo>
                        <a:lnTo>
                          <a:pt x="1024" y="504"/>
                        </a:lnTo>
                        <a:lnTo>
                          <a:pt x="1016" y="504"/>
                        </a:lnTo>
                        <a:lnTo>
                          <a:pt x="1040" y="504"/>
                        </a:lnTo>
                        <a:lnTo>
                          <a:pt x="1016" y="496"/>
                        </a:lnTo>
                        <a:lnTo>
                          <a:pt x="1000" y="496"/>
                        </a:lnTo>
                        <a:lnTo>
                          <a:pt x="984" y="488"/>
                        </a:lnTo>
                        <a:lnTo>
                          <a:pt x="976" y="488"/>
                        </a:lnTo>
                        <a:lnTo>
                          <a:pt x="992" y="504"/>
                        </a:lnTo>
                        <a:lnTo>
                          <a:pt x="984" y="512"/>
                        </a:lnTo>
                        <a:lnTo>
                          <a:pt x="976" y="520"/>
                        </a:lnTo>
                        <a:lnTo>
                          <a:pt x="952" y="512"/>
                        </a:lnTo>
                        <a:lnTo>
                          <a:pt x="944" y="512"/>
                        </a:lnTo>
                        <a:lnTo>
                          <a:pt x="960" y="520"/>
                        </a:lnTo>
                        <a:lnTo>
                          <a:pt x="936" y="520"/>
                        </a:lnTo>
                        <a:lnTo>
                          <a:pt x="944" y="528"/>
                        </a:lnTo>
                        <a:lnTo>
                          <a:pt x="960" y="528"/>
                        </a:lnTo>
                        <a:lnTo>
                          <a:pt x="976" y="520"/>
                        </a:lnTo>
                        <a:lnTo>
                          <a:pt x="984" y="528"/>
                        </a:lnTo>
                        <a:lnTo>
                          <a:pt x="984" y="536"/>
                        </a:lnTo>
                        <a:lnTo>
                          <a:pt x="960" y="536"/>
                        </a:lnTo>
                        <a:lnTo>
                          <a:pt x="960" y="544"/>
                        </a:lnTo>
                        <a:lnTo>
                          <a:pt x="984" y="536"/>
                        </a:lnTo>
                        <a:lnTo>
                          <a:pt x="992" y="552"/>
                        </a:lnTo>
                        <a:lnTo>
                          <a:pt x="976" y="552"/>
                        </a:lnTo>
                        <a:lnTo>
                          <a:pt x="984" y="560"/>
                        </a:lnTo>
                        <a:lnTo>
                          <a:pt x="1008" y="552"/>
                        </a:lnTo>
                        <a:lnTo>
                          <a:pt x="1024" y="568"/>
                        </a:lnTo>
                        <a:lnTo>
                          <a:pt x="1040" y="568"/>
                        </a:lnTo>
                        <a:lnTo>
                          <a:pt x="1048" y="584"/>
                        </a:lnTo>
                        <a:lnTo>
                          <a:pt x="1056" y="592"/>
                        </a:lnTo>
                        <a:lnTo>
                          <a:pt x="1064" y="592"/>
                        </a:lnTo>
                        <a:lnTo>
                          <a:pt x="1064" y="624"/>
                        </a:lnTo>
                        <a:lnTo>
                          <a:pt x="1056" y="624"/>
                        </a:lnTo>
                        <a:lnTo>
                          <a:pt x="1048" y="616"/>
                        </a:lnTo>
                        <a:lnTo>
                          <a:pt x="1040" y="624"/>
                        </a:lnTo>
                        <a:lnTo>
                          <a:pt x="1040" y="632"/>
                        </a:lnTo>
                        <a:lnTo>
                          <a:pt x="1016" y="624"/>
                        </a:lnTo>
                        <a:lnTo>
                          <a:pt x="1000" y="600"/>
                        </a:lnTo>
                        <a:lnTo>
                          <a:pt x="1000" y="592"/>
                        </a:lnTo>
                        <a:lnTo>
                          <a:pt x="976" y="584"/>
                        </a:lnTo>
                        <a:lnTo>
                          <a:pt x="952" y="584"/>
                        </a:lnTo>
                        <a:lnTo>
                          <a:pt x="936" y="568"/>
                        </a:lnTo>
                        <a:lnTo>
                          <a:pt x="920" y="568"/>
                        </a:lnTo>
                        <a:lnTo>
                          <a:pt x="912" y="568"/>
                        </a:lnTo>
                        <a:lnTo>
                          <a:pt x="928" y="576"/>
                        </a:lnTo>
                        <a:lnTo>
                          <a:pt x="928" y="584"/>
                        </a:lnTo>
                        <a:lnTo>
                          <a:pt x="944" y="592"/>
                        </a:lnTo>
                        <a:lnTo>
                          <a:pt x="976" y="592"/>
                        </a:lnTo>
                        <a:lnTo>
                          <a:pt x="976" y="600"/>
                        </a:lnTo>
                        <a:lnTo>
                          <a:pt x="952" y="608"/>
                        </a:lnTo>
                        <a:lnTo>
                          <a:pt x="920" y="608"/>
                        </a:lnTo>
                        <a:lnTo>
                          <a:pt x="928" y="616"/>
                        </a:lnTo>
                        <a:lnTo>
                          <a:pt x="920" y="624"/>
                        </a:lnTo>
                        <a:lnTo>
                          <a:pt x="904" y="624"/>
                        </a:lnTo>
                        <a:lnTo>
                          <a:pt x="904" y="632"/>
                        </a:lnTo>
                        <a:lnTo>
                          <a:pt x="928" y="632"/>
                        </a:lnTo>
                        <a:lnTo>
                          <a:pt x="944" y="632"/>
                        </a:lnTo>
                        <a:lnTo>
                          <a:pt x="944" y="624"/>
                        </a:lnTo>
                        <a:lnTo>
                          <a:pt x="960" y="624"/>
                        </a:lnTo>
                        <a:lnTo>
                          <a:pt x="960" y="640"/>
                        </a:lnTo>
                        <a:lnTo>
                          <a:pt x="936" y="640"/>
                        </a:lnTo>
                        <a:lnTo>
                          <a:pt x="920" y="640"/>
                        </a:lnTo>
                        <a:lnTo>
                          <a:pt x="928" y="648"/>
                        </a:lnTo>
                        <a:lnTo>
                          <a:pt x="944" y="648"/>
                        </a:lnTo>
                        <a:lnTo>
                          <a:pt x="960" y="640"/>
                        </a:lnTo>
                        <a:lnTo>
                          <a:pt x="968" y="640"/>
                        </a:lnTo>
                        <a:lnTo>
                          <a:pt x="976" y="632"/>
                        </a:lnTo>
                        <a:lnTo>
                          <a:pt x="992" y="632"/>
                        </a:lnTo>
                        <a:lnTo>
                          <a:pt x="992" y="640"/>
                        </a:lnTo>
                        <a:lnTo>
                          <a:pt x="1032" y="640"/>
                        </a:lnTo>
                        <a:lnTo>
                          <a:pt x="1040" y="640"/>
                        </a:lnTo>
                        <a:lnTo>
                          <a:pt x="1048" y="640"/>
                        </a:lnTo>
                        <a:lnTo>
                          <a:pt x="1048" y="648"/>
                        </a:lnTo>
                        <a:lnTo>
                          <a:pt x="1016" y="656"/>
                        </a:lnTo>
                        <a:lnTo>
                          <a:pt x="1008" y="656"/>
                        </a:lnTo>
                        <a:lnTo>
                          <a:pt x="1000" y="672"/>
                        </a:lnTo>
                        <a:lnTo>
                          <a:pt x="992" y="672"/>
                        </a:lnTo>
                        <a:lnTo>
                          <a:pt x="984" y="680"/>
                        </a:lnTo>
                        <a:lnTo>
                          <a:pt x="976" y="680"/>
                        </a:lnTo>
                        <a:lnTo>
                          <a:pt x="968" y="688"/>
                        </a:lnTo>
                        <a:lnTo>
                          <a:pt x="952" y="688"/>
                        </a:lnTo>
                        <a:lnTo>
                          <a:pt x="936" y="696"/>
                        </a:lnTo>
                        <a:lnTo>
                          <a:pt x="928" y="696"/>
                        </a:lnTo>
                        <a:lnTo>
                          <a:pt x="904" y="704"/>
                        </a:lnTo>
                        <a:lnTo>
                          <a:pt x="896" y="704"/>
                        </a:lnTo>
                        <a:lnTo>
                          <a:pt x="888" y="704"/>
                        </a:lnTo>
                        <a:lnTo>
                          <a:pt x="880" y="704"/>
                        </a:lnTo>
                        <a:lnTo>
                          <a:pt x="872" y="704"/>
                        </a:lnTo>
                        <a:lnTo>
                          <a:pt x="864" y="712"/>
                        </a:lnTo>
                        <a:lnTo>
                          <a:pt x="856" y="712"/>
                        </a:lnTo>
                        <a:lnTo>
                          <a:pt x="840" y="696"/>
                        </a:lnTo>
                        <a:lnTo>
                          <a:pt x="832" y="696"/>
                        </a:lnTo>
                        <a:lnTo>
                          <a:pt x="832" y="704"/>
                        </a:lnTo>
                        <a:lnTo>
                          <a:pt x="848" y="712"/>
                        </a:lnTo>
                        <a:lnTo>
                          <a:pt x="840" y="720"/>
                        </a:lnTo>
                        <a:lnTo>
                          <a:pt x="824" y="720"/>
                        </a:lnTo>
                        <a:lnTo>
                          <a:pt x="816" y="736"/>
                        </a:lnTo>
                        <a:lnTo>
                          <a:pt x="808" y="752"/>
                        </a:lnTo>
                        <a:lnTo>
                          <a:pt x="792" y="776"/>
                        </a:lnTo>
                        <a:lnTo>
                          <a:pt x="768" y="768"/>
                        </a:lnTo>
                        <a:lnTo>
                          <a:pt x="768" y="784"/>
                        </a:lnTo>
                        <a:lnTo>
                          <a:pt x="752" y="792"/>
                        </a:lnTo>
                        <a:lnTo>
                          <a:pt x="744" y="792"/>
                        </a:lnTo>
                        <a:lnTo>
                          <a:pt x="736" y="792"/>
                        </a:lnTo>
                        <a:lnTo>
                          <a:pt x="728" y="784"/>
                        </a:lnTo>
                        <a:lnTo>
                          <a:pt x="728" y="768"/>
                        </a:lnTo>
                        <a:lnTo>
                          <a:pt x="720" y="768"/>
                        </a:lnTo>
                        <a:lnTo>
                          <a:pt x="720" y="776"/>
                        </a:lnTo>
                        <a:lnTo>
                          <a:pt x="712" y="808"/>
                        </a:lnTo>
                        <a:lnTo>
                          <a:pt x="672" y="808"/>
                        </a:lnTo>
                        <a:lnTo>
                          <a:pt x="672" y="816"/>
                        </a:lnTo>
                        <a:lnTo>
                          <a:pt x="680" y="824"/>
                        </a:lnTo>
                        <a:lnTo>
                          <a:pt x="680" y="832"/>
                        </a:lnTo>
                        <a:lnTo>
                          <a:pt x="664" y="832"/>
                        </a:lnTo>
                        <a:lnTo>
                          <a:pt x="656" y="848"/>
                        </a:lnTo>
                        <a:lnTo>
                          <a:pt x="664" y="856"/>
                        </a:lnTo>
                        <a:lnTo>
                          <a:pt x="664" y="864"/>
                        </a:lnTo>
                        <a:lnTo>
                          <a:pt x="648" y="864"/>
                        </a:lnTo>
                        <a:lnTo>
                          <a:pt x="648" y="880"/>
                        </a:lnTo>
                        <a:lnTo>
                          <a:pt x="664" y="880"/>
                        </a:lnTo>
                        <a:lnTo>
                          <a:pt x="664" y="904"/>
                        </a:lnTo>
                        <a:lnTo>
                          <a:pt x="648" y="896"/>
                        </a:lnTo>
                        <a:lnTo>
                          <a:pt x="656" y="912"/>
                        </a:lnTo>
                        <a:lnTo>
                          <a:pt x="656" y="920"/>
                        </a:lnTo>
                        <a:lnTo>
                          <a:pt x="648" y="920"/>
                        </a:lnTo>
                        <a:lnTo>
                          <a:pt x="648" y="936"/>
                        </a:lnTo>
                        <a:lnTo>
                          <a:pt x="632" y="936"/>
                        </a:lnTo>
                        <a:lnTo>
                          <a:pt x="632" y="944"/>
                        </a:lnTo>
                        <a:lnTo>
                          <a:pt x="632" y="952"/>
                        </a:lnTo>
                        <a:lnTo>
                          <a:pt x="632" y="968"/>
                        </a:lnTo>
                        <a:lnTo>
                          <a:pt x="640" y="992"/>
                        </a:lnTo>
                        <a:lnTo>
                          <a:pt x="632" y="1000"/>
                        </a:lnTo>
                        <a:lnTo>
                          <a:pt x="624" y="1008"/>
                        </a:lnTo>
                        <a:lnTo>
                          <a:pt x="624" y="1016"/>
                        </a:lnTo>
                        <a:lnTo>
                          <a:pt x="616" y="1024"/>
                        </a:lnTo>
                        <a:lnTo>
                          <a:pt x="616" y="1032"/>
                        </a:lnTo>
                        <a:lnTo>
                          <a:pt x="608" y="1040"/>
                        </a:lnTo>
                        <a:lnTo>
                          <a:pt x="616" y="1048"/>
                        </a:lnTo>
                        <a:lnTo>
                          <a:pt x="608" y="10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49" name="Freeform 206">
                    <a:extLst>
                      <a:ext uri="{FF2B5EF4-FFF2-40B4-BE49-F238E27FC236}">
                        <a16:creationId xmlns:a16="http://schemas.microsoft.com/office/drawing/2014/main" id="{E5B42B60-703F-6F02-D0A4-02EDED06D45B}"/>
                      </a:ext>
                    </a:extLst>
                  </p:cNvPr>
                  <p:cNvSpPr>
                    <a:spLocks/>
                  </p:cNvSpPr>
                  <p:nvPr/>
                </p:nvSpPr>
                <p:spPr bwMode="gray">
                  <a:xfrm>
                    <a:off x="1967" y="1513"/>
                    <a:ext cx="40" cy="29"/>
                  </a:xfrm>
                  <a:custGeom>
                    <a:avLst/>
                    <a:gdLst>
                      <a:gd name="T0" fmla="*/ 3 w 56"/>
                      <a:gd name="T1" fmla="*/ 0 h 40"/>
                      <a:gd name="T2" fmla="*/ 3 w 56"/>
                      <a:gd name="T3" fmla="*/ 3 h 40"/>
                      <a:gd name="T4" fmla="*/ 9 w 56"/>
                      <a:gd name="T5" fmla="*/ 3 h 40"/>
                      <a:gd name="T6" fmla="*/ 15 w 56"/>
                      <a:gd name="T7" fmla="*/ 7 h 40"/>
                      <a:gd name="T8" fmla="*/ 21 w 56"/>
                      <a:gd name="T9" fmla="*/ 9 h 40"/>
                      <a:gd name="T10" fmla="*/ 21 w 56"/>
                      <a:gd name="T11" fmla="*/ 12 h 40"/>
                      <a:gd name="T12" fmla="*/ 15 w 56"/>
                      <a:gd name="T13" fmla="*/ 15 h 40"/>
                      <a:gd name="T14" fmla="*/ 11 w 56"/>
                      <a:gd name="T15" fmla="*/ 15 h 40"/>
                      <a:gd name="T16" fmla="*/ 6 w 56"/>
                      <a:gd name="T17" fmla="*/ 12 h 40"/>
                      <a:gd name="T18" fmla="*/ 0 w 56"/>
                      <a:gd name="T19" fmla="*/ 12 h 40"/>
                      <a:gd name="T20" fmla="*/ 0 w 56"/>
                      <a:gd name="T21" fmla="*/ 9 h 40"/>
                      <a:gd name="T22" fmla="*/ 0 w 56"/>
                      <a:gd name="T23" fmla="*/ 7 h 40"/>
                      <a:gd name="T24" fmla="*/ 3 w 56"/>
                      <a:gd name="T25" fmla="*/ 0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
                      <a:gd name="T40" fmla="*/ 0 h 40"/>
                      <a:gd name="T41" fmla="*/ 56 w 56"/>
                      <a:gd name="T42" fmla="*/ 40 h 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 h="40">
                        <a:moveTo>
                          <a:pt x="8" y="0"/>
                        </a:moveTo>
                        <a:lnTo>
                          <a:pt x="8" y="8"/>
                        </a:lnTo>
                        <a:lnTo>
                          <a:pt x="24" y="8"/>
                        </a:lnTo>
                        <a:lnTo>
                          <a:pt x="40" y="16"/>
                        </a:lnTo>
                        <a:lnTo>
                          <a:pt x="56" y="24"/>
                        </a:lnTo>
                        <a:lnTo>
                          <a:pt x="56" y="32"/>
                        </a:lnTo>
                        <a:lnTo>
                          <a:pt x="40" y="40"/>
                        </a:lnTo>
                        <a:lnTo>
                          <a:pt x="32" y="40"/>
                        </a:lnTo>
                        <a:lnTo>
                          <a:pt x="16" y="32"/>
                        </a:lnTo>
                        <a:lnTo>
                          <a:pt x="0" y="32"/>
                        </a:lnTo>
                        <a:lnTo>
                          <a:pt x="0" y="24"/>
                        </a:lnTo>
                        <a:lnTo>
                          <a:pt x="0" y="16"/>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50" name="Freeform 207">
                    <a:extLst>
                      <a:ext uri="{FF2B5EF4-FFF2-40B4-BE49-F238E27FC236}">
                        <a16:creationId xmlns:a16="http://schemas.microsoft.com/office/drawing/2014/main" id="{ABD45ED7-1D89-2B71-2664-DAD94D460FAD}"/>
                      </a:ext>
                    </a:extLst>
                  </p:cNvPr>
                  <p:cNvSpPr>
                    <a:spLocks/>
                  </p:cNvSpPr>
                  <p:nvPr/>
                </p:nvSpPr>
                <p:spPr bwMode="gray">
                  <a:xfrm>
                    <a:off x="2063" y="1120"/>
                    <a:ext cx="45" cy="28"/>
                  </a:xfrm>
                  <a:custGeom>
                    <a:avLst/>
                    <a:gdLst>
                      <a:gd name="T0" fmla="*/ 0 w 64"/>
                      <a:gd name="T1" fmla="*/ 0 h 40"/>
                      <a:gd name="T2" fmla="*/ 3 w 64"/>
                      <a:gd name="T3" fmla="*/ 6 h 40"/>
                      <a:gd name="T4" fmla="*/ 11 w 64"/>
                      <a:gd name="T5" fmla="*/ 10 h 40"/>
                      <a:gd name="T6" fmla="*/ 14 w 64"/>
                      <a:gd name="T7" fmla="*/ 10 h 40"/>
                      <a:gd name="T8" fmla="*/ 14 w 64"/>
                      <a:gd name="T9" fmla="*/ 14 h 40"/>
                      <a:gd name="T10" fmla="*/ 17 w 64"/>
                      <a:gd name="T11" fmla="*/ 14 h 40"/>
                      <a:gd name="T12" fmla="*/ 17 w 64"/>
                      <a:gd name="T13" fmla="*/ 8 h 40"/>
                      <a:gd name="T14" fmla="*/ 23 w 64"/>
                      <a:gd name="T15" fmla="*/ 8 h 40"/>
                      <a:gd name="T16" fmla="*/ 8 w 64"/>
                      <a:gd name="T17" fmla="*/ 0 h 40"/>
                      <a:gd name="T18" fmla="*/ 0 w 64"/>
                      <a:gd name="T19" fmla="*/ 0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
                      <a:gd name="T31" fmla="*/ 0 h 40"/>
                      <a:gd name="T32" fmla="*/ 64 w 64"/>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 h="40">
                        <a:moveTo>
                          <a:pt x="0" y="0"/>
                        </a:moveTo>
                        <a:lnTo>
                          <a:pt x="8" y="16"/>
                        </a:lnTo>
                        <a:lnTo>
                          <a:pt x="32" y="32"/>
                        </a:lnTo>
                        <a:lnTo>
                          <a:pt x="40" y="32"/>
                        </a:lnTo>
                        <a:lnTo>
                          <a:pt x="40" y="40"/>
                        </a:lnTo>
                        <a:lnTo>
                          <a:pt x="48" y="40"/>
                        </a:lnTo>
                        <a:lnTo>
                          <a:pt x="48" y="24"/>
                        </a:lnTo>
                        <a:lnTo>
                          <a:pt x="64" y="24"/>
                        </a:lnTo>
                        <a:lnTo>
                          <a:pt x="24" y="0"/>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51" name="Freeform 208">
                    <a:extLst>
                      <a:ext uri="{FF2B5EF4-FFF2-40B4-BE49-F238E27FC236}">
                        <a16:creationId xmlns:a16="http://schemas.microsoft.com/office/drawing/2014/main" id="{FBA29E95-6FA5-C531-B74E-05E1CF0BDD73}"/>
                      </a:ext>
                    </a:extLst>
                  </p:cNvPr>
                  <p:cNvSpPr>
                    <a:spLocks/>
                  </p:cNvSpPr>
                  <p:nvPr/>
                </p:nvSpPr>
                <p:spPr bwMode="gray">
                  <a:xfrm>
                    <a:off x="2412" y="1446"/>
                    <a:ext cx="34" cy="22"/>
                  </a:xfrm>
                  <a:custGeom>
                    <a:avLst/>
                    <a:gdLst>
                      <a:gd name="T0" fmla="*/ 0 w 48"/>
                      <a:gd name="T1" fmla="*/ 3 h 32"/>
                      <a:gd name="T2" fmla="*/ 0 w 48"/>
                      <a:gd name="T3" fmla="*/ 0 h 32"/>
                      <a:gd name="T4" fmla="*/ 9 w 48"/>
                      <a:gd name="T5" fmla="*/ 0 h 32"/>
                      <a:gd name="T6" fmla="*/ 14 w 48"/>
                      <a:gd name="T7" fmla="*/ 3 h 32"/>
                      <a:gd name="T8" fmla="*/ 17 w 48"/>
                      <a:gd name="T9" fmla="*/ 6 h 32"/>
                      <a:gd name="T10" fmla="*/ 17 w 48"/>
                      <a:gd name="T11" fmla="*/ 8 h 32"/>
                      <a:gd name="T12" fmla="*/ 14 w 48"/>
                      <a:gd name="T13" fmla="*/ 10 h 32"/>
                      <a:gd name="T14" fmla="*/ 6 w 48"/>
                      <a:gd name="T15" fmla="*/ 8 h 32"/>
                      <a:gd name="T16" fmla="*/ 0 w 48"/>
                      <a:gd name="T17" fmla="*/ 3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32"/>
                      <a:gd name="T29" fmla="*/ 48 w 48"/>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32">
                        <a:moveTo>
                          <a:pt x="0" y="8"/>
                        </a:moveTo>
                        <a:lnTo>
                          <a:pt x="0" y="0"/>
                        </a:lnTo>
                        <a:lnTo>
                          <a:pt x="24" y="0"/>
                        </a:lnTo>
                        <a:lnTo>
                          <a:pt x="40" y="8"/>
                        </a:lnTo>
                        <a:lnTo>
                          <a:pt x="48" y="16"/>
                        </a:lnTo>
                        <a:lnTo>
                          <a:pt x="48" y="24"/>
                        </a:lnTo>
                        <a:lnTo>
                          <a:pt x="40" y="32"/>
                        </a:lnTo>
                        <a:lnTo>
                          <a:pt x="16" y="24"/>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52" name="Freeform 209">
                    <a:extLst>
                      <a:ext uri="{FF2B5EF4-FFF2-40B4-BE49-F238E27FC236}">
                        <a16:creationId xmlns:a16="http://schemas.microsoft.com/office/drawing/2014/main" id="{310A98A9-91E1-8A92-123E-1A43BFD366CC}"/>
                      </a:ext>
                    </a:extLst>
                  </p:cNvPr>
                  <p:cNvSpPr>
                    <a:spLocks/>
                  </p:cNvSpPr>
                  <p:nvPr/>
                </p:nvSpPr>
                <p:spPr bwMode="gray">
                  <a:xfrm>
                    <a:off x="2671" y="1857"/>
                    <a:ext cx="112" cy="208"/>
                  </a:xfrm>
                  <a:custGeom>
                    <a:avLst/>
                    <a:gdLst>
                      <a:gd name="T0" fmla="*/ 3 w 160"/>
                      <a:gd name="T1" fmla="*/ 22 h 296"/>
                      <a:gd name="T2" fmla="*/ 3 w 160"/>
                      <a:gd name="T3" fmla="*/ 31 h 296"/>
                      <a:gd name="T4" fmla="*/ 6 w 160"/>
                      <a:gd name="T5" fmla="*/ 25 h 296"/>
                      <a:gd name="T6" fmla="*/ 8 w 160"/>
                      <a:gd name="T7" fmla="*/ 27 h 296"/>
                      <a:gd name="T8" fmla="*/ 6 w 160"/>
                      <a:gd name="T9" fmla="*/ 33 h 296"/>
                      <a:gd name="T10" fmla="*/ 6 w 160"/>
                      <a:gd name="T11" fmla="*/ 41 h 296"/>
                      <a:gd name="T12" fmla="*/ 8 w 160"/>
                      <a:gd name="T13" fmla="*/ 36 h 296"/>
                      <a:gd name="T14" fmla="*/ 10 w 160"/>
                      <a:gd name="T15" fmla="*/ 36 h 296"/>
                      <a:gd name="T16" fmla="*/ 10 w 160"/>
                      <a:gd name="T17" fmla="*/ 41 h 296"/>
                      <a:gd name="T18" fmla="*/ 8 w 160"/>
                      <a:gd name="T19" fmla="*/ 50 h 296"/>
                      <a:gd name="T20" fmla="*/ 17 w 160"/>
                      <a:gd name="T21" fmla="*/ 50 h 296"/>
                      <a:gd name="T22" fmla="*/ 19 w 160"/>
                      <a:gd name="T23" fmla="*/ 53 h 296"/>
                      <a:gd name="T24" fmla="*/ 22 w 160"/>
                      <a:gd name="T25" fmla="*/ 58 h 296"/>
                      <a:gd name="T26" fmla="*/ 25 w 160"/>
                      <a:gd name="T27" fmla="*/ 64 h 296"/>
                      <a:gd name="T28" fmla="*/ 19 w 160"/>
                      <a:gd name="T29" fmla="*/ 67 h 296"/>
                      <a:gd name="T30" fmla="*/ 14 w 160"/>
                      <a:gd name="T31" fmla="*/ 72 h 296"/>
                      <a:gd name="T32" fmla="*/ 14 w 160"/>
                      <a:gd name="T33" fmla="*/ 81 h 296"/>
                      <a:gd name="T34" fmla="*/ 8 w 160"/>
                      <a:gd name="T35" fmla="*/ 84 h 296"/>
                      <a:gd name="T36" fmla="*/ 17 w 160"/>
                      <a:gd name="T37" fmla="*/ 86 h 296"/>
                      <a:gd name="T38" fmla="*/ 22 w 160"/>
                      <a:gd name="T39" fmla="*/ 89 h 296"/>
                      <a:gd name="T40" fmla="*/ 25 w 160"/>
                      <a:gd name="T41" fmla="*/ 86 h 296"/>
                      <a:gd name="T42" fmla="*/ 22 w 160"/>
                      <a:gd name="T43" fmla="*/ 92 h 296"/>
                      <a:gd name="T44" fmla="*/ 17 w 160"/>
                      <a:gd name="T45" fmla="*/ 94 h 296"/>
                      <a:gd name="T46" fmla="*/ 10 w 160"/>
                      <a:gd name="T47" fmla="*/ 97 h 296"/>
                      <a:gd name="T48" fmla="*/ 10 w 160"/>
                      <a:gd name="T49" fmla="*/ 103 h 296"/>
                      <a:gd name="T50" fmla="*/ 22 w 160"/>
                      <a:gd name="T51" fmla="*/ 100 h 296"/>
                      <a:gd name="T52" fmla="*/ 27 w 160"/>
                      <a:gd name="T53" fmla="*/ 97 h 296"/>
                      <a:gd name="T54" fmla="*/ 41 w 160"/>
                      <a:gd name="T55" fmla="*/ 94 h 296"/>
                      <a:gd name="T56" fmla="*/ 52 w 160"/>
                      <a:gd name="T57" fmla="*/ 92 h 296"/>
                      <a:gd name="T58" fmla="*/ 50 w 160"/>
                      <a:gd name="T59" fmla="*/ 89 h 296"/>
                      <a:gd name="T60" fmla="*/ 47 w 160"/>
                      <a:gd name="T61" fmla="*/ 86 h 296"/>
                      <a:gd name="T62" fmla="*/ 52 w 160"/>
                      <a:gd name="T63" fmla="*/ 84 h 296"/>
                      <a:gd name="T64" fmla="*/ 55 w 160"/>
                      <a:gd name="T65" fmla="*/ 72 h 296"/>
                      <a:gd name="T66" fmla="*/ 44 w 160"/>
                      <a:gd name="T67" fmla="*/ 72 h 296"/>
                      <a:gd name="T68" fmla="*/ 44 w 160"/>
                      <a:gd name="T69" fmla="*/ 56 h 296"/>
                      <a:gd name="T70" fmla="*/ 36 w 160"/>
                      <a:gd name="T71" fmla="*/ 50 h 296"/>
                      <a:gd name="T72" fmla="*/ 30 w 160"/>
                      <a:gd name="T73" fmla="*/ 33 h 296"/>
                      <a:gd name="T74" fmla="*/ 25 w 160"/>
                      <a:gd name="T75" fmla="*/ 33 h 296"/>
                      <a:gd name="T76" fmla="*/ 25 w 160"/>
                      <a:gd name="T77" fmla="*/ 31 h 296"/>
                      <a:gd name="T78" fmla="*/ 30 w 160"/>
                      <a:gd name="T79" fmla="*/ 14 h 296"/>
                      <a:gd name="T80" fmla="*/ 25 w 160"/>
                      <a:gd name="T81" fmla="*/ 11 h 296"/>
                      <a:gd name="T82" fmla="*/ 19 w 160"/>
                      <a:gd name="T83" fmla="*/ 6 h 296"/>
                      <a:gd name="T84" fmla="*/ 25 w 160"/>
                      <a:gd name="T85" fmla="*/ 0 h 296"/>
                      <a:gd name="T86" fmla="*/ 10 w 160"/>
                      <a:gd name="T87" fmla="*/ 0 h 296"/>
                      <a:gd name="T88" fmla="*/ 8 w 160"/>
                      <a:gd name="T89" fmla="*/ 8 h 296"/>
                      <a:gd name="T90" fmla="*/ 3 w 160"/>
                      <a:gd name="T91" fmla="*/ 14 h 296"/>
                      <a:gd name="T92" fmla="*/ 6 w 160"/>
                      <a:gd name="T93" fmla="*/ 19 h 29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60"/>
                      <a:gd name="T142" fmla="*/ 0 h 296"/>
                      <a:gd name="T143" fmla="*/ 160 w 160"/>
                      <a:gd name="T144" fmla="*/ 296 h 29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60" h="296">
                        <a:moveTo>
                          <a:pt x="16" y="56"/>
                        </a:moveTo>
                        <a:lnTo>
                          <a:pt x="8" y="64"/>
                        </a:lnTo>
                        <a:lnTo>
                          <a:pt x="0" y="72"/>
                        </a:lnTo>
                        <a:lnTo>
                          <a:pt x="8" y="88"/>
                        </a:lnTo>
                        <a:lnTo>
                          <a:pt x="8" y="80"/>
                        </a:lnTo>
                        <a:lnTo>
                          <a:pt x="16" y="72"/>
                        </a:lnTo>
                        <a:lnTo>
                          <a:pt x="24" y="72"/>
                        </a:lnTo>
                        <a:lnTo>
                          <a:pt x="24" y="80"/>
                        </a:lnTo>
                        <a:lnTo>
                          <a:pt x="16" y="88"/>
                        </a:lnTo>
                        <a:lnTo>
                          <a:pt x="16" y="96"/>
                        </a:lnTo>
                        <a:lnTo>
                          <a:pt x="16" y="112"/>
                        </a:lnTo>
                        <a:lnTo>
                          <a:pt x="16" y="120"/>
                        </a:lnTo>
                        <a:lnTo>
                          <a:pt x="16" y="112"/>
                        </a:lnTo>
                        <a:lnTo>
                          <a:pt x="24" y="104"/>
                        </a:lnTo>
                        <a:lnTo>
                          <a:pt x="32" y="96"/>
                        </a:lnTo>
                        <a:lnTo>
                          <a:pt x="32" y="104"/>
                        </a:lnTo>
                        <a:lnTo>
                          <a:pt x="32" y="112"/>
                        </a:lnTo>
                        <a:lnTo>
                          <a:pt x="32" y="120"/>
                        </a:lnTo>
                        <a:lnTo>
                          <a:pt x="24" y="128"/>
                        </a:lnTo>
                        <a:lnTo>
                          <a:pt x="24" y="144"/>
                        </a:lnTo>
                        <a:lnTo>
                          <a:pt x="32" y="144"/>
                        </a:lnTo>
                        <a:lnTo>
                          <a:pt x="48" y="144"/>
                        </a:lnTo>
                        <a:lnTo>
                          <a:pt x="64" y="136"/>
                        </a:lnTo>
                        <a:lnTo>
                          <a:pt x="56" y="152"/>
                        </a:lnTo>
                        <a:lnTo>
                          <a:pt x="64" y="160"/>
                        </a:lnTo>
                        <a:lnTo>
                          <a:pt x="64" y="168"/>
                        </a:lnTo>
                        <a:lnTo>
                          <a:pt x="72" y="168"/>
                        </a:lnTo>
                        <a:lnTo>
                          <a:pt x="72" y="184"/>
                        </a:lnTo>
                        <a:lnTo>
                          <a:pt x="64" y="184"/>
                        </a:lnTo>
                        <a:lnTo>
                          <a:pt x="56" y="192"/>
                        </a:lnTo>
                        <a:lnTo>
                          <a:pt x="40" y="192"/>
                        </a:lnTo>
                        <a:lnTo>
                          <a:pt x="40" y="208"/>
                        </a:lnTo>
                        <a:lnTo>
                          <a:pt x="48" y="208"/>
                        </a:lnTo>
                        <a:lnTo>
                          <a:pt x="40" y="232"/>
                        </a:lnTo>
                        <a:lnTo>
                          <a:pt x="32" y="232"/>
                        </a:lnTo>
                        <a:lnTo>
                          <a:pt x="24" y="240"/>
                        </a:lnTo>
                        <a:lnTo>
                          <a:pt x="24" y="248"/>
                        </a:lnTo>
                        <a:lnTo>
                          <a:pt x="48" y="248"/>
                        </a:lnTo>
                        <a:lnTo>
                          <a:pt x="56" y="256"/>
                        </a:lnTo>
                        <a:lnTo>
                          <a:pt x="64" y="256"/>
                        </a:lnTo>
                        <a:lnTo>
                          <a:pt x="64" y="248"/>
                        </a:lnTo>
                        <a:lnTo>
                          <a:pt x="72" y="248"/>
                        </a:lnTo>
                        <a:lnTo>
                          <a:pt x="72" y="256"/>
                        </a:lnTo>
                        <a:lnTo>
                          <a:pt x="64" y="264"/>
                        </a:lnTo>
                        <a:lnTo>
                          <a:pt x="48" y="264"/>
                        </a:lnTo>
                        <a:lnTo>
                          <a:pt x="48" y="272"/>
                        </a:lnTo>
                        <a:lnTo>
                          <a:pt x="40" y="272"/>
                        </a:lnTo>
                        <a:lnTo>
                          <a:pt x="32" y="280"/>
                        </a:lnTo>
                        <a:lnTo>
                          <a:pt x="24" y="296"/>
                        </a:lnTo>
                        <a:lnTo>
                          <a:pt x="32" y="296"/>
                        </a:lnTo>
                        <a:lnTo>
                          <a:pt x="40" y="288"/>
                        </a:lnTo>
                        <a:lnTo>
                          <a:pt x="64" y="288"/>
                        </a:lnTo>
                        <a:lnTo>
                          <a:pt x="64" y="280"/>
                        </a:lnTo>
                        <a:lnTo>
                          <a:pt x="80" y="280"/>
                        </a:lnTo>
                        <a:lnTo>
                          <a:pt x="112" y="272"/>
                        </a:lnTo>
                        <a:lnTo>
                          <a:pt x="120" y="272"/>
                        </a:lnTo>
                        <a:lnTo>
                          <a:pt x="136" y="272"/>
                        </a:lnTo>
                        <a:lnTo>
                          <a:pt x="152" y="264"/>
                        </a:lnTo>
                        <a:lnTo>
                          <a:pt x="152" y="256"/>
                        </a:lnTo>
                        <a:lnTo>
                          <a:pt x="144" y="256"/>
                        </a:lnTo>
                        <a:lnTo>
                          <a:pt x="136" y="256"/>
                        </a:lnTo>
                        <a:lnTo>
                          <a:pt x="136" y="248"/>
                        </a:lnTo>
                        <a:lnTo>
                          <a:pt x="144" y="248"/>
                        </a:lnTo>
                        <a:lnTo>
                          <a:pt x="152" y="240"/>
                        </a:lnTo>
                        <a:lnTo>
                          <a:pt x="160" y="224"/>
                        </a:lnTo>
                        <a:lnTo>
                          <a:pt x="160" y="208"/>
                        </a:lnTo>
                        <a:lnTo>
                          <a:pt x="136" y="208"/>
                        </a:lnTo>
                        <a:lnTo>
                          <a:pt x="128" y="208"/>
                        </a:lnTo>
                        <a:lnTo>
                          <a:pt x="128" y="168"/>
                        </a:lnTo>
                        <a:lnTo>
                          <a:pt x="128" y="160"/>
                        </a:lnTo>
                        <a:lnTo>
                          <a:pt x="112" y="144"/>
                        </a:lnTo>
                        <a:lnTo>
                          <a:pt x="104" y="144"/>
                        </a:lnTo>
                        <a:lnTo>
                          <a:pt x="104" y="120"/>
                        </a:lnTo>
                        <a:lnTo>
                          <a:pt x="88" y="96"/>
                        </a:lnTo>
                        <a:lnTo>
                          <a:pt x="80" y="96"/>
                        </a:lnTo>
                        <a:lnTo>
                          <a:pt x="72" y="96"/>
                        </a:lnTo>
                        <a:lnTo>
                          <a:pt x="64" y="96"/>
                        </a:lnTo>
                        <a:lnTo>
                          <a:pt x="72" y="88"/>
                        </a:lnTo>
                        <a:lnTo>
                          <a:pt x="72" y="72"/>
                        </a:lnTo>
                        <a:lnTo>
                          <a:pt x="88" y="40"/>
                        </a:lnTo>
                        <a:lnTo>
                          <a:pt x="88" y="32"/>
                        </a:lnTo>
                        <a:lnTo>
                          <a:pt x="72" y="32"/>
                        </a:lnTo>
                        <a:lnTo>
                          <a:pt x="48" y="32"/>
                        </a:lnTo>
                        <a:lnTo>
                          <a:pt x="56" y="16"/>
                        </a:lnTo>
                        <a:lnTo>
                          <a:pt x="64" y="8"/>
                        </a:lnTo>
                        <a:lnTo>
                          <a:pt x="72" y="0"/>
                        </a:lnTo>
                        <a:lnTo>
                          <a:pt x="56" y="0"/>
                        </a:lnTo>
                        <a:lnTo>
                          <a:pt x="32" y="0"/>
                        </a:lnTo>
                        <a:lnTo>
                          <a:pt x="24" y="8"/>
                        </a:lnTo>
                        <a:lnTo>
                          <a:pt x="24" y="24"/>
                        </a:lnTo>
                        <a:lnTo>
                          <a:pt x="8" y="32"/>
                        </a:lnTo>
                        <a:lnTo>
                          <a:pt x="8" y="40"/>
                        </a:lnTo>
                        <a:lnTo>
                          <a:pt x="16" y="48"/>
                        </a:lnTo>
                        <a:lnTo>
                          <a:pt x="16" y="5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53" name="Freeform 210">
                    <a:extLst>
                      <a:ext uri="{FF2B5EF4-FFF2-40B4-BE49-F238E27FC236}">
                        <a16:creationId xmlns:a16="http://schemas.microsoft.com/office/drawing/2014/main" id="{4E4F069F-FE43-05F4-B767-BEC074FD08C7}"/>
                      </a:ext>
                    </a:extLst>
                  </p:cNvPr>
                  <p:cNvSpPr>
                    <a:spLocks/>
                  </p:cNvSpPr>
                  <p:nvPr/>
                </p:nvSpPr>
                <p:spPr bwMode="gray">
                  <a:xfrm>
                    <a:off x="2412" y="1603"/>
                    <a:ext cx="158" cy="107"/>
                  </a:xfrm>
                  <a:custGeom>
                    <a:avLst/>
                    <a:gdLst>
                      <a:gd name="T0" fmla="*/ 56 w 224"/>
                      <a:gd name="T1" fmla="*/ 44 h 152"/>
                      <a:gd name="T2" fmla="*/ 67 w 224"/>
                      <a:gd name="T3" fmla="*/ 39 h 152"/>
                      <a:gd name="T4" fmla="*/ 75 w 224"/>
                      <a:gd name="T5" fmla="*/ 31 h 152"/>
                      <a:gd name="T6" fmla="*/ 75 w 224"/>
                      <a:gd name="T7" fmla="*/ 17 h 152"/>
                      <a:gd name="T8" fmla="*/ 73 w 224"/>
                      <a:gd name="T9" fmla="*/ 14 h 152"/>
                      <a:gd name="T10" fmla="*/ 70 w 224"/>
                      <a:gd name="T11" fmla="*/ 8 h 152"/>
                      <a:gd name="T12" fmla="*/ 73 w 224"/>
                      <a:gd name="T13" fmla="*/ 6 h 152"/>
                      <a:gd name="T14" fmla="*/ 65 w 224"/>
                      <a:gd name="T15" fmla="*/ 3 h 152"/>
                      <a:gd name="T16" fmla="*/ 56 w 224"/>
                      <a:gd name="T17" fmla="*/ 0 h 152"/>
                      <a:gd name="T18" fmla="*/ 51 w 224"/>
                      <a:gd name="T19" fmla="*/ 8 h 152"/>
                      <a:gd name="T20" fmla="*/ 44 w 224"/>
                      <a:gd name="T21" fmla="*/ 8 h 152"/>
                      <a:gd name="T22" fmla="*/ 42 w 224"/>
                      <a:gd name="T23" fmla="*/ 11 h 152"/>
                      <a:gd name="T24" fmla="*/ 34 w 224"/>
                      <a:gd name="T25" fmla="*/ 8 h 152"/>
                      <a:gd name="T26" fmla="*/ 31 w 224"/>
                      <a:gd name="T27" fmla="*/ 11 h 152"/>
                      <a:gd name="T28" fmla="*/ 31 w 224"/>
                      <a:gd name="T29" fmla="*/ 14 h 152"/>
                      <a:gd name="T30" fmla="*/ 25 w 224"/>
                      <a:gd name="T31" fmla="*/ 17 h 152"/>
                      <a:gd name="T32" fmla="*/ 23 w 224"/>
                      <a:gd name="T33" fmla="*/ 19 h 152"/>
                      <a:gd name="T34" fmla="*/ 20 w 224"/>
                      <a:gd name="T35" fmla="*/ 8 h 152"/>
                      <a:gd name="T36" fmla="*/ 8 w 224"/>
                      <a:gd name="T37" fmla="*/ 3 h 152"/>
                      <a:gd name="T38" fmla="*/ 14 w 224"/>
                      <a:gd name="T39" fmla="*/ 11 h 152"/>
                      <a:gd name="T40" fmla="*/ 8 w 224"/>
                      <a:gd name="T41" fmla="*/ 8 h 152"/>
                      <a:gd name="T42" fmla="*/ 0 w 224"/>
                      <a:gd name="T43" fmla="*/ 17 h 152"/>
                      <a:gd name="T44" fmla="*/ 6 w 224"/>
                      <a:gd name="T45" fmla="*/ 17 h 152"/>
                      <a:gd name="T46" fmla="*/ 17 w 224"/>
                      <a:gd name="T47" fmla="*/ 19 h 152"/>
                      <a:gd name="T48" fmla="*/ 20 w 224"/>
                      <a:gd name="T49" fmla="*/ 25 h 152"/>
                      <a:gd name="T50" fmla="*/ 14 w 224"/>
                      <a:gd name="T51" fmla="*/ 27 h 152"/>
                      <a:gd name="T52" fmla="*/ 6 w 224"/>
                      <a:gd name="T53" fmla="*/ 27 h 152"/>
                      <a:gd name="T54" fmla="*/ 11 w 224"/>
                      <a:gd name="T55" fmla="*/ 31 h 152"/>
                      <a:gd name="T56" fmla="*/ 14 w 224"/>
                      <a:gd name="T57" fmla="*/ 34 h 152"/>
                      <a:gd name="T58" fmla="*/ 17 w 224"/>
                      <a:gd name="T59" fmla="*/ 42 h 152"/>
                      <a:gd name="T60" fmla="*/ 11 w 224"/>
                      <a:gd name="T61" fmla="*/ 44 h 152"/>
                      <a:gd name="T62" fmla="*/ 23 w 224"/>
                      <a:gd name="T63" fmla="*/ 48 h 152"/>
                      <a:gd name="T64" fmla="*/ 44 w 224"/>
                      <a:gd name="T65" fmla="*/ 53 h 15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4"/>
                      <a:gd name="T100" fmla="*/ 0 h 152"/>
                      <a:gd name="T101" fmla="*/ 224 w 224"/>
                      <a:gd name="T102" fmla="*/ 152 h 15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4" h="152">
                        <a:moveTo>
                          <a:pt x="144" y="136"/>
                        </a:moveTo>
                        <a:lnTo>
                          <a:pt x="160" y="128"/>
                        </a:lnTo>
                        <a:lnTo>
                          <a:pt x="176" y="112"/>
                        </a:lnTo>
                        <a:lnTo>
                          <a:pt x="192" y="112"/>
                        </a:lnTo>
                        <a:lnTo>
                          <a:pt x="200" y="96"/>
                        </a:lnTo>
                        <a:lnTo>
                          <a:pt x="216" y="88"/>
                        </a:lnTo>
                        <a:lnTo>
                          <a:pt x="224" y="64"/>
                        </a:lnTo>
                        <a:lnTo>
                          <a:pt x="216" y="48"/>
                        </a:lnTo>
                        <a:lnTo>
                          <a:pt x="208" y="48"/>
                        </a:lnTo>
                        <a:lnTo>
                          <a:pt x="208" y="40"/>
                        </a:lnTo>
                        <a:lnTo>
                          <a:pt x="200" y="40"/>
                        </a:lnTo>
                        <a:lnTo>
                          <a:pt x="200" y="24"/>
                        </a:lnTo>
                        <a:lnTo>
                          <a:pt x="200" y="16"/>
                        </a:lnTo>
                        <a:lnTo>
                          <a:pt x="208" y="16"/>
                        </a:lnTo>
                        <a:lnTo>
                          <a:pt x="200" y="8"/>
                        </a:lnTo>
                        <a:lnTo>
                          <a:pt x="184" y="8"/>
                        </a:lnTo>
                        <a:lnTo>
                          <a:pt x="184" y="0"/>
                        </a:lnTo>
                        <a:lnTo>
                          <a:pt x="160" y="0"/>
                        </a:lnTo>
                        <a:lnTo>
                          <a:pt x="168" y="16"/>
                        </a:lnTo>
                        <a:lnTo>
                          <a:pt x="144" y="24"/>
                        </a:lnTo>
                        <a:lnTo>
                          <a:pt x="136" y="16"/>
                        </a:lnTo>
                        <a:lnTo>
                          <a:pt x="128" y="24"/>
                        </a:lnTo>
                        <a:lnTo>
                          <a:pt x="128" y="32"/>
                        </a:lnTo>
                        <a:lnTo>
                          <a:pt x="120" y="32"/>
                        </a:lnTo>
                        <a:lnTo>
                          <a:pt x="120" y="24"/>
                        </a:lnTo>
                        <a:lnTo>
                          <a:pt x="96" y="24"/>
                        </a:lnTo>
                        <a:lnTo>
                          <a:pt x="96" y="40"/>
                        </a:lnTo>
                        <a:lnTo>
                          <a:pt x="88" y="32"/>
                        </a:lnTo>
                        <a:lnTo>
                          <a:pt x="80" y="32"/>
                        </a:lnTo>
                        <a:lnTo>
                          <a:pt x="88" y="40"/>
                        </a:lnTo>
                        <a:lnTo>
                          <a:pt x="80" y="48"/>
                        </a:lnTo>
                        <a:lnTo>
                          <a:pt x="72" y="48"/>
                        </a:lnTo>
                        <a:lnTo>
                          <a:pt x="72" y="56"/>
                        </a:lnTo>
                        <a:lnTo>
                          <a:pt x="64" y="56"/>
                        </a:lnTo>
                        <a:lnTo>
                          <a:pt x="56" y="32"/>
                        </a:lnTo>
                        <a:lnTo>
                          <a:pt x="56" y="24"/>
                        </a:lnTo>
                        <a:lnTo>
                          <a:pt x="40" y="8"/>
                        </a:lnTo>
                        <a:lnTo>
                          <a:pt x="24" y="8"/>
                        </a:lnTo>
                        <a:lnTo>
                          <a:pt x="32" y="16"/>
                        </a:lnTo>
                        <a:lnTo>
                          <a:pt x="40" y="32"/>
                        </a:lnTo>
                        <a:lnTo>
                          <a:pt x="24" y="32"/>
                        </a:lnTo>
                        <a:lnTo>
                          <a:pt x="24" y="24"/>
                        </a:lnTo>
                        <a:lnTo>
                          <a:pt x="16" y="24"/>
                        </a:lnTo>
                        <a:lnTo>
                          <a:pt x="0" y="48"/>
                        </a:lnTo>
                        <a:lnTo>
                          <a:pt x="0" y="56"/>
                        </a:lnTo>
                        <a:lnTo>
                          <a:pt x="16" y="48"/>
                        </a:lnTo>
                        <a:lnTo>
                          <a:pt x="40" y="48"/>
                        </a:lnTo>
                        <a:lnTo>
                          <a:pt x="48" y="56"/>
                        </a:lnTo>
                        <a:lnTo>
                          <a:pt x="40" y="64"/>
                        </a:lnTo>
                        <a:lnTo>
                          <a:pt x="56" y="72"/>
                        </a:lnTo>
                        <a:lnTo>
                          <a:pt x="56" y="80"/>
                        </a:lnTo>
                        <a:lnTo>
                          <a:pt x="40" y="80"/>
                        </a:lnTo>
                        <a:lnTo>
                          <a:pt x="24" y="80"/>
                        </a:lnTo>
                        <a:lnTo>
                          <a:pt x="16" y="80"/>
                        </a:lnTo>
                        <a:lnTo>
                          <a:pt x="8" y="88"/>
                        </a:lnTo>
                        <a:lnTo>
                          <a:pt x="32" y="88"/>
                        </a:lnTo>
                        <a:lnTo>
                          <a:pt x="40" y="88"/>
                        </a:lnTo>
                        <a:lnTo>
                          <a:pt x="40" y="96"/>
                        </a:lnTo>
                        <a:lnTo>
                          <a:pt x="48" y="112"/>
                        </a:lnTo>
                        <a:lnTo>
                          <a:pt x="48" y="120"/>
                        </a:lnTo>
                        <a:lnTo>
                          <a:pt x="32" y="120"/>
                        </a:lnTo>
                        <a:lnTo>
                          <a:pt x="32" y="128"/>
                        </a:lnTo>
                        <a:lnTo>
                          <a:pt x="48" y="136"/>
                        </a:lnTo>
                        <a:lnTo>
                          <a:pt x="64" y="136"/>
                        </a:lnTo>
                        <a:lnTo>
                          <a:pt x="88" y="152"/>
                        </a:lnTo>
                        <a:lnTo>
                          <a:pt x="128" y="152"/>
                        </a:lnTo>
                        <a:lnTo>
                          <a:pt x="144" y="13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54" name="Freeform 211">
                    <a:extLst>
                      <a:ext uri="{FF2B5EF4-FFF2-40B4-BE49-F238E27FC236}">
                        <a16:creationId xmlns:a16="http://schemas.microsoft.com/office/drawing/2014/main" id="{1D624ADE-F337-0FA0-B92D-07BC2D07F8B4}"/>
                      </a:ext>
                    </a:extLst>
                  </p:cNvPr>
                  <p:cNvSpPr>
                    <a:spLocks/>
                  </p:cNvSpPr>
                  <p:nvPr/>
                </p:nvSpPr>
                <p:spPr bwMode="gray">
                  <a:xfrm>
                    <a:off x="2615" y="1941"/>
                    <a:ext cx="73" cy="96"/>
                  </a:xfrm>
                  <a:custGeom>
                    <a:avLst/>
                    <a:gdLst>
                      <a:gd name="T0" fmla="*/ 0 w 104"/>
                      <a:gd name="T1" fmla="*/ 40 h 136"/>
                      <a:gd name="T2" fmla="*/ 0 w 104"/>
                      <a:gd name="T3" fmla="*/ 42 h 136"/>
                      <a:gd name="T4" fmla="*/ 3 w 104"/>
                      <a:gd name="T5" fmla="*/ 45 h 136"/>
                      <a:gd name="T6" fmla="*/ 6 w 104"/>
                      <a:gd name="T7" fmla="*/ 48 h 136"/>
                      <a:gd name="T8" fmla="*/ 8 w 104"/>
                      <a:gd name="T9" fmla="*/ 45 h 136"/>
                      <a:gd name="T10" fmla="*/ 14 w 104"/>
                      <a:gd name="T11" fmla="*/ 42 h 136"/>
                      <a:gd name="T12" fmla="*/ 22 w 104"/>
                      <a:gd name="T13" fmla="*/ 40 h 136"/>
                      <a:gd name="T14" fmla="*/ 27 w 104"/>
                      <a:gd name="T15" fmla="*/ 40 h 136"/>
                      <a:gd name="T16" fmla="*/ 27 w 104"/>
                      <a:gd name="T17" fmla="*/ 31 h 136"/>
                      <a:gd name="T18" fmla="*/ 31 w 104"/>
                      <a:gd name="T19" fmla="*/ 25 h 136"/>
                      <a:gd name="T20" fmla="*/ 27 w 104"/>
                      <a:gd name="T21" fmla="*/ 23 h 136"/>
                      <a:gd name="T22" fmla="*/ 27 w 104"/>
                      <a:gd name="T23" fmla="*/ 17 h 136"/>
                      <a:gd name="T24" fmla="*/ 33 w 104"/>
                      <a:gd name="T25" fmla="*/ 14 h 136"/>
                      <a:gd name="T26" fmla="*/ 36 w 104"/>
                      <a:gd name="T27" fmla="*/ 8 h 136"/>
                      <a:gd name="T28" fmla="*/ 33 w 104"/>
                      <a:gd name="T29" fmla="*/ 8 h 136"/>
                      <a:gd name="T30" fmla="*/ 31 w 104"/>
                      <a:gd name="T31" fmla="*/ 3 h 136"/>
                      <a:gd name="T32" fmla="*/ 25 w 104"/>
                      <a:gd name="T33" fmla="*/ 3 h 136"/>
                      <a:gd name="T34" fmla="*/ 25 w 104"/>
                      <a:gd name="T35" fmla="*/ 0 h 136"/>
                      <a:gd name="T36" fmla="*/ 19 w 104"/>
                      <a:gd name="T37" fmla="*/ 0 h 136"/>
                      <a:gd name="T38" fmla="*/ 14 w 104"/>
                      <a:gd name="T39" fmla="*/ 3 h 136"/>
                      <a:gd name="T40" fmla="*/ 11 w 104"/>
                      <a:gd name="T41" fmla="*/ 3 h 136"/>
                      <a:gd name="T42" fmla="*/ 11 w 104"/>
                      <a:gd name="T43" fmla="*/ 8 h 136"/>
                      <a:gd name="T44" fmla="*/ 11 w 104"/>
                      <a:gd name="T45" fmla="*/ 11 h 136"/>
                      <a:gd name="T46" fmla="*/ 8 w 104"/>
                      <a:gd name="T47" fmla="*/ 14 h 136"/>
                      <a:gd name="T48" fmla="*/ 6 w 104"/>
                      <a:gd name="T49" fmla="*/ 14 h 136"/>
                      <a:gd name="T50" fmla="*/ 3 w 104"/>
                      <a:gd name="T51" fmla="*/ 14 h 136"/>
                      <a:gd name="T52" fmla="*/ 0 w 104"/>
                      <a:gd name="T53" fmla="*/ 17 h 136"/>
                      <a:gd name="T54" fmla="*/ 3 w 104"/>
                      <a:gd name="T55" fmla="*/ 20 h 136"/>
                      <a:gd name="T56" fmla="*/ 3 w 104"/>
                      <a:gd name="T57" fmla="*/ 23 h 136"/>
                      <a:gd name="T58" fmla="*/ 0 w 104"/>
                      <a:gd name="T59" fmla="*/ 25 h 136"/>
                      <a:gd name="T60" fmla="*/ 3 w 104"/>
                      <a:gd name="T61" fmla="*/ 25 h 136"/>
                      <a:gd name="T62" fmla="*/ 6 w 104"/>
                      <a:gd name="T63" fmla="*/ 25 h 136"/>
                      <a:gd name="T64" fmla="*/ 8 w 104"/>
                      <a:gd name="T65" fmla="*/ 25 h 136"/>
                      <a:gd name="T66" fmla="*/ 6 w 104"/>
                      <a:gd name="T67" fmla="*/ 28 h 136"/>
                      <a:gd name="T68" fmla="*/ 6 w 104"/>
                      <a:gd name="T69" fmla="*/ 34 h 136"/>
                      <a:gd name="T70" fmla="*/ 8 w 104"/>
                      <a:gd name="T71" fmla="*/ 34 h 136"/>
                      <a:gd name="T72" fmla="*/ 0 w 104"/>
                      <a:gd name="T73" fmla="*/ 37 h 136"/>
                      <a:gd name="T74" fmla="*/ 0 w 104"/>
                      <a:gd name="T75" fmla="*/ 40 h 1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4"/>
                      <a:gd name="T115" fmla="*/ 0 h 136"/>
                      <a:gd name="T116" fmla="*/ 104 w 104"/>
                      <a:gd name="T117" fmla="*/ 136 h 1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4" h="136">
                        <a:moveTo>
                          <a:pt x="0" y="112"/>
                        </a:moveTo>
                        <a:lnTo>
                          <a:pt x="0" y="120"/>
                        </a:lnTo>
                        <a:lnTo>
                          <a:pt x="8" y="128"/>
                        </a:lnTo>
                        <a:lnTo>
                          <a:pt x="16" y="136"/>
                        </a:lnTo>
                        <a:lnTo>
                          <a:pt x="24" y="128"/>
                        </a:lnTo>
                        <a:lnTo>
                          <a:pt x="40" y="120"/>
                        </a:lnTo>
                        <a:lnTo>
                          <a:pt x="64" y="112"/>
                        </a:lnTo>
                        <a:lnTo>
                          <a:pt x="80" y="112"/>
                        </a:lnTo>
                        <a:lnTo>
                          <a:pt x="80" y="88"/>
                        </a:lnTo>
                        <a:lnTo>
                          <a:pt x="88" y="72"/>
                        </a:lnTo>
                        <a:lnTo>
                          <a:pt x="80" y="64"/>
                        </a:lnTo>
                        <a:lnTo>
                          <a:pt x="80" y="48"/>
                        </a:lnTo>
                        <a:lnTo>
                          <a:pt x="96" y="40"/>
                        </a:lnTo>
                        <a:lnTo>
                          <a:pt x="104" y="24"/>
                        </a:lnTo>
                        <a:lnTo>
                          <a:pt x="96" y="24"/>
                        </a:lnTo>
                        <a:lnTo>
                          <a:pt x="88" y="8"/>
                        </a:lnTo>
                        <a:lnTo>
                          <a:pt x="72" y="8"/>
                        </a:lnTo>
                        <a:lnTo>
                          <a:pt x="72" y="0"/>
                        </a:lnTo>
                        <a:lnTo>
                          <a:pt x="56" y="0"/>
                        </a:lnTo>
                        <a:lnTo>
                          <a:pt x="40" y="8"/>
                        </a:lnTo>
                        <a:lnTo>
                          <a:pt x="32" y="8"/>
                        </a:lnTo>
                        <a:lnTo>
                          <a:pt x="32" y="24"/>
                        </a:lnTo>
                        <a:lnTo>
                          <a:pt x="32" y="32"/>
                        </a:lnTo>
                        <a:lnTo>
                          <a:pt x="24" y="40"/>
                        </a:lnTo>
                        <a:lnTo>
                          <a:pt x="16" y="40"/>
                        </a:lnTo>
                        <a:lnTo>
                          <a:pt x="8" y="40"/>
                        </a:lnTo>
                        <a:lnTo>
                          <a:pt x="0" y="48"/>
                        </a:lnTo>
                        <a:lnTo>
                          <a:pt x="8" y="56"/>
                        </a:lnTo>
                        <a:lnTo>
                          <a:pt x="8" y="64"/>
                        </a:lnTo>
                        <a:lnTo>
                          <a:pt x="0" y="72"/>
                        </a:lnTo>
                        <a:lnTo>
                          <a:pt x="8" y="72"/>
                        </a:lnTo>
                        <a:lnTo>
                          <a:pt x="16" y="72"/>
                        </a:lnTo>
                        <a:lnTo>
                          <a:pt x="24" y="72"/>
                        </a:lnTo>
                        <a:lnTo>
                          <a:pt x="16" y="80"/>
                        </a:lnTo>
                        <a:lnTo>
                          <a:pt x="16" y="96"/>
                        </a:lnTo>
                        <a:lnTo>
                          <a:pt x="24" y="96"/>
                        </a:lnTo>
                        <a:lnTo>
                          <a:pt x="0" y="104"/>
                        </a:lnTo>
                        <a:lnTo>
                          <a:pt x="0" y="11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55" name="Freeform 212">
                    <a:extLst>
                      <a:ext uri="{FF2B5EF4-FFF2-40B4-BE49-F238E27FC236}">
                        <a16:creationId xmlns:a16="http://schemas.microsoft.com/office/drawing/2014/main" id="{B8127796-A8D7-A045-3D8F-AB0E840B7010}"/>
                      </a:ext>
                    </a:extLst>
                  </p:cNvPr>
                  <p:cNvSpPr>
                    <a:spLocks/>
                  </p:cNvSpPr>
                  <p:nvPr/>
                </p:nvSpPr>
                <p:spPr bwMode="gray">
                  <a:xfrm>
                    <a:off x="1703" y="1069"/>
                    <a:ext cx="883" cy="748"/>
                  </a:xfrm>
                  <a:custGeom>
                    <a:avLst/>
                    <a:gdLst>
                      <a:gd name="T0" fmla="*/ 328 w 1256"/>
                      <a:gd name="T1" fmla="*/ 226 h 1064"/>
                      <a:gd name="T2" fmla="*/ 320 w 1256"/>
                      <a:gd name="T3" fmla="*/ 217 h 1064"/>
                      <a:gd name="T4" fmla="*/ 326 w 1256"/>
                      <a:gd name="T5" fmla="*/ 198 h 1064"/>
                      <a:gd name="T6" fmla="*/ 370 w 1256"/>
                      <a:gd name="T7" fmla="*/ 205 h 1064"/>
                      <a:gd name="T8" fmla="*/ 334 w 1256"/>
                      <a:gd name="T9" fmla="*/ 186 h 1064"/>
                      <a:gd name="T10" fmla="*/ 342 w 1256"/>
                      <a:gd name="T11" fmla="*/ 178 h 1064"/>
                      <a:gd name="T12" fmla="*/ 378 w 1256"/>
                      <a:gd name="T13" fmla="*/ 175 h 1064"/>
                      <a:gd name="T14" fmla="*/ 384 w 1256"/>
                      <a:gd name="T15" fmla="*/ 159 h 1064"/>
                      <a:gd name="T16" fmla="*/ 373 w 1256"/>
                      <a:gd name="T17" fmla="*/ 147 h 1064"/>
                      <a:gd name="T18" fmla="*/ 375 w 1256"/>
                      <a:gd name="T19" fmla="*/ 136 h 1064"/>
                      <a:gd name="T20" fmla="*/ 392 w 1256"/>
                      <a:gd name="T21" fmla="*/ 122 h 1064"/>
                      <a:gd name="T22" fmla="*/ 367 w 1256"/>
                      <a:gd name="T23" fmla="*/ 117 h 1064"/>
                      <a:gd name="T24" fmla="*/ 397 w 1256"/>
                      <a:gd name="T25" fmla="*/ 77 h 1064"/>
                      <a:gd name="T26" fmla="*/ 392 w 1256"/>
                      <a:gd name="T27" fmla="*/ 75 h 1064"/>
                      <a:gd name="T28" fmla="*/ 373 w 1256"/>
                      <a:gd name="T29" fmla="*/ 67 h 1064"/>
                      <a:gd name="T30" fmla="*/ 417 w 1256"/>
                      <a:gd name="T31" fmla="*/ 61 h 1064"/>
                      <a:gd name="T32" fmla="*/ 395 w 1256"/>
                      <a:gd name="T33" fmla="*/ 47 h 1064"/>
                      <a:gd name="T34" fmla="*/ 350 w 1256"/>
                      <a:gd name="T35" fmla="*/ 70 h 1064"/>
                      <a:gd name="T36" fmla="*/ 347 w 1256"/>
                      <a:gd name="T37" fmla="*/ 41 h 1064"/>
                      <a:gd name="T38" fmla="*/ 337 w 1256"/>
                      <a:gd name="T39" fmla="*/ 41 h 1064"/>
                      <a:gd name="T40" fmla="*/ 292 w 1256"/>
                      <a:gd name="T41" fmla="*/ 36 h 1064"/>
                      <a:gd name="T42" fmla="*/ 370 w 1256"/>
                      <a:gd name="T43" fmla="*/ 25 h 1064"/>
                      <a:gd name="T44" fmla="*/ 330 w 1256"/>
                      <a:gd name="T45" fmla="*/ 14 h 1064"/>
                      <a:gd name="T46" fmla="*/ 264 w 1256"/>
                      <a:gd name="T47" fmla="*/ 22 h 1064"/>
                      <a:gd name="T48" fmla="*/ 317 w 1256"/>
                      <a:gd name="T49" fmla="*/ 11 h 1064"/>
                      <a:gd name="T50" fmla="*/ 303 w 1256"/>
                      <a:gd name="T51" fmla="*/ 0 h 1064"/>
                      <a:gd name="T52" fmla="*/ 255 w 1256"/>
                      <a:gd name="T53" fmla="*/ 0 h 1064"/>
                      <a:gd name="T54" fmla="*/ 242 w 1256"/>
                      <a:gd name="T55" fmla="*/ 11 h 1064"/>
                      <a:gd name="T56" fmla="*/ 239 w 1256"/>
                      <a:gd name="T57" fmla="*/ 22 h 1064"/>
                      <a:gd name="T58" fmla="*/ 205 w 1256"/>
                      <a:gd name="T59" fmla="*/ 14 h 1064"/>
                      <a:gd name="T60" fmla="*/ 228 w 1256"/>
                      <a:gd name="T61" fmla="*/ 25 h 1064"/>
                      <a:gd name="T62" fmla="*/ 203 w 1256"/>
                      <a:gd name="T63" fmla="*/ 22 h 1064"/>
                      <a:gd name="T64" fmla="*/ 198 w 1256"/>
                      <a:gd name="T65" fmla="*/ 41 h 1064"/>
                      <a:gd name="T66" fmla="*/ 153 w 1256"/>
                      <a:gd name="T67" fmla="*/ 31 h 1064"/>
                      <a:gd name="T68" fmla="*/ 142 w 1256"/>
                      <a:gd name="T69" fmla="*/ 41 h 1064"/>
                      <a:gd name="T70" fmla="*/ 108 w 1256"/>
                      <a:gd name="T71" fmla="*/ 36 h 1064"/>
                      <a:gd name="T72" fmla="*/ 81 w 1256"/>
                      <a:gd name="T73" fmla="*/ 47 h 1064"/>
                      <a:gd name="T74" fmla="*/ 64 w 1256"/>
                      <a:gd name="T75" fmla="*/ 58 h 1064"/>
                      <a:gd name="T76" fmla="*/ 58 w 1256"/>
                      <a:gd name="T77" fmla="*/ 77 h 1064"/>
                      <a:gd name="T78" fmla="*/ 27 w 1256"/>
                      <a:gd name="T79" fmla="*/ 97 h 1064"/>
                      <a:gd name="T80" fmla="*/ 0 w 1256"/>
                      <a:gd name="T81" fmla="*/ 111 h 1064"/>
                      <a:gd name="T82" fmla="*/ 39 w 1256"/>
                      <a:gd name="T83" fmla="*/ 120 h 1064"/>
                      <a:gd name="T84" fmla="*/ 44 w 1256"/>
                      <a:gd name="T85" fmla="*/ 128 h 1064"/>
                      <a:gd name="T86" fmla="*/ 25 w 1256"/>
                      <a:gd name="T87" fmla="*/ 131 h 1064"/>
                      <a:gd name="T88" fmla="*/ 41 w 1256"/>
                      <a:gd name="T89" fmla="*/ 136 h 1064"/>
                      <a:gd name="T90" fmla="*/ 70 w 1256"/>
                      <a:gd name="T91" fmla="*/ 139 h 1064"/>
                      <a:gd name="T92" fmla="*/ 103 w 1256"/>
                      <a:gd name="T93" fmla="*/ 144 h 1064"/>
                      <a:gd name="T94" fmla="*/ 125 w 1256"/>
                      <a:gd name="T95" fmla="*/ 183 h 1064"/>
                      <a:gd name="T96" fmla="*/ 139 w 1256"/>
                      <a:gd name="T97" fmla="*/ 203 h 1064"/>
                      <a:gd name="T98" fmla="*/ 159 w 1256"/>
                      <a:gd name="T99" fmla="*/ 222 h 1064"/>
                      <a:gd name="T100" fmla="*/ 164 w 1256"/>
                      <a:gd name="T101" fmla="*/ 228 h 1064"/>
                      <a:gd name="T102" fmla="*/ 159 w 1256"/>
                      <a:gd name="T103" fmla="*/ 247 h 1064"/>
                      <a:gd name="T104" fmla="*/ 161 w 1256"/>
                      <a:gd name="T105" fmla="*/ 253 h 1064"/>
                      <a:gd name="T106" fmla="*/ 142 w 1256"/>
                      <a:gd name="T107" fmla="*/ 276 h 1064"/>
                      <a:gd name="T108" fmla="*/ 167 w 1256"/>
                      <a:gd name="T109" fmla="*/ 297 h 1064"/>
                      <a:gd name="T110" fmla="*/ 164 w 1256"/>
                      <a:gd name="T111" fmla="*/ 328 h 1064"/>
                      <a:gd name="T112" fmla="*/ 183 w 1256"/>
                      <a:gd name="T113" fmla="*/ 356 h 1064"/>
                      <a:gd name="T114" fmla="*/ 214 w 1256"/>
                      <a:gd name="T115" fmla="*/ 356 h 1064"/>
                      <a:gd name="T116" fmla="*/ 228 w 1256"/>
                      <a:gd name="T117" fmla="*/ 320 h 1064"/>
                      <a:gd name="T118" fmla="*/ 236 w 1256"/>
                      <a:gd name="T119" fmla="*/ 289 h 1064"/>
                      <a:gd name="T120" fmla="*/ 262 w 1256"/>
                      <a:gd name="T121" fmla="*/ 276 h 1064"/>
                      <a:gd name="T122" fmla="*/ 292 w 1256"/>
                      <a:gd name="T123" fmla="*/ 242 h 1064"/>
                      <a:gd name="T124" fmla="*/ 337 w 1256"/>
                      <a:gd name="T125" fmla="*/ 239 h 106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256"/>
                      <a:gd name="T190" fmla="*/ 0 h 1064"/>
                      <a:gd name="T191" fmla="*/ 1256 w 1256"/>
                      <a:gd name="T192" fmla="*/ 1064 h 106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256" h="1064">
                        <a:moveTo>
                          <a:pt x="1016" y="656"/>
                        </a:moveTo>
                        <a:lnTo>
                          <a:pt x="1048" y="648"/>
                        </a:lnTo>
                        <a:lnTo>
                          <a:pt x="1048" y="640"/>
                        </a:lnTo>
                        <a:lnTo>
                          <a:pt x="1040" y="640"/>
                        </a:lnTo>
                        <a:lnTo>
                          <a:pt x="1032" y="640"/>
                        </a:lnTo>
                        <a:lnTo>
                          <a:pt x="992" y="640"/>
                        </a:lnTo>
                        <a:lnTo>
                          <a:pt x="992" y="632"/>
                        </a:lnTo>
                        <a:lnTo>
                          <a:pt x="976" y="632"/>
                        </a:lnTo>
                        <a:lnTo>
                          <a:pt x="968" y="640"/>
                        </a:lnTo>
                        <a:lnTo>
                          <a:pt x="960" y="640"/>
                        </a:lnTo>
                        <a:lnTo>
                          <a:pt x="944" y="648"/>
                        </a:lnTo>
                        <a:lnTo>
                          <a:pt x="928" y="648"/>
                        </a:lnTo>
                        <a:lnTo>
                          <a:pt x="920" y="640"/>
                        </a:lnTo>
                        <a:lnTo>
                          <a:pt x="936" y="640"/>
                        </a:lnTo>
                        <a:lnTo>
                          <a:pt x="960" y="640"/>
                        </a:lnTo>
                        <a:lnTo>
                          <a:pt x="960" y="624"/>
                        </a:lnTo>
                        <a:lnTo>
                          <a:pt x="944" y="624"/>
                        </a:lnTo>
                        <a:lnTo>
                          <a:pt x="944" y="632"/>
                        </a:lnTo>
                        <a:lnTo>
                          <a:pt x="928" y="632"/>
                        </a:lnTo>
                        <a:lnTo>
                          <a:pt x="904" y="632"/>
                        </a:lnTo>
                        <a:lnTo>
                          <a:pt x="904" y="624"/>
                        </a:lnTo>
                        <a:lnTo>
                          <a:pt x="920" y="624"/>
                        </a:lnTo>
                        <a:lnTo>
                          <a:pt x="928" y="616"/>
                        </a:lnTo>
                        <a:lnTo>
                          <a:pt x="920" y="608"/>
                        </a:lnTo>
                        <a:lnTo>
                          <a:pt x="952" y="608"/>
                        </a:lnTo>
                        <a:lnTo>
                          <a:pt x="976" y="600"/>
                        </a:lnTo>
                        <a:lnTo>
                          <a:pt x="976" y="592"/>
                        </a:lnTo>
                        <a:lnTo>
                          <a:pt x="944" y="592"/>
                        </a:lnTo>
                        <a:lnTo>
                          <a:pt x="928" y="584"/>
                        </a:lnTo>
                        <a:lnTo>
                          <a:pt x="928" y="576"/>
                        </a:lnTo>
                        <a:lnTo>
                          <a:pt x="912" y="568"/>
                        </a:lnTo>
                        <a:lnTo>
                          <a:pt x="920" y="568"/>
                        </a:lnTo>
                        <a:lnTo>
                          <a:pt x="936" y="568"/>
                        </a:lnTo>
                        <a:lnTo>
                          <a:pt x="952" y="584"/>
                        </a:lnTo>
                        <a:lnTo>
                          <a:pt x="976" y="584"/>
                        </a:lnTo>
                        <a:lnTo>
                          <a:pt x="1000" y="592"/>
                        </a:lnTo>
                        <a:lnTo>
                          <a:pt x="1000" y="600"/>
                        </a:lnTo>
                        <a:lnTo>
                          <a:pt x="1016" y="624"/>
                        </a:lnTo>
                        <a:lnTo>
                          <a:pt x="1040" y="632"/>
                        </a:lnTo>
                        <a:lnTo>
                          <a:pt x="1040" y="624"/>
                        </a:lnTo>
                        <a:lnTo>
                          <a:pt x="1048" y="616"/>
                        </a:lnTo>
                        <a:lnTo>
                          <a:pt x="1056" y="624"/>
                        </a:lnTo>
                        <a:lnTo>
                          <a:pt x="1064" y="624"/>
                        </a:lnTo>
                        <a:lnTo>
                          <a:pt x="1064" y="592"/>
                        </a:lnTo>
                        <a:lnTo>
                          <a:pt x="1056" y="592"/>
                        </a:lnTo>
                        <a:lnTo>
                          <a:pt x="1048" y="584"/>
                        </a:lnTo>
                        <a:lnTo>
                          <a:pt x="1040" y="568"/>
                        </a:lnTo>
                        <a:lnTo>
                          <a:pt x="1024" y="568"/>
                        </a:lnTo>
                        <a:lnTo>
                          <a:pt x="1008" y="552"/>
                        </a:lnTo>
                        <a:lnTo>
                          <a:pt x="984" y="560"/>
                        </a:lnTo>
                        <a:lnTo>
                          <a:pt x="976" y="552"/>
                        </a:lnTo>
                        <a:lnTo>
                          <a:pt x="992" y="552"/>
                        </a:lnTo>
                        <a:lnTo>
                          <a:pt x="984" y="536"/>
                        </a:lnTo>
                        <a:lnTo>
                          <a:pt x="960" y="544"/>
                        </a:lnTo>
                        <a:lnTo>
                          <a:pt x="960" y="536"/>
                        </a:lnTo>
                        <a:lnTo>
                          <a:pt x="984" y="536"/>
                        </a:lnTo>
                        <a:lnTo>
                          <a:pt x="984" y="528"/>
                        </a:lnTo>
                        <a:lnTo>
                          <a:pt x="976" y="520"/>
                        </a:lnTo>
                        <a:lnTo>
                          <a:pt x="960" y="528"/>
                        </a:lnTo>
                        <a:lnTo>
                          <a:pt x="944" y="528"/>
                        </a:lnTo>
                        <a:lnTo>
                          <a:pt x="936" y="520"/>
                        </a:lnTo>
                        <a:lnTo>
                          <a:pt x="960" y="520"/>
                        </a:lnTo>
                        <a:lnTo>
                          <a:pt x="944" y="512"/>
                        </a:lnTo>
                        <a:lnTo>
                          <a:pt x="952" y="512"/>
                        </a:lnTo>
                        <a:lnTo>
                          <a:pt x="976" y="520"/>
                        </a:lnTo>
                        <a:lnTo>
                          <a:pt x="984" y="512"/>
                        </a:lnTo>
                        <a:lnTo>
                          <a:pt x="992" y="504"/>
                        </a:lnTo>
                        <a:lnTo>
                          <a:pt x="976" y="488"/>
                        </a:lnTo>
                        <a:lnTo>
                          <a:pt x="984" y="488"/>
                        </a:lnTo>
                        <a:lnTo>
                          <a:pt x="1000" y="496"/>
                        </a:lnTo>
                        <a:lnTo>
                          <a:pt x="1016" y="496"/>
                        </a:lnTo>
                        <a:lnTo>
                          <a:pt x="1040" y="504"/>
                        </a:lnTo>
                        <a:lnTo>
                          <a:pt x="1016" y="504"/>
                        </a:lnTo>
                        <a:lnTo>
                          <a:pt x="1024" y="504"/>
                        </a:lnTo>
                        <a:lnTo>
                          <a:pt x="1040" y="520"/>
                        </a:lnTo>
                        <a:lnTo>
                          <a:pt x="1064" y="512"/>
                        </a:lnTo>
                        <a:lnTo>
                          <a:pt x="1088" y="504"/>
                        </a:lnTo>
                        <a:lnTo>
                          <a:pt x="1088" y="496"/>
                        </a:lnTo>
                        <a:lnTo>
                          <a:pt x="1064" y="496"/>
                        </a:lnTo>
                        <a:lnTo>
                          <a:pt x="1064" y="504"/>
                        </a:lnTo>
                        <a:lnTo>
                          <a:pt x="1056" y="488"/>
                        </a:lnTo>
                        <a:lnTo>
                          <a:pt x="1048" y="472"/>
                        </a:lnTo>
                        <a:lnTo>
                          <a:pt x="1056" y="464"/>
                        </a:lnTo>
                        <a:lnTo>
                          <a:pt x="1080" y="464"/>
                        </a:lnTo>
                        <a:lnTo>
                          <a:pt x="1096" y="480"/>
                        </a:lnTo>
                        <a:lnTo>
                          <a:pt x="1104" y="472"/>
                        </a:lnTo>
                        <a:lnTo>
                          <a:pt x="1112" y="464"/>
                        </a:lnTo>
                        <a:lnTo>
                          <a:pt x="1104" y="456"/>
                        </a:lnTo>
                        <a:lnTo>
                          <a:pt x="1096" y="464"/>
                        </a:lnTo>
                        <a:lnTo>
                          <a:pt x="1072" y="456"/>
                        </a:lnTo>
                        <a:lnTo>
                          <a:pt x="1080" y="448"/>
                        </a:lnTo>
                        <a:lnTo>
                          <a:pt x="1072" y="440"/>
                        </a:lnTo>
                        <a:lnTo>
                          <a:pt x="1056" y="440"/>
                        </a:lnTo>
                        <a:lnTo>
                          <a:pt x="1048" y="440"/>
                        </a:lnTo>
                        <a:lnTo>
                          <a:pt x="1056" y="432"/>
                        </a:lnTo>
                        <a:lnTo>
                          <a:pt x="1080" y="432"/>
                        </a:lnTo>
                        <a:lnTo>
                          <a:pt x="1056" y="416"/>
                        </a:lnTo>
                        <a:lnTo>
                          <a:pt x="1064" y="416"/>
                        </a:lnTo>
                        <a:lnTo>
                          <a:pt x="1072" y="424"/>
                        </a:lnTo>
                        <a:lnTo>
                          <a:pt x="1088" y="424"/>
                        </a:lnTo>
                        <a:lnTo>
                          <a:pt x="1096" y="432"/>
                        </a:lnTo>
                        <a:lnTo>
                          <a:pt x="1112" y="424"/>
                        </a:lnTo>
                        <a:lnTo>
                          <a:pt x="1112" y="416"/>
                        </a:lnTo>
                        <a:lnTo>
                          <a:pt x="1088" y="408"/>
                        </a:lnTo>
                        <a:lnTo>
                          <a:pt x="1064" y="400"/>
                        </a:lnTo>
                        <a:lnTo>
                          <a:pt x="1056" y="400"/>
                        </a:lnTo>
                        <a:lnTo>
                          <a:pt x="1080" y="400"/>
                        </a:lnTo>
                        <a:lnTo>
                          <a:pt x="1096" y="400"/>
                        </a:lnTo>
                        <a:lnTo>
                          <a:pt x="1096" y="392"/>
                        </a:lnTo>
                        <a:lnTo>
                          <a:pt x="1080" y="392"/>
                        </a:lnTo>
                        <a:lnTo>
                          <a:pt x="1064" y="392"/>
                        </a:lnTo>
                        <a:lnTo>
                          <a:pt x="1056" y="392"/>
                        </a:lnTo>
                        <a:lnTo>
                          <a:pt x="1056" y="384"/>
                        </a:lnTo>
                        <a:lnTo>
                          <a:pt x="1048" y="376"/>
                        </a:lnTo>
                        <a:lnTo>
                          <a:pt x="1056" y="368"/>
                        </a:lnTo>
                        <a:lnTo>
                          <a:pt x="1072" y="368"/>
                        </a:lnTo>
                        <a:lnTo>
                          <a:pt x="1080" y="368"/>
                        </a:lnTo>
                        <a:lnTo>
                          <a:pt x="1112" y="368"/>
                        </a:lnTo>
                        <a:lnTo>
                          <a:pt x="1128" y="368"/>
                        </a:lnTo>
                        <a:lnTo>
                          <a:pt x="1136" y="360"/>
                        </a:lnTo>
                        <a:lnTo>
                          <a:pt x="1128" y="352"/>
                        </a:lnTo>
                        <a:lnTo>
                          <a:pt x="1112" y="352"/>
                        </a:lnTo>
                        <a:lnTo>
                          <a:pt x="1088" y="344"/>
                        </a:lnTo>
                        <a:lnTo>
                          <a:pt x="1080" y="336"/>
                        </a:lnTo>
                        <a:lnTo>
                          <a:pt x="1088" y="336"/>
                        </a:lnTo>
                        <a:lnTo>
                          <a:pt x="1096" y="336"/>
                        </a:lnTo>
                        <a:lnTo>
                          <a:pt x="1112" y="344"/>
                        </a:lnTo>
                        <a:lnTo>
                          <a:pt x="1112" y="336"/>
                        </a:lnTo>
                        <a:lnTo>
                          <a:pt x="1080" y="320"/>
                        </a:lnTo>
                        <a:lnTo>
                          <a:pt x="1072" y="328"/>
                        </a:lnTo>
                        <a:lnTo>
                          <a:pt x="1064" y="336"/>
                        </a:lnTo>
                        <a:lnTo>
                          <a:pt x="1056" y="336"/>
                        </a:lnTo>
                        <a:lnTo>
                          <a:pt x="1056" y="328"/>
                        </a:lnTo>
                        <a:lnTo>
                          <a:pt x="1072" y="296"/>
                        </a:lnTo>
                        <a:lnTo>
                          <a:pt x="1064" y="296"/>
                        </a:lnTo>
                        <a:lnTo>
                          <a:pt x="1080" y="280"/>
                        </a:lnTo>
                        <a:lnTo>
                          <a:pt x="1096" y="280"/>
                        </a:lnTo>
                        <a:lnTo>
                          <a:pt x="1104" y="272"/>
                        </a:lnTo>
                        <a:lnTo>
                          <a:pt x="1112" y="264"/>
                        </a:lnTo>
                        <a:lnTo>
                          <a:pt x="1096" y="264"/>
                        </a:lnTo>
                        <a:lnTo>
                          <a:pt x="1104" y="240"/>
                        </a:lnTo>
                        <a:lnTo>
                          <a:pt x="1136" y="240"/>
                        </a:lnTo>
                        <a:lnTo>
                          <a:pt x="1144" y="224"/>
                        </a:lnTo>
                        <a:lnTo>
                          <a:pt x="1136" y="224"/>
                        </a:lnTo>
                        <a:lnTo>
                          <a:pt x="1120" y="224"/>
                        </a:lnTo>
                        <a:lnTo>
                          <a:pt x="1104" y="216"/>
                        </a:lnTo>
                        <a:lnTo>
                          <a:pt x="1096" y="224"/>
                        </a:lnTo>
                        <a:lnTo>
                          <a:pt x="1104" y="224"/>
                        </a:lnTo>
                        <a:lnTo>
                          <a:pt x="1104" y="232"/>
                        </a:lnTo>
                        <a:lnTo>
                          <a:pt x="1096" y="240"/>
                        </a:lnTo>
                        <a:lnTo>
                          <a:pt x="1088" y="240"/>
                        </a:lnTo>
                        <a:lnTo>
                          <a:pt x="1088" y="224"/>
                        </a:lnTo>
                        <a:lnTo>
                          <a:pt x="1096" y="216"/>
                        </a:lnTo>
                        <a:lnTo>
                          <a:pt x="1128" y="216"/>
                        </a:lnTo>
                        <a:lnTo>
                          <a:pt x="1144" y="216"/>
                        </a:lnTo>
                        <a:lnTo>
                          <a:pt x="1152" y="216"/>
                        </a:lnTo>
                        <a:lnTo>
                          <a:pt x="1176" y="200"/>
                        </a:lnTo>
                        <a:lnTo>
                          <a:pt x="1152" y="192"/>
                        </a:lnTo>
                        <a:lnTo>
                          <a:pt x="1136" y="200"/>
                        </a:lnTo>
                        <a:lnTo>
                          <a:pt x="1128" y="200"/>
                        </a:lnTo>
                        <a:lnTo>
                          <a:pt x="1104" y="192"/>
                        </a:lnTo>
                        <a:lnTo>
                          <a:pt x="1096" y="192"/>
                        </a:lnTo>
                        <a:lnTo>
                          <a:pt x="1088" y="200"/>
                        </a:lnTo>
                        <a:lnTo>
                          <a:pt x="1072" y="200"/>
                        </a:lnTo>
                        <a:lnTo>
                          <a:pt x="1072" y="192"/>
                        </a:lnTo>
                        <a:lnTo>
                          <a:pt x="1080" y="192"/>
                        </a:lnTo>
                        <a:lnTo>
                          <a:pt x="1088" y="192"/>
                        </a:lnTo>
                        <a:lnTo>
                          <a:pt x="1120" y="192"/>
                        </a:lnTo>
                        <a:lnTo>
                          <a:pt x="1128" y="192"/>
                        </a:lnTo>
                        <a:lnTo>
                          <a:pt x="1128" y="184"/>
                        </a:lnTo>
                        <a:lnTo>
                          <a:pt x="1152" y="192"/>
                        </a:lnTo>
                        <a:lnTo>
                          <a:pt x="1168" y="192"/>
                        </a:lnTo>
                        <a:lnTo>
                          <a:pt x="1176" y="192"/>
                        </a:lnTo>
                        <a:lnTo>
                          <a:pt x="1184" y="184"/>
                        </a:lnTo>
                        <a:lnTo>
                          <a:pt x="1200" y="184"/>
                        </a:lnTo>
                        <a:lnTo>
                          <a:pt x="1200" y="176"/>
                        </a:lnTo>
                        <a:lnTo>
                          <a:pt x="1192" y="168"/>
                        </a:lnTo>
                        <a:lnTo>
                          <a:pt x="1200" y="168"/>
                        </a:lnTo>
                        <a:lnTo>
                          <a:pt x="1216" y="168"/>
                        </a:lnTo>
                        <a:lnTo>
                          <a:pt x="1256" y="144"/>
                        </a:lnTo>
                        <a:lnTo>
                          <a:pt x="1208" y="120"/>
                        </a:lnTo>
                        <a:lnTo>
                          <a:pt x="1168" y="120"/>
                        </a:lnTo>
                        <a:lnTo>
                          <a:pt x="1152" y="128"/>
                        </a:lnTo>
                        <a:lnTo>
                          <a:pt x="1144" y="120"/>
                        </a:lnTo>
                        <a:lnTo>
                          <a:pt x="1136" y="120"/>
                        </a:lnTo>
                        <a:lnTo>
                          <a:pt x="1144" y="128"/>
                        </a:lnTo>
                        <a:lnTo>
                          <a:pt x="1136" y="136"/>
                        </a:lnTo>
                        <a:lnTo>
                          <a:pt x="1128" y="144"/>
                        </a:lnTo>
                        <a:lnTo>
                          <a:pt x="1112" y="144"/>
                        </a:lnTo>
                        <a:lnTo>
                          <a:pt x="1104" y="144"/>
                        </a:lnTo>
                        <a:lnTo>
                          <a:pt x="1088" y="144"/>
                        </a:lnTo>
                        <a:lnTo>
                          <a:pt x="1088" y="136"/>
                        </a:lnTo>
                        <a:lnTo>
                          <a:pt x="1080" y="144"/>
                        </a:lnTo>
                        <a:lnTo>
                          <a:pt x="1056" y="160"/>
                        </a:lnTo>
                        <a:lnTo>
                          <a:pt x="1040" y="176"/>
                        </a:lnTo>
                        <a:lnTo>
                          <a:pt x="1024" y="184"/>
                        </a:lnTo>
                        <a:lnTo>
                          <a:pt x="1024" y="192"/>
                        </a:lnTo>
                        <a:lnTo>
                          <a:pt x="1008" y="200"/>
                        </a:lnTo>
                        <a:lnTo>
                          <a:pt x="1008" y="192"/>
                        </a:lnTo>
                        <a:lnTo>
                          <a:pt x="1016" y="184"/>
                        </a:lnTo>
                        <a:lnTo>
                          <a:pt x="1008" y="184"/>
                        </a:lnTo>
                        <a:lnTo>
                          <a:pt x="1024" y="176"/>
                        </a:lnTo>
                        <a:lnTo>
                          <a:pt x="1024" y="160"/>
                        </a:lnTo>
                        <a:lnTo>
                          <a:pt x="1032" y="160"/>
                        </a:lnTo>
                        <a:lnTo>
                          <a:pt x="1048" y="144"/>
                        </a:lnTo>
                        <a:lnTo>
                          <a:pt x="1040" y="120"/>
                        </a:lnTo>
                        <a:lnTo>
                          <a:pt x="1040" y="112"/>
                        </a:lnTo>
                        <a:lnTo>
                          <a:pt x="1008" y="112"/>
                        </a:lnTo>
                        <a:lnTo>
                          <a:pt x="1000" y="120"/>
                        </a:lnTo>
                        <a:lnTo>
                          <a:pt x="1000" y="136"/>
                        </a:lnTo>
                        <a:lnTo>
                          <a:pt x="968" y="144"/>
                        </a:lnTo>
                        <a:lnTo>
                          <a:pt x="952" y="144"/>
                        </a:lnTo>
                        <a:lnTo>
                          <a:pt x="936" y="152"/>
                        </a:lnTo>
                        <a:lnTo>
                          <a:pt x="936" y="144"/>
                        </a:lnTo>
                        <a:lnTo>
                          <a:pt x="928" y="144"/>
                        </a:lnTo>
                        <a:lnTo>
                          <a:pt x="944" y="136"/>
                        </a:lnTo>
                        <a:lnTo>
                          <a:pt x="952" y="136"/>
                        </a:lnTo>
                        <a:lnTo>
                          <a:pt x="976" y="128"/>
                        </a:lnTo>
                        <a:lnTo>
                          <a:pt x="976" y="120"/>
                        </a:lnTo>
                        <a:lnTo>
                          <a:pt x="968" y="120"/>
                        </a:lnTo>
                        <a:lnTo>
                          <a:pt x="920" y="112"/>
                        </a:lnTo>
                        <a:lnTo>
                          <a:pt x="912" y="112"/>
                        </a:lnTo>
                        <a:lnTo>
                          <a:pt x="880" y="120"/>
                        </a:lnTo>
                        <a:lnTo>
                          <a:pt x="872" y="120"/>
                        </a:lnTo>
                        <a:lnTo>
                          <a:pt x="832" y="128"/>
                        </a:lnTo>
                        <a:lnTo>
                          <a:pt x="832" y="136"/>
                        </a:lnTo>
                        <a:lnTo>
                          <a:pt x="816" y="136"/>
                        </a:lnTo>
                        <a:lnTo>
                          <a:pt x="808" y="128"/>
                        </a:lnTo>
                        <a:lnTo>
                          <a:pt x="816" y="120"/>
                        </a:lnTo>
                        <a:lnTo>
                          <a:pt x="856" y="112"/>
                        </a:lnTo>
                        <a:lnTo>
                          <a:pt x="840" y="104"/>
                        </a:lnTo>
                        <a:lnTo>
                          <a:pt x="864" y="104"/>
                        </a:lnTo>
                        <a:lnTo>
                          <a:pt x="880" y="104"/>
                        </a:lnTo>
                        <a:lnTo>
                          <a:pt x="920" y="104"/>
                        </a:lnTo>
                        <a:lnTo>
                          <a:pt x="944" y="104"/>
                        </a:lnTo>
                        <a:lnTo>
                          <a:pt x="992" y="104"/>
                        </a:lnTo>
                        <a:lnTo>
                          <a:pt x="1008" y="96"/>
                        </a:lnTo>
                        <a:lnTo>
                          <a:pt x="1024" y="96"/>
                        </a:lnTo>
                        <a:lnTo>
                          <a:pt x="1048" y="88"/>
                        </a:lnTo>
                        <a:lnTo>
                          <a:pt x="1048" y="80"/>
                        </a:lnTo>
                        <a:lnTo>
                          <a:pt x="1056" y="80"/>
                        </a:lnTo>
                        <a:lnTo>
                          <a:pt x="1064" y="72"/>
                        </a:lnTo>
                        <a:lnTo>
                          <a:pt x="1048" y="64"/>
                        </a:lnTo>
                        <a:lnTo>
                          <a:pt x="1024" y="56"/>
                        </a:lnTo>
                        <a:lnTo>
                          <a:pt x="1008" y="64"/>
                        </a:lnTo>
                        <a:lnTo>
                          <a:pt x="1008" y="56"/>
                        </a:lnTo>
                        <a:lnTo>
                          <a:pt x="1000" y="56"/>
                        </a:lnTo>
                        <a:lnTo>
                          <a:pt x="976" y="64"/>
                        </a:lnTo>
                        <a:lnTo>
                          <a:pt x="976" y="56"/>
                        </a:lnTo>
                        <a:lnTo>
                          <a:pt x="984" y="56"/>
                        </a:lnTo>
                        <a:lnTo>
                          <a:pt x="984" y="40"/>
                        </a:lnTo>
                        <a:lnTo>
                          <a:pt x="976" y="32"/>
                        </a:lnTo>
                        <a:lnTo>
                          <a:pt x="952" y="40"/>
                        </a:lnTo>
                        <a:lnTo>
                          <a:pt x="944" y="40"/>
                        </a:lnTo>
                        <a:lnTo>
                          <a:pt x="904" y="40"/>
                        </a:lnTo>
                        <a:lnTo>
                          <a:pt x="880" y="40"/>
                        </a:lnTo>
                        <a:lnTo>
                          <a:pt x="864" y="40"/>
                        </a:lnTo>
                        <a:lnTo>
                          <a:pt x="832" y="48"/>
                        </a:lnTo>
                        <a:lnTo>
                          <a:pt x="792" y="56"/>
                        </a:lnTo>
                        <a:lnTo>
                          <a:pt x="792" y="64"/>
                        </a:lnTo>
                        <a:lnTo>
                          <a:pt x="784" y="64"/>
                        </a:lnTo>
                        <a:lnTo>
                          <a:pt x="784" y="56"/>
                        </a:lnTo>
                        <a:lnTo>
                          <a:pt x="776" y="56"/>
                        </a:lnTo>
                        <a:lnTo>
                          <a:pt x="760" y="64"/>
                        </a:lnTo>
                        <a:lnTo>
                          <a:pt x="752" y="64"/>
                        </a:lnTo>
                        <a:lnTo>
                          <a:pt x="760" y="56"/>
                        </a:lnTo>
                        <a:lnTo>
                          <a:pt x="752" y="56"/>
                        </a:lnTo>
                        <a:lnTo>
                          <a:pt x="776" y="48"/>
                        </a:lnTo>
                        <a:lnTo>
                          <a:pt x="808" y="40"/>
                        </a:lnTo>
                        <a:lnTo>
                          <a:pt x="800" y="40"/>
                        </a:lnTo>
                        <a:lnTo>
                          <a:pt x="816" y="40"/>
                        </a:lnTo>
                        <a:lnTo>
                          <a:pt x="824" y="40"/>
                        </a:lnTo>
                        <a:lnTo>
                          <a:pt x="848" y="40"/>
                        </a:lnTo>
                        <a:lnTo>
                          <a:pt x="880" y="32"/>
                        </a:lnTo>
                        <a:lnTo>
                          <a:pt x="912" y="32"/>
                        </a:lnTo>
                        <a:lnTo>
                          <a:pt x="944" y="32"/>
                        </a:lnTo>
                        <a:lnTo>
                          <a:pt x="968" y="24"/>
                        </a:lnTo>
                        <a:lnTo>
                          <a:pt x="960" y="16"/>
                        </a:lnTo>
                        <a:lnTo>
                          <a:pt x="912" y="8"/>
                        </a:lnTo>
                        <a:lnTo>
                          <a:pt x="912" y="16"/>
                        </a:lnTo>
                        <a:lnTo>
                          <a:pt x="896" y="16"/>
                        </a:lnTo>
                        <a:lnTo>
                          <a:pt x="888" y="8"/>
                        </a:lnTo>
                        <a:lnTo>
                          <a:pt x="904" y="8"/>
                        </a:lnTo>
                        <a:lnTo>
                          <a:pt x="896" y="0"/>
                        </a:lnTo>
                        <a:lnTo>
                          <a:pt x="880" y="8"/>
                        </a:lnTo>
                        <a:lnTo>
                          <a:pt x="872" y="0"/>
                        </a:lnTo>
                        <a:lnTo>
                          <a:pt x="864" y="0"/>
                        </a:lnTo>
                        <a:lnTo>
                          <a:pt x="840" y="0"/>
                        </a:lnTo>
                        <a:lnTo>
                          <a:pt x="832" y="0"/>
                        </a:lnTo>
                        <a:lnTo>
                          <a:pt x="816" y="0"/>
                        </a:lnTo>
                        <a:lnTo>
                          <a:pt x="808" y="0"/>
                        </a:lnTo>
                        <a:lnTo>
                          <a:pt x="784" y="0"/>
                        </a:lnTo>
                        <a:lnTo>
                          <a:pt x="776" y="0"/>
                        </a:lnTo>
                        <a:lnTo>
                          <a:pt x="760" y="0"/>
                        </a:lnTo>
                        <a:lnTo>
                          <a:pt x="752" y="0"/>
                        </a:lnTo>
                        <a:lnTo>
                          <a:pt x="744" y="8"/>
                        </a:lnTo>
                        <a:lnTo>
                          <a:pt x="736" y="0"/>
                        </a:lnTo>
                        <a:lnTo>
                          <a:pt x="728" y="8"/>
                        </a:lnTo>
                        <a:lnTo>
                          <a:pt x="736" y="16"/>
                        </a:lnTo>
                        <a:lnTo>
                          <a:pt x="728" y="16"/>
                        </a:lnTo>
                        <a:lnTo>
                          <a:pt x="712" y="8"/>
                        </a:lnTo>
                        <a:lnTo>
                          <a:pt x="704" y="8"/>
                        </a:lnTo>
                        <a:lnTo>
                          <a:pt x="704" y="16"/>
                        </a:lnTo>
                        <a:lnTo>
                          <a:pt x="696" y="16"/>
                        </a:lnTo>
                        <a:lnTo>
                          <a:pt x="688" y="16"/>
                        </a:lnTo>
                        <a:lnTo>
                          <a:pt x="696" y="24"/>
                        </a:lnTo>
                        <a:lnTo>
                          <a:pt x="688" y="32"/>
                        </a:lnTo>
                        <a:lnTo>
                          <a:pt x="696" y="32"/>
                        </a:lnTo>
                        <a:lnTo>
                          <a:pt x="728" y="32"/>
                        </a:lnTo>
                        <a:lnTo>
                          <a:pt x="728" y="40"/>
                        </a:lnTo>
                        <a:lnTo>
                          <a:pt x="704" y="40"/>
                        </a:lnTo>
                        <a:lnTo>
                          <a:pt x="696" y="40"/>
                        </a:lnTo>
                        <a:lnTo>
                          <a:pt x="720" y="40"/>
                        </a:lnTo>
                        <a:lnTo>
                          <a:pt x="712" y="48"/>
                        </a:lnTo>
                        <a:lnTo>
                          <a:pt x="696" y="48"/>
                        </a:lnTo>
                        <a:lnTo>
                          <a:pt x="688" y="48"/>
                        </a:lnTo>
                        <a:lnTo>
                          <a:pt x="696" y="56"/>
                        </a:lnTo>
                        <a:lnTo>
                          <a:pt x="696" y="64"/>
                        </a:lnTo>
                        <a:lnTo>
                          <a:pt x="688" y="64"/>
                        </a:lnTo>
                        <a:lnTo>
                          <a:pt x="680" y="56"/>
                        </a:lnTo>
                        <a:lnTo>
                          <a:pt x="672" y="48"/>
                        </a:lnTo>
                        <a:lnTo>
                          <a:pt x="656" y="48"/>
                        </a:lnTo>
                        <a:lnTo>
                          <a:pt x="640" y="40"/>
                        </a:lnTo>
                        <a:lnTo>
                          <a:pt x="632" y="40"/>
                        </a:lnTo>
                        <a:lnTo>
                          <a:pt x="624" y="32"/>
                        </a:lnTo>
                        <a:lnTo>
                          <a:pt x="608" y="32"/>
                        </a:lnTo>
                        <a:lnTo>
                          <a:pt x="584" y="32"/>
                        </a:lnTo>
                        <a:lnTo>
                          <a:pt x="600" y="40"/>
                        </a:lnTo>
                        <a:lnTo>
                          <a:pt x="608" y="40"/>
                        </a:lnTo>
                        <a:lnTo>
                          <a:pt x="592" y="40"/>
                        </a:lnTo>
                        <a:lnTo>
                          <a:pt x="584" y="40"/>
                        </a:lnTo>
                        <a:lnTo>
                          <a:pt x="560" y="40"/>
                        </a:lnTo>
                        <a:lnTo>
                          <a:pt x="552" y="40"/>
                        </a:lnTo>
                        <a:lnTo>
                          <a:pt x="568" y="48"/>
                        </a:lnTo>
                        <a:lnTo>
                          <a:pt x="584" y="48"/>
                        </a:lnTo>
                        <a:lnTo>
                          <a:pt x="584" y="56"/>
                        </a:lnTo>
                        <a:lnTo>
                          <a:pt x="568" y="56"/>
                        </a:lnTo>
                        <a:lnTo>
                          <a:pt x="568" y="64"/>
                        </a:lnTo>
                        <a:lnTo>
                          <a:pt x="608" y="56"/>
                        </a:lnTo>
                        <a:lnTo>
                          <a:pt x="648" y="64"/>
                        </a:lnTo>
                        <a:lnTo>
                          <a:pt x="656" y="72"/>
                        </a:lnTo>
                        <a:lnTo>
                          <a:pt x="664" y="88"/>
                        </a:lnTo>
                        <a:lnTo>
                          <a:pt x="656" y="88"/>
                        </a:lnTo>
                        <a:lnTo>
                          <a:pt x="656" y="80"/>
                        </a:lnTo>
                        <a:lnTo>
                          <a:pt x="648" y="72"/>
                        </a:lnTo>
                        <a:lnTo>
                          <a:pt x="632" y="64"/>
                        </a:lnTo>
                        <a:lnTo>
                          <a:pt x="632" y="72"/>
                        </a:lnTo>
                        <a:lnTo>
                          <a:pt x="632" y="80"/>
                        </a:lnTo>
                        <a:lnTo>
                          <a:pt x="624" y="80"/>
                        </a:lnTo>
                        <a:lnTo>
                          <a:pt x="624" y="64"/>
                        </a:lnTo>
                        <a:lnTo>
                          <a:pt x="616" y="64"/>
                        </a:lnTo>
                        <a:lnTo>
                          <a:pt x="584" y="64"/>
                        </a:lnTo>
                        <a:lnTo>
                          <a:pt x="560" y="64"/>
                        </a:lnTo>
                        <a:lnTo>
                          <a:pt x="544" y="64"/>
                        </a:lnTo>
                        <a:lnTo>
                          <a:pt x="560" y="72"/>
                        </a:lnTo>
                        <a:lnTo>
                          <a:pt x="592" y="88"/>
                        </a:lnTo>
                        <a:lnTo>
                          <a:pt x="584" y="96"/>
                        </a:lnTo>
                        <a:lnTo>
                          <a:pt x="616" y="96"/>
                        </a:lnTo>
                        <a:lnTo>
                          <a:pt x="608" y="104"/>
                        </a:lnTo>
                        <a:lnTo>
                          <a:pt x="592" y="104"/>
                        </a:lnTo>
                        <a:lnTo>
                          <a:pt x="576" y="96"/>
                        </a:lnTo>
                        <a:lnTo>
                          <a:pt x="568" y="104"/>
                        </a:lnTo>
                        <a:lnTo>
                          <a:pt x="568" y="120"/>
                        </a:lnTo>
                        <a:lnTo>
                          <a:pt x="584" y="128"/>
                        </a:lnTo>
                        <a:lnTo>
                          <a:pt x="568" y="128"/>
                        </a:lnTo>
                        <a:lnTo>
                          <a:pt x="536" y="112"/>
                        </a:lnTo>
                        <a:lnTo>
                          <a:pt x="528" y="104"/>
                        </a:lnTo>
                        <a:lnTo>
                          <a:pt x="512" y="104"/>
                        </a:lnTo>
                        <a:lnTo>
                          <a:pt x="504" y="96"/>
                        </a:lnTo>
                        <a:lnTo>
                          <a:pt x="488" y="96"/>
                        </a:lnTo>
                        <a:lnTo>
                          <a:pt x="488" y="88"/>
                        </a:lnTo>
                        <a:lnTo>
                          <a:pt x="472" y="80"/>
                        </a:lnTo>
                        <a:lnTo>
                          <a:pt x="448" y="80"/>
                        </a:lnTo>
                        <a:lnTo>
                          <a:pt x="440" y="88"/>
                        </a:lnTo>
                        <a:lnTo>
                          <a:pt x="448" y="88"/>
                        </a:lnTo>
                        <a:lnTo>
                          <a:pt x="448" y="104"/>
                        </a:lnTo>
                        <a:lnTo>
                          <a:pt x="464" y="120"/>
                        </a:lnTo>
                        <a:lnTo>
                          <a:pt x="472" y="120"/>
                        </a:lnTo>
                        <a:lnTo>
                          <a:pt x="448" y="120"/>
                        </a:lnTo>
                        <a:lnTo>
                          <a:pt x="480" y="136"/>
                        </a:lnTo>
                        <a:lnTo>
                          <a:pt x="472" y="144"/>
                        </a:lnTo>
                        <a:lnTo>
                          <a:pt x="424" y="120"/>
                        </a:lnTo>
                        <a:lnTo>
                          <a:pt x="408" y="120"/>
                        </a:lnTo>
                        <a:lnTo>
                          <a:pt x="400" y="120"/>
                        </a:lnTo>
                        <a:lnTo>
                          <a:pt x="408" y="120"/>
                        </a:lnTo>
                        <a:lnTo>
                          <a:pt x="400" y="144"/>
                        </a:lnTo>
                        <a:lnTo>
                          <a:pt x="392" y="144"/>
                        </a:lnTo>
                        <a:lnTo>
                          <a:pt x="384" y="144"/>
                        </a:lnTo>
                        <a:lnTo>
                          <a:pt x="392" y="112"/>
                        </a:lnTo>
                        <a:lnTo>
                          <a:pt x="384" y="96"/>
                        </a:lnTo>
                        <a:lnTo>
                          <a:pt x="376" y="96"/>
                        </a:lnTo>
                        <a:lnTo>
                          <a:pt x="352" y="96"/>
                        </a:lnTo>
                        <a:lnTo>
                          <a:pt x="360" y="104"/>
                        </a:lnTo>
                        <a:lnTo>
                          <a:pt x="344" y="104"/>
                        </a:lnTo>
                        <a:lnTo>
                          <a:pt x="328" y="104"/>
                        </a:lnTo>
                        <a:lnTo>
                          <a:pt x="312" y="104"/>
                        </a:lnTo>
                        <a:lnTo>
                          <a:pt x="272" y="112"/>
                        </a:lnTo>
                        <a:lnTo>
                          <a:pt x="288" y="120"/>
                        </a:lnTo>
                        <a:lnTo>
                          <a:pt x="296" y="128"/>
                        </a:lnTo>
                        <a:lnTo>
                          <a:pt x="312" y="144"/>
                        </a:lnTo>
                        <a:lnTo>
                          <a:pt x="312" y="152"/>
                        </a:lnTo>
                        <a:lnTo>
                          <a:pt x="280" y="136"/>
                        </a:lnTo>
                        <a:lnTo>
                          <a:pt x="280" y="128"/>
                        </a:lnTo>
                        <a:lnTo>
                          <a:pt x="272" y="128"/>
                        </a:lnTo>
                        <a:lnTo>
                          <a:pt x="248" y="128"/>
                        </a:lnTo>
                        <a:lnTo>
                          <a:pt x="232" y="128"/>
                        </a:lnTo>
                        <a:lnTo>
                          <a:pt x="232" y="136"/>
                        </a:lnTo>
                        <a:lnTo>
                          <a:pt x="232" y="144"/>
                        </a:lnTo>
                        <a:lnTo>
                          <a:pt x="248" y="144"/>
                        </a:lnTo>
                        <a:lnTo>
                          <a:pt x="240" y="152"/>
                        </a:lnTo>
                        <a:lnTo>
                          <a:pt x="240" y="160"/>
                        </a:lnTo>
                        <a:lnTo>
                          <a:pt x="240" y="168"/>
                        </a:lnTo>
                        <a:lnTo>
                          <a:pt x="224" y="168"/>
                        </a:lnTo>
                        <a:lnTo>
                          <a:pt x="216" y="168"/>
                        </a:lnTo>
                        <a:lnTo>
                          <a:pt x="200" y="168"/>
                        </a:lnTo>
                        <a:lnTo>
                          <a:pt x="200" y="184"/>
                        </a:lnTo>
                        <a:lnTo>
                          <a:pt x="192" y="168"/>
                        </a:lnTo>
                        <a:lnTo>
                          <a:pt x="184" y="168"/>
                        </a:lnTo>
                        <a:lnTo>
                          <a:pt x="152" y="192"/>
                        </a:lnTo>
                        <a:lnTo>
                          <a:pt x="152" y="200"/>
                        </a:lnTo>
                        <a:lnTo>
                          <a:pt x="144" y="200"/>
                        </a:lnTo>
                        <a:lnTo>
                          <a:pt x="136" y="208"/>
                        </a:lnTo>
                        <a:lnTo>
                          <a:pt x="112" y="208"/>
                        </a:lnTo>
                        <a:lnTo>
                          <a:pt x="112" y="216"/>
                        </a:lnTo>
                        <a:lnTo>
                          <a:pt x="120" y="224"/>
                        </a:lnTo>
                        <a:lnTo>
                          <a:pt x="120" y="232"/>
                        </a:lnTo>
                        <a:lnTo>
                          <a:pt x="152" y="232"/>
                        </a:lnTo>
                        <a:lnTo>
                          <a:pt x="160" y="224"/>
                        </a:lnTo>
                        <a:lnTo>
                          <a:pt x="168" y="224"/>
                        </a:lnTo>
                        <a:lnTo>
                          <a:pt x="176" y="224"/>
                        </a:lnTo>
                        <a:lnTo>
                          <a:pt x="184" y="224"/>
                        </a:lnTo>
                        <a:lnTo>
                          <a:pt x="176" y="232"/>
                        </a:lnTo>
                        <a:lnTo>
                          <a:pt x="184" y="240"/>
                        </a:lnTo>
                        <a:lnTo>
                          <a:pt x="160" y="240"/>
                        </a:lnTo>
                        <a:lnTo>
                          <a:pt x="176" y="256"/>
                        </a:lnTo>
                        <a:lnTo>
                          <a:pt x="144" y="280"/>
                        </a:lnTo>
                        <a:lnTo>
                          <a:pt x="136" y="272"/>
                        </a:lnTo>
                        <a:lnTo>
                          <a:pt x="104" y="272"/>
                        </a:lnTo>
                        <a:lnTo>
                          <a:pt x="96" y="280"/>
                        </a:lnTo>
                        <a:lnTo>
                          <a:pt x="80" y="280"/>
                        </a:lnTo>
                        <a:lnTo>
                          <a:pt x="88" y="288"/>
                        </a:lnTo>
                        <a:lnTo>
                          <a:pt x="80" y="288"/>
                        </a:lnTo>
                        <a:lnTo>
                          <a:pt x="64" y="288"/>
                        </a:lnTo>
                        <a:lnTo>
                          <a:pt x="48" y="296"/>
                        </a:lnTo>
                        <a:lnTo>
                          <a:pt x="40" y="296"/>
                        </a:lnTo>
                        <a:lnTo>
                          <a:pt x="24" y="296"/>
                        </a:lnTo>
                        <a:lnTo>
                          <a:pt x="16" y="304"/>
                        </a:lnTo>
                        <a:lnTo>
                          <a:pt x="8" y="304"/>
                        </a:lnTo>
                        <a:lnTo>
                          <a:pt x="0" y="312"/>
                        </a:lnTo>
                        <a:lnTo>
                          <a:pt x="8" y="312"/>
                        </a:lnTo>
                        <a:lnTo>
                          <a:pt x="0" y="320"/>
                        </a:lnTo>
                        <a:lnTo>
                          <a:pt x="16" y="328"/>
                        </a:lnTo>
                        <a:lnTo>
                          <a:pt x="32" y="328"/>
                        </a:lnTo>
                        <a:lnTo>
                          <a:pt x="32" y="336"/>
                        </a:lnTo>
                        <a:lnTo>
                          <a:pt x="48" y="336"/>
                        </a:lnTo>
                        <a:lnTo>
                          <a:pt x="56" y="336"/>
                        </a:lnTo>
                        <a:lnTo>
                          <a:pt x="64" y="336"/>
                        </a:lnTo>
                        <a:lnTo>
                          <a:pt x="64" y="344"/>
                        </a:lnTo>
                        <a:lnTo>
                          <a:pt x="80" y="344"/>
                        </a:lnTo>
                        <a:lnTo>
                          <a:pt x="96" y="344"/>
                        </a:lnTo>
                        <a:lnTo>
                          <a:pt x="104" y="344"/>
                        </a:lnTo>
                        <a:lnTo>
                          <a:pt x="112" y="344"/>
                        </a:lnTo>
                        <a:lnTo>
                          <a:pt x="120" y="336"/>
                        </a:lnTo>
                        <a:lnTo>
                          <a:pt x="136" y="336"/>
                        </a:lnTo>
                        <a:lnTo>
                          <a:pt x="144" y="344"/>
                        </a:lnTo>
                        <a:lnTo>
                          <a:pt x="136" y="352"/>
                        </a:lnTo>
                        <a:lnTo>
                          <a:pt x="120" y="352"/>
                        </a:lnTo>
                        <a:lnTo>
                          <a:pt x="112" y="352"/>
                        </a:lnTo>
                        <a:lnTo>
                          <a:pt x="88" y="352"/>
                        </a:lnTo>
                        <a:lnTo>
                          <a:pt x="88" y="360"/>
                        </a:lnTo>
                        <a:lnTo>
                          <a:pt x="112" y="352"/>
                        </a:lnTo>
                        <a:lnTo>
                          <a:pt x="136" y="360"/>
                        </a:lnTo>
                        <a:lnTo>
                          <a:pt x="128" y="368"/>
                        </a:lnTo>
                        <a:lnTo>
                          <a:pt x="112" y="360"/>
                        </a:lnTo>
                        <a:lnTo>
                          <a:pt x="104" y="360"/>
                        </a:lnTo>
                        <a:lnTo>
                          <a:pt x="88" y="360"/>
                        </a:lnTo>
                        <a:lnTo>
                          <a:pt x="72" y="360"/>
                        </a:lnTo>
                        <a:lnTo>
                          <a:pt x="56" y="360"/>
                        </a:lnTo>
                        <a:lnTo>
                          <a:pt x="32" y="360"/>
                        </a:lnTo>
                        <a:lnTo>
                          <a:pt x="48" y="376"/>
                        </a:lnTo>
                        <a:lnTo>
                          <a:pt x="56" y="368"/>
                        </a:lnTo>
                        <a:lnTo>
                          <a:pt x="64" y="368"/>
                        </a:lnTo>
                        <a:lnTo>
                          <a:pt x="72" y="368"/>
                        </a:lnTo>
                        <a:lnTo>
                          <a:pt x="72" y="376"/>
                        </a:lnTo>
                        <a:lnTo>
                          <a:pt x="104" y="376"/>
                        </a:lnTo>
                        <a:lnTo>
                          <a:pt x="104" y="384"/>
                        </a:lnTo>
                        <a:lnTo>
                          <a:pt x="88" y="384"/>
                        </a:lnTo>
                        <a:lnTo>
                          <a:pt x="72" y="392"/>
                        </a:lnTo>
                        <a:lnTo>
                          <a:pt x="88" y="400"/>
                        </a:lnTo>
                        <a:lnTo>
                          <a:pt x="112" y="400"/>
                        </a:lnTo>
                        <a:lnTo>
                          <a:pt x="120" y="408"/>
                        </a:lnTo>
                        <a:lnTo>
                          <a:pt x="136" y="408"/>
                        </a:lnTo>
                        <a:lnTo>
                          <a:pt x="136" y="400"/>
                        </a:lnTo>
                        <a:lnTo>
                          <a:pt x="120" y="400"/>
                        </a:lnTo>
                        <a:lnTo>
                          <a:pt x="120" y="392"/>
                        </a:lnTo>
                        <a:lnTo>
                          <a:pt x="128" y="392"/>
                        </a:lnTo>
                        <a:lnTo>
                          <a:pt x="136" y="400"/>
                        </a:lnTo>
                        <a:lnTo>
                          <a:pt x="144" y="392"/>
                        </a:lnTo>
                        <a:lnTo>
                          <a:pt x="152" y="392"/>
                        </a:lnTo>
                        <a:lnTo>
                          <a:pt x="152" y="400"/>
                        </a:lnTo>
                        <a:lnTo>
                          <a:pt x="160" y="400"/>
                        </a:lnTo>
                        <a:lnTo>
                          <a:pt x="176" y="400"/>
                        </a:lnTo>
                        <a:lnTo>
                          <a:pt x="176" y="392"/>
                        </a:lnTo>
                        <a:lnTo>
                          <a:pt x="184" y="392"/>
                        </a:lnTo>
                        <a:lnTo>
                          <a:pt x="184" y="400"/>
                        </a:lnTo>
                        <a:lnTo>
                          <a:pt x="200" y="400"/>
                        </a:lnTo>
                        <a:lnTo>
                          <a:pt x="200" y="392"/>
                        </a:lnTo>
                        <a:lnTo>
                          <a:pt x="208" y="392"/>
                        </a:lnTo>
                        <a:lnTo>
                          <a:pt x="216" y="400"/>
                        </a:lnTo>
                        <a:lnTo>
                          <a:pt x="224" y="392"/>
                        </a:lnTo>
                        <a:lnTo>
                          <a:pt x="248" y="400"/>
                        </a:lnTo>
                        <a:lnTo>
                          <a:pt x="240" y="400"/>
                        </a:lnTo>
                        <a:lnTo>
                          <a:pt x="256" y="408"/>
                        </a:lnTo>
                        <a:lnTo>
                          <a:pt x="264" y="400"/>
                        </a:lnTo>
                        <a:lnTo>
                          <a:pt x="272" y="408"/>
                        </a:lnTo>
                        <a:lnTo>
                          <a:pt x="280" y="408"/>
                        </a:lnTo>
                        <a:lnTo>
                          <a:pt x="296" y="416"/>
                        </a:lnTo>
                        <a:lnTo>
                          <a:pt x="296" y="424"/>
                        </a:lnTo>
                        <a:lnTo>
                          <a:pt x="304" y="432"/>
                        </a:lnTo>
                        <a:lnTo>
                          <a:pt x="328" y="456"/>
                        </a:lnTo>
                        <a:lnTo>
                          <a:pt x="336" y="464"/>
                        </a:lnTo>
                        <a:lnTo>
                          <a:pt x="352" y="464"/>
                        </a:lnTo>
                        <a:lnTo>
                          <a:pt x="344" y="472"/>
                        </a:lnTo>
                        <a:lnTo>
                          <a:pt x="344" y="488"/>
                        </a:lnTo>
                        <a:lnTo>
                          <a:pt x="352" y="496"/>
                        </a:lnTo>
                        <a:lnTo>
                          <a:pt x="352" y="504"/>
                        </a:lnTo>
                        <a:lnTo>
                          <a:pt x="368" y="520"/>
                        </a:lnTo>
                        <a:lnTo>
                          <a:pt x="360" y="528"/>
                        </a:lnTo>
                        <a:lnTo>
                          <a:pt x="376" y="536"/>
                        </a:lnTo>
                        <a:lnTo>
                          <a:pt x="384" y="552"/>
                        </a:lnTo>
                        <a:lnTo>
                          <a:pt x="368" y="552"/>
                        </a:lnTo>
                        <a:lnTo>
                          <a:pt x="368" y="560"/>
                        </a:lnTo>
                        <a:lnTo>
                          <a:pt x="368" y="568"/>
                        </a:lnTo>
                        <a:lnTo>
                          <a:pt x="376" y="576"/>
                        </a:lnTo>
                        <a:lnTo>
                          <a:pt x="360" y="584"/>
                        </a:lnTo>
                        <a:lnTo>
                          <a:pt x="368" y="592"/>
                        </a:lnTo>
                        <a:lnTo>
                          <a:pt x="392" y="592"/>
                        </a:lnTo>
                        <a:lnTo>
                          <a:pt x="392" y="584"/>
                        </a:lnTo>
                        <a:lnTo>
                          <a:pt x="400" y="584"/>
                        </a:lnTo>
                        <a:lnTo>
                          <a:pt x="400" y="568"/>
                        </a:lnTo>
                        <a:lnTo>
                          <a:pt x="408" y="568"/>
                        </a:lnTo>
                        <a:lnTo>
                          <a:pt x="408" y="576"/>
                        </a:lnTo>
                        <a:lnTo>
                          <a:pt x="432" y="592"/>
                        </a:lnTo>
                        <a:lnTo>
                          <a:pt x="424" y="592"/>
                        </a:lnTo>
                        <a:lnTo>
                          <a:pt x="440" y="600"/>
                        </a:lnTo>
                        <a:lnTo>
                          <a:pt x="448" y="608"/>
                        </a:lnTo>
                        <a:lnTo>
                          <a:pt x="440" y="616"/>
                        </a:lnTo>
                        <a:lnTo>
                          <a:pt x="448" y="624"/>
                        </a:lnTo>
                        <a:lnTo>
                          <a:pt x="464" y="632"/>
                        </a:lnTo>
                        <a:lnTo>
                          <a:pt x="456" y="640"/>
                        </a:lnTo>
                        <a:lnTo>
                          <a:pt x="432" y="624"/>
                        </a:lnTo>
                        <a:lnTo>
                          <a:pt x="424" y="624"/>
                        </a:lnTo>
                        <a:lnTo>
                          <a:pt x="408" y="624"/>
                        </a:lnTo>
                        <a:lnTo>
                          <a:pt x="384" y="616"/>
                        </a:lnTo>
                        <a:lnTo>
                          <a:pt x="384" y="624"/>
                        </a:lnTo>
                        <a:lnTo>
                          <a:pt x="392" y="632"/>
                        </a:lnTo>
                        <a:lnTo>
                          <a:pt x="408" y="632"/>
                        </a:lnTo>
                        <a:lnTo>
                          <a:pt x="424" y="648"/>
                        </a:lnTo>
                        <a:lnTo>
                          <a:pt x="448" y="648"/>
                        </a:lnTo>
                        <a:lnTo>
                          <a:pt x="464" y="648"/>
                        </a:lnTo>
                        <a:lnTo>
                          <a:pt x="472" y="656"/>
                        </a:lnTo>
                        <a:lnTo>
                          <a:pt x="464" y="656"/>
                        </a:lnTo>
                        <a:lnTo>
                          <a:pt x="472" y="664"/>
                        </a:lnTo>
                        <a:lnTo>
                          <a:pt x="456" y="672"/>
                        </a:lnTo>
                        <a:lnTo>
                          <a:pt x="448" y="688"/>
                        </a:lnTo>
                        <a:lnTo>
                          <a:pt x="456" y="688"/>
                        </a:lnTo>
                        <a:lnTo>
                          <a:pt x="456" y="696"/>
                        </a:lnTo>
                        <a:lnTo>
                          <a:pt x="440" y="696"/>
                        </a:lnTo>
                        <a:lnTo>
                          <a:pt x="424" y="704"/>
                        </a:lnTo>
                        <a:lnTo>
                          <a:pt x="432" y="712"/>
                        </a:lnTo>
                        <a:lnTo>
                          <a:pt x="448" y="704"/>
                        </a:lnTo>
                        <a:lnTo>
                          <a:pt x="456" y="712"/>
                        </a:lnTo>
                        <a:lnTo>
                          <a:pt x="464" y="712"/>
                        </a:lnTo>
                        <a:lnTo>
                          <a:pt x="464" y="720"/>
                        </a:lnTo>
                        <a:lnTo>
                          <a:pt x="440" y="712"/>
                        </a:lnTo>
                        <a:lnTo>
                          <a:pt x="416" y="712"/>
                        </a:lnTo>
                        <a:lnTo>
                          <a:pt x="400" y="720"/>
                        </a:lnTo>
                        <a:lnTo>
                          <a:pt x="400" y="728"/>
                        </a:lnTo>
                        <a:lnTo>
                          <a:pt x="408" y="728"/>
                        </a:lnTo>
                        <a:lnTo>
                          <a:pt x="424" y="720"/>
                        </a:lnTo>
                        <a:lnTo>
                          <a:pt x="432" y="720"/>
                        </a:lnTo>
                        <a:lnTo>
                          <a:pt x="456" y="720"/>
                        </a:lnTo>
                        <a:lnTo>
                          <a:pt x="464" y="728"/>
                        </a:lnTo>
                        <a:lnTo>
                          <a:pt x="456" y="736"/>
                        </a:lnTo>
                        <a:lnTo>
                          <a:pt x="440" y="728"/>
                        </a:lnTo>
                        <a:lnTo>
                          <a:pt x="432" y="728"/>
                        </a:lnTo>
                        <a:lnTo>
                          <a:pt x="400" y="736"/>
                        </a:lnTo>
                        <a:lnTo>
                          <a:pt x="400" y="752"/>
                        </a:lnTo>
                        <a:lnTo>
                          <a:pt x="408" y="752"/>
                        </a:lnTo>
                        <a:lnTo>
                          <a:pt x="424" y="752"/>
                        </a:lnTo>
                        <a:lnTo>
                          <a:pt x="416" y="768"/>
                        </a:lnTo>
                        <a:lnTo>
                          <a:pt x="408" y="768"/>
                        </a:lnTo>
                        <a:lnTo>
                          <a:pt x="400" y="776"/>
                        </a:lnTo>
                        <a:lnTo>
                          <a:pt x="408" y="792"/>
                        </a:lnTo>
                        <a:lnTo>
                          <a:pt x="424" y="792"/>
                        </a:lnTo>
                        <a:lnTo>
                          <a:pt x="424" y="808"/>
                        </a:lnTo>
                        <a:lnTo>
                          <a:pt x="416" y="808"/>
                        </a:lnTo>
                        <a:lnTo>
                          <a:pt x="432" y="824"/>
                        </a:lnTo>
                        <a:lnTo>
                          <a:pt x="432" y="832"/>
                        </a:lnTo>
                        <a:lnTo>
                          <a:pt x="432" y="856"/>
                        </a:lnTo>
                        <a:lnTo>
                          <a:pt x="432" y="872"/>
                        </a:lnTo>
                        <a:lnTo>
                          <a:pt x="440" y="872"/>
                        </a:lnTo>
                        <a:lnTo>
                          <a:pt x="448" y="856"/>
                        </a:lnTo>
                        <a:lnTo>
                          <a:pt x="456" y="848"/>
                        </a:lnTo>
                        <a:lnTo>
                          <a:pt x="480" y="856"/>
                        </a:lnTo>
                        <a:lnTo>
                          <a:pt x="472" y="872"/>
                        </a:lnTo>
                        <a:lnTo>
                          <a:pt x="464" y="864"/>
                        </a:lnTo>
                        <a:lnTo>
                          <a:pt x="464" y="872"/>
                        </a:lnTo>
                        <a:lnTo>
                          <a:pt x="464" y="888"/>
                        </a:lnTo>
                        <a:lnTo>
                          <a:pt x="448" y="888"/>
                        </a:lnTo>
                        <a:lnTo>
                          <a:pt x="448" y="904"/>
                        </a:lnTo>
                        <a:lnTo>
                          <a:pt x="456" y="912"/>
                        </a:lnTo>
                        <a:lnTo>
                          <a:pt x="456" y="920"/>
                        </a:lnTo>
                        <a:lnTo>
                          <a:pt x="464" y="928"/>
                        </a:lnTo>
                        <a:lnTo>
                          <a:pt x="464" y="936"/>
                        </a:lnTo>
                        <a:lnTo>
                          <a:pt x="472" y="944"/>
                        </a:lnTo>
                        <a:lnTo>
                          <a:pt x="464" y="952"/>
                        </a:lnTo>
                        <a:lnTo>
                          <a:pt x="464" y="960"/>
                        </a:lnTo>
                        <a:lnTo>
                          <a:pt x="480" y="968"/>
                        </a:lnTo>
                        <a:lnTo>
                          <a:pt x="480" y="976"/>
                        </a:lnTo>
                        <a:lnTo>
                          <a:pt x="488" y="992"/>
                        </a:lnTo>
                        <a:lnTo>
                          <a:pt x="496" y="1000"/>
                        </a:lnTo>
                        <a:lnTo>
                          <a:pt x="504" y="1008"/>
                        </a:lnTo>
                        <a:lnTo>
                          <a:pt x="512" y="1016"/>
                        </a:lnTo>
                        <a:lnTo>
                          <a:pt x="512" y="1032"/>
                        </a:lnTo>
                        <a:lnTo>
                          <a:pt x="520" y="1032"/>
                        </a:lnTo>
                        <a:lnTo>
                          <a:pt x="528" y="1024"/>
                        </a:lnTo>
                        <a:lnTo>
                          <a:pt x="552" y="1016"/>
                        </a:lnTo>
                        <a:lnTo>
                          <a:pt x="560" y="1032"/>
                        </a:lnTo>
                        <a:lnTo>
                          <a:pt x="584" y="1040"/>
                        </a:lnTo>
                        <a:lnTo>
                          <a:pt x="584" y="1056"/>
                        </a:lnTo>
                        <a:lnTo>
                          <a:pt x="584" y="1064"/>
                        </a:lnTo>
                        <a:lnTo>
                          <a:pt x="600" y="1056"/>
                        </a:lnTo>
                        <a:lnTo>
                          <a:pt x="608" y="1064"/>
                        </a:lnTo>
                        <a:lnTo>
                          <a:pt x="616" y="1048"/>
                        </a:lnTo>
                        <a:lnTo>
                          <a:pt x="608" y="1040"/>
                        </a:lnTo>
                        <a:lnTo>
                          <a:pt x="616" y="1032"/>
                        </a:lnTo>
                        <a:lnTo>
                          <a:pt x="616" y="1024"/>
                        </a:lnTo>
                        <a:lnTo>
                          <a:pt x="624" y="1016"/>
                        </a:lnTo>
                        <a:lnTo>
                          <a:pt x="624" y="1008"/>
                        </a:lnTo>
                        <a:lnTo>
                          <a:pt x="632" y="1000"/>
                        </a:lnTo>
                        <a:lnTo>
                          <a:pt x="640" y="992"/>
                        </a:lnTo>
                        <a:lnTo>
                          <a:pt x="632" y="968"/>
                        </a:lnTo>
                        <a:lnTo>
                          <a:pt x="632" y="952"/>
                        </a:lnTo>
                        <a:lnTo>
                          <a:pt x="632" y="944"/>
                        </a:lnTo>
                        <a:lnTo>
                          <a:pt x="632" y="936"/>
                        </a:lnTo>
                        <a:lnTo>
                          <a:pt x="648" y="936"/>
                        </a:lnTo>
                        <a:lnTo>
                          <a:pt x="648" y="920"/>
                        </a:lnTo>
                        <a:lnTo>
                          <a:pt x="656" y="920"/>
                        </a:lnTo>
                        <a:lnTo>
                          <a:pt x="656" y="912"/>
                        </a:lnTo>
                        <a:lnTo>
                          <a:pt x="648" y="896"/>
                        </a:lnTo>
                        <a:lnTo>
                          <a:pt x="664" y="904"/>
                        </a:lnTo>
                        <a:lnTo>
                          <a:pt x="664" y="880"/>
                        </a:lnTo>
                        <a:lnTo>
                          <a:pt x="648" y="880"/>
                        </a:lnTo>
                        <a:lnTo>
                          <a:pt x="648" y="864"/>
                        </a:lnTo>
                        <a:lnTo>
                          <a:pt x="664" y="864"/>
                        </a:lnTo>
                        <a:lnTo>
                          <a:pt x="664" y="856"/>
                        </a:lnTo>
                        <a:lnTo>
                          <a:pt x="656" y="848"/>
                        </a:lnTo>
                        <a:lnTo>
                          <a:pt x="664" y="832"/>
                        </a:lnTo>
                        <a:lnTo>
                          <a:pt x="680" y="832"/>
                        </a:lnTo>
                        <a:lnTo>
                          <a:pt x="680" y="824"/>
                        </a:lnTo>
                        <a:lnTo>
                          <a:pt x="672" y="816"/>
                        </a:lnTo>
                        <a:lnTo>
                          <a:pt x="672" y="808"/>
                        </a:lnTo>
                        <a:lnTo>
                          <a:pt x="712" y="808"/>
                        </a:lnTo>
                        <a:lnTo>
                          <a:pt x="720" y="776"/>
                        </a:lnTo>
                        <a:lnTo>
                          <a:pt x="720" y="768"/>
                        </a:lnTo>
                        <a:lnTo>
                          <a:pt x="728" y="768"/>
                        </a:lnTo>
                        <a:lnTo>
                          <a:pt x="728" y="784"/>
                        </a:lnTo>
                        <a:lnTo>
                          <a:pt x="736" y="792"/>
                        </a:lnTo>
                        <a:lnTo>
                          <a:pt x="744" y="792"/>
                        </a:lnTo>
                        <a:lnTo>
                          <a:pt x="752" y="792"/>
                        </a:lnTo>
                        <a:lnTo>
                          <a:pt x="768" y="784"/>
                        </a:lnTo>
                        <a:lnTo>
                          <a:pt x="768" y="768"/>
                        </a:lnTo>
                        <a:lnTo>
                          <a:pt x="792" y="776"/>
                        </a:lnTo>
                        <a:lnTo>
                          <a:pt x="808" y="752"/>
                        </a:lnTo>
                        <a:lnTo>
                          <a:pt x="816" y="736"/>
                        </a:lnTo>
                        <a:lnTo>
                          <a:pt x="824" y="720"/>
                        </a:lnTo>
                        <a:lnTo>
                          <a:pt x="840" y="720"/>
                        </a:lnTo>
                        <a:lnTo>
                          <a:pt x="848" y="712"/>
                        </a:lnTo>
                        <a:lnTo>
                          <a:pt x="832" y="704"/>
                        </a:lnTo>
                        <a:lnTo>
                          <a:pt x="832" y="696"/>
                        </a:lnTo>
                        <a:lnTo>
                          <a:pt x="840" y="696"/>
                        </a:lnTo>
                        <a:lnTo>
                          <a:pt x="856" y="712"/>
                        </a:lnTo>
                        <a:lnTo>
                          <a:pt x="864" y="712"/>
                        </a:lnTo>
                        <a:lnTo>
                          <a:pt x="872" y="704"/>
                        </a:lnTo>
                        <a:lnTo>
                          <a:pt x="880" y="704"/>
                        </a:lnTo>
                        <a:lnTo>
                          <a:pt x="888" y="704"/>
                        </a:lnTo>
                        <a:lnTo>
                          <a:pt x="896" y="704"/>
                        </a:lnTo>
                        <a:lnTo>
                          <a:pt x="904" y="704"/>
                        </a:lnTo>
                        <a:lnTo>
                          <a:pt x="928" y="696"/>
                        </a:lnTo>
                        <a:lnTo>
                          <a:pt x="936" y="696"/>
                        </a:lnTo>
                        <a:lnTo>
                          <a:pt x="952" y="688"/>
                        </a:lnTo>
                        <a:lnTo>
                          <a:pt x="968" y="688"/>
                        </a:lnTo>
                        <a:lnTo>
                          <a:pt x="976" y="680"/>
                        </a:lnTo>
                        <a:lnTo>
                          <a:pt x="984" y="680"/>
                        </a:lnTo>
                        <a:lnTo>
                          <a:pt x="992" y="672"/>
                        </a:lnTo>
                        <a:lnTo>
                          <a:pt x="1000" y="672"/>
                        </a:lnTo>
                        <a:lnTo>
                          <a:pt x="1008" y="656"/>
                        </a:lnTo>
                        <a:lnTo>
                          <a:pt x="1016" y="65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56" name="Freeform 213">
                    <a:extLst>
                      <a:ext uri="{FF2B5EF4-FFF2-40B4-BE49-F238E27FC236}">
                        <a16:creationId xmlns:a16="http://schemas.microsoft.com/office/drawing/2014/main" id="{8031F25E-4ACC-CA1D-90DA-91F6FEE7C4EC}"/>
                      </a:ext>
                    </a:extLst>
                  </p:cNvPr>
                  <p:cNvSpPr>
                    <a:spLocks/>
                  </p:cNvSpPr>
                  <p:nvPr/>
                </p:nvSpPr>
                <p:spPr bwMode="gray">
                  <a:xfrm>
                    <a:off x="1967" y="1513"/>
                    <a:ext cx="40" cy="29"/>
                  </a:xfrm>
                  <a:custGeom>
                    <a:avLst/>
                    <a:gdLst>
                      <a:gd name="T0" fmla="*/ 0 w 56"/>
                      <a:gd name="T1" fmla="*/ 12 h 40"/>
                      <a:gd name="T2" fmla="*/ 6 w 56"/>
                      <a:gd name="T3" fmla="*/ 12 h 40"/>
                      <a:gd name="T4" fmla="*/ 11 w 56"/>
                      <a:gd name="T5" fmla="*/ 15 h 40"/>
                      <a:gd name="T6" fmla="*/ 15 w 56"/>
                      <a:gd name="T7" fmla="*/ 15 h 40"/>
                      <a:gd name="T8" fmla="*/ 21 w 56"/>
                      <a:gd name="T9" fmla="*/ 12 h 40"/>
                      <a:gd name="T10" fmla="*/ 21 w 56"/>
                      <a:gd name="T11" fmla="*/ 9 h 40"/>
                      <a:gd name="T12" fmla="*/ 15 w 56"/>
                      <a:gd name="T13" fmla="*/ 7 h 40"/>
                      <a:gd name="T14" fmla="*/ 9 w 56"/>
                      <a:gd name="T15" fmla="*/ 3 h 40"/>
                      <a:gd name="T16" fmla="*/ 3 w 56"/>
                      <a:gd name="T17" fmla="*/ 3 h 40"/>
                      <a:gd name="T18" fmla="*/ 3 w 56"/>
                      <a:gd name="T19" fmla="*/ 0 h 40"/>
                      <a:gd name="T20" fmla="*/ 0 w 56"/>
                      <a:gd name="T21" fmla="*/ 7 h 40"/>
                      <a:gd name="T22" fmla="*/ 0 w 56"/>
                      <a:gd name="T23" fmla="*/ 9 h 40"/>
                      <a:gd name="T24" fmla="*/ 0 w 56"/>
                      <a:gd name="T25" fmla="*/ 12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
                      <a:gd name="T40" fmla="*/ 0 h 40"/>
                      <a:gd name="T41" fmla="*/ 56 w 56"/>
                      <a:gd name="T42" fmla="*/ 40 h 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 h="40">
                        <a:moveTo>
                          <a:pt x="0" y="32"/>
                        </a:moveTo>
                        <a:lnTo>
                          <a:pt x="16" y="32"/>
                        </a:lnTo>
                        <a:lnTo>
                          <a:pt x="32" y="40"/>
                        </a:lnTo>
                        <a:lnTo>
                          <a:pt x="40" y="40"/>
                        </a:lnTo>
                        <a:lnTo>
                          <a:pt x="56" y="32"/>
                        </a:lnTo>
                        <a:lnTo>
                          <a:pt x="56" y="24"/>
                        </a:lnTo>
                        <a:lnTo>
                          <a:pt x="40" y="16"/>
                        </a:lnTo>
                        <a:lnTo>
                          <a:pt x="24" y="8"/>
                        </a:lnTo>
                        <a:lnTo>
                          <a:pt x="8" y="8"/>
                        </a:lnTo>
                        <a:lnTo>
                          <a:pt x="8" y="0"/>
                        </a:lnTo>
                        <a:lnTo>
                          <a:pt x="0" y="16"/>
                        </a:lnTo>
                        <a:lnTo>
                          <a:pt x="0" y="24"/>
                        </a:lnTo>
                        <a:lnTo>
                          <a:pt x="0" y="3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57" name="Freeform 214">
                    <a:extLst>
                      <a:ext uri="{FF2B5EF4-FFF2-40B4-BE49-F238E27FC236}">
                        <a16:creationId xmlns:a16="http://schemas.microsoft.com/office/drawing/2014/main" id="{E8A9978E-EEC9-339A-3509-5A57756AD111}"/>
                      </a:ext>
                    </a:extLst>
                  </p:cNvPr>
                  <p:cNvSpPr>
                    <a:spLocks/>
                  </p:cNvSpPr>
                  <p:nvPr/>
                </p:nvSpPr>
                <p:spPr bwMode="gray">
                  <a:xfrm>
                    <a:off x="2063" y="1120"/>
                    <a:ext cx="45" cy="28"/>
                  </a:xfrm>
                  <a:custGeom>
                    <a:avLst/>
                    <a:gdLst>
                      <a:gd name="T0" fmla="*/ 8 w 64"/>
                      <a:gd name="T1" fmla="*/ 0 h 40"/>
                      <a:gd name="T2" fmla="*/ 0 w 64"/>
                      <a:gd name="T3" fmla="*/ 0 h 40"/>
                      <a:gd name="T4" fmla="*/ 3 w 64"/>
                      <a:gd name="T5" fmla="*/ 6 h 40"/>
                      <a:gd name="T6" fmla="*/ 11 w 64"/>
                      <a:gd name="T7" fmla="*/ 10 h 40"/>
                      <a:gd name="T8" fmla="*/ 14 w 64"/>
                      <a:gd name="T9" fmla="*/ 10 h 40"/>
                      <a:gd name="T10" fmla="*/ 14 w 64"/>
                      <a:gd name="T11" fmla="*/ 14 h 40"/>
                      <a:gd name="T12" fmla="*/ 17 w 64"/>
                      <a:gd name="T13" fmla="*/ 14 h 40"/>
                      <a:gd name="T14" fmla="*/ 17 w 64"/>
                      <a:gd name="T15" fmla="*/ 8 h 40"/>
                      <a:gd name="T16" fmla="*/ 23 w 64"/>
                      <a:gd name="T17" fmla="*/ 8 h 40"/>
                      <a:gd name="T18" fmla="*/ 8 w 64"/>
                      <a:gd name="T19" fmla="*/ 0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
                      <a:gd name="T31" fmla="*/ 0 h 40"/>
                      <a:gd name="T32" fmla="*/ 64 w 64"/>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 h="40">
                        <a:moveTo>
                          <a:pt x="24" y="0"/>
                        </a:moveTo>
                        <a:lnTo>
                          <a:pt x="0" y="0"/>
                        </a:lnTo>
                        <a:lnTo>
                          <a:pt x="8" y="16"/>
                        </a:lnTo>
                        <a:lnTo>
                          <a:pt x="32" y="32"/>
                        </a:lnTo>
                        <a:lnTo>
                          <a:pt x="40" y="32"/>
                        </a:lnTo>
                        <a:lnTo>
                          <a:pt x="40" y="40"/>
                        </a:lnTo>
                        <a:lnTo>
                          <a:pt x="48" y="40"/>
                        </a:lnTo>
                        <a:lnTo>
                          <a:pt x="48" y="24"/>
                        </a:lnTo>
                        <a:lnTo>
                          <a:pt x="64" y="24"/>
                        </a:lnTo>
                        <a:lnTo>
                          <a:pt x="2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58" name="Freeform 215">
                    <a:extLst>
                      <a:ext uri="{FF2B5EF4-FFF2-40B4-BE49-F238E27FC236}">
                        <a16:creationId xmlns:a16="http://schemas.microsoft.com/office/drawing/2014/main" id="{E75BC12A-3BAD-898A-C09C-BAD23A231D75}"/>
                      </a:ext>
                    </a:extLst>
                  </p:cNvPr>
                  <p:cNvSpPr>
                    <a:spLocks/>
                  </p:cNvSpPr>
                  <p:nvPr/>
                </p:nvSpPr>
                <p:spPr bwMode="gray">
                  <a:xfrm>
                    <a:off x="2412" y="1446"/>
                    <a:ext cx="34" cy="22"/>
                  </a:xfrm>
                  <a:custGeom>
                    <a:avLst/>
                    <a:gdLst>
                      <a:gd name="T0" fmla="*/ 17 w 48"/>
                      <a:gd name="T1" fmla="*/ 6 h 32"/>
                      <a:gd name="T2" fmla="*/ 14 w 48"/>
                      <a:gd name="T3" fmla="*/ 3 h 32"/>
                      <a:gd name="T4" fmla="*/ 9 w 48"/>
                      <a:gd name="T5" fmla="*/ 0 h 32"/>
                      <a:gd name="T6" fmla="*/ 0 w 48"/>
                      <a:gd name="T7" fmla="*/ 0 h 32"/>
                      <a:gd name="T8" fmla="*/ 0 w 48"/>
                      <a:gd name="T9" fmla="*/ 3 h 32"/>
                      <a:gd name="T10" fmla="*/ 6 w 48"/>
                      <a:gd name="T11" fmla="*/ 8 h 32"/>
                      <a:gd name="T12" fmla="*/ 14 w 48"/>
                      <a:gd name="T13" fmla="*/ 10 h 32"/>
                      <a:gd name="T14" fmla="*/ 17 w 48"/>
                      <a:gd name="T15" fmla="*/ 8 h 32"/>
                      <a:gd name="T16" fmla="*/ 17 w 48"/>
                      <a:gd name="T17" fmla="*/ 8 h 32"/>
                      <a:gd name="T18" fmla="*/ 17 w 48"/>
                      <a:gd name="T19" fmla="*/ 6 h 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8"/>
                      <a:gd name="T31" fmla="*/ 0 h 32"/>
                      <a:gd name="T32" fmla="*/ 48 w 48"/>
                      <a:gd name="T33" fmla="*/ 32 h 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8" h="32">
                        <a:moveTo>
                          <a:pt x="48" y="16"/>
                        </a:moveTo>
                        <a:lnTo>
                          <a:pt x="40" y="8"/>
                        </a:lnTo>
                        <a:lnTo>
                          <a:pt x="24" y="0"/>
                        </a:lnTo>
                        <a:lnTo>
                          <a:pt x="0" y="0"/>
                        </a:lnTo>
                        <a:lnTo>
                          <a:pt x="0" y="8"/>
                        </a:lnTo>
                        <a:lnTo>
                          <a:pt x="16" y="24"/>
                        </a:lnTo>
                        <a:lnTo>
                          <a:pt x="40" y="32"/>
                        </a:lnTo>
                        <a:lnTo>
                          <a:pt x="48" y="24"/>
                        </a:lnTo>
                        <a:lnTo>
                          <a:pt x="48"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59" name="Freeform 216">
                    <a:extLst>
                      <a:ext uri="{FF2B5EF4-FFF2-40B4-BE49-F238E27FC236}">
                        <a16:creationId xmlns:a16="http://schemas.microsoft.com/office/drawing/2014/main" id="{494C615C-ECE7-8387-E9AE-B489DCC224D0}"/>
                      </a:ext>
                    </a:extLst>
                  </p:cNvPr>
                  <p:cNvSpPr>
                    <a:spLocks/>
                  </p:cNvSpPr>
                  <p:nvPr/>
                </p:nvSpPr>
                <p:spPr bwMode="gray">
                  <a:xfrm>
                    <a:off x="2671" y="1857"/>
                    <a:ext cx="62" cy="101"/>
                  </a:xfrm>
                  <a:custGeom>
                    <a:avLst/>
                    <a:gdLst>
                      <a:gd name="T0" fmla="*/ 25 w 88"/>
                      <a:gd name="T1" fmla="*/ 33 h 144"/>
                      <a:gd name="T2" fmla="*/ 23 w 88"/>
                      <a:gd name="T3" fmla="*/ 33 h 144"/>
                      <a:gd name="T4" fmla="*/ 25 w 88"/>
                      <a:gd name="T5" fmla="*/ 30 h 144"/>
                      <a:gd name="T6" fmla="*/ 25 w 88"/>
                      <a:gd name="T7" fmla="*/ 25 h 144"/>
                      <a:gd name="T8" fmla="*/ 31 w 88"/>
                      <a:gd name="T9" fmla="*/ 14 h 144"/>
                      <a:gd name="T10" fmla="*/ 31 w 88"/>
                      <a:gd name="T11" fmla="*/ 11 h 144"/>
                      <a:gd name="T12" fmla="*/ 25 w 88"/>
                      <a:gd name="T13" fmla="*/ 11 h 144"/>
                      <a:gd name="T14" fmla="*/ 17 w 88"/>
                      <a:gd name="T15" fmla="*/ 11 h 144"/>
                      <a:gd name="T16" fmla="*/ 19 w 88"/>
                      <a:gd name="T17" fmla="*/ 6 h 144"/>
                      <a:gd name="T18" fmla="*/ 23 w 88"/>
                      <a:gd name="T19" fmla="*/ 3 h 144"/>
                      <a:gd name="T20" fmla="*/ 25 w 88"/>
                      <a:gd name="T21" fmla="*/ 0 h 144"/>
                      <a:gd name="T22" fmla="*/ 19 w 88"/>
                      <a:gd name="T23" fmla="*/ 0 h 144"/>
                      <a:gd name="T24" fmla="*/ 11 w 88"/>
                      <a:gd name="T25" fmla="*/ 0 h 144"/>
                      <a:gd name="T26" fmla="*/ 8 w 88"/>
                      <a:gd name="T27" fmla="*/ 3 h 144"/>
                      <a:gd name="T28" fmla="*/ 8 w 88"/>
                      <a:gd name="T29" fmla="*/ 8 h 144"/>
                      <a:gd name="T30" fmla="*/ 3 w 88"/>
                      <a:gd name="T31" fmla="*/ 11 h 144"/>
                      <a:gd name="T32" fmla="*/ 3 w 88"/>
                      <a:gd name="T33" fmla="*/ 14 h 144"/>
                      <a:gd name="T34" fmla="*/ 6 w 88"/>
                      <a:gd name="T35" fmla="*/ 17 h 144"/>
                      <a:gd name="T36" fmla="*/ 6 w 88"/>
                      <a:gd name="T37" fmla="*/ 19 h 144"/>
                      <a:gd name="T38" fmla="*/ 3 w 88"/>
                      <a:gd name="T39" fmla="*/ 22 h 144"/>
                      <a:gd name="T40" fmla="*/ 0 w 88"/>
                      <a:gd name="T41" fmla="*/ 25 h 144"/>
                      <a:gd name="T42" fmla="*/ 3 w 88"/>
                      <a:gd name="T43" fmla="*/ 30 h 144"/>
                      <a:gd name="T44" fmla="*/ 3 w 88"/>
                      <a:gd name="T45" fmla="*/ 27 h 144"/>
                      <a:gd name="T46" fmla="*/ 6 w 88"/>
                      <a:gd name="T47" fmla="*/ 25 h 144"/>
                      <a:gd name="T48" fmla="*/ 8 w 88"/>
                      <a:gd name="T49" fmla="*/ 25 h 144"/>
                      <a:gd name="T50" fmla="*/ 8 w 88"/>
                      <a:gd name="T51" fmla="*/ 27 h 144"/>
                      <a:gd name="T52" fmla="*/ 6 w 88"/>
                      <a:gd name="T53" fmla="*/ 30 h 144"/>
                      <a:gd name="T54" fmla="*/ 6 w 88"/>
                      <a:gd name="T55" fmla="*/ 33 h 144"/>
                      <a:gd name="T56" fmla="*/ 6 w 88"/>
                      <a:gd name="T57" fmla="*/ 39 h 144"/>
                      <a:gd name="T58" fmla="*/ 6 w 88"/>
                      <a:gd name="T59" fmla="*/ 41 h 144"/>
                      <a:gd name="T60" fmla="*/ 6 w 88"/>
                      <a:gd name="T61" fmla="*/ 39 h 144"/>
                      <a:gd name="T62" fmla="*/ 8 w 88"/>
                      <a:gd name="T63" fmla="*/ 36 h 144"/>
                      <a:gd name="T64" fmla="*/ 11 w 88"/>
                      <a:gd name="T65" fmla="*/ 33 h 144"/>
                      <a:gd name="T66" fmla="*/ 11 w 88"/>
                      <a:gd name="T67" fmla="*/ 36 h 144"/>
                      <a:gd name="T68" fmla="*/ 11 w 88"/>
                      <a:gd name="T69" fmla="*/ 39 h 144"/>
                      <a:gd name="T70" fmla="*/ 11 w 88"/>
                      <a:gd name="T71" fmla="*/ 41 h 144"/>
                      <a:gd name="T72" fmla="*/ 8 w 88"/>
                      <a:gd name="T73" fmla="*/ 44 h 144"/>
                      <a:gd name="T74" fmla="*/ 8 w 88"/>
                      <a:gd name="T75" fmla="*/ 50 h 144"/>
                      <a:gd name="T76" fmla="*/ 11 w 88"/>
                      <a:gd name="T77" fmla="*/ 50 h 144"/>
                      <a:gd name="T78" fmla="*/ 17 w 88"/>
                      <a:gd name="T79" fmla="*/ 50 h 144"/>
                      <a:gd name="T80" fmla="*/ 23 w 88"/>
                      <a:gd name="T81" fmla="*/ 47 h 144"/>
                      <a:gd name="T82" fmla="*/ 25 w 88"/>
                      <a:gd name="T83" fmla="*/ 33 h 14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8"/>
                      <a:gd name="T127" fmla="*/ 0 h 144"/>
                      <a:gd name="T128" fmla="*/ 88 w 88"/>
                      <a:gd name="T129" fmla="*/ 144 h 14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8" h="144">
                        <a:moveTo>
                          <a:pt x="72" y="96"/>
                        </a:moveTo>
                        <a:lnTo>
                          <a:pt x="64" y="96"/>
                        </a:lnTo>
                        <a:lnTo>
                          <a:pt x="72" y="88"/>
                        </a:lnTo>
                        <a:lnTo>
                          <a:pt x="72" y="72"/>
                        </a:lnTo>
                        <a:lnTo>
                          <a:pt x="88" y="40"/>
                        </a:lnTo>
                        <a:lnTo>
                          <a:pt x="88" y="32"/>
                        </a:lnTo>
                        <a:lnTo>
                          <a:pt x="72" y="32"/>
                        </a:lnTo>
                        <a:lnTo>
                          <a:pt x="48" y="32"/>
                        </a:lnTo>
                        <a:lnTo>
                          <a:pt x="56" y="16"/>
                        </a:lnTo>
                        <a:lnTo>
                          <a:pt x="64" y="8"/>
                        </a:lnTo>
                        <a:lnTo>
                          <a:pt x="72" y="0"/>
                        </a:lnTo>
                        <a:lnTo>
                          <a:pt x="56" y="0"/>
                        </a:lnTo>
                        <a:lnTo>
                          <a:pt x="32" y="0"/>
                        </a:lnTo>
                        <a:lnTo>
                          <a:pt x="24" y="8"/>
                        </a:lnTo>
                        <a:lnTo>
                          <a:pt x="24" y="24"/>
                        </a:lnTo>
                        <a:lnTo>
                          <a:pt x="8" y="32"/>
                        </a:lnTo>
                        <a:lnTo>
                          <a:pt x="8" y="40"/>
                        </a:lnTo>
                        <a:lnTo>
                          <a:pt x="16" y="48"/>
                        </a:lnTo>
                        <a:lnTo>
                          <a:pt x="16" y="56"/>
                        </a:lnTo>
                        <a:lnTo>
                          <a:pt x="8" y="64"/>
                        </a:lnTo>
                        <a:lnTo>
                          <a:pt x="0" y="72"/>
                        </a:lnTo>
                        <a:lnTo>
                          <a:pt x="8" y="88"/>
                        </a:lnTo>
                        <a:lnTo>
                          <a:pt x="8" y="80"/>
                        </a:lnTo>
                        <a:lnTo>
                          <a:pt x="16" y="72"/>
                        </a:lnTo>
                        <a:lnTo>
                          <a:pt x="24" y="72"/>
                        </a:lnTo>
                        <a:lnTo>
                          <a:pt x="24" y="80"/>
                        </a:lnTo>
                        <a:lnTo>
                          <a:pt x="16" y="88"/>
                        </a:lnTo>
                        <a:lnTo>
                          <a:pt x="16" y="96"/>
                        </a:lnTo>
                        <a:lnTo>
                          <a:pt x="16" y="112"/>
                        </a:lnTo>
                        <a:lnTo>
                          <a:pt x="16" y="120"/>
                        </a:lnTo>
                        <a:lnTo>
                          <a:pt x="16" y="112"/>
                        </a:lnTo>
                        <a:lnTo>
                          <a:pt x="24" y="104"/>
                        </a:lnTo>
                        <a:lnTo>
                          <a:pt x="32" y="96"/>
                        </a:lnTo>
                        <a:lnTo>
                          <a:pt x="32" y="104"/>
                        </a:lnTo>
                        <a:lnTo>
                          <a:pt x="32" y="112"/>
                        </a:lnTo>
                        <a:lnTo>
                          <a:pt x="32" y="120"/>
                        </a:lnTo>
                        <a:lnTo>
                          <a:pt x="24" y="128"/>
                        </a:lnTo>
                        <a:lnTo>
                          <a:pt x="24" y="144"/>
                        </a:lnTo>
                        <a:lnTo>
                          <a:pt x="32" y="144"/>
                        </a:lnTo>
                        <a:lnTo>
                          <a:pt x="48" y="144"/>
                        </a:lnTo>
                        <a:lnTo>
                          <a:pt x="64" y="136"/>
                        </a:lnTo>
                        <a:lnTo>
                          <a:pt x="72" y="9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60" name="Freeform 217">
                    <a:extLst>
                      <a:ext uri="{FF2B5EF4-FFF2-40B4-BE49-F238E27FC236}">
                        <a16:creationId xmlns:a16="http://schemas.microsoft.com/office/drawing/2014/main" id="{92606F41-DB17-C9AC-2738-5FB9A3E5E141}"/>
                      </a:ext>
                    </a:extLst>
                  </p:cNvPr>
                  <p:cNvSpPr>
                    <a:spLocks/>
                  </p:cNvSpPr>
                  <p:nvPr/>
                </p:nvSpPr>
                <p:spPr bwMode="gray">
                  <a:xfrm>
                    <a:off x="4742" y="1935"/>
                    <a:ext cx="11" cy="12"/>
                  </a:xfrm>
                  <a:custGeom>
                    <a:avLst/>
                    <a:gdLst>
                      <a:gd name="T0" fmla="*/ 0 w 16"/>
                      <a:gd name="T1" fmla="*/ 4 h 16"/>
                      <a:gd name="T2" fmla="*/ 3 w 16"/>
                      <a:gd name="T3" fmla="*/ 0 h 16"/>
                      <a:gd name="T4" fmla="*/ 6 w 16"/>
                      <a:gd name="T5" fmla="*/ 0 h 16"/>
                      <a:gd name="T6" fmla="*/ 6 w 16"/>
                      <a:gd name="T7" fmla="*/ 4 h 16"/>
                      <a:gd name="T8" fmla="*/ 3 w 16"/>
                      <a:gd name="T9" fmla="*/ 7 h 16"/>
                      <a:gd name="T10" fmla="*/ 0 w 16"/>
                      <a:gd name="T11" fmla="*/ 4 h 16"/>
                      <a:gd name="T12" fmla="*/ 0 60000 65536"/>
                      <a:gd name="T13" fmla="*/ 0 60000 65536"/>
                      <a:gd name="T14" fmla="*/ 0 60000 65536"/>
                      <a:gd name="T15" fmla="*/ 0 60000 65536"/>
                      <a:gd name="T16" fmla="*/ 0 60000 65536"/>
                      <a:gd name="T17" fmla="*/ 0 60000 65536"/>
                      <a:gd name="T18" fmla="*/ 0 w 16"/>
                      <a:gd name="T19" fmla="*/ 0 h 16"/>
                      <a:gd name="T20" fmla="*/ 16 w 1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6" h="16">
                        <a:moveTo>
                          <a:pt x="0" y="8"/>
                        </a:moveTo>
                        <a:lnTo>
                          <a:pt x="8" y="0"/>
                        </a:lnTo>
                        <a:lnTo>
                          <a:pt x="16" y="0"/>
                        </a:lnTo>
                        <a:lnTo>
                          <a:pt x="16" y="8"/>
                        </a:lnTo>
                        <a:lnTo>
                          <a:pt x="8" y="16"/>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61" name="Freeform 218">
                    <a:extLst>
                      <a:ext uri="{FF2B5EF4-FFF2-40B4-BE49-F238E27FC236}">
                        <a16:creationId xmlns:a16="http://schemas.microsoft.com/office/drawing/2014/main" id="{2D63EC84-CAE2-BE8C-DC4C-50163191AC36}"/>
                      </a:ext>
                    </a:extLst>
                  </p:cNvPr>
                  <p:cNvSpPr>
                    <a:spLocks/>
                  </p:cNvSpPr>
                  <p:nvPr/>
                </p:nvSpPr>
                <p:spPr bwMode="gray">
                  <a:xfrm>
                    <a:off x="4730" y="1941"/>
                    <a:ext cx="12" cy="1"/>
                  </a:xfrm>
                  <a:custGeom>
                    <a:avLst/>
                    <a:gdLst>
                      <a:gd name="T0" fmla="*/ 7 w 16"/>
                      <a:gd name="T1" fmla="*/ 0 h 1"/>
                      <a:gd name="T2" fmla="*/ 4 w 16"/>
                      <a:gd name="T3" fmla="*/ 0 h 1"/>
                      <a:gd name="T4" fmla="*/ 0 w 16"/>
                      <a:gd name="T5" fmla="*/ 0 h 1"/>
                      <a:gd name="T6" fmla="*/ 4 w 16"/>
                      <a:gd name="T7" fmla="*/ 0 h 1"/>
                      <a:gd name="T8" fmla="*/ 7 w 16"/>
                      <a:gd name="T9" fmla="*/ 0 h 1"/>
                      <a:gd name="T10" fmla="*/ 0 60000 65536"/>
                      <a:gd name="T11" fmla="*/ 0 60000 65536"/>
                      <a:gd name="T12" fmla="*/ 0 60000 65536"/>
                      <a:gd name="T13" fmla="*/ 0 60000 65536"/>
                      <a:gd name="T14" fmla="*/ 0 60000 65536"/>
                      <a:gd name="T15" fmla="*/ 0 w 16"/>
                      <a:gd name="T16" fmla="*/ 0 h 1"/>
                      <a:gd name="T17" fmla="*/ 16 w 16"/>
                      <a:gd name="T18" fmla="*/ 1 h 1"/>
                    </a:gdLst>
                    <a:ahLst/>
                    <a:cxnLst>
                      <a:cxn ang="T10">
                        <a:pos x="T0" y="T1"/>
                      </a:cxn>
                      <a:cxn ang="T11">
                        <a:pos x="T2" y="T3"/>
                      </a:cxn>
                      <a:cxn ang="T12">
                        <a:pos x="T4" y="T5"/>
                      </a:cxn>
                      <a:cxn ang="T13">
                        <a:pos x="T6" y="T7"/>
                      </a:cxn>
                      <a:cxn ang="T14">
                        <a:pos x="T8" y="T9"/>
                      </a:cxn>
                    </a:cxnLst>
                    <a:rect l="T15" t="T16" r="T17" b="T18"/>
                    <a:pathLst>
                      <a:path w="16" h="1">
                        <a:moveTo>
                          <a:pt x="16" y="0"/>
                        </a:moveTo>
                        <a:lnTo>
                          <a:pt x="8" y="0"/>
                        </a:lnTo>
                        <a:lnTo>
                          <a:pt x="0" y="0"/>
                        </a:lnTo>
                        <a:lnTo>
                          <a:pt x="8" y="0"/>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62" name="Freeform 219">
                    <a:extLst>
                      <a:ext uri="{FF2B5EF4-FFF2-40B4-BE49-F238E27FC236}">
                        <a16:creationId xmlns:a16="http://schemas.microsoft.com/office/drawing/2014/main" id="{44B30E42-7E41-D24A-88F8-1663784AC4CC}"/>
                      </a:ext>
                    </a:extLst>
                  </p:cNvPr>
                  <p:cNvSpPr>
                    <a:spLocks/>
                  </p:cNvSpPr>
                  <p:nvPr/>
                </p:nvSpPr>
                <p:spPr bwMode="gray">
                  <a:xfrm>
                    <a:off x="4803" y="1958"/>
                    <a:ext cx="46" cy="186"/>
                  </a:xfrm>
                  <a:custGeom>
                    <a:avLst/>
                    <a:gdLst>
                      <a:gd name="T0" fmla="*/ 9 w 64"/>
                      <a:gd name="T1" fmla="*/ 0 h 264"/>
                      <a:gd name="T2" fmla="*/ 6 w 64"/>
                      <a:gd name="T3" fmla="*/ 0 h 264"/>
                      <a:gd name="T4" fmla="*/ 6 w 64"/>
                      <a:gd name="T5" fmla="*/ 8 h 264"/>
                      <a:gd name="T6" fmla="*/ 3 w 64"/>
                      <a:gd name="T7" fmla="*/ 8 h 264"/>
                      <a:gd name="T8" fmla="*/ 0 w 64"/>
                      <a:gd name="T9" fmla="*/ 11 h 264"/>
                      <a:gd name="T10" fmla="*/ 3 w 64"/>
                      <a:gd name="T11" fmla="*/ 14 h 264"/>
                      <a:gd name="T12" fmla="*/ 0 w 64"/>
                      <a:gd name="T13" fmla="*/ 23 h 264"/>
                      <a:gd name="T14" fmla="*/ 3 w 64"/>
                      <a:gd name="T15" fmla="*/ 23 h 264"/>
                      <a:gd name="T16" fmla="*/ 0 w 64"/>
                      <a:gd name="T17" fmla="*/ 25 h 264"/>
                      <a:gd name="T18" fmla="*/ 3 w 64"/>
                      <a:gd name="T19" fmla="*/ 34 h 264"/>
                      <a:gd name="T20" fmla="*/ 3 w 64"/>
                      <a:gd name="T21" fmla="*/ 36 h 264"/>
                      <a:gd name="T22" fmla="*/ 3 w 64"/>
                      <a:gd name="T23" fmla="*/ 48 h 264"/>
                      <a:gd name="T24" fmla="*/ 6 w 64"/>
                      <a:gd name="T25" fmla="*/ 53 h 264"/>
                      <a:gd name="T26" fmla="*/ 3 w 64"/>
                      <a:gd name="T27" fmla="*/ 58 h 264"/>
                      <a:gd name="T28" fmla="*/ 3 w 64"/>
                      <a:gd name="T29" fmla="*/ 65 h 264"/>
                      <a:gd name="T30" fmla="*/ 3 w 64"/>
                      <a:gd name="T31" fmla="*/ 70 h 264"/>
                      <a:gd name="T32" fmla="*/ 3 w 64"/>
                      <a:gd name="T33" fmla="*/ 75 h 264"/>
                      <a:gd name="T34" fmla="*/ 3 w 64"/>
                      <a:gd name="T35" fmla="*/ 81 h 264"/>
                      <a:gd name="T36" fmla="*/ 3 w 64"/>
                      <a:gd name="T37" fmla="*/ 92 h 264"/>
                      <a:gd name="T38" fmla="*/ 3 w 64"/>
                      <a:gd name="T39" fmla="*/ 89 h 264"/>
                      <a:gd name="T40" fmla="*/ 6 w 64"/>
                      <a:gd name="T41" fmla="*/ 87 h 264"/>
                      <a:gd name="T42" fmla="*/ 9 w 64"/>
                      <a:gd name="T43" fmla="*/ 87 h 264"/>
                      <a:gd name="T44" fmla="*/ 12 w 64"/>
                      <a:gd name="T45" fmla="*/ 89 h 264"/>
                      <a:gd name="T46" fmla="*/ 15 w 64"/>
                      <a:gd name="T47" fmla="*/ 89 h 264"/>
                      <a:gd name="T48" fmla="*/ 15 w 64"/>
                      <a:gd name="T49" fmla="*/ 84 h 264"/>
                      <a:gd name="T50" fmla="*/ 12 w 64"/>
                      <a:gd name="T51" fmla="*/ 81 h 264"/>
                      <a:gd name="T52" fmla="*/ 9 w 64"/>
                      <a:gd name="T53" fmla="*/ 78 h 264"/>
                      <a:gd name="T54" fmla="*/ 9 w 64"/>
                      <a:gd name="T55" fmla="*/ 70 h 264"/>
                      <a:gd name="T56" fmla="*/ 9 w 64"/>
                      <a:gd name="T57" fmla="*/ 67 h 264"/>
                      <a:gd name="T58" fmla="*/ 12 w 64"/>
                      <a:gd name="T59" fmla="*/ 65 h 264"/>
                      <a:gd name="T60" fmla="*/ 12 w 64"/>
                      <a:gd name="T61" fmla="*/ 56 h 264"/>
                      <a:gd name="T62" fmla="*/ 18 w 64"/>
                      <a:gd name="T63" fmla="*/ 56 h 264"/>
                      <a:gd name="T64" fmla="*/ 21 w 64"/>
                      <a:gd name="T65" fmla="*/ 61 h 264"/>
                      <a:gd name="T66" fmla="*/ 24 w 64"/>
                      <a:gd name="T67" fmla="*/ 61 h 264"/>
                      <a:gd name="T68" fmla="*/ 24 w 64"/>
                      <a:gd name="T69" fmla="*/ 56 h 264"/>
                      <a:gd name="T70" fmla="*/ 18 w 64"/>
                      <a:gd name="T71" fmla="*/ 53 h 264"/>
                      <a:gd name="T72" fmla="*/ 18 w 64"/>
                      <a:gd name="T73" fmla="*/ 44 h 264"/>
                      <a:gd name="T74" fmla="*/ 15 w 64"/>
                      <a:gd name="T75" fmla="*/ 36 h 264"/>
                      <a:gd name="T76" fmla="*/ 12 w 64"/>
                      <a:gd name="T77" fmla="*/ 25 h 264"/>
                      <a:gd name="T78" fmla="*/ 12 w 64"/>
                      <a:gd name="T79" fmla="*/ 17 h 264"/>
                      <a:gd name="T80" fmla="*/ 12 w 64"/>
                      <a:gd name="T81" fmla="*/ 11 h 264"/>
                      <a:gd name="T82" fmla="*/ 12 w 64"/>
                      <a:gd name="T83" fmla="*/ 3 h 264"/>
                      <a:gd name="T84" fmla="*/ 9 w 64"/>
                      <a:gd name="T85" fmla="*/ 0 h 26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4"/>
                      <a:gd name="T130" fmla="*/ 0 h 264"/>
                      <a:gd name="T131" fmla="*/ 64 w 64"/>
                      <a:gd name="T132" fmla="*/ 264 h 26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4" h="264">
                        <a:moveTo>
                          <a:pt x="24" y="0"/>
                        </a:moveTo>
                        <a:lnTo>
                          <a:pt x="16" y="0"/>
                        </a:lnTo>
                        <a:lnTo>
                          <a:pt x="16" y="24"/>
                        </a:lnTo>
                        <a:lnTo>
                          <a:pt x="8" y="24"/>
                        </a:lnTo>
                        <a:lnTo>
                          <a:pt x="0" y="32"/>
                        </a:lnTo>
                        <a:lnTo>
                          <a:pt x="8" y="40"/>
                        </a:lnTo>
                        <a:lnTo>
                          <a:pt x="0" y="64"/>
                        </a:lnTo>
                        <a:lnTo>
                          <a:pt x="8" y="64"/>
                        </a:lnTo>
                        <a:lnTo>
                          <a:pt x="0" y="72"/>
                        </a:lnTo>
                        <a:lnTo>
                          <a:pt x="8" y="96"/>
                        </a:lnTo>
                        <a:lnTo>
                          <a:pt x="8" y="104"/>
                        </a:lnTo>
                        <a:lnTo>
                          <a:pt x="8" y="136"/>
                        </a:lnTo>
                        <a:lnTo>
                          <a:pt x="16" y="152"/>
                        </a:lnTo>
                        <a:lnTo>
                          <a:pt x="8" y="168"/>
                        </a:lnTo>
                        <a:lnTo>
                          <a:pt x="8" y="184"/>
                        </a:lnTo>
                        <a:lnTo>
                          <a:pt x="8" y="200"/>
                        </a:lnTo>
                        <a:lnTo>
                          <a:pt x="8" y="216"/>
                        </a:lnTo>
                        <a:lnTo>
                          <a:pt x="8" y="232"/>
                        </a:lnTo>
                        <a:lnTo>
                          <a:pt x="8" y="264"/>
                        </a:lnTo>
                        <a:lnTo>
                          <a:pt x="8" y="256"/>
                        </a:lnTo>
                        <a:lnTo>
                          <a:pt x="16" y="248"/>
                        </a:lnTo>
                        <a:lnTo>
                          <a:pt x="24" y="248"/>
                        </a:lnTo>
                        <a:lnTo>
                          <a:pt x="32" y="256"/>
                        </a:lnTo>
                        <a:lnTo>
                          <a:pt x="40" y="256"/>
                        </a:lnTo>
                        <a:lnTo>
                          <a:pt x="40" y="240"/>
                        </a:lnTo>
                        <a:lnTo>
                          <a:pt x="32" y="232"/>
                        </a:lnTo>
                        <a:lnTo>
                          <a:pt x="24" y="224"/>
                        </a:lnTo>
                        <a:lnTo>
                          <a:pt x="24" y="200"/>
                        </a:lnTo>
                        <a:lnTo>
                          <a:pt x="24" y="192"/>
                        </a:lnTo>
                        <a:lnTo>
                          <a:pt x="32" y="184"/>
                        </a:lnTo>
                        <a:lnTo>
                          <a:pt x="32" y="160"/>
                        </a:lnTo>
                        <a:lnTo>
                          <a:pt x="48" y="160"/>
                        </a:lnTo>
                        <a:lnTo>
                          <a:pt x="56" y="176"/>
                        </a:lnTo>
                        <a:lnTo>
                          <a:pt x="64" y="176"/>
                        </a:lnTo>
                        <a:lnTo>
                          <a:pt x="64" y="160"/>
                        </a:lnTo>
                        <a:lnTo>
                          <a:pt x="48" y="152"/>
                        </a:lnTo>
                        <a:lnTo>
                          <a:pt x="48" y="128"/>
                        </a:lnTo>
                        <a:lnTo>
                          <a:pt x="40" y="104"/>
                        </a:lnTo>
                        <a:lnTo>
                          <a:pt x="32" y="72"/>
                        </a:lnTo>
                        <a:lnTo>
                          <a:pt x="32" y="48"/>
                        </a:lnTo>
                        <a:lnTo>
                          <a:pt x="32" y="32"/>
                        </a:lnTo>
                        <a:lnTo>
                          <a:pt x="32" y="8"/>
                        </a:lnTo>
                        <a:lnTo>
                          <a:pt x="2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63" name="Freeform 220">
                    <a:extLst>
                      <a:ext uri="{FF2B5EF4-FFF2-40B4-BE49-F238E27FC236}">
                        <a16:creationId xmlns:a16="http://schemas.microsoft.com/office/drawing/2014/main" id="{C07B9B46-ABDB-318E-5E50-E30AFD469666}"/>
                      </a:ext>
                    </a:extLst>
                  </p:cNvPr>
                  <p:cNvSpPr>
                    <a:spLocks/>
                  </p:cNvSpPr>
                  <p:nvPr/>
                </p:nvSpPr>
                <p:spPr bwMode="gray">
                  <a:xfrm>
                    <a:off x="4742" y="1935"/>
                    <a:ext cx="11" cy="12"/>
                  </a:xfrm>
                  <a:custGeom>
                    <a:avLst/>
                    <a:gdLst>
                      <a:gd name="T0" fmla="*/ 3 w 16"/>
                      <a:gd name="T1" fmla="*/ 0 h 16"/>
                      <a:gd name="T2" fmla="*/ 0 w 16"/>
                      <a:gd name="T3" fmla="*/ 4 h 16"/>
                      <a:gd name="T4" fmla="*/ 3 w 16"/>
                      <a:gd name="T5" fmla="*/ 7 h 16"/>
                      <a:gd name="T6" fmla="*/ 6 w 16"/>
                      <a:gd name="T7" fmla="*/ 4 h 16"/>
                      <a:gd name="T8" fmla="*/ 6 w 16"/>
                      <a:gd name="T9" fmla="*/ 0 h 16"/>
                      <a:gd name="T10" fmla="*/ 3 w 16"/>
                      <a:gd name="T11" fmla="*/ 0 h 16"/>
                      <a:gd name="T12" fmla="*/ 0 60000 65536"/>
                      <a:gd name="T13" fmla="*/ 0 60000 65536"/>
                      <a:gd name="T14" fmla="*/ 0 60000 65536"/>
                      <a:gd name="T15" fmla="*/ 0 60000 65536"/>
                      <a:gd name="T16" fmla="*/ 0 60000 65536"/>
                      <a:gd name="T17" fmla="*/ 0 60000 65536"/>
                      <a:gd name="T18" fmla="*/ 0 w 16"/>
                      <a:gd name="T19" fmla="*/ 0 h 16"/>
                      <a:gd name="T20" fmla="*/ 16 w 1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6" h="16">
                        <a:moveTo>
                          <a:pt x="8" y="0"/>
                        </a:moveTo>
                        <a:lnTo>
                          <a:pt x="0" y="8"/>
                        </a:lnTo>
                        <a:lnTo>
                          <a:pt x="8" y="16"/>
                        </a:lnTo>
                        <a:lnTo>
                          <a:pt x="16" y="8"/>
                        </a:lnTo>
                        <a:lnTo>
                          <a:pt x="16" y="0"/>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64" name="Freeform 221">
                    <a:extLst>
                      <a:ext uri="{FF2B5EF4-FFF2-40B4-BE49-F238E27FC236}">
                        <a16:creationId xmlns:a16="http://schemas.microsoft.com/office/drawing/2014/main" id="{9C056AAA-85F5-4C84-B557-08A8ABCC4711}"/>
                      </a:ext>
                    </a:extLst>
                  </p:cNvPr>
                  <p:cNvSpPr>
                    <a:spLocks/>
                  </p:cNvSpPr>
                  <p:nvPr/>
                </p:nvSpPr>
                <p:spPr bwMode="gray">
                  <a:xfrm>
                    <a:off x="5332" y="1474"/>
                    <a:ext cx="57" cy="23"/>
                  </a:xfrm>
                  <a:custGeom>
                    <a:avLst/>
                    <a:gdLst>
                      <a:gd name="T0" fmla="*/ 3 w 80"/>
                      <a:gd name="T1" fmla="*/ 0 h 32"/>
                      <a:gd name="T2" fmla="*/ 9 w 80"/>
                      <a:gd name="T3" fmla="*/ 3 h 32"/>
                      <a:gd name="T4" fmla="*/ 17 w 80"/>
                      <a:gd name="T5" fmla="*/ 3 h 32"/>
                      <a:gd name="T6" fmla="*/ 24 w 80"/>
                      <a:gd name="T7" fmla="*/ 3 h 32"/>
                      <a:gd name="T8" fmla="*/ 26 w 80"/>
                      <a:gd name="T9" fmla="*/ 3 h 32"/>
                      <a:gd name="T10" fmla="*/ 29 w 80"/>
                      <a:gd name="T11" fmla="*/ 3 h 32"/>
                      <a:gd name="T12" fmla="*/ 29 w 80"/>
                      <a:gd name="T13" fmla="*/ 6 h 32"/>
                      <a:gd name="T14" fmla="*/ 29 w 80"/>
                      <a:gd name="T15" fmla="*/ 9 h 32"/>
                      <a:gd name="T16" fmla="*/ 24 w 80"/>
                      <a:gd name="T17" fmla="*/ 12 h 32"/>
                      <a:gd name="T18" fmla="*/ 11 w 80"/>
                      <a:gd name="T19" fmla="*/ 9 h 32"/>
                      <a:gd name="T20" fmla="*/ 6 w 80"/>
                      <a:gd name="T21" fmla="*/ 9 h 32"/>
                      <a:gd name="T22" fmla="*/ 0 w 80"/>
                      <a:gd name="T23" fmla="*/ 3 h 32"/>
                      <a:gd name="T24" fmla="*/ 3 w 80"/>
                      <a:gd name="T25" fmla="*/ 0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32"/>
                      <a:gd name="T41" fmla="*/ 80 w 80"/>
                      <a:gd name="T42" fmla="*/ 32 h 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32">
                        <a:moveTo>
                          <a:pt x="8" y="0"/>
                        </a:moveTo>
                        <a:lnTo>
                          <a:pt x="24" y="8"/>
                        </a:lnTo>
                        <a:lnTo>
                          <a:pt x="48" y="8"/>
                        </a:lnTo>
                        <a:lnTo>
                          <a:pt x="64" y="8"/>
                        </a:lnTo>
                        <a:lnTo>
                          <a:pt x="72" y="8"/>
                        </a:lnTo>
                        <a:lnTo>
                          <a:pt x="80" y="8"/>
                        </a:lnTo>
                        <a:lnTo>
                          <a:pt x="80" y="16"/>
                        </a:lnTo>
                        <a:lnTo>
                          <a:pt x="80" y="24"/>
                        </a:lnTo>
                        <a:lnTo>
                          <a:pt x="64" y="32"/>
                        </a:lnTo>
                        <a:lnTo>
                          <a:pt x="32" y="24"/>
                        </a:lnTo>
                        <a:lnTo>
                          <a:pt x="16" y="24"/>
                        </a:lnTo>
                        <a:lnTo>
                          <a:pt x="0" y="8"/>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65" name="Freeform 222">
                    <a:extLst>
                      <a:ext uri="{FF2B5EF4-FFF2-40B4-BE49-F238E27FC236}">
                        <a16:creationId xmlns:a16="http://schemas.microsoft.com/office/drawing/2014/main" id="{67B6E2C6-6A41-1BD6-BFC3-8DEB97E31B95}"/>
                      </a:ext>
                    </a:extLst>
                  </p:cNvPr>
                  <p:cNvSpPr>
                    <a:spLocks/>
                  </p:cNvSpPr>
                  <p:nvPr/>
                </p:nvSpPr>
                <p:spPr bwMode="gray">
                  <a:xfrm>
                    <a:off x="4787" y="1412"/>
                    <a:ext cx="45" cy="17"/>
                  </a:xfrm>
                  <a:custGeom>
                    <a:avLst/>
                    <a:gdLst>
                      <a:gd name="T0" fmla="*/ 6 w 64"/>
                      <a:gd name="T1" fmla="*/ 0 h 24"/>
                      <a:gd name="T2" fmla="*/ 14 w 64"/>
                      <a:gd name="T3" fmla="*/ 0 h 24"/>
                      <a:gd name="T4" fmla="*/ 19 w 64"/>
                      <a:gd name="T5" fmla="*/ 3 h 24"/>
                      <a:gd name="T6" fmla="*/ 23 w 64"/>
                      <a:gd name="T7" fmla="*/ 6 h 24"/>
                      <a:gd name="T8" fmla="*/ 23 w 64"/>
                      <a:gd name="T9" fmla="*/ 9 h 24"/>
                      <a:gd name="T10" fmla="*/ 11 w 64"/>
                      <a:gd name="T11" fmla="*/ 9 h 24"/>
                      <a:gd name="T12" fmla="*/ 6 w 64"/>
                      <a:gd name="T13" fmla="*/ 9 h 24"/>
                      <a:gd name="T14" fmla="*/ 6 w 64"/>
                      <a:gd name="T15" fmla="*/ 6 h 24"/>
                      <a:gd name="T16" fmla="*/ 0 w 64"/>
                      <a:gd name="T17" fmla="*/ 6 h 24"/>
                      <a:gd name="T18" fmla="*/ 3 w 64"/>
                      <a:gd name="T19" fmla="*/ 3 h 24"/>
                      <a:gd name="T20" fmla="*/ 6 w 64"/>
                      <a:gd name="T21" fmla="*/ 0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
                      <a:gd name="T34" fmla="*/ 0 h 24"/>
                      <a:gd name="T35" fmla="*/ 64 w 64"/>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 h="24">
                        <a:moveTo>
                          <a:pt x="16" y="0"/>
                        </a:moveTo>
                        <a:lnTo>
                          <a:pt x="40" y="0"/>
                        </a:lnTo>
                        <a:lnTo>
                          <a:pt x="56" y="8"/>
                        </a:lnTo>
                        <a:lnTo>
                          <a:pt x="64" y="16"/>
                        </a:lnTo>
                        <a:lnTo>
                          <a:pt x="64" y="24"/>
                        </a:lnTo>
                        <a:lnTo>
                          <a:pt x="32" y="24"/>
                        </a:lnTo>
                        <a:lnTo>
                          <a:pt x="16" y="24"/>
                        </a:lnTo>
                        <a:lnTo>
                          <a:pt x="16" y="16"/>
                        </a:lnTo>
                        <a:lnTo>
                          <a:pt x="0" y="16"/>
                        </a:lnTo>
                        <a:lnTo>
                          <a:pt x="8" y="8"/>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66" name="Freeform 223">
                    <a:extLst>
                      <a:ext uri="{FF2B5EF4-FFF2-40B4-BE49-F238E27FC236}">
                        <a16:creationId xmlns:a16="http://schemas.microsoft.com/office/drawing/2014/main" id="{C0643A71-F1F2-BA72-AF8B-CB8AF9770C1A}"/>
                      </a:ext>
                    </a:extLst>
                  </p:cNvPr>
                  <p:cNvSpPr>
                    <a:spLocks/>
                  </p:cNvSpPr>
                  <p:nvPr/>
                </p:nvSpPr>
                <p:spPr bwMode="gray">
                  <a:xfrm>
                    <a:off x="4730" y="1345"/>
                    <a:ext cx="124" cy="45"/>
                  </a:xfrm>
                  <a:custGeom>
                    <a:avLst/>
                    <a:gdLst>
                      <a:gd name="T0" fmla="*/ 14 w 176"/>
                      <a:gd name="T1" fmla="*/ 0 h 64"/>
                      <a:gd name="T2" fmla="*/ 8 w 176"/>
                      <a:gd name="T3" fmla="*/ 3 h 64"/>
                      <a:gd name="T4" fmla="*/ 6 w 176"/>
                      <a:gd name="T5" fmla="*/ 3 h 64"/>
                      <a:gd name="T6" fmla="*/ 6 w 176"/>
                      <a:gd name="T7" fmla="*/ 6 h 64"/>
                      <a:gd name="T8" fmla="*/ 3 w 176"/>
                      <a:gd name="T9" fmla="*/ 6 h 64"/>
                      <a:gd name="T10" fmla="*/ 3 w 176"/>
                      <a:gd name="T11" fmla="*/ 11 h 64"/>
                      <a:gd name="T12" fmla="*/ 0 w 176"/>
                      <a:gd name="T13" fmla="*/ 11 h 64"/>
                      <a:gd name="T14" fmla="*/ 6 w 176"/>
                      <a:gd name="T15" fmla="*/ 17 h 64"/>
                      <a:gd name="T16" fmla="*/ 8 w 176"/>
                      <a:gd name="T17" fmla="*/ 17 h 64"/>
                      <a:gd name="T18" fmla="*/ 8 w 176"/>
                      <a:gd name="T19" fmla="*/ 19 h 64"/>
                      <a:gd name="T20" fmla="*/ 19 w 176"/>
                      <a:gd name="T21" fmla="*/ 23 h 64"/>
                      <a:gd name="T22" fmla="*/ 19 w 176"/>
                      <a:gd name="T23" fmla="*/ 19 h 64"/>
                      <a:gd name="T24" fmla="*/ 19 w 176"/>
                      <a:gd name="T25" fmla="*/ 17 h 64"/>
                      <a:gd name="T26" fmla="*/ 23 w 176"/>
                      <a:gd name="T27" fmla="*/ 17 h 64"/>
                      <a:gd name="T28" fmla="*/ 25 w 176"/>
                      <a:gd name="T29" fmla="*/ 17 h 64"/>
                      <a:gd name="T30" fmla="*/ 31 w 176"/>
                      <a:gd name="T31" fmla="*/ 17 h 64"/>
                      <a:gd name="T32" fmla="*/ 36 w 176"/>
                      <a:gd name="T33" fmla="*/ 14 h 64"/>
                      <a:gd name="T34" fmla="*/ 39 w 176"/>
                      <a:gd name="T35" fmla="*/ 14 h 64"/>
                      <a:gd name="T36" fmla="*/ 39 w 176"/>
                      <a:gd name="T37" fmla="*/ 17 h 64"/>
                      <a:gd name="T38" fmla="*/ 44 w 176"/>
                      <a:gd name="T39" fmla="*/ 19 h 64"/>
                      <a:gd name="T40" fmla="*/ 50 w 176"/>
                      <a:gd name="T41" fmla="*/ 17 h 64"/>
                      <a:gd name="T42" fmla="*/ 44 w 176"/>
                      <a:gd name="T43" fmla="*/ 14 h 64"/>
                      <a:gd name="T44" fmla="*/ 39 w 176"/>
                      <a:gd name="T45" fmla="*/ 14 h 64"/>
                      <a:gd name="T46" fmla="*/ 39 w 176"/>
                      <a:gd name="T47" fmla="*/ 8 h 64"/>
                      <a:gd name="T48" fmla="*/ 42 w 176"/>
                      <a:gd name="T49" fmla="*/ 6 h 64"/>
                      <a:gd name="T50" fmla="*/ 44 w 176"/>
                      <a:gd name="T51" fmla="*/ 6 h 64"/>
                      <a:gd name="T52" fmla="*/ 44 w 176"/>
                      <a:gd name="T53" fmla="*/ 8 h 64"/>
                      <a:gd name="T54" fmla="*/ 42 w 176"/>
                      <a:gd name="T55" fmla="*/ 8 h 64"/>
                      <a:gd name="T56" fmla="*/ 42 w 176"/>
                      <a:gd name="T57" fmla="*/ 11 h 64"/>
                      <a:gd name="T58" fmla="*/ 48 w 176"/>
                      <a:gd name="T59" fmla="*/ 14 h 64"/>
                      <a:gd name="T60" fmla="*/ 50 w 176"/>
                      <a:gd name="T61" fmla="*/ 14 h 64"/>
                      <a:gd name="T62" fmla="*/ 53 w 176"/>
                      <a:gd name="T63" fmla="*/ 14 h 64"/>
                      <a:gd name="T64" fmla="*/ 58 w 176"/>
                      <a:gd name="T65" fmla="*/ 11 h 64"/>
                      <a:gd name="T66" fmla="*/ 56 w 176"/>
                      <a:gd name="T67" fmla="*/ 8 h 64"/>
                      <a:gd name="T68" fmla="*/ 61 w 176"/>
                      <a:gd name="T69" fmla="*/ 8 h 64"/>
                      <a:gd name="T70" fmla="*/ 61 w 176"/>
                      <a:gd name="T71" fmla="*/ 6 h 64"/>
                      <a:gd name="T72" fmla="*/ 56 w 176"/>
                      <a:gd name="T73" fmla="*/ 6 h 64"/>
                      <a:gd name="T74" fmla="*/ 50 w 176"/>
                      <a:gd name="T75" fmla="*/ 3 h 64"/>
                      <a:gd name="T76" fmla="*/ 48 w 176"/>
                      <a:gd name="T77" fmla="*/ 6 h 64"/>
                      <a:gd name="T78" fmla="*/ 42 w 176"/>
                      <a:gd name="T79" fmla="*/ 6 h 64"/>
                      <a:gd name="T80" fmla="*/ 39 w 176"/>
                      <a:gd name="T81" fmla="*/ 3 h 64"/>
                      <a:gd name="T82" fmla="*/ 39 w 176"/>
                      <a:gd name="T83" fmla="*/ 0 h 64"/>
                      <a:gd name="T84" fmla="*/ 36 w 176"/>
                      <a:gd name="T85" fmla="*/ 0 h 64"/>
                      <a:gd name="T86" fmla="*/ 34 w 176"/>
                      <a:gd name="T87" fmla="*/ 0 h 64"/>
                      <a:gd name="T88" fmla="*/ 31 w 176"/>
                      <a:gd name="T89" fmla="*/ 3 h 64"/>
                      <a:gd name="T90" fmla="*/ 31 w 176"/>
                      <a:gd name="T91" fmla="*/ 8 h 64"/>
                      <a:gd name="T92" fmla="*/ 27 w 176"/>
                      <a:gd name="T93" fmla="*/ 8 h 64"/>
                      <a:gd name="T94" fmla="*/ 25 w 176"/>
                      <a:gd name="T95" fmla="*/ 6 h 64"/>
                      <a:gd name="T96" fmla="*/ 19 w 176"/>
                      <a:gd name="T97" fmla="*/ 6 h 64"/>
                      <a:gd name="T98" fmla="*/ 19 w 176"/>
                      <a:gd name="T99" fmla="*/ 3 h 64"/>
                      <a:gd name="T100" fmla="*/ 23 w 176"/>
                      <a:gd name="T101" fmla="*/ 3 h 64"/>
                      <a:gd name="T102" fmla="*/ 14 w 176"/>
                      <a:gd name="T103" fmla="*/ 0 h 6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76"/>
                      <a:gd name="T157" fmla="*/ 0 h 64"/>
                      <a:gd name="T158" fmla="*/ 176 w 176"/>
                      <a:gd name="T159" fmla="*/ 64 h 6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76" h="64">
                        <a:moveTo>
                          <a:pt x="40" y="0"/>
                        </a:moveTo>
                        <a:lnTo>
                          <a:pt x="24" y="8"/>
                        </a:lnTo>
                        <a:lnTo>
                          <a:pt x="16" y="8"/>
                        </a:lnTo>
                        <a:lnTo>
                          <a:pt x="16" y="16"/>
                        </a:lnTo>
                        <a:lnTo>
                          <a:pt x="8" y="16"/>
                        </a:lnTo>
                        <a:lnTo>
                          <a:pt x="8" y="32"/>
                        </a:lnTo>
                        <a:lnTo>
                          <a:pt x="0" y="32"/>
                        </a:lnTo>
                        <a:lnTo>
                          <a:pt x="16" y="48"/>
                        </a:lnTo>
                        <a:lnTo>
                          <a:pt x="24" y="48"/>
                        </a:lnTo>
                        <a:lnTo>
                          <a:pt x="24" y="56"/>
                        </a:lnTo>
                        <a:lnTo>
                          <a:pt x="56" y="64"/>
                        </a:lnTo>
                        <a:lnTo>
                          <a:pt x="56" y="56"/>
                        </a:lnTo>
                        <a:lnTo>
                          <a:pt x="56" y="48"/>
                        </a:lnTo>
                        <a:lnTo>
                          <a:pt x="64" y="48"/>
                        </a:lnTo>
                        <a:lnTo>
                          <a:pt x="72" y="48"/>
                        </a:lnTo>
                        <a:lnTo>
                          <a:pt x="88" y="48"/>
                        </a:lnTo>
                        <a:lnTo>
                          <a:pt x="104" y="40"/>
                        </a:lnTo>
                        <a:lnTo>
                          <a:pt x="112" y="40"/>
                        </a:lnTo>
                        <a:lnTo>
                          <a:pt x="112" y="48"/>
                        </a:lnTo>
                        <a:lnTo>
                          <a:pt x="128" y="56"/>
                        </a:lnTo>
                        <a:lnTo>
                          <a:pt x="144" y="48"/>
                        </a:lnTo>
                        <a:lnTo>
                          <a:pt x="128" y="40"/>
                        </a:lnTo>
                        <a:lnTo>
                          <a:pt x="112" y="40"/>
                        </a:lnTo>
                        <a:lnTo>
                          <a:pt x="112" y="24"/>
                        </a:lnTo>
                        <a:lnTo>
                          <a:pt x="120" y="16"/>
                        </a:lnTo>
                        <a:lnTo>
                          <a:pt x="128" y="16"/>
                        </a:lnTo>
                        <a:lnTo>
                          <a:pt x="128" y="24"/>
                        </a:lnTo>
                        <a:lnTo>
                          <a:pt x="120" y="24"/>
                        </a:lnTo>
                        <a:lnTo>
                          <a:pt x="120" y="32"/>
                        </a:lnTo>
                        <a:lnTo>
                          <a:pt x="136" y="40"/>
                        </a:lnTo>
                        <a:lnTo>
                          <a:pt x="144" y="40"/>
                        </a:lnTo>
                        <a:lnTo>
                          <a:pt x="152" y="40"/>
                        </a:lnTo>
                        <a:lnTo>
                          <a:pt x="168" y="32"/>
                        </a:lnTo>
                        <a:lnTo>
                          <a:pt x="160" y="24"/>
                        </a:lnTo>
                        <a:lnTo>
                          <a:pt x="176" y="24"/>
                        </a:lnTo>
                        <a:lnTo>
                          <a:pt x="176" y="16"/>
                        </a:lnTo>
                        <a:lnTo>
                          <a:pt x="160" y="16"/>
                        </a:lnTo>
                        <a:lnTo>
                          <a:pt x="144" y="8"/>
                        </a:lnTo>
                        <a:lnTo>
                          <a:pt x="136" y="16"/>
                        </a:lnTo>
                        <a:lnTo>
                          <a:pt x="120" y="16"/>
                        </a:lnTo>
                        <a:lnTo>
                          <a:pt x="112" y="8"/>
                        </a:lnTo>
                        <a:lnTo>
                          <a:pt x="112" y="0"/>
                        </a:lnTo>
                        <a:lnTo>
                          <a:pt x="104" y="0"/>
                        </a:lnTo>
                        <a:lnTo>
                          <a:pt x="96" y="0"/>
                        </a:lnTo>
                        <a:lnTo>
                          <a:pt x="88" y="8"/>
                        </a:lnTo>
                        <a:lnTo>
                          <a:pt x="88" y="24"/>
                        </a:lnTo>
                        <a:lnTo>
                          <a:pt x="80" y="24"/>
                        </a:lnTo>
                        <a:lnTo>
                          <a:pt x="72" y="16"/>
                        </a:lnTo>
                        <a:lnTo>
                          <a:pt x="56" y="16"/>
                        </a:lnTo>
                        <a:lnTo>
                          <a:pt x="56" y="8"/>
                        </a:lnTo>
                        <a:lnTo>
                          <a:pt x="64" y="8"/>
                        </a:lnTo>
                        <a:lnTo>
                          <a:pt x="4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67" name="Freeform 224">
                    <a:extLst>
                      <a:ext uri="{FF2B5EF4-FFF2-40B4-BE49-F238E27FC236}">
                        <a16:creationId xmlns:a16="http://schemas.microsoft.com/office/drawing/2014/main" id="{E660DAF8-6A73-0AA1-ADE6-5AD5042C069A}"/>
                      </a:ext>
                    </a:extLst>
                  </p:cNvPr>
                  <p:cNvSpPr>
                    <a:spLocks/>
                  </p:cNvSpPr>
                  <p:nvPr/>
                </p:nvSpPr>
                <p:spPr bwMode="gray">
                  <a:xfrm>
                    <a:off x="4871" y="1362"/>
                    <a:ext cx="68" cy="22"/>
                  </a:xfrm>
                  <a:custGeom>
                    <a:avLst/>
                    <a:gdLst>
                      <a:gd name="T0" fmla="*/ 0 w 96"/>
                      <a:gd name="T1" fmla="*/ 0 h 32"/>
                      <a:gd name="T2" fmla="*/ 3 w 96"/>
                      <a:gd name="T3" fmla="*/ 0 h 32"/>
                      <a:gd name="T4" fmla="*/ 6 w 96"/>
                      <a:gd name="T5" fmla="*/ 0 h 32"/>
                      <a:gd name="T6" fmla="*/ 17 w 96"/>
                      <a:gd name="T7" fmla="*/ 0 h 32"/>
                      <a:gd name="T8" fmla="*/ 17 w 96"/>
                      <a:gd name="T9" fmla="*/ 3 h 32"/>
                      <a:gd name="T10" fmla="*/ 26 w 96"/>
                      <a:gd name="T11" fmla="*/ 3 h 32"/>
                      <a:gd name="T12" fmla="*/ 31 w 96"/>
                      <a:gd name="T13" fmla="*/ 6 h 32"/>
                      <a:gd name="T14" fmla="*/ 34 w 96"/>
                      <a:gd name="T15" fmla="*/ 6 h 32"/>
                      <a:gd name="T16" fmla="*/ 31 w 96"/>
                      <a:gd name="T17" fmla="*/ 8 h 32"/>
                      <a:gd name="T18" fmla="*/ 26 w 96"/>
                      <a:gd name="T19" fmla="*/ 10 h 32"/>
                      <a:gd name="T20" fmla="*/ 17 w 96"/>
                      <a:gd name="T21" fmla="*/ 10 h 32"/>
                      <a:gd name="T22" fmla="*/ 11 w 96"/>
                      <a:gd name="T23" fmla="*/ 6 h 32"/>
                      <a:gd name="T24" fmla="*/ 6 w 96"/>
                      <a:gd name="T25" fmla="*/ 6 h 32"/>
                      <a:gd name="T26" fmla="*/ 6 w 96"/>
                      <a:gd name="T27" fmla="*/ 3 h 32"/>
                      <a:gd name="T28" fmla="*/ 3 w 96"/>
                      <a:gd name="T29" fmla="*/ 0 h 32"/>
                      <a:gd name="T30" fmla="*/ 0 w 96"/>
                      <a:gd name="T31" fmla="*/ 0 h 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6"/>
                      <a:gd name="T49" fmla="*/ 0 h 32"/>
                      <a:gd name="T50" fmla="*/ 96 w 96"/>
                      <a:gd name="T51" fmla="*/ 32 h 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6" h="32">
                        <a:moveTo>
                          <a:pt x="0" y="0"/>
                        </a:moveTo>
                        <a:lnTo>
                          <a:pt x="8" y="0"/>
                        </a:lnTo>
                        <a:lnTo>
                          <a:pt x="16" y="0"/>
                        </a:lnTo>
                        <a:lnTo>
                          <a:pt x="48" y="0"/>
                        </a:lnTo>
                        <a:lnTo>
                          <a:pt x="48" y="8"/>
                        </a:lnTo>
                        <a:lnTo>
                          <a:pt x="72" y="8"/>
                        </a:lnTo>
                        <a:lnTo>
                          <a:pt x="88" y="16"/>
                        </a:lnTo>
                        <a:lnTo>
                          <a:pt x="96" y="16"/>
                        </a:lnTo>
                        <a:lnTo>
                          <a:pt x="88" y="24"/>
                        </a:lnTo>
                        <a:lnTo>
                          <a:pt x="72" y="32"/>
                        </a:lnTo>
                        <a:lnTo>
                          <a:pt x="48" y="32"/>
                        </a:lnTo>
                        <a:lnTo>
                          <a:pt x="32" y="16"/>
                        </a:lnTo>
                        <a:lnTo>
                          <a:pt x="16" y="16"/>
                        </a:lnTo>
                        <a:lnTo>
                          <a:pt x="16" y="8"/>
                        </a:lnTo>
                        <a:lnTo>
                          <a:pt x="8" y="0"/>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68" name="Freeform 225">
                    <a:extLst>
                      <a:ext uri="{FF2B5EF4-FFF2-40B4-BE49-F238E27FC236}">
                        <a16:creationId xmlns:a16="http://schemas.microsoft.com/office/drawing/2014/main" id="{2883DDFB-7EFE-B374-9B26-9C52D85E604D}"/>
                      </a:ext>
                    </a:extLst>
                  </p:cNvPr>
                  <p:cNvSpPr>
                    <a:spLocks/>
                  </p:cNvSpPr>
                  <p:nvPr/>
                </p:nvSpPr>
                <p:spPr bwMode="gray">
                  <a:xfrm>
                    <a:off x="4190" y="1249"/>
                    <a:ext cx="85" cy="51"/>
                  </a:xfrm>
                  <a:custGeom>
                    <a:avLst/>
                    <a:gdLst>
                      <a:gd name="T0" fmla="*/ 43 w 120"/>
                      <a:gd name="T1" fmla="*/ 17 h 72"/>
                      <a:gd name="T2" fmla="*/ 43 w 120"/>
                      <a:gd name="T3" fmla="*/ 14 h 72"/>
                      <a:gd name="T4" fmla="*/ 40 w 120"/>
                      <a:gd name="T5" fmla="*/ 11 h 72"/>
                      <a:gd name="T6" fmla="*/ 40 w 120"/>
                      <a:gd name="T7" fmla="*/ 8 h 72"/>
                      <a:gd name="T8" fmla="*/ 34 w 120"/>
                      <a:gd name="T9" fmla="*/ 6 h 72"/>
                      <a:gd name="T10" fmla="*/ 34 w 120"/>
                      <a:gd name="T11" fmla="*/ 3 h 72"/>
                      <a:gd name="T12" fmla="*/ 31 w 120"/>
                      <a:gd name="T13" fmla="*/ 3 h 72"/>
                      <a:gd name="T14" fmla="*/ 28 w 120"/>
                      <a:gd name="T15" fmla="*/ 6 h 72"/>
                      <a:gd name="T16" fmla="*/ 26 w 120"/>
                      <a:gd name="T17" fmla="*/ 6 h 72"/>
                      <a:gd name="T18" fmla="*/ 26 w 120"/>
                      <a:gd name="T19" fmla="*/ 3 h 72"/>
                      <a:gd name="T20" fmla="*/ 28 w 120"/>
                      <a:gd name="T21" fmla="*/ 3 h 72"/>
                      <a:gd name="T22" fmla="*/ 28 w 120"/>
                      <a:gd name="T23" fmla="*/ 0 h 72"/>
                      <a:gd name="T24" fmla="*/ 23 w 120"/>
                      <a:gd name="T25" fmla="*/ 0 h 72"/>
                      <a:gd name="T26" fmla="*/ 23 w 120"/>
                      <a:gd name="T27" fmla="*/ 3 h 72"/>
                      <a:gd name="T28" fmla="*/ 20 w 120"/>
                      <a:gd name="T29" fmla="*/ 3 h 72"/>
                      <a:gd name="T30" fmla="*/ 20 w 120"/>
                      <a:gd name="T31" fmla="*/ 0 h 72"/>
                      <a:gd name="T32" fmla="*/ 17 w 120"/>
                      <a:gd name="T33" fmla="*/ 0 h 72"/>
                      <a:gd name="T34" fmla="*/ 17 w 120"/>
                      <a:gd name="T35" fmla="*/ 3 h 72"/>
                      <a:gd name="T36" fmla="*/ 14 w 120"/>
                      <a:gd name="T37" fmla="*/ 3 h 72"/>
                      <a:gd name="T38" fmla="*/ 11 w 120"/>
                      <a:gd name="T39" fmla="*/ 6 h 72"/>
                      <a:gd name="T40" fmla="*/ 14 w 120"/>
                      <a:gd name="T41" fmla="*/ 6 h 72"/>
                      <a:gd name="T42" fmla="*/ 11 w 120"/>
                      <a:gd name="T43" fmla="*/ 8 h 72"/>
                      <a:gd name="T44" fmla="*/ 11 w 120"/>
                      <a:gd name="T45" fmla="*/ 11 h 72"/>
                      <a:gd name="T46" fmla="*/ 6 w 120"/>
                      <a:gd name="T47" fmla="*/ 11 h 72"/>
                      <a:gd name="T48" fmla="*/ 6 w 120"/>
                      <a:gd name="T49" fmla="*/ 14 h 72"/>
                      <a:gd name="T50" fmla="*/ 6 w 120"/>
                      <a:gd name="T51" fmla="*/ 17 h 72"/>
                      <a:gd name="T52" fmla="*/ 0 w 120"/>
                      <a:gd name="T53" fmla="*/ 20 h 72"/>
                      <a:gd name="T54" fmla="*/ 0 w 120"/>
                      <a:gd name="T55" fmla="*/ 23 h 72"/>
                      <a:gd name="T56" fmla="*/ 3 w 120"/>
                      <a:gd name="T57" fmla="*/ 26 h 72"/>
                      <a:gd name="T58" fmla="*/ 9 w 120"/>
                      <a:gd name="T59" fmla="*/ 23 h 72"/>
                      <a:gd name="T60" fmla="*/ 14 w 120"/>
                      <a:gd name="T61" fmla="*/ 20 h 72"/>
                      <a:gd name="T62" fmla="*/ 20 w 120"/>
                      <a:gd name="T63" fmla="*/ 20 h 72"/>
                      <a:gd name="T64" fmla="*/ 23 w 120"/>
                      <a:gd name="T65" fmla="*/ 20 h 72"/>
                      <a:gd name="T66" fmla="*/ 26 w 120"/>
                      <a:gd name="T67" fmla="*/ 23 h 72"/>
                      <a:gd name="T68" fmla="*/ 28 w 120"/>
                      <a:gd name="T69" fmla="*/ 20 h 72"/>
                      <a:gd name="T70" fmla="*/ 34 w 120"/>
                      <a:gd name="T71" fmla="*/ 20 h 72"/>
                      <a:gd name="T72" fmla="*/ 43 w 120"/>
                      <a:gd name="T73" fmla="*/ 17 h 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
                      <a:gd name="T112" fmla="*/ 0 h 72"/>
                      <a:gd name="T113" fmla="*/ 120 w 120"/>
                      <a:gd name="T114" fmla="*/ 72 h 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 h="72">
                        <a:moveTo>
                          <a:pt x="120" y="48"/>
                        </a:moveTo>
                        <a:lnTo>
                          <a:pt x="120" y="40"/>
                        </a:lnTo>
                        <a:lnTo>
                          <a:pt x="112" y="32"/>
                        </a:lnTo>
                        <a:lnTo>
                          <a:pt x="112" y="24"/>
                        </a:lnTo>
                        <a:lnTo>
                          <a:pt x="96" y="16"/>
                        </a:lnTo>
                        <a:lnTo>
                          <a:pt x="96" y="8"/>
                        </a:lnTo>
                        <a:lnTo>
                          <a:pt x="88" y="8"/>
                        </a:lnTo>
                        <a:lnTo>
                          <a:pt x="80" y="16"/>
                        </a:lnTo>
                        <a:lnTo>
                          <a:pt x="72" y="16"/>
                        </a:lnTo>
                        <a:lnTo>
                          <a:pt x="72" y="8"/>
                        </a:lnTo>
                        <a:lnTo>
                          <a:pt x="80" y="8"/>
                        </a:lnTo>
                        <a:lnTo>
                          <a:pt x="80" y="0"/>
                        </a:lnTo>
                        <a:lnTo>
                          <a:pt x="64" y="0"/>
                        </a:lnTo>
                        <a:lnTo>
                          <a:pt x="64" y="8"/>
                        </a:lnTo>
                        <a:lnTo>
                          <a:pt x="56" y="8"/>
                        </a:lnTo>
                        <a:lnTo>
                          <a:pt x="56" y="0"/>
                        </a:lnTo>
                        <a:lnTo>
                          <a:pt x="48" y="0"/>
                        </a:lnTo>
                        <a:lnTo>
                          <a:pt x="48" y="8"/>
                        </a:lnTo>
                        <a:lnTo>
                          <a:pt x="40" y="8"/>
                        </a:lnTo>
                        <a:lnTo>
                          <a:pt x="32" y="16"/>
                        </a:lnTo>
                        <a:lnTo>
                          <a:pt x="40" y="16"/>
                        </a:lnTo>
                        <a:lnTo>
                          <a:pt x="32" y="24"/>
                        </a:lnTo>
                        <a:lnTo>
                          <a:pt x="32" y="32"/>
                        </a:lnTo>
                        <a:lnTo>
                          <a:pt x="16" y="32"/>
                        </a:lnTo>
                        <a:lnTo>
                          <a:pt x="16" y="40"/>
                        </a:lnTo>
                        <a:lnTo>
                          <a:pt x="16" y="48"/>
                        </a:lnTo>
                        <a:lnTo>
                          <a:pt x="0" y="56"/>
                        </a:lnTo>
                        <a:lnTo>
                          <a:pt x="0" y="64"/>
                        </a:lnTo>
                        <a:lnTo>
                          <a:pt x="8" y="72"/>
                        </a:lnTo>
                        <a:lnTo>
                          <a:pt x="24" y="64"/>
                        </a:lnTo>
                        <a:lnTo>
                          <a:pt x="40" y="56"/>
                        </a:lnTo>
                        <a:lnTo>
                          <a:pt x="56" y="56"/>
                        </a:lnTo>
                        <a:lnTo>
                          <a:pt x="64" y="56"/>
                        </a:lnTo>
                        <a:lnTo>
                          <a:pt x="72" y="64"/>
                        </a:lnTo>
                        <a:lnTo>
                          <a:pt x="80" y="56"/>
                        </a:lnTo>
                        <a:lnTo>
                          <a:pt x="96" y="56"/>
                        </a:lnTo>
                        <a:lnTo>
                          <a:pt x="120" y="4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69" name="Freeform 226">
                    <a:extLst>
                      <a:ext uri="{FF2B5EF4-FFF2-40B4-BE49-F238E27FC236}">
                        <a16:creationId xmlns:a16="http://schemas.microsoft.com/office/drawing/2014/main" id="{AA4E3B51-6CF9-6350-27F9-F4080111F8AE}"/>
                      </a:ext>
                    </a:extLst>
                  </p:cNvPr>
                  <p:cNvSpPr>
                    <a:spLocks/>
                  </p:cNvSpPr>
                  <p:nvPr/>
                </p:nvSpPr>
                <p:spPr bwMode="gray">
                  <a:xfrm>
                    <a:off x="4100" y="1221"/>
                    <a:ext cx="101" cy="51"/>
                  </a:xfrm>
                  <a:custGeom>
                    <a:avLst/>
                    <a:gdLst>
                      <a:gd name="T0" fmla="*/ 41 w 144"/>
                      <a:gd name="T1" fmla="*/ 3 h 72"/>
                      <a:gd name="T2" fmla="*/ 44 w 144"/>
                      <a:gd name="T3" fmla="*/ 3 h 72"/>
                      <a:gd name="T4" fmla="*/ 50 w 144"/>
                      <a:gd name="T5" fmla="*/ 8 h 72"/>
                      <a:gd name="T6" fmla="*/ 47 w 144"/>
                      <a:gd name="T7" fmla="*/ 14 h 72"/>
                      <a:gd name="T8" fmla="*/ 44 w 144"/>
                      <a:gd name="T9" fmla="*/ 17 h 72"/>
                      <a:gd name="T10" fmla="*/ 41 w 144"/>
                      <a:gd name="T11" fmla="*/ 17 h 72"/>
                      <a:gd name="T12" fmla="*/ 47 w 144"/>
                      <a:gd name="T13" fmla="*/ 23 h 72"/>
                      <a:gd name="T14" fmla="*/ 33 w 144"/>
                      <a:gd name="T15" fmla="*/ 26 h 72"/>
                      <a:gd name="T16" fmla="*/ 30 w 144"/>
                      <a:gd name="T17" fmla="*/ 26 h 72"/>
                      <a:gd name="T18" fmla="*/ 30 w 144"/>
                      <a:gd name="T19" fmla="*/ 23 h 72"/>
                      <a:gd name="T20" fmla="*/ 17 w 144"/>
                      <a:gd name="T21" fmla="*/ 20 h 72"/>
                      <a:gd name="T22" fmla="*/ 14 w 144"/>
                      <a:gd name="T23" fmla="*/ 20 h 72"/>
                      <a:gd name="T24" fmla="*/ 8 w 144"/>
                      <a:gd name="T25" fmla="*/ 20 h 72"/>
                      <a:gd name="T26" fmla="*/ 8 w 144"/>
                      <a:gd name="T27" fmla="*/ 17 h 72"/>
                      <a:gd name="T28" fmla="*/ 8 w 144"/>
                      <a:gd name="T29" fmla="*/ 14 h 72"/>
                      <a:gd name="T30" fmla="*/ 6 w 144"/>
                      <a:gd name="T31" fmla="*/ 14 h 72"/>
                      <a:gd name="T32" fmla="*/ 0 w 144"/>
                      <a:gd name="T33" fmla="*/ 11 h 72"/>
                      <a:gd name="T34" fmla="*/ 3 w 144"/>
                      <a:gd name="T35" fmla="*/ 11 h 72"/>
                      <a:gd name="T36" fmla="*/ 6 w 144"/>
                      <a:gd name="T37" fmla="*/ 8 h 72"/>
                      <a:gd name="T38" fmla="*/ 8 w 144"/>
                      <a:gd name="T39" fmla="*/ 8 h 72"/>
                      <a:gd name="T40" fmla="*/ 8 w 144"/>
                      <a:gd name="T41" fmla="*/ 6 h 72"/>
                      <a:gd name="T42" fmla="*/ 11 w 144"/>
                      <a:gd name="T43" fmla="*/ 3 h 72"/>
                      <a:gd name="T44" fmla="*/ 14 w 144"/>
                      <a:gd name="T45" fmla="*/ 3 h 72"/>
                      <a:gd name="T46" fmla="*/ 22 w 144"/>
                      <a:gd name="T47" fmla="*/ 3 h 72"/>
                      <a:gd name="T48" fmla="*/ 30 w 144"/>
                      <a:gd name="T49" fmla="*/ 0 h 72"/>
                      <a:gd name="T50" fmla="*/ 36 w 144"/>
                      <a:gd name="T51" fmla="*/ 3 h 72"/>
                      <a:gd name="T52" fmla="*/ 30 w 144"/>
                      <a:gd name="T53" fmla="*/ 6 h 72"/>
                      <a:gd name="T54" fmla="*/ 33 w 144"/>
                      <a:gd name="T55" fmla="*/ 6 h 72"/>
                      <a:gd name="T56" fmla="*/ 36 w 144"/>
                      <a:gd name="T57" fmla="*/ 6 h 72"/>
                      <a:gd name="T58" fmla="*/ 41 w 144"/>
                      <a:gd name="T59" fmla="*/ 3 h 7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4"/>
                      <a:gd name="T91" fmla="*/ 0 h 72"/>
                      <a:gd name="T92" fmla="*/ 144 w 144"/>
                      <a:gd name="T93" fmla="*/ 72 h 7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4" h="72">
                        <a:moveTo>
                          <a:pt x="120" y="8"/>
                        </a:moveTo>
                        <a:lnTo>
                          <a:pt x="128" y="8"/>
                        </a:lnTo>
                        <a:lnTo>
                          <a:pt x="144" y="24"/>
                        </a:lnTo>
                        <a:lnTo>
                          <a:pt x="136" y="40"/>
                        </a:lnTo>
                        <a:lnTo>
                          <a:pt x="128" y="48"/>
                        </a:lnTo>
                        <a:lnTo>
                          <a:pt x="120" y="48"/>
                        </a:lnTo>
                        <a:lnTo>
                          <a:pt x="136" y="64"/>
                        </a:lnTo>
                        <a:lnTo>
                          <a:pt x="96" y="72"/>
                        </a:lnTo>
                        <a:lnTo>
                          <a:pt x="88" y="72"/>
                        </a:lnTo>
                        <a:lnTo>
                          <a:pt x="88" y="64"/>
                        </a:lnTo>
                        <a:lnTo>
                          <a:pt x="48" y="56"/>
                        </a:lnTo>
                        <a:lnTo>
                          <a:pt x="40" y="56"/>
                        </a:lnTo>
                        <a:lnTo>
                          <a:pt x="24" y="56"/>
                        </a:lnTo>
                        <a:lnTo>
                          <a:pt x="24" y="48"/>
                        </a:lnTo>
                        <a:lnTo>
                          <a:pt x="24" y="40"/>
                        </a:lnTo>
                        <a:lnTo>
                          <a:pt x="16" y="40"/>
                        </a:lnTo>
                        <a:lnTo>
                          <a:pt x="0" y="32"/>
                        </a:lnTo>
                        <a:lnTo>
                          <a:pt x="8" y="32"/>
                        </a:lnTo>
                        <a:lnTo>
                          <a:pt x="16" y="24"/>
                        </a:lnTo>
                        <a:lnTo>
                          <a:pt x="24" y="24"/>
                        </a:lnTo>
                        <a:lnTo>
                          <a:pt x="24" y="16"/>
                        </a:lnTo>
                        <a:lnTo>
                          <a:pt x="32" y="8"/>
                        </a:lnTo>
                        <a:lnTo>
                          <a:pt x="40" y="8"/>
                        </a:lnTo>
                        <a:lnTo>
                          <a:pt x="64" y="8"/>
                        </a:lnTo>
                        <a:lnTo>
                          <a:pt x="88" y="0"/>
                        </a:lnTo>
                        <a:lnTo>
                          <a:pt x="104" y="8"/>
                        </a:lnTo>
                        <a:lnTo>
                          <a:pt x="88" y="16"/>
                        </a:lnTo>
                        <a:lnTo>
                          <a:pt x="96" y="16"/>
                        </a:lnTo>
                        <a:lnTo>
                          <a:pt x="104" y="16"/>
                        </a:lnTo>
                        <a:lnTo>
                          <a:pt x="12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70" name="Freeform 227">
                    <a:extLst>
                      <a:ext uri="{FF2B5EF4-FFF2-40B4-BE49-F238E27FC236}">
                        <a16:creationId xmlns:a16="http://schemas.microsoft.com/office/drawing/2014/main" id="{20ACC436-5B3A-5719-B4E6-8F6FFB5402D4}"/>
                      </a:ext>
                    </a:extLst>
                  </p:cNvPr>
                  <p:cNvSpPr>
                    <a:spLocks/>
                  </p:cNvSpPr>
                  <p:nvPr/>
                </p:nvSpPr>
                <p:spPr bwMode="gray">
                  <a:xfrm>
                    <a:off x="4072" y="1182"/>
                    <a:ext cx="96" cy="45"/>
                  </a:xfrm>
                  <a:custGeom>
                    <a:avLst/>
                    <a:gdLst>
                      <a:gd name="T0" fmla="*/ 48 w 136"/>
                      <a:gd name="T1" fmla="*/ 11 h 64"/>
                      <a:gd name="T2" fmla="*/ 42 w 136"/>
                      <a:gd name="T3" fmla="*/ 14 h 64"/>
                      <a:gd name="T4" fmla="*/ 42 w 136"/>
                      <a:gd name="T5" fmla="*/ 17 h 64"/>
                      <a:gd name="T6" fmla="*/ 45 w 136"/>
                      <a:gd name="T7" fmla="*/ 19 h 64"/>
                      <a:gd name="T8" fmla="*/ 31 w 136"/>
                      <a:gd name="T9" fmla="*/ 19 h 64"/>
                      <a:gd name="T10" fmla="*/ 25 w 136"/>
                      <a:gd name="T11" fmla="*/ 19 h 64"/>
                      <a:gd name="T12" fmla="*/ 23 w 136"/>
                      <a:gd name="T13" fmla="*/ 23 h 64"/>
                      <a:gd name="T14" fmla="*/ 14 w 136"/>
                      <a:gd name="T15" fmla="*/ 23 h 64"/>
                      <a:gd name="T16" fmla="*/ 8 w 136"/>
                      <a:gd name="T17" fmla="*/ 19 h 64"/>
                      <a:gd name="T18" fmla="*/ 3 w 136"/>
                      <a:gd name="T19" fmla="*/ 19 h 64"/>
                      <a:gd name="T20" fmla="*/ 0 w 136"/>
                      <a:gd name="T21" fmla="*/ 17 h 64"/>
                      <a:gd name="T22" fmla="*/ 3 w 136"/>
                      <a:gd name="T23" fmla="*/ 14 h 64"/>
                      <a:gd name="T24" fmla="*/ 8 w 136"/>
                      <a:gd name="T25" fmla="*/ 14 h 64"/>
                      <a:gd name="T26" fmla="*/ 11 w 136"/>
                      <a:gd name="T27" fmla="*/ 14 h 64"/>
                      <a:gd name="T28" fmla="*/ 8 w 136"/>
                      <a:gd name="T29" fmla="*/ 11 h 64"/>
                      <a:gd name="T30" fmla="*/ 14 w 136"/>
                      <a:gd name="T31" fmla="*/ 8 h 64"/>
                      <a:gd name="T32" fmla="*/ 28 w 136"/>
                      <a:gd name="T33" fmla="*/ 3 h 64"/>
                      <a:gd name="T34" fmla="*/ 28 w 136"/>
                      <a:gd name="T35" fmla="*/ 0 h 64"/>
                      <a:gd name="T36" fmla="*/ 34 w 136"/>
                      <a:gd name="T37" fmla="*/ 0 h 64"/>
                      <a:gd name="T38" fmla="*/ 37 w 136"/>
                      <a:gd name="T39" fmla="*/ 3 h 64"/>
                      <a:gd name="T40" fmla="*/ 40 w 136"/>
                      <a:gd name="T41" fmla="*/ 6 h 64"/>
                      <a:gd name="T42" fmla="*/ 48 w 136"/>
                      <a:gd name="T43" fmla="*/ 8 h 64"/>
                      <a:gd name="T44" fmla="*/ 48 w 136"/>
                      <a:gd name="T45" fmla="*/ 11 h 6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6"/>
                      <a:gd name="T70" fmla="*/ 0 h 64"/>
                      <a:gd name="T71" fmla="*/ 136 w 136"/>
                      <a:gd name="T72" fmla="*/ 64 h 6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6" h="64">
                        <a:moveTo>
                          <a:pt x="136" y="32"/>
                        </a:moveTo>
                        <a:lnTo>
                          <a:pt x="120" y="40"/>
                        </a:lnTo>
                        <a:lnTo>
                          <a:pt x="120" y="48"/>
                        </a:lnTo>
                        <a:lnTo>
                          <a:pt x="128" y="56"/>
                        </a:lnTo>
                        <a:lnTo>
                          <a:pt x="88" y="56"/>
                        </a:lnTo>
                        <a:lnTo>
                          <a:pt x="72" y="56"/>
                        </a:lnTo>
                        <a:lnTo>
                          <a:pt x="64" y="64"/>
                        </a:lnTo>
                        <a:lnTo>
                          <a:pt x="40" y="64"/>
                        </a:lnTo>
                        <a:lnTo>
                          <a:pt x="24" y="56"/>
                        </a:lnTo>
                        <a:lnTo>
                          <a:pt x="8" y="56"/>
                        </a:lnTo>
                        <a:lnTo>
                          <a:pt x="0" y="48"/>
                        </a:lnTo>
                        <a:lnTo>
                          <a:pt x="8" y="40"/>
                        </a:lnTo>
                        <a:lnTo>
                          <a:pt x="24" y="40"/>
                        </a:lnTo>
                        <a:lnTo>
                          <a:pt x="32" y="40"/>
                        </a:lnTo>
                        <a:lnTo>
                          <a:pt x="24" y="32"/>
                        </a:lnTo>
                        <a:lnTo>
                          <a:pt x="40" y="24"/>
                        </a:lnTo>
                        <a:lnTo>
                          <a:pt x="80" y="8"/>
                        </a:lnTo>
                        <a:lnTo>
                          <a:pt x="80" y="0"/>
                        </a:lnTo>
                        <a:lnTo>
                          <a:pt x="96" y="0"/>
                        </a:lnTo>
                        <a:lnTo>
                          <a:pt x="104" y="8"/>
                        </a:lnTo>
                        <a:lnTo>
                          <a:pt x="112" y="16"/>
                        </a:lnTo>
                        <a:lnTo>
                          <a:pt x="136" y="24"/>
                        </a:lnTo>
                        <a:lnTo>
                          <a:pt x="136" y="3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71" name="Freeform 228">
                    <a:extLst>
                      <a:ext uri="{FF2B5EF4-FFF2-40B4-BE49-F238E27FC236}">
                        <a16:creationId xmlns:a16="http://schemas.microsoft.com/office/drawing/2014/main" id="{541E199F-9C6E-893E-626D-A5ABD1F6FA1B}"/>
                      </a:ext>
                    </a:extLst>
                  </p:cNvPr>
                  <p:cNvSpPr>
                    <a:spLocks/>
                  </p:cNvSpPr>
                  <p:nvPr/>
                </p:nvSpPr>
                <p:spPr bwMode="gray">
                  <a:xfrm>
                    <a:off x="4066" y="1227"/>
                    <a:ext cx="40" cy="16"/>
                  </a:xfrm>
                  <a:custGeom>
                    <a:avLst/>
                    <a:gdLst>
                      <a:gd name="T0" fmla="*/ 21 w 56"/>
                      <a:gd name="T1" fmla="*/ 2 h 24"/>
                      <a:gd name="T2" fmla="*/ 17 w 56"/>
                      <a:gd name="T3" fmla="*/ 2 h 24"/>
                      <a:gd name="T4" fmla="*/ 15 w 56"/>
                      <a:gd name="T5" fmla="*/ 2 h 24"/>
                      <a:gd name="T6" fmla="*/ 9 w 56"/>
                      <a:gd name="T7" fmla="*/ 0 h 24"/>
                      <a:gd name="T8" fmla="*/ 0 w 56"/>
                      <a:gd name="T9" fmla="*/ 0 h 24"/>
                      <a:gd name="T10" fmla="*/ 3 w 56"/>
                      <a:gd name="T11" fmla="*/ 0 h 24"/>
                      <a:gd name="T12" fmla="*/ 6 w 56"/>
                      <a:gd name="T13" fmla="*/ 2 h 24"/>
                      <a:gd name="T14" fmla="*/ 6 w 56"/>
                      <a:gd name="T15" fmla="*/ 5 h 24"/>
                      <a:gd name="T16" fmla="*/ 9 w 56"/>
                      <a:gd name="T17" fmla="*/ 5 h 24"/>
                      <a:gd name="T18" fmla="*/ 11 w 56"/>
                      <a:gd name="T19" fmla="*/ 5 h 24"/>
                      <a:gd name="T20" fmla="*/ 9 w 56"/>
                      <a:gd name="T21" fmla="*/ 5 h 24"/>
                      <a:gd name="T22" fmla="*/ 11 w 56"/>
                      <a:gd name="T23" fmla="*/ 7 h 24"/>
                      <a:gd name="T24" fmla="*/ 15 w 56"/>
                      <a:gd name="T25" fmla="*/ 5 h 24"/>
                      <a:gd name="T26" fmla="*/ 21 w 56"/>
                      <a:gd name="T27" fmla="*/ 2 h 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
                      <a:gd name="T43" fmla="*/ 0 h 24"/>
                      <a:gd name="T44" fmla="*/ 56 w 56"/>
                      <a:gd name="T45" fmla="*/ 24 h 2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 h="24">
                        <a:moveTo>
                          <a:pt x="56" y="8"/>
                        </a:moveTo>
                        <a:lnTo>
                          <a:pt x="48" y="8"/>
                        </a:lnTo>
                        <a:lnTo>
                          <a:pt x="40" y="8"/>
                        </a:lnTo>
                        <a:lnTo>
                          <a:pt x="24" y="0"/>
                        </a:lnTo>
                        <a:lnTo>
                          <a:pt x="0" y="0"/>
                        </a:lnTo>
                        <a:lnTo>
                          <a:pt x="8" y="0"/>
                        </a:lnTo>
                        <a:lnTo>
                          <a:pt x="16" y="8"/>
                        </a:lnTo>
                        <a:lnTo>
                          <a:pt x="16" y="16"/>
                        </a:lnTo>
                        <a:lnTo>
                          <a:pt x="24" y="16"/>
                        </a:lnTo>
                        <a:lnTo>
                          <a:pt x="32" y="16"/>
                        </a:lnTo>
                        <a:lnTo>
                          <a:pt x="24" y="16"/>
                        </a:lnTo>
                        <a:lnTo>
                          <a:pt x="32" y="24"/>
                        </a:lnTo>
                        <a:lnTo>
                          <a:pt x="40" y="16"/>
                        </a:lnTo>
                        <a:lnTo>
                          <a:pt x="5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72" name="Freeform 229">
                    <a:extLst>
                      <a:ext uri="{FF2B5EF4-FFF2-40B4-BE49-F238E27FC236}">
                        <a16:creationId xmlns:a16="http://schemas.microsoft.com/office/drawing/2014/main" id="{3775AAE3-2A86-D049-6223-19A333CB1928}"/>
                      </a:ext>
                    </a:extLst>
                  </p:cNvPr>
                  <p:cNvSpPr>
                    <a:spLocks/>
                  </p:cNvSpPr>
                  <p:nvPr/>
                </p:nvSpPr>
                <p:spPr bwMode="gray">
                  <a:xfrm>
                    <a:off x="3656" y="1176"/>
                    <a:ext cx="39" cy="22"/>
                  </a:xfrm>
                  <a:custGeom>
                    <a:avLst/>
                    <a:gdLst>
                      <a:gd name="T0" fmla="*/ 10 w 56"/>
                      <a:gd name="T1" fmla="*/ 0 h 32"/>
                      <a:gd name="T2" fmla="*/ 10 w 56"/>
                      <a:gd name="T3" fmla="*/ 3 h 32"/>
                      <a:gd name="T4" fmla="*/ 6 w 56"/>
                      <a:gd name="T5" fmla="*/ 3 h 32"/>
                      <a:gd name="T6" fmla="*/ 3 w 56"/>
                      <a:gd name="T7" fmla="*/ 6 h 32"/>
                      <a:gd name="T8" fmla="*/ 0 w 56"/>
                      <a:gd name="T9" fmla="*/ 8 h 32"/>
                      <a:gd name="T10" fmla="*/ 3 w 56"/>
                      <a:gd name="T11" fmla="*/ 8 h 32"/>
                      <a:gd name="T12" fmla="*/ 6 w 56"/>
                      <a:gd name="T13" fmla="*/ 10 h 32"/>
                      <a:gd name="T14" fmla="*/ 8 w 56"/>
                      <a:gd name="T15" fmla="*/ 10 h 32"/>
                      <a:gd name="T16" fmla="*/ 10 w 56"/>
                      <a:gd name="T17" fmla="*/ 8 h 32"/>
                      <a:gd name="T18" fmla="*/ 19 w 56"/>
                      <a:gd name="T19" fmla="*/ 8 h 32"/>
                      <a:gd name="T20" fmla="*/ 19 w 56"/>
                      <a:gd name="T21" fmla="*/ 6 h 32"/>
                      <a:gd name="T22" fmla="*/ 14 w 56"/>
                      <a:gd name="T23" fmla="*/ 3 h 32"/>
                      <a:gd name="T24" fmla="*/ 16 w 56"/>
                      <a:gd name="T25" fmla="*/ 0 h 32"/>
                      <a:gd name="T26" fmla="*/ 10 w 56"/>
                      <a:gd name="T27" fmla="*/ 0 h 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
                      <a:gd name="T43" fmla="*/ 0 h 32"/>
                      <a:gd name="T44" fmla="*/ 56 w 56"/>
                      <a:gd name="T45" fmla="*/ 32 h 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 h="32">
                        <a:moveTo>
                          <a:pt x="32" y="0"/>
                        </a:moveTo>
                        <a:lnTo>
                          <a:pt x="32" y="8"/>
                        </a:lnTo>
                        <a:lnTo>
                          <a:pt x="16" y="8"/>
                        </a:lnTo>
                        <a:lnTo>
                          <a:pt x="8" y="16"/>
                        </a:lnTo>
                        <a:lnTo>
                          <a:pt x="0" y="24"/>
                        </a:lnTo>
                        <a:lnTo>
                          <a:pt x="8" y="24"/>
                        </a:lnTo>
                        <a:lnTo>
                          <a:pt x="16" y="32"/>
                        </a:lnTo>
                        <a:lnTo>
                          <a:pt x="24" y="32"/>
                        </a:lnTo>
                        <a:lnTo>
                          <a:pt x="32" y="24"/>
                        </a:lnTo>
                        <a:lnTo>
                          <a:pt x="56" y="24"/>
                        </a:lnTo>
                        <a:lnTo>
                          <a:pt x="56" y="16"/>
                        </a:lnTo>
                        <a:lnTo>
                          <a:pt x="40" y="8"/>
                        </a:lnTo>
                        <a:lnTo>
                          <a:pt x="48" y="0"/>
                        </a:lnTo>
                        <a:lnTo>
                          <a:pt x="32"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73" name="Freeform 230">
                    <a:extLst>
                      <a:ext uri="{FF2B5EF4-FFF2-40B4-BE49-F238E27FC236}">
                        <a16:creationId xmlns:a16="http://schemas.microsoft.com/office/drawing/2014/main" id="{D74ACBF9-1259-2183-45D3-D25E9061542A}"/>
                      </a:ext>
                    </a:extLst>
                  </p:cNvPr>
                  <p:cNvSpPr>
                    <a:spLocks/>
                  </p:cNvSpPr>
                  <p:nvPr/>
                </p:nvSpPr>
                <p:spPr bwMode="gray">
                  <a:xfrm>
                    <a:off x="3611" y="1198"/>
                    <a:ext cx="39" cy="17"/>
                  </a:xfrm>
                  <a:custGeom>
                    <a:avLst/>
                    <a:gdLst>
                      <a:gd name="T0" fmla="*/ 19 w 56"/>
                      <a:gd name="T1" fmla="*/ 0 h 24"/>
                      <a:gd name="T2" fmla="*/ 14 w 56"/>
                      <a:gd name="T3" fmla="*/ 3 h 24"/>
                      <a:gd name="T4" fmla="*/ 16 w 56"/>
                      <a:gd name="T5" fmla="*/ 6 h 24"/>
                      <a:gd name="T6" fmla="*/ 14 w 56"/>
                      <a:gd name="T7" fmla="*/ 9 h 24"/>
                      <a:gd name="T8" fmla="*/ 3 w 56"/>
                      <a:gd name="T9" fmla="*/ 6 h 24"/>
                      <a:gd name="T10" fmla="*/ 0 w 56"/>
                      <a:gd name="T11" fmla="*/ 6 h 24"/>
                      <a:gd name="T12" fmla="*/ 0 w 56"/>
                      <a:gd name="T13" fmla="*/ 3 h 24"/>
                      <a:gd name="T14" fmla="*/ 3 w 56"/>
                      <a:gd name="T15" fmla="*/ 3 h 24"/>
                      <a:gd name="T16" fmla="*/ 3 w 56"/>
                      <a:gd name="T17" fmla="*/ 0 h 24"/>
                      <a:gd name="T18" fmla="*/ 14 w 56"/>
                      <a:gd name="T19" fmla="*/ 0 h 24"/>
                      <a:gd name="T20" fmla="*/ 16 w 56"/>
                      <a:gd name="T21" fmla="*/ 0 h 24"/>
                      <a:gd name="T22" fmla="*/ 19 w 56"/>
                      <a:gd name="T23" fmla="*/ 0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6"/>
                      <a:gd name="T37" fmla="*/ 0 h 24"/>
                      <a:gd name="T38" fmla="*/ 56 w 56"/>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6" h="24">
                        <a:moveTo>
                          <a:pt x="56" y="0"/>
                        </a:moveTo>
                        <a:lnTo>
                          <a:pt x="40" y="8"/>
                        </a:lnTo>
                        <a:lnTo>
                          <a:pt x="48" y="16"/>
                        </a:lnTo>
                        <a:lnTo>
                          <a:pt x="40" y="24"/>
                        </a:lnTo>
                        <a:lnTo>
                          <a:pt x="8" y="16"/>
                        </a:lnTo>
                        <a:lnTo>
                          <a:pt x="0" y="16"/>
                        </a:lnTo>
                        <a:lnTo>
                          <a:pt x="0" y="8"/>
                        </a:lnTo>
                        <a:lnTo>
                          <a:pt x="8" y="8"/>
                        </a:lnTo>
                        <a:lnTo>
                          <a:pt x="8" y="0"/>
                        </a:lnTo>
                        <a:lnTo>
                          <a:pt x="40" y="0"/>
                        </a:lnTo>
                        <a:lnTo>
                          <a:pt x="48" y="0"/>
                        </a:lnTo>
                        <a:lnTo>
                          <a:pt x="5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74" name="Freeform 231">
                    <a:extLst>
                      <a:ext uri="{FF2B5EF4-FFF2-40B4-BE49-F238E27FC236}">
                        <a16:creationId xmlns:a16="http://schemas.microsoft.com/office/drawing/2014/main" id="{B99E6021-C0ED-A918-4C3B-6E549241EECC}"/>
                      </a:ext>
                    </a:extLst>
                  </p:cNvPr>
                  <p:cNvSpPr>
                    <a:spLocks/>
                  </p:cNvSpPr>
                  <p:nvPr/>
                </p:nvSpPr>
                <p:spPr bwMode="gray">
                  <a:xfrm>
                    <a:off x="3571" y="1170"/>
                    <a:ext cx="23" cy="6"/>
                  </a:xfrm>
                  <a:custGeom>
                    <a:avLst/>
                    <a:gdLst>
                      <a:gd name="T0" fmla="*/ 6 w 32"/>
                      <a:gd name="T1" fmla="*/ 0 h 8"/>
                      <a:gd name="T2" fmla="*/ 12 w 32"/>
                      <a:gd name="T3" fmla="*/ 0 h 8"/>
                      <a:gd name="T4" fmla="*/ 6 w 32"/>
                      <a:gd name="T5" fmla="*/ 4 h 8"/>
                      <a:gd name="T6" fmla="*/ 0 w 32"/>
                      <a:gd name="T7" fmla="*/ 4 h 8"/>
                      <a:gd name="T8" fmla="*/ 0 w 32"/>
                      <a:gd name="T9" fmla="*/ 0 h 8"/>
                      <a:gd name="T10" fmla="*/ 6 w 32"/>
                      <a:gd name="T11" fmla="*/ 0 h 8"/>
                      <a:gd name="T12" fmla="*/ 0 60000 65536"/>
                      <a:gd name="T13" fmla="*/ 0 60000 65536"/>
                      <a:gd name="T14" fmla="*/ 0 60000 65536"/>
                      <a:gd name="T15" fmla="*/ 0 60000 65536"/>
                      <a:gd name="T16" fmla="*/ 0 60000 65536"/>
                      <a:gd name="T17" fmla="*/ 0 60000 65536"/>
                      <a:gd name="T18" fmla="*/ 0 w 32"/>
                      <a:gd name="T19" fmla="*/ 0 h 8"/>
                      <a:gd name="T20" fmla="*/ 32 w 32"/>
                      <a:gd name="T21" fmla="*/ 8 h 8"/>
                    </a:gdLst>
                    <a:ahLst/>
                    <a:cxnLst>
                      <a:cxn ang="T12">
                        <a:pos x="T0" y="T1"/>
                      </a:cxn>
                      <a:cxn ang="T13">
                        <a:pos x="T2" y="T3"/>
                      </a:cxn>
                      <a:cxn ang="T14">
                        <a:pos x="T4" y="T5"/>
                      </a:cxn>
                      <a:cxn ang="T15">
                        <a:pos x="T6" y="T7"/>
                      </a:cxn>
                      <a:cxn ang="T16">
                        <a:pos x="T8" y="T9"/>
                      </a:cxn>
                      <a:cxn ang="T17">
                        <a:pos x="T10" y="T11"/>
                      </a:cxn>
                    </a:cxnLst>
                    <a:rect l="T18" t="T19" r="T20" b="T21"/>
                    <a:pathLst>
                      <a:path w="32" h="8">
                        <a:moveTo>
                          <a:pt x="16" y="0"/>
                        </a:moveTo>
                        <a:lnTo>
                          <a:pt x="32" y="0"/>
                        </a:lnTo>
                        <a:lnTo>
                          <a:pt x="16" y="8"/>
                        </a:lnTo>
                        <a:lnTo>
                          <a:pt x="0" y="8"/>
                        </a:lnTo>
                        <a:lnTo>
                          <a:pt x="0" y="0"/>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75" name="Freeform 232">
                    <a:extLst>
                      <a:ext uri="{FF2B5EF4-FFF2-40B4-BE49-F238E27FC236}">
                        <a16:creationId xmlns:a16="http://schemas.microsoft.com/office/drawing/2014/main" id="{15CDE483-0AC6-A65E-4397-97F45469AA60}"/>
                      </a:ext>
                    </a:extLst>
                  </p:cNvPr>
                  <p:cNvSpPr>
                    <a:spLocks/>
                  </p:cNvSpPr>
                  <p:nvPr/>
                </p:nvSpPr>
                <p:spPr bwMode="gray">
                  <a:xfrm>
                    <a:off x="3554" y="1176"/>
                    <a:ext cx="28" cy="6"/>
                  </a:xfrm>
                  <a:custGeom>
                    <a:avLst/>
                    <a:gdLst>
                      <a:gd name="T0" fmla="*/ 6 w 40"/>
                      <a:gd name="T1" fmla="*/ 0 h 8"/>
                      <a:gd name="T2" fmla="*/ 10 w 40"/>
                      <a:gd name="T3" fmla="*/ 0 h 8"/>
                      <a:gd name="T4" fmla="*/ 14 w 40"/>
                      <a:gd name="T5" fmla="*/ 0 h 8"/>
                      <a:gd name="T6" fmla="*/ 14 w 40"/>
                      <a:gd name="T7" fmla="*/ 4 h 8"/>
                      <a:gd name="T8" fmla="*/ 8 w 40"/>
                      <a:gd name="T9" fmla="*/ 4 h 8"/>
                      <a:gd name="T10" fmla="*/ 0 w 40"/>
                      <a:gd name="T11" fmla="*/ 4 h 8"/>
                      <a:gd name="T12" fmla="*/ 3 w 40"/>
                      <a:gd name="T13" fmla="*/ 4 h 8"/>
                      <a:gd name="T14" fmla="*/ 6 w 40"/>
                      <a:gd name="T15" fmla="*/ 4 h 8"/>
                      <a:gd name="T16" fmla="*/ 6 w 4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
                      <a:gd name="T28" fmla="*/ 0 h 8"/>
                      <a:gd name="T29" fmla="*/ 40 w 4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 h="8">
                        <a:moveTo>
                          <a:pt x="16" y="0"/>
                        </a:moveTo>
                        <a:lnTo>
                          <a:pt x="32" y="0"/>
                        </a:lnTo>
                        <a:lnTo>
                          <a:pt x="40" y="0"/>
                        </a:lnTo>
                        <a:lnTo>
                          <a:pt x="40" y="8"/>
                        </a:lnTo>
                        <a:lnTo>
                          <a:pt x="24" y="8"/>
                        </a:lnTo>
                        <a:lnTo>
                          <a:pt x="0" y="8"/>
                        </a:lnTo>
                        <a:lnTo>
                          <a:pt x="8" y="8"/>
                        </a:lnTo>
                        <a:lnTo>
                          <a:pt x="16" y="8"/>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76" name="Freeform 233">
                    <a:extLst>
                      <a:ext uri="{FF2B5EF4-FFF2-40B4-BE49-F238E27FC236}">
                        <a16:creationId xmlns:a16="http://schemas.microsoft.com/office/drawing/2014/main" id="{FC644C10-83CA-7F48-1215-B822BE0575F0}"/>
                      </a:ext>
                    </a:extLst>
                  </p:cNvPr>
                  <p:cNvSpPr>
                    <a:spLocks/>
                  </p:cNvSpPr>
                  <p:nvPr/>
                </p:nvSpPr>
                <p:spPr bwMode="gray">
                  <a:xfrm>
                    <a:off x="3566" y="1187"/>
                    <a:ext cx="22" cy="11"/>
                  </a:xfrm>
                  <a:custGeom>
                    <a:avLst/>
                    <a:gdLst>
                      <a:gd name="T0" fmla="*/ 0 w 32"/>
                      <a:gd name="T1" fmla="*/ 0 h 16"/>
                      <a:gd name="T2" fmla="*/ 6 w 32"/>
                      <a:gd name="T3" fmla="*/ 0 h 16"/>
                      <a:gd name="T4" fmla="*/ 8 w 32"/>
                      <a:gd name="T5" fmla="*/ 3 h 16"/>
                      <a:gd name="T6" fmla="*/ 10 w 32"/>
                      <a:gd name="T7" fmla="*/ 3 h 16"/>
                      <a:gd name="T8" fmla="*/ 10 w 32"/>
                      <a:gd name="T9" fmla="*/ 6 h 16"/>
                      <a:gd name="T10" fmla="*/ 8 w 32"/>
                      <a:gd name="T11" fmla="*/ 6 h 16"/>
                      <a:gd name="T12" fmla="*/ 3 w 32"/>
                      <a:gd name="T13" fmla="*/ 3 h 16"/>
                      <a:gd name="T14" fmla="*/ 0 w 32"/>
                      <a:gd name="T15" fmla="*/ 0 h 16"/>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16"/>
                      <a:gd name="T26" fmla="*/ 32 w 32"/>
                      <a:gd name="T27" fmla="*/ 16 h 1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16">
                        <a:moveTo>
                          <a:pt x="0" y="0"/>
                        </a:moveTo>
                        <a:lnTo>
                          <a:pt x="16" y="0"/>
                        </a:lnTo>
                        <a:lnTo>
                          <a:pt x="24" y="8"/>
                        </a:lnTo>
                        <a:lnTo>
                          <a:pt x="32" y="8"/>
                        </a:lnTo>
                        <a:lnTo>
                          <a:pt x="32" y="16"/>
                        </a:lnTo>
                        <a:lnTo>
                          <a:pt x="24" y="16"/>
                        </a:lnTo>
                        <a:lnTo>
                          <a:pt x="8"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77" name="Freeform 234">
                    <a:extLst>
                      <a:ext uri="{FF2B5EF4-FFF2-40B4-BE49-F238E27FC236}">
                        <a16:creationId xmlns:a16="http://schemas.microsoft.com/office/drawing/2014/main" id="{511DDC2A-069A-AA5C-8EFF-689F4507240F}"/>
                      </a:ext>
                    </a:extLst>
                  </p:cNvPr>
                  <p:cNvSpPr>
                    <a:spLocks/>
                  </p:cNvSpPr>
                  <p:nvPr/>
                </p:nvSpPr>
                <p:spPr bwMode="gray">
                  <a:xfrm>
                    <a:off x="3537" y="1187"/>
                    <a:ext cx="51" cy="17"/>
                  </a:xfrm>
                  <a:custGeom>
                    <a:avLst/>
                    <a:gdLst>
                      <a:gd name="T0" fmla="*/ 3 w 72"/>
                      <a:gd name="T1" fmla="*/ 0 h 24"/>
                      <a:gd name="T2" fmla="*/ 8 w 72"/>
                      <a:gd name="T3" fmla="*/ 3 h 24"/>
                      <a:gd name="T4" fmla="*/ 11 w 72"/>
                      <a:gd name="T5" fmla="*/ 3 h 24"/>
                      <a:gd name="T6" fmla="*/ 14 w 72"/>
                      <a:gd name="T7" fmla="*/ 3 h 24"/>
                      <a:gd name="T8" fmla="*/ 20 w 72"/>
                      <a:gd name="T9" fmla="*/ 6 h 24"/>
                      <a:gd name="T10" fmla="*/ 26 w 72"/>
                      <a:gd name="T11" fmla="*/ 6 h 24"/>
                      <a:gd name="T12" fmla="*/ 23 w 72"/>
                      <a:gd name="T13" fmla="*/ 9 h 24"/>
                      <a:gd name="T14" fmla="*/ 20 w 72"/>
                      <a:gd name="T15" fmla="*/ 9 h 24"/>
                      <a:gd name="T16" fmla="*/ 17 w 72"/>
                      <a:gd name="T17" fmla="*/ 6 h 24"/>
                      <a:gd name="T18" fmla="*/ 11 w 72"/>
                      <a:gd name="T19" fmla="*/ 6 h 24"/>
                      <a:gd name="T20" fmla="*/ 8 w 72"/>
                      <a:gd name="T21" fmla="*/ 6 h 24"/>
                      <a:gd name="T22" fmla="*/ 8 w 72"/>
                      <a:gd name="T23" fmla="*/ 3 h 24"/>
                      <a:gd name="T24" fmla="*/ 3 w 72"/>
                      <a:gd name="T25" fmla="*/ 3 h 24"/>
                      <a:gd name="T26" fmla="*/ 0 w 72"/>
                      <a:gd name="T27" fmla="*/ 0 h 24"/>
                      <a:gd name="T28" fmla="*/ 3 w 72"/>
                      <a:gd name="T29" fmla="*/ 0 h 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
                      <a:gd name="T46" fmla="*/ 0 h 24"/>
                      <a:gd name="T47" fmla="*/ 72 w 72"/>
                      <a:gd name="T48" fmla="*/ 24 h 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 h="24">
                        <a:moveTo>
                          <a:pt x="8" y="0"/>
                        </a:moveTo>
                        <a:lnTo>
                          <a:pt x="24" y="8"/>
                        </a:lnTo>
                        <a:lnTo>
                          <a:pt x="32" y="8"/>
                        </a:lnTo>
                        <a:lnTo>
                          <a:pt x="40" y="8"/>
                        </a:lnTo>
                        <a:lnTo>
                          <a:pt x="56" y="16"/>
                        </a:lnTo>
                        <a:lnTo>
                          <a:pt x="72" y="16"/>
                        </a:lnTo>
                        <a:lnTo>
                          <a:pt x="64" y="24"/>
                        </a:lnTo>
                        <a:lnTo>
                          <a:pt x="56" y="24"/>
                        </a:lnTo>
                        <a:lnTo>
                          <a:pt x="48" y="16"/>
                        </a:lnTo>
                        <a:lnTo>
                          <a:pt x="32" y="16"/>
                        </a:lnTo>
                        <a:lnTo>
                          <a:pt x="24" y="16"/>
                        </a:lnTo>
                        <a:lnTo>
                          <a:pt x="24" y="8"/>
                        </a:lnTo>
                        <a:lnTo>
                          <a:pt x="8" y="8"/>
                        </a:lnTo>
                        <a:lnTo>
                          <a:pt x="0" y="0"/>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78" name="Freeform 235">
                    <a:extLst>
                      <a:ext uri="{FF2B5EF4-FFF2-40B4-BE49-F238E27FC236}">
                        <a16:creationId xmlns:a16="http://schemas.microsoft.com/office/drawing/2014/main" id="{A0A4B7E6-D43E-6600-9F7A-9622B326BAC2}"/>
                      </a:ext>
                    </a:extLst>
                  </p:cNvPr>
                  <p:cNvSpPr>
                    <a:spLocks/>
                  </p:cNvSpPr>
                  <p:nvPr/>
                </p:nvSpPr>
                <p:spPr bwMode="gray">
                  <a:xfrm>
                    <a:off x="3532" y="1193"/>
                    <a:ext cx="17" cy="5"/>
                  </a:xfrm>
                  <a:custGeom>
                    <a:avLst/>
                    <a:gdLst>
                      <a:gd name="T0" fmla="*/ 9 w 24"/>
                      <a:gd name="T1" fmla="*/ 2 h 8"/>
                      <a:gd name="T2" fmla="*/ 6 w 24"/>
                      <a:gd name="T3" fmla="*/ 2 h 8"/>
                      <a:gd name="T4" fmla="*/ 3 w 24"/>
                      <a:gd name="T5" fmla="*/ 2 h 8"/>
                      <a:gd name="T6" fmla="*/ 0 w 24"/>
                      <a:gd name="T7" fmla="*/ 0 h 8"/>
                      <a:gd name="T8" fmla="*/ 6 w 24"/>
                      <a:gd name="T9" fmla="*/ 0 h 8"/>
                      <a:gd name="T10" fmla="*/ 9 w 24"/>
                      <a:gd name="T11" fmla="*/ 2 h 8"/>
                      <a:gd name="T12" fmla="*/ 0 60000 65536"/>
                      <a:gd name="T13" fmla="*/ 0 60000 65536"/>
                      <a:gd name="T14" fmla="*/ 0 60000 65536"/>
                      <a:gd name="T15" fmla="*/ 0 60000 65536"/>
                      <a:gd name="T16" fmla="*/ 0 60000 65536"/>
                      <a:gd name="T17" fmla="*/ 0 60000 65536"/>
                      <a:gd name="T18" fmla="*/ 0 w 24"/>
                      <a:gd name="T19" fmla="*/ 0 h 8"/>
                      <a:gd name="T20" fmla="*/ 24 w 24"/>
                      <a:gd name="T21" fmla="*/ 8 h 8"/>
                    </a:gdLst>
                    <a:ahLst/>
                    <a:cxnLst>
                      <a:cxn ang="T12">
                        <a:pos x="T0" y="T1"/>
                      </a:cxn>
                      <a:cxn ang="T13">
                        <a:pos x="T2" y="T3"/>
                      </a:cxn>
                      <a:cxn ang="T14">
                        <a:pos x="T4" y="T5"/>
                      </a:cxn>
                      <a:cxn ang="T15">
                        <a:pos x="T6" y="T7"/>
                      </a:cxn>
                      <a:cxn ang="T16">
                        <a:pos x="T8" y="T9"/>
                      </a:cxn>
                      <a:cxn ang="T17">
                        <a:pos x="T10" y="T11"/>
                      </a:cxn>
                    </a:cxnLst>
                    <a:rect l="T18" t="T19" r="T20" b="T21"/>
                    <a:pathLst>
                      <a:path w="24" h="8">
                        <a:moveTo>
                          <a:pt x="24" y="8"/>
                        </a:moveTo>
                        <a:lnTo>
                          <a:pt x="16" y="8"/>
                        </a:lnTo>
                        <a:lnTo>
                          <a:pt x="8" y="8"/>
                        </a:lnTo>
                        <a:lnTo>
                          <a:pt x="0" y="0"/>
                        </a:lnTo>
                        <a:lnTo>
                          <a:pt x="16" y="0"/>
                        </a:lnTo>
                        <a:lnTo>
                          <a:pt x="24"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79" name="Freeform 236">
                    <a:extLst>
                      <a:ext uri="{FF2B5EF4-FFF2-40B4-BE49-F238E27FC236}">
                        <a16:creationId xmlns:a16="http://schemas.microsoft.com/office/drawing/2014/main" id="{603FAFAC-B2EA-14F1-06FE-47DAEC01112A}"/>
                      </a:ext>
                    </a:extLst>
                  </p:cNvPr>
                  <p:cNvSpPr>
                    <a:spLocks/>
                  </p:cNvSpPr>
                  <p:nvPr/>
                </p:nvSpPr>
                <p:spPr bwMode="gray">
                  <a:xfrm>
                    <a:off x="3582" y="1210"/>
                    <a:ext cx="23" cy="17"/>
                  </a:xfrm>
                  <a:custGeom>
                    <a:avLst/>
                    <a:gdLst>
                      <a:gd name="T0" fmla="*/ 3 w 32"/>
                      <a:gd name="T1" fmla="*/ 0 h 24"/>
                      <a:gd name="T2" fmla="*/ 0 w 32"/>
                      <a:gd name="T3" fmla="*/ 0 h 24"/>
                      <a:gd name="T4" fmla="*/ 0 w 32"/>
                      <a:gd name="T5" fmla="*/ 3 h 24"/>
                      <a:gd name="T6" fmla="*/ 0 w 32"/>
                      <a:gd name="T7" fmla="*/ 6 h 24"/>
                      <a:gd name="T8" fmla="*/ 3 w 32"/>
                      <a:gd name="T9" fmla="*/ 9 h 24"/>
                      <a:gd name="T10" fmla="*/ 3 w 32"/>
                      <a:gd name="T11" fmla="*/ 6 h 24"/>
                      <a:gd name="T12" fmla="*/ 9 w 32"/>
                      <a:gd name="T13" fmla="*/ 3 h 24"/>
                      <a:gd name="T14" fmla="*/ 12 w 32"/>
                      <a:gd name="T15" fmla="*/ 3 h 24"/>
                      <a:gd name="T16" fmla="*/ 9 w 32"/>
                      <a:gd name="T17" fmla="*/ 3 h 24"/>
                      <a:gd name="T18" fmla="*/ 3 w 32"/>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
                      <a:gd name="T31" fmla="*/ 0 h 24"/>
                      <a:gd name="T32" fmla="*/ 32 w 32"/>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 h="24">
                        <a:moveTo>
                          <a:pt x="8" y="0"/>
                        </a:moveTo>
                        <a:lnTo>
                          <a:pt x="0" y="0"/>
                        </a:lnTo>
                        <a:lnTo>
                          <a:pt x="0" y="8"/>
                        </a:lnTo>
                        <a:lnTo>
                          <a:pt x="0" y="16"/>
                        </a:lnTo>
                        <a:lnTo>
                          <a:pt x="8" y="24"/>
                        </a:lnTo>
                        <a:lnTo>
                          <a:pt x="8" y="16"/>
                        </a:lnTo>
                        <a:lnTo>
                          <a:pt x="24" y="8"/>
                        </a:lnTo>
                        <a:lnTo>
                          <a:pt x="32" y="8"/>
                        </a:lnTo>
                        <a:lnTo>
                          <a:pt x="24" y="8"/>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80" name="Freeform 237">
                    <a:extLst>
                      <a:ext uri="{FF2B5EF4-FFF2-40B4-BE49-F238E27FC236}">
                        <a16:creationId xmlns:a16="http://schemas.microsoft.com/office/drawing/2014/main" id="{08354F0B-3AA1-D80D-4D95-4E83DF5E69A6}"/>
                      </a:ext>
                    </a:extLst>
                  </p:cNvPr>
                  <p:cNvSpPr>
                    <a:spLocks/>
                  </p:cNvSpPr>
                  <p:nvPr/>
                </p:nvSpPr>
                <p:spPr bwMode="gray">
                  <a:xfrm>
                    <a:off x="3599" y="1227"/>
                    <a:ext cx="17" cy="5"/>
                  </a:xfrm>
                  <a:custGeom>
                    <a:avLst/>
                    <a:gdLst>
                      <a:gd name="T0" fmla="*/ 6 w 24"/>
                      <a:gd name="T1" fmla="*/ 0 h 8"/>
                      <a:gd name="T2" fmla="*/ 0 w 24"/>
                      <a:gd name="T3" fmla="*/ 0 h 8"/>
                      <a:gd name="T4" fmla="*/ 3 w 24"/>
                      <a:gd name="T5" fmla="*/ 2 h 8"/>
                      <a:gd name="T6" fmla="*/ 6 w 24"/>
                      <a:gd name="T7" fmla="*/ 2 h 8"/>
                      <a:gd name="T8" fmla="*/ 9 w 24"/>
                      <a:gd name="T9" fmla="*/ 2 h 8"/>
                      <a:gd name="T10" fmla="*/ 9 w 24"/>
                      <a:gd name="T11" fmla="*/ 0 h 8"/>
                      <a:gd name="T12" fmla="*/ 6 w 24"/>
                      <a:gd name="T13" fmla="*/ 0 h 8"/>
                      <a:gd name="T14" fmla="*/ 0 60000 65536"/>
                      <a:gd name="T15" fmla="*/ 0 60000 65536"/>
                      <a:gd name="T16" fmla="*/ 0 60000 65536"/>
                      <a:gd name="T17" fmla="*/ 0 60000 65536"/>
                      <a:gd name="T18" fmla="*/ 0 60000 65536"/>
                      <a:gd name="T19" fmla="*/ 0 60000 65536"/>
                      <a:gd name="T20" fmla="*/ 0 60000 65536"/>
                      <a:gd name="T21" fmla="*/ 0 w 24"/>
                      <a:gd name="T22" fmla="*/ 0 h 8"/>
                      <a:gd name="T23" fmla="*/ 24 w 24"/>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8">
                        <a:moveTo>
                          <a:pt x="16" y="0"/>
                        </a:moveTo>
                        <a:lnTo>
                          <a:pt x="0" y="0"/>
                        </a:lnTo>
                        <a:lnTo>
                          <a:pt x="8" y="8"/>
                        </a:lnTo>
                        <a:lnTo>
                          <a:pt x="16" y="8"/>
                        </a:lnTo>
                        <a:lnTo>
                          <a:pt x="24" y="8"/>
                        </a:lnTo>
                        <a:lnTo>
                          <a:pt x="24" y="0"/>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81" name="Freeform 238">
                    <a:extLst>
                      <a:ext uri="{FF2B5EF4-FFF2-40B4-BE49-F238E27FC236}">
                        <a16:creationId xmlns:a16="http://schemas.microsoft.com/office/drawing/2014/main" id="{4EFD7500-7AC3-22F6-F5DC-747770C204F2}"/>
                      </a:ext>
                    </a:extLst>
                  </p:cNvPr>
                  <p:cNvSpPr>
                    <a:spLocks/>
                  </p:cNvSpPr>
                  <p:nvPr/>
                </p:nvSpPr>
                <p:spPr bwMode="gray">
                  <a:xfrm>
                    <a:off x="3560" y="1215"/>
                    <a:ext cx="11" cy="12"/>
                  </a:xfrm>
                  <a:custGeom>
                    <a:avLst/>
                    <a:gdLst>
                      <a:gd name="T0" fmla="*/ 6 w 16"/>
                      <a:gd name="T1" fmla="*/ 0 h 16"/>
                      <a:gd name="T2" fmla="*/ 6 w 16"/>
                      <a:gd name="T3" fmla="*/ 4 h 16"/>
                      <a:gd name="T4" fmla="*/ 0 w 16"/>
                      <a:gd name="T5" fmla="*/ 7 h 16"/>
                      <a:gd name="T6" fmla="*/ 0 w 16"/>
                      <a:gd name="T7" fmla="*/ 4 h 16"/>
                      <a:gd name="T8" fmla="*/ 0 w 16"/>
                      <a:gd name="T9" fmla="*/ 0 h 16"/>
                      <a:gd name="T10" fmla="*/ 6 w 16"/>
                      <a:gd name="T11" fmla="*/ 0 h 16"/>
                      <a:gd name="T12" fmla="*/ 0 60000 65536"/>
                      <a:gd name="T13" fmla="*/ 0 60000 65536"/>
                      <a:gd name="T14" fmla="*/ 0 60000 65536"/>
                      <a:gd name="T15" fmla="*/ 0 60000 65536"/>
                      <a:gd name="T16" fmla="*/ 0 60000 65536"/>
                      <a:gd name="T17" fmla="*/ 0 60000 65536"/>
                      <a:gd name="T18" fmla="*/ 0 w 16"/>
                      <a:gd name="T19" fmla="*/ 0 h 16"/>
                      <a:gd name="T20" fmla="*/ 16 w 1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6" h="16">
                        <a:moveTo>
                          <a:pt x="16" y="0"/>
                        </a:moveTo>
                        <a:lnTo>
                          <a:pt x="16" y="8"/>
                        </a:lnTo>
                        <a:lnTo>
                          <a:pt x="0" y="16"/>
                        </a:lnTo>
                        <a:lnTo>
                          <a:pt x="0" y="8"/>
                        </a:lnTo>
                        <a:lnTo>
                          <a:pt x="0" y="0"/>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82" name="Freeform 239">
                    <a:extLst>
                      <a:ext uri="{FF2B5EF4-FFF2-40B4-BE49-F238E27FC236}">
                        <a16:creationId xmlns:a16="http://schemas.microsoft.com/office/drawing/2014/main" id="{3C15F04B-B130-A5D9-EDD7-5A942DBB264C}"/>
                      </a:ext>
                    </a:extLst>
                  </p:cNvPr>
                  <p:cNvSpPr>
                    <a:spLocks/>
                  </p:cNvSpPr>
                  <p:nvPr/>
                </p:nvSpPr>
                <p:spPr bwMode="gray">
                  <a:xfrm>
                    <a:off x="3504" y="1215"/>
                    <a:ext cx="22" cy="6"/>
                  </a:xfrm>
                  <a:custGeom>
                    <a:avLst/>
                    <a:gdLst>
                      <a:gd name="T0" fmla="*/ 6 w 32"/>
                      <a:gd name="T1" fmla="*/ 0 h 8"/>
                      <a:gd name="T2" fmla="*/ 8 w 32"/>
                      <a:gd name="T3" fmla="*/ 0 h 8"/>
                      <a:gd name="T4" fmla="*/ 10 w 32"/>
                      <a:gd name="T5" fmla="*/ 0 h 8"/>
                      <a:gd name="T6" fmla="*/ 10 w 32"/>
                      <a:gd name="T7" fmla="*/ 4 h 8"/>
                      <a:gd name="T8" fmla="*/ 6 w 32"/>
                      <a:gd name="T9" fmla="*/ 4 h 8"/>
                      <a:gd name="T10" fmla="*/ 0 w 32"/>
                      <a:gd name="T11" fmla="*/ 4 h 8"/>
                      <a:gd name="T12" fmla="*/ 6 w 32"/>
                      <a:gd name="T13" fmla="*/ 0 h 8"/>
                      <a:gd name="T14" fmla="*/ 0 60000 65536"/>
                      <a:gd name="T15" fmla="*/ 0 60000 65536"/>
                      <a:gd name="T16" fmla="*/ 0 60000 65536"/>
                      <a:gd name="T17" fmla="*/ 0 60000 65536"/>
                      <a:gd name="T18" fmla="*/ 0 60000 65536"/>
                      <a:gd name="T19" fmla="*/ 0 60000 65536"/>
                      <a:gd name="T20" fmla="*/ 0 60000 65536"/>
                      <a:gd name="T21" fmla="*/ 0 w 32"/>
                      <a:gd name="T22" fmla="*/ 0 h 8"/>
                      <a:gd name="T23" fmla="*/ 32 w 32"/>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8">
                        <a:moveTo>
                          <a:pt x="16" y="0"/>
                        </a:moveTo>
                        <a:lnTo>
                          <a:pt x="24" y="0"/>
                        </a:lnTo>
                        <a:lnTo>
                          <a:pt x="32" y="0"/>
                        </a:lnTo>
                        <a:lnTo>
                          <a:pt x="32" y="8"/>
                        </a:lnTo>
                        <a:lnTo>
                          <a:pt x="16" y="8"/>
                        </a:lnTo>
                        <a:lnTo>
                          <a:pt x="0" y="8"/>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83" name="Freeform 240">
                    <a:extLst>
                      <a:ext uri="{FF2B5EF4-FFF2-40B4-BE49-F238E27FC236}">
                        <a16:creationId xmlns:a16="http://schemas.microsoft.com/office/drawing/2014/main" id="{6D8A7A23-DE52-3C07-656C-7C25F7B98BEB}"/>
                      </a:ext>
                    </a:extLst>
                  </p:cNvPr>
                  <p:cNvSpPr>
                    <a:spLocks/>
                  </p:cNvSpPr>
                  <p:nvPr/>
                </p:nvSpPr>
                <p:spPr bwMode="gray">
                  <a:xfrm>
                    <a:off x="3425" y="1193"/>
                    <a:ext cx="67" cy="39"/>
                  </a:xfrm>
                  <a:custGeom>
                    <a:avLst/>
                    <a:gdLst>
                      <a:gd name="T0" fmla="*/ 30 w 96"/>
                      <a:gd name="T1" fmla="*/ 0 h 56"/>
                      <a:gd name="T2" fmla="*/ 27 w 96"/>
                      <a:gd name="T3" fmla="*/ 3 h 56"/>
                      <a:gd name="T4" fmla="*/ 33 w 96"/>
                      <a:gd name="T5" fmla="*/ 3 h 56"/>
                      <a:gd name="T6" fmla="*/ 33 w 96"/>
                      <a:gd name="T7" fmla="*/ 6 h 56"/>
                      <a:gd name="T8" fmla="*/ 33 w 96"/>
                      <a:gd name="T9" fmla="*/ 8 h 56"/>
                      <a:gd name="T10" fmla="*/ 27 w 96"/>
                      <a:gd name="T11" fmla="*/ 8 h 56"/>
                      <a:gd name="T12" fmla="*/ 24 w 96"/>
                      <a:gd name="T13" fmla="*/ 8 h 56"/>
                      <a:gd name="T14" fmla="*/ 27 w 96"/>
                      <a:gd name="T15" fmla="*/ 10 h 56"/>
                      <a:gd name="T16" fmla="*/ 24 w 96"/>
                      <a:gd name="T17" fmla="*/ 10 h 56"/>
                      <a:gd name="T18" fmla="*/ 17 w 96"/>
                      <a:gd name="T19" fmla="*/ 10 h 56"/>
                      <a:gd name="T20" fmla="*/ 17 w 96"/>
                      <a:gd name="T21" fmla="*/ 14 h 56"/>
                      <a:gd name="T22" fmla="*/ 14 w 96"/>
                      <a:gd name="T23" fmla="*/ 14 h 56"/>
                      <a:gd name="T24" fmla="*/ 8 w 96"/>
                      <a:gd name="T25" fmla="*/ 19 h 56"/>
                      <a:gd name="T26" fmla="*/ 6 w 96"/>
                      <a:gd name="T27" fmla="*/ 16 h 56"/>
                      <a:gd name="T28" fmla="*/ 8 w 96"/>
                      <a:gd name="T29" fmla="*/ 16 h 56"/>
                      <a:gd name="T30" fmla="*/ 8 w 96"/>
                      <a:gd name="T31" fmla="*/ 14 h 56"/>
                      <a:gd name="T32" fmla="*/ 3 w 96"/>
                      <a:gd name="T33" fmla="*/ 14 h 56"/>
                      <a:gd name="T34" fmla="*/ 0 w 96"/>
                      <a:gd name="T35" fmla="*/ 14 h 56"/>
                      <a:gd name="T36" fmla="*/ 3 w 96"/>
                      <a:gd name="T37" fmla="*/ 10 h 56"/>
                      <a:gd name="T38" fmla="*/ 6 w 96"/>
                      <a:gd name="T39" fmla="*/ 10 h 56"/>
                      <a:gd name="T40" fmla="*/ 0 w 96"/>
                      <a:gd name="T41" fmla="*/ 6 h 56"/>
                      <a:gd name="T42" fmla="*/ 17 w 96"/>
                      <a:gd name="T43" fmla="*/ 6 h 56"/>
                      <a:gd name="T44" fmla="*/ 19 w 96"/>
                      <a:gd name="T45" fmla="*/ 3 h 56"/>
                      <a:gd name="T46" fmla="*/ 22 w 96"/>
                      <a:gd name="T47" fmla="*/ 3 h 56"/>
                      <a:gd name="T48" fmla="*/ 24 w 96"/>
                      <a:gd name="T49" fmla="*/ 3 h 56"/>
                      <a:gd name="T50" fmla="*/ 22 w 96"/>
                      <a:gd name="T51" fmla="*/ 0 h 56"/>
                      <a:gd name="T52" fmla="*/ 30 w 96"/>
                      <a:gd name="T53" fmla="*/ 0 h 5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6"/>
                      <a:gd name="T82" fmla="*/ 0 h 56"/>
                      <a:gd name="T83" fmla="*/ 96 w 96"/>
                      <a:gd name="T84" fmla="*/ 56 h 5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6" h="56">
                        <a:moveTo>
                          <a:pt x="88" y="0"/>
                        </a:moveTo>
                        <a:lnTo>
                          <a:pt x="80" y="8"/>
                        </a:lnTo>
                        <a:lnTo>
                          <a:pt x="96" y="8"/>
                        </a:lnTo>
                        <a:lnTo>
                          <a:pt x="96" y="16"/>
                        </a:lnTo>
                        <a:lnTo>
                          <a:pt x="96" y="24"/>
                        </a:lnTo>
                        <a:lnTo>
                          <a:pt x="80" y="24"/>
                        </a:lnTo>
                        <a:lnTo>
                          <a:pt x="72" y="24"/>
                        </a:lnTo>
                        <a:lnTo>
                          <a:pt x="80" y="32"/>
                        </a:lnTo>
                        <a:lnTo>
                          <a:pt x="72" y="32"/>
                        </a:lnTo>
                        <a:lnTo>
                          <a:pt x="48" y="32"/>
                        </a:lnTo>
                        <a:lnTo>
                          <a:pt x="48" y="40"/>
                        </a:lnTo>
                        <a:lnTo>
                          <a:pt x="40" y="40"/>
                        </a:lnTo>
                        <a:lnTo>
                          <a:pt x="24" y="56"/>
                        </a:lnTo>
                        <a:lnTo>
                          <a:pt x="16" y="48"/>
                        </a:lnTo>
                        <a:lnTo>
                          <a:pt x="24" y="48"/>
                        </a:lnTo>
                        <a:lnTo>
                          <a:pt x="24" y="40"/>
                        </a:lnTo>
                        <a:lnTo>
                          <a:pt x="8" y="40"/>
                        </a:lnTo>
                        <a:lnTo>
                          <a:pt x="0" y="40"/>
                        </a:lnTo>
                        <a:lnTo>
                          <a:pt x="8" y="32"/>
                        </a:lnTo>
                        <a:lnTo>
                          <a:pt x="16" y="32"/>
                        </a:lnTo>
                        <a:lnTo>
                          <a:pt x="0" y="16"/>
                        </a:lnTo>
                        <a:lnTo>
                          <a:pt x="48" y="16"/>
                        </a:lnTo>
                        <a:lnTo>
                          <a:pt x="56" y="8"/>
                        </a:lnTo>
                        <a:lnTo>
                          <a:pt x="64" y="8"/>
                        </a:lnTo>
                        <a:lnTo>
                          <a:pt x="72" y="8"/>
                        </a:lnTo>
                        <a:lnTo>
                          <a:pt x="64" y="0"/>
                        </a:lnTo>
                        <a:lnTo>
                          <a:pt x="8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84" name="Freeform 241">
                    <a:extLst>
                      <a:ext uri="{FF2B5EF4-FFF2-40B4-BE49-F238E27FC236}">
                        <a16:creationId xmlns:a16="http://schemas.microsoft.com/office/drawing/2014/main" id="{BEF974F9-C413-7D58-4FB2-F462C83C4367}"/>
                      </a:ext>
                    </a:extLst>
                  </p:cNvPr>
                  <p:cNvSpPr>
                    <a:spLocks/>
                  </p:cNvSpPr>
                  <p:nvPr/>
                </p:nvSpPr>
                <p:spPr bwMode="gray">
                  <a:xfrm>
                    <a:off x="3391" y="1193"/>
                    <a:ext cx="68" cy="17"/>
                  </a:xfrm>
                  <a:custGeom>
                    <a:avLst/>
                    <a:gdLst>
                      <a:gd name="T0" fmla="*/ 34 w 96"/>
                      <a:gd name="T1" fmla="*/ 3 h 24"/>
                      <a:gd name="T2" fmla="*/ 31 w 96"/>
                      <a:gd name="T3" fmla="*/ 3 h 24"/>
                      <a:gd name="T4" fmla="*/ 26 w 96"/>
                      <a:gd name="T5" fmla="*/ 0 h 24"/>
                      <a:gd name="T6" fmla="*/ 14 w 96"/>
                      <a:gd name="T7" fmla="*/ 0 h 24"/>
                      <a:gd name="T8" fmla="*/ 11 w 96"/>
                      <a:gd name="T9" fmla="*/ 3 h 24"/>
                      <a:gd name="T10" fmla="*/ 0 w 96"/>
                      <a:gd name="T11" fmla="*/ 3 h 24"/>
                      <a:gd name="T12" fmla="*/ 0 w 96"/>
                      <a:gd name="T13" fmla="*/ 6 h 24"/>
                      <a:gd name="T14" fmla="*/ 0 w 96"/>
                      <a:gd name="T15" fmla="*/ 9 h 24"/>
                      <a:gd name="T16" fmla="*/ 3 w 96"/>
                      <a:gd name="T17" fmla="*/ 9 h 24"/>
                      <a:gd name="T18" fmla="*/ 9 w 96"/>
                      <a:gd name="T19" fmla="*/ 9 h 24"/>
                      <a:gd name="T20" fmla="*/ 11 w 96"/>
                      <a:gd name="T21" fmla="*/ 9 h 24"/>
                      <a:gd name="T22" fmla="*/ 14 w 96"/>
                      <a:gd name="T23" fmla="*/ 9 h 24"/>
                      <a:gd name="T24" fmla="*/ 11 w 96"/>
                      <a:gd name="T25" fmla="*/ 9 h 24"/>
                      <a:gd name="T26" fmla="*/ 11 w 96"/>
                      <a:gd name="T27" fmla="*/ 6 h 24"/>
                      <a:gd name="T28" fmla="*/ 17 w 96"/>
                      <a:gd name="T29" fmla="*/ 3 h 24"/>
                      <a:gd name="T30" fmla="*/ 26 w 96"/>
                      <a:gd name="T31" fmla="*/ 3 h 24"/>
                      <a:gd name="T32" fmla="*/ 28 w 96"/>
                      <a:gd name="T33" fmla="*/ 6 h 24"/>
                      <a:gd name="T34" fmla="*/ 34 w 96"/>
                      <a:gd name="T35" fmla="*/ 3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6"/>
                      <a:gd name="T55" fmla="*/ 0 h 24"/>
                      <a:gd name="T56" fmla="*/ 96 w 96"/>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6" h="24">
                        <a:moveTo>
                          <a:pt x="96" y="8"/>
                        </a:moveTo>
                        <a:lnTo>
                          <a:pt x="88" y="8"/>
                        </a:lnTo>
                        <a:lnTo>
                          <a:pt x="72" y="0"/>
                        </a:lnTo>
                        <a:lnTo>
                          <a:pt x="40" y="0"/>
                        </a:lnTo>
                        <a:lnTo>
                          <a:pt x="32" y="8"/>
                        </a:lnTo>
                        <a:lnTo>
                          <a:pt x="0" y="8"/>
                        </a:lnTo>
                        <a:lnTo>
                          <a:pt x="0" y="16"/>
                        </a:lnTo>
                        <a:lnTo>
                          <a:pt x="0" y="24"/>
                        </a:lnTo>
                        <a:lnTo>
                          <a:pt x="8" y="24"/>
                        </a:lnTo>
                        <a:lnTo>
                          <a:pt x="24" y="24"/>
                        </a:lnTo>
                        <a:lnTo>
                          <a:pt x="32" y="24"/>
                        </a:lnTo>
                        <a:lnTo>
                          <a:pt x="40" y="24"/>
                        </a:lnTo>
                        <a:lnTo>
                          <a:pt x="32" y="24"/>
                        </a:lnTo>
                        <a:lnTo>
                          <a:pt x="32" y="16"/>
                        </a:lnTo>
                        <a:lnTo>
                          <a:pt x="48" y="8"/>
                        </a:lnTo>
                        <a:lnTo>
                          <a:pt x="72" y="8"/>
                        </a:lnTo>
                        <a:lnTo>
                          <a:pt x="80" y="16"/>
                        </a:lnTo>
                        <a:lnTo>
                          <a:pt x="9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85" name="Freeform 242">
                    <a:extLst>
                      <a:ext uri="{FF2B5EF4-FFF2-40B4-BE49-F238E27FC236}">
                        <a16:creationId xmlns:a16="http://schemas.microsoft.com/office/drawing/2014/main" id="{21EC1537-D99C-744D-CC5C-1B8F049FD731}"/>
                      </a:ext>
                    </a:extLst>
                  </p:cNvPr>
                  <p:cNvSpPr>
                    <a:spLocks/>
                  </p:cNvSpPr>
                  <p:nvPr/>
                </p:nvSpPr>
                <p:spPr bwMode="gray">
                  <a:xfrm>
                    <a:off x="3526" y="1322"/>
                    <a:ext cx="225" cy="107"/>
                  </a:xfrm>
                  <a:custGeom>
                    <a:avLst/>
                    <a:gdLst>
                      <a:gd name="T0" fmla="*/ 108 w 320"/>
                      <a:gd name="T1" fmla="*/ 3 h 152"/>
                      <a:gd name="T2" fmla="*/ 108 w 320"/>
                      <a:gd name="T3" fmla="*/ 8 h 152"/>
                      <a:gd name="T4" fmla="*/ 101 w 320"/>
                      <a:gd name="T5" fmla="*/ 11 h 152"/>
                      <a:gd name="T6" fmla="*/ 84 w 320"/>
                      <a:gd name="T7" fmla="*/ 17 h 152"/>
                      <a:gd name="T8" fmla="*/ 72 w 320"/>
                      <a:gd name="T9" fmla="*/ 17 h 152"/>
                      <a:gd name="T10" fmla="*/ 64 w 320"/>
                      <a:gd name="T11" fmla="*/ 19 h 152"/>
                      <a:gd name="T12" fmla="*/ 58 w 320"/>
                      <a:gd name="T13" fmla="*/ 25 h 152"/>
                      <a:gd name="T14" fmla="*/ 50 w 320"/>
                      <a:gd name="T15" fmla="*/ 31 h 152"/>
                      <a:gd name="T16" fmla="*/ 44 w 320"/>
                      <a:gd name="T17" fmla="*/ 34 h 152"/>
                      <a:gd name="T18" fmla="*/ 39 w 320"/>
                      <a:gd name="T19" fmla="*/ 36 h 152"/>
                      <a:gd name="T20" fmla="*/ 36 w 320"/>
                      <a:gd name="T21" fmla="*/ 39 h 152"/>
                      <a:gd name="T22" fmla="*/ 31 w 320"/>
                      <a:gd name="T23" fmla="*/ 42 h 152"/>
                      <a:gd name="T24" fmla="*/ 23 w 320"/>
                      <a:gd name="T25" fmla="*/ 53 h 152"/>
                      <a:gd name="T26" fmla="*/ 14 w 320"/>
                      <a:gd name="T27" fmla="*/ 50 h 152"/>
                      <a:gd name="T28" fmla="*/ 6 w 320"/>
                      <a:gd name="T29" fmla="*/ 50 h 152"/>
                      <a:gd name="T30" fmla="*/ 14 w 320"/>
                      <a:gd name="T31" fmla="*/ 48 h 152"/>
                      <a:gd name="T32" fmla="*/ 6 w 320"/>
                      <a:gd name="T33" fmla="*/ 48 h 152"/>
                      <a:gd name="T34" fmla="*/ 3 w 320"/>
                      <a:gd name="T35" fmla="*/ 44 h 152"/>
                      <a:gd name="T36" fmla="*/ 8 w 320"/>
                      <a:gd name="T37" fmla="*/ 42 h 152"/>
                      <a:gd name="T38" fmla="*/ 14 w 320"/>
                      <a:gd name="T39" fmla="*/ 42 h 152"/>
                      <a:gd name="T40" fmla="*/ 14 w 320"/>
                      <a:gd name="T41" fmla="*/ 36 h 152"/>
                      <a:gd name="T42" fmla="*/ 17 w 320"/>
                      <a:gd name="T43" fmla="*/ 34 h 152"/>
                      <a:gd name="T44" fmla="*/ 19 w 320"/>
                      <a:gd name="T45" fmla="*/ 31 h 152"/>
                      <a:gd name="T46" fmla="*/ 14 w 320"/>
                      <a:gd name="T47" fmla="*/ 25 h 152"/>
                      <a:gd name="T48" fmla="*/ 19 w 320"/>
                      <a:gd name="T49" fmla="*/ 25 h 152"/>
                      <a:gd name="T50" fmla="*/ 31 w 320"/>
                      <a:gd name="T51" fmla="*/ 23 h 152"/>
                      <a:gd name="T52" fmla="*/ 36 w 320"/>
                      <a:gd name="T53" fmla="*/ 17 h 152"/>
                      <a:gd name="T54" fmla="*/ 48 w 320"/>
                      <a:gd name="T55" fmla="*/ 14 h 152"/>
                      <a:gd name="T56" fmla="*/ 56 w 320"/>
                      <a:gd name="T57" fmla="*/ 14 h 152"/>
                      <a:gd name="T58" fmla="*/ 61 w 320"/>
                      <a:gd name="T59" fmla="*/ 11 h 152"/>
                      <a:gd name="T60" fmla="*/ 89 w 320"/>
                      <a:gd name="T61" fmla="*/ 6 h 152"/>
                      <a:gd name="T62" fmla="*/ 94 w 320"/>
                      <a:gd name="T63" fmla="*/ 3 h 15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20"/>
                      <a:gd name="T97" fmla="*/ 0 h 152"/>
                      <a:gd name="T98" fmla="*/ 320 w 320"/>
                      <a:gd name="T99" fmla="*/ 152 h 15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20" h="152">
                        <a:moveTo>
                          <a:pt x="288" y="0"/>
                        </a:moveTo>
                        <a:lnTo>
                          <a:pt x="312" y="8"/>
                        </a:lnTo>
                        <a:lnTo>
                          <a:pt x="320" y="16"/>
                        </a:lnTo>
                        <a:lnTo>
                          <a:pt x="312" y="24"/>
                        </a:lnTo>
                        <a:lnTo>
                          <a:pt x="312" y="32"/>
                        </a:lnTo>
                        <a:lnTo>
                          <a:pt x="288" y="32"/>
                        </a:lnTo>
                        <a:lnTo>
                          <a:pt x="264" y="40"/>
                        </a:lnTo>
                        <a:lnTo>
                          <a:pt x="240" y="48"/>
                        </a:lnTo>
                        <a:lnTo>
                          <a:pt x="224" y="48"/>
                        </a:lnTo>
                        <a:lnTo>
                          <a:pt x="208" y="48"/>
                        </a:lnTo>
                        <a:lnTo>
                          <a:pt x="200" y="56"/>
                        </a:lnTo>
                        <a:lnTo>
                          <a:pt x="184" y="56"/>
                        </a:lnTo>
                        <a:lnTo>
                          <a:pt x="176" y="64"/>
                        </a:lnTo>
                        <a:lnTo>
                          <a:pt x="168" y="72"/>
                        </a:lnTo>
                        <a:lnTo>
                          <a:pt x="144" y="80"/>
                        </a:lnTo>
                        <a:lnTo>
                          <a:pt x="144" y="88"/>
                        </a:lnTo>
                        <a:lnTo>
                          <a:pt x="136" y="88"/>
                        </a:lnTo>
                        <a:lnTo>
                          <a:pt x="128" y="96"/>
                        </a:lnTo>
                        <a:lnTo>
                          <a:pt x="112" y="96"/>
                        </a:lnTo>
                        <a:lnTo>
                          <a:pt x="112" y="104"/>
                        </a:lnTo>
                        <a:lnTo>
                          <a:pt x="104" y="104"/>
                        </a:lnTo>
                        <a:lnTo>
                          <a:pt x="104" y="112"/>
                        </a:lnTo>
                        <a:lnTo>
                          <a:pt x="96" y="120"/>
                        </a:lnTo>
                        <a:lnTo>
                          <a:pt x="88" y="120"/>
                        </a:lnTo>
                        <a:lnTo>
                          <a:pt x="80" y="128"/>
                        </a:lnTo>
                        <a:lnTo>
                          <a:pt x="64" y="152"/>
                        </a:lnTo>
                        <a:lnTo>
                          <a:pt x="48" y="152"/>
                        </a:lnTo>
                        <a:lnTo>
                          <a:pt x="40" y="144"/>
                        </a:lnTo>
                        <a:lnTo>
                          <a:pt x="16" y="152"/>
                        </a:lnTo>
                        <a:lnTo>
                          <a:pt x="16" y="144"/>
                        </a:lnTo>
                        <a:lnTo>
                          <a:pt x="24" y="136"/>
                        </a:lnTo>
                        <a:lnTo>
                          <a:pt x="40" y="136"/>
                        </a:lnTo>
                        <a:lnTo>
                          <a:pt x="32" y="136"/>
                        </a:lnTo>
                        <a:lnTo>
                          <a:pt x="16" y="136"/>
                        </a:lnTo>
                        <a:lnTo>
                          <a:pt x="0" y="128"/>
                        </a:lnTo>
                        <a:lnTo>
                          <a:pt x="8" y="128"/>
                        </a:lnTo>
                        <a:lnTo>
                          <a:pt x="16" y="128"/>
                        </a:lnTo>
                        <a:lnTo>
                          <a:pt x="24" y="120"/>
                        </a:lnTo>
                        <a:lnTo>
                          <a:pt x="24" y="112"/>
                        </a:lnTo>
                        <a:lnTo>
                          <a:pt x="40" y="120"/>
                        </a:lnTo>
                        <a:lnTo>
                          <a:pt x="48" y="112"/>
                        </a:lnTo>
                        <a:lnTo>
                          <a:pt x="40" y="104"/>
                        </a:lnTo>
                        <a:lnTo>
                          <a:pt x="56" y="96"/>
                        </a:lnTo>
                        <a:lnTo>
                          <a:pt x="48" y="96"/>
                        </a:lnTo>
                        <a:lnTo>
                          <a:pt x="48" y="88"/>
                        </a:lnTo>
                        <a:lnTo>
                          <a:pt x="56" y="88"/>
                        </a:lnTo>
                        <a:lnTo>
                          <a:pt x="48" y="80"/>
                        </a:lnTo>
                        <a:lnTo>
                          <a:pt x="40" y="72"/>
                        </a:lnTo>
                        <a:lnTo>
                          <a:pt x="48" y="72"/>
                        </a:lnTo>
                        <a:lnTo>
                          <a:pt x="56" y="72"/>
                        </a:lnTo>
                        <a:lnTo>
                          <a:pt x="72" y="64"/>
                        </a:lnTo>
                        <a:lnTo>
                          <a:pt x="88" y="64"/>
                        </a:lnTo>
                        <a:lnTo>
                          <a:pt x="96" y="48"/>
                        </a:lnTo>
                        <a:lnTo>
                          <a:pt x="104" y="48"/>
                        </a:lnTo>
                        <a:lnTo>
                          <a:pt x="120" y="48"/>
                        </a:lnTo>
                        <a:lnTo>
                          <a:pt x="136" y="40"/>
                        </a:lnTo>
                        <a:lnTo>
                          <a:pt x="144" y="40"/>
                        </a:lnTo>
                        <a:lnTo>
                          <a:pt x="160" y="40"/>
                        </a:lnTo>
                        <a:lnTo>
                          <a:pt x="152" y="32"/>
                        </a:lnTo>
                        <a:lnTo>
                          <a:pt x="176" y="32"/>
                        </a:lnTo>
                        <a:lnTo>
                          <a:pt x="200" y="24"/>
                        </a:lnTo>
                        <a:lnTo>
                          <a:pt x="256" y="16"/>
                        </a:lnTo>
                        <a:lnTo>
                          <a:pt x="256" y="8"/>
                        </a:lnTo>
                        <a:lnTo>
                          <a:pt x="272" y="8"/>
                        </a:lnTo>
                        <a:lnTo>
                          <a:pt x="28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86" name="Freeform 243">
                    <a:extLst>
                      <a:ext uri="{FF2B5EF4-FFF2-40B4-BE49-F238E27FC236}">
                        <a16:creationId xmlns:a16="http://schemas.microsoft.com/office/drawing/2014/main" id="{13FCA2B5-7431-44E0-F44C-B02E0FA13E4A}"/>
                      </a:ext>
                    </a:extLst>
                  </p:cNvPr>
                  <p:cNvSpPr>
                    <a:spLocks/>
                  </p:cNvSpPr>
                  <p:nvPr/>
                </p:nvSpPr>
                <p:spPr bwMode="gray">
                  <a:xfrm>
                    <a:off x="3498" y="1429"/>
                    <a:ext cx="84" cy="79"/>
                  </a:xfrm>
                  <a:custGeom>
                    <a:avLst/>
                    <a:gdLst>
                      <a:gd name="T0" fmla="*/ 33 w 120"/>
                      <a:gd name="T1" fmla="*/ 3 h 112"/>
                      <a:gd name="T2" fmla="*/ 27 w 120"/>
                      <a:gd name="T3" fmla="*/ 0 h 112"/>
                      <a:gd name="T4" fmla="*/ 14 w 120"/>
                      <a:gd name="T5" fmla="*/ 0 h 112"/>
                      <a:gd name="T6" fmla="*/ 11 w 120"/>
                      <a:gd name="T7" fmla="*/ 6 h 112"/>
                      <a:gd name="T8" fmla="*/ 8 w 120"/>
                      <a:gd name="T9" fmla="*/ 6 h 112"/>
                      <a:gd name="T10" fmla="*/ 6 w 120"/>
                      <a:gd name="T11" fmla="*/ 8 h 112"/>
                      <a:gd name="T12" fmla="*/ 8 w 120"/>
                      <a:gd name="T13" fmla="*/ 11 h 112"/>
                      <a:gd name="T14" fmla="*/ 8 w 120"/>
                      <a:gd name="T15" fmla="*/ 14 h 112"/>
                      <a:gd name="T16" fmla="*/ 6 w 120"/>
                      <a:gd name="T17" fmla="*/ 17 h 112"/>
                      <a:gd name="T18" fmla="*/ 0 w 120"/>
                      <a:gd name="T19" fmla="*/ 17 h 112"/>
                      <a:gd name="T20" fmla="*/ 0 w 120"/>
                      <a:gd name="T21" fmla="*/ 23 h 112"/>
                      <a:gd name="T22" fmla="*/ 0 w 120"/>
                      <a:gd name="T23" fmla="*/ 25 h 112"/>
                      <a:gd name="T24" fmla="*/ 3 w 120"/>
                      <a:gd name="T25" fmla="*/ 28 h 112"/>
                      <a:gd name="T26" fmla="*/ 6 w 120"/>
                      <a:gd name="T27" fmla="*/ 25 h 112"/>
                      <a:gd name="T28" fmla="*/ 8 w 120"/>
                      <a:gd name="T29" fmla="*/ 28 h 112"/>
                      <a:gd name="T30" fmla="*/ 11 w 120"/>
                      <a:gd name="T31" fmla="*/ 28 h 112"/>
                      <a:gd name="T32" fmla="*/ 17 w 120"/>
                      <a:gd name="T33" fmla="*/ 28 h 112"/>
                      <a:gd name="T34" fmla="*/ 14 w 120"/>
                      <a:gd name="T35" fmla="*/ 34 h 112"/>
                      <a:gd name="T36" fmla="*/ 14 w 120"/>
                      <a:gd name="T37" fmla="*/ 36 h 112"/>
                      <a:gd name="T38" fmla="*/ 19 w 120"/>
                      <a:gd name="T39" fmla="*/ 36 h 112"/>
                      <a:gd name="T40" fmla="*/ 27 w 120"/>
                      <a:gd name="T41" fmla="*/ 40 h 112"/>
                      <a:gd name="T42" fmla="*/ 33 w 120"/>
                      <a:gd name="T43" fmla="*/ 40 h 112"/>
                      <a:gd name="T44" fmla="*/ 39 w 120"/>
                      <a:gd name="T45" fmla="*/ 36 h 112"/>
                      <a:gd name="T46" fmla="*/ 41 w 120"/>
                      <a:gd name="T47" fmla="*/ 34 h 112"/>
                      <a:gd name="T48" fmla="*/ 27 w 120"/>
                      <a:gd name="T49" fmla="*/ 28 h 112"/>
                      <a:gd name="T50" fmla="*/ 25 w 120"/>
                      <a:gd name="T51" fmla="*/ 23 h 112"/>
                      <a:gd name="T52" fmla="*/ 27 w 120"/>
                      <a:gd name="T53" fmla="*/ 11 h 112"/>
                      <a:gd name="T54" fmla="*/ 30 w 120"/>
                      <a:gd name="T55" fmla="*/ 11 h 112"/>
                      <a:gd name="T56" fmla="*/ 33 w 120"/>
                      <a:gd name="T57" fmla="*/ 3 h 11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0"/>
                      <a:gd name="T88" fmla="*/ 0 h 112"/>
                      <a:gd name="T89" fmla="*/ 120 w 120"/>
                      <a:gd name="T90" fmla="*/ 112 h 11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0" h="112">
                        <a:moveTo>
                          <a:pt x="96" y="8"/>
                        </a:moveTo>
                        <a:lnTo>
                          <a:pt x="80" y="0"/>
                        </a:lnTo>
                        <a:lnTo>
                          <a:pt x="40" y="0"/>
                        </a:lnTo>
                        <a:lnTo>
                          <a:pt x="32" y="16"/>
                        </a:lnTo>
                        <a:lnTo>
                          <a:pt x="24" y="16"/>
                        </a:lnTo>
                        <a:lnTo>
                          <a:pt x="16" y="24"/>
                        </a:lnTo>
                        <a:lnTo>
                          <a:pt x="24" y="32"/>
                        </a:lnTo>
                        <a:lnTo>
                          <a:pt x="24" y="40"/>
                        </a:lnTo>
                        <a:lnTo>
                          <a:pt x="16" y="48"/>
                        </a:lnTo>
                        <a:lnTo>
                          <a:pt x="0" y="48"/>
                        </a:lnTo>
                        <a:lnTo>
                          <a:pt x="0" y="64"/>
                        </a:lnTo>
                        <a:lnTo>
                          <a:pt x="0" y="72"/>
                        </a:lnTo>
                        <a:lnTo>
                          <a:pt x="8" y="80"/>
                        </a:lnTo>
                        <a:lnTo>
                          <a:pt x="16" y="72"/>
                        </a:lnTo>
                        <a:lnTo>
                          <a:pt x="24" y="80"/>
                        </a:lnTo>
                        <a:lnTo>
                          <a:pt x="32" y="80"/>
                        </a:lnTo>
                        <a:lnTo>
                          <a:pt x="48" y="80"/>
                        </a:lnTo>
                        <a:lnTo>
                          <a:pt x="40" y="96"/>
                        </a:lnTo>
                        <a:lnTo>
                          <a:pt x="40" y="104"/>
                        </a:lnTo>
                        <a:lnTo>
                          <a:pt x="56" y="104"/>
                        </a:lnTo>
                        <a:lnTo>
                          <a:pt x="80" y="112"/>
                        </a:lnTo>
                        <a:lnTo>
                          <a:pt x="96" y="112"/>
                        </a:lnTo>
                        <a:lnTo>
                          <a:pt x="112" y="104"/>
                        </a:lnTo>
                        <a:lnTo>
                          <a:pt x="120" y="96"/>
                        </a:lnTo>
                        <a:lnTo>
                          <a:pt x="80" y="80"/>
                        </a:lnTo>
                        <a:lnTo>
                          <a:pt x="72" y="64"/>
                        </a:lnTo>
                        <a:lnTo>
                          <a:pt x="80" y="32"/>
                        </a:lnTo>
                        <a:lnTo>
                          <a:pt x="88" y="32"/>
                        </a:lnTo>
                        <a:lnTo>
                          <a:pt x="9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87" name="Freeform 244">
                    <a:extLst>
                      <a:ext uri="{FF2B5EF4-FFF2-40B4-BE49-F238E27FC236}">
                        <a16:creationId xmlns:a16="http://schemas.microsoft.com/office/drawing/2014/main" id="{D0085DA8-1460-467E-AADE-5575309CF7B5}"/>
                      </a:ext>
                    </a:extLst>
                  </p:cNvPr>
                  <p:cNvSpPr>
                    <a:spLocks/>
                  </p:cNvSpPr>
                  <p:nvPr/>
                </p:nvSpPr>
                <p:spPr bwMode="gray">
                  <a:xfrm>
                    <a:off x="3442" y="1536"/>
                    <a:ext cx="34" cy="17"/>
                  </a:xfrm>
                  <a:custGeom>
                    <a:avLst/>
                    <a:gdLst>
                      <a:gd name="T0" fmla="*/ 3 w 48"/>
                      <a:gd name="T1" fmla="*/ 0 h 24"/>
                      <a:gd name="T2" fmla="*/ 11 w 48"/>
                      <a:gd name="T3" fmla="*/ 0 h 24"/>
                      <a:gd name="T4" fmla="*/ 14 w 48"/>
                      <a:gd name="T5" fmla="*/ 3 h 24"/>
                      <a:gd name="T6" fmla="*/ 17 w 48"/>
                      <a:gd name="T7" fmla="*/ 3 h 24"/>
                      <a:gd name="T8" fmla="*/ 17 w 48"/>
                      <a:gd name="T9" fmla="*/ 6 h 24"/>
                      <a:gd name="T10" fmla="*/ 11 w 48"/>
                      <a:gd name="T11" fmla="*/ 9 h 24"/>
                      <a:gd name="T12" fmla="*/ 0 w 48"/>
                      <a:gd name="T13" fmla="*/ 9 h 24"/>
                      <a:gd name="T14" fmla="*/ 3 w 48"/>
                      <a:gd name="T15" fmla="*/ 6 h 24"/>
                      <a:gd name="T16" fmla="*/ 3 w 48"/>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24"/>
                      <a:gd name="T29" fmla="*/ 48 w 48"/>
                      <a:gd name="T30" fmla="*/ 24 h 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24">
                        <a:moveTo>
                          <a:pt x="8" y="0"/>
                        </a:moveTo>
                        <a:lnTo>
                          <a:pt x="32" y="0"/>
                        </a:lnTo>
                        <a:lnTo>
                          <a:pt x="40" y="8"/>
                        </a:lnTo>
                        <a:lnTo>
                          <a:pt x="48" y="8"/>
                        </a:lnTo>
                        <a:lnTo>
                          <a:pt x="48" y="16"/>
                        </a:lnTo>
                        <a:lnTo>
                          <a:pt x="32" y="24"/>
                        </a:lnTo>
                        <a:lnTo>
                          <a:pt x="0" y="24"/>
                        </a:lnTo>
                        <a:lnTo>
                          <a:pt x="8" y="16"/>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88" name="Freeform 245">
                    <a:extLst>
                      <a:ext uri="{FF2B5EF4-FFF2-40B4-BE49-F238E27FC236}">
                        <a16:creationId xmlns:a16="http://schemas.microsoft.com/office/drawing/2014/main" id="{D8BA89C9-F7FD-B071-AF1A-AC2A7C32ED73}"/>
                      </a:ext>
                    </a:extLst>
                  </p:cNvPr>
                  <p:cNvSpPr>
                    <a:spLocks/>
                  </p:cNvSpPr>
                  <p:nvPr/>
                </p:nvSpPr>
                <p:spPr bwMode="gray">
                  <a:xfrm>
                    <a:off x="5113" y="1829"/>
                    <a:ext cx="22" cy="16"/>
                  </a:xfrm>
                  <a:custGeom>
                    <a:avLst/>
                    <a:gdLst>
                      <a:gd name="T0" fmla="*/ 0 w 32"/>
                      <a:gd name="T1" fmla="*/ 7 h 24"/>
                      <a:gd name="T2" fmla="*/ 0 w 32"/>
                      <a:gd name="T3" fmla="*/ 5 h 24"/>
                      <a:gd name="T4" fmla="*/ 3 w 32"/>
                      <a:gd name="T5" fmla="*/ 5 h 24"/>
                      <a:gd name="T6" fmla="*/ 3 w 32"/>
                      <a:gd name="T7" fmla="*/ 2 h 24"/>
                      <a:gd name="T8" fmla="*/ 8 w 32"/>
                      <a:gd name="T9" fmla="*/ 0 h 24"/>
                      <a:gd name="T10" fmla="*/ 10 w 32"/>
                      <a:gd name="T11" fmla="*/ 5 h 24"/>
                      <a:gd name="T12" fmla="*/ 3 w 32"/>
                      <a:gd name="T13" fmla="*/ 7 h 24"/>
                      <a:gd name="T14" fmla="*/ 0 w 32"/>
                      <a:gd name="T15" fmla="*/ 7 h 24"/>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24"/>
                      <a:gd name="T26" fmla="*/ 32 w 3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24">
                        <a:moveTo>
                          <a:pt x="0" y="24"/>
                        </a:moveTo>
                        <a:lnTo>
                          <a:pt x="0" y="16"/>
                        </a:lnTo>
                        <a:lnTo>
                          <a:pt x="8" y="16"/>
                        </a:lnTo>
                        <a:lnTo>
                          <a:pt x="8" y="8"/>
                        </a:lnTo>
                        <a:lnTo>
                          <a:pt x="24" y="0"/>
                        </a:lnTo>
                        <a:lnTo>
                          <a:pt x="32" y="16"/>
                        </a:lnTo>
                        <a:lnTo>
                          <a:pt x="8" y="24"/>
                        </a:lnTo>
                        <a:lnTo>
                          <a:pt x="0"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89" name="Freeform 246">
                    <a:extLst>
                      <a:ext uri="{FF2B5EF4-FFF2-40B4-BE49-F238E27FC236}">
                        <a16:creationId xmlns:a16="http://schemas.microsoft.com/office/drawing/2014/main" id="{378EA508-5512-F3C2-92A4-DD1802CDAA97}"/>
                      </a:ext>
                    </a:extLst>
                  </p:cNvPr>
                  <p:cNvSpPr>
                    <a:spLocks/>
                  </p:cNvSpPr>
                  <p:nvPr/>
                </p:nvSpPr>
                <p:spPr bwMode="gray">
                  <a:xfrm>
                    <a:off x="5147" y="1930"/>
                    <a:ext cx="17" cy="17"/>
                  </a:xfrm>
                  <a:custGeom>
                    <a:avLst/>
                    <a:gdLst>
                      <a:gd name="T0" fmla="*/ 0 w 24"/>
                      <a:gd name="T1" fmla="*/ 3 h 24"/>
                      <a:gd name="T2" fmla="*/ 3 w 24"/>
                      <a:gd name="T3" fmla="*/ 0 h 24"/>
                      <a:gd name="T4" fmla="*/ 6 w 24"/>
                      <a:gd name="T5" fmla="*/ 0 h 24"/>
                      <a:gd name="T6" fmla="*/ 9 w 24"/>
                      <a:gd name="T7" fmla="*/ 9 h 24"/>
                      <a:gd name="T8" fmla="*/ 6 w 24"/>
                      <a:gd name="T9" fmla="*/ 9 h 24"/>
                      <a:gd name="T10" fmla="*/ 0 w 24"/>
                      <a:gd name="T11" fmla="*/ 3 h 24"/>
                      <a:gd name="T12" fmla="*/ 0 60000 65536"/>
                      <a:gd name="T13" fmla="*/ 0 60000 65536"/>
                      <a:gd name="T14" fmla="*/ 0 60000 65536"/>
                      <a:gd name="T15" fmla="*/ 0 60000 65536"/>
                      <a:gd name="T16" fmla="*/ 0 60000 65536"/>
                      <a:gd name="T17" fmla="*/ 0 60000 65536"/>
                      <a:gd name="T18" fmla="*/ 0 w 24"/>
                      <a:gd name="T19" fmla="*/ 0 h 24"/>
                      <a:gd name="T20" fmla="*/ 24 w 24"/>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24" h="24">
                        <a:moveTo>
                          <a:pt x="0" y="8"/>
                        </a:moveTo>
                        <a:lnTo>
                          <a:pt x="8" y="0"/>
                        </a:lnTo>
                        <a:lnTo>
                          <a:pt x="16" y="0"/>
                        </a:lnTo>
                        <a:lnTo>
                          <a:pt x="24" y="24"/>
                        </a:lnTo>
                        <a:lnTo>
                          <a:pt x="16" y="24"/>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90" name="Freeform 247">
                    <a:extLst>
                      <a:ext uri="{FF2B5EF4-FFF2-40B4-BE49-F238E27FC236}">
                        <a16:creationId xmlns:a16="http://schemas.microsoft.com/office/drawing/2014/main" id="{89F1FDF8-4D83-472C-6B84-E86057CA47B2}"/>
                      </a:ext>
                    </a:extLst>
                  </p:cNvPr>
                  <p:cNvSpPr>
                    <a:spLocks/>
                  </p:cNvSpPr>
                  <p:nvPr/>
                </p:nvSpPr>
                <p:spPr bwMode="gray">
                  <a:xfrm>
                    <a:off x="5169" y="1941"/>
                    <a:ext cx="17" cy="11"/>
                  </a:xfrm>
                  <a:custGeom>
                    <a:avLst/>
                    <a:gdLst>
                      <a:gd name="T0" fmla="*/ 0 w 24"/>
                      <a:gd name="T1" fmla="*/ 0 h 16"/>
                      <a:gd name="T2" fmla="*/ 6 w 24"/>
                      <a:gd name="T3" fmla="*/ 0 h 16"/>
                      <a:gd name="T4" fmla="*/ 9 w 24"/>
                      <a:gd name="T5" fmla="*/ 3 h 16"/>
                      <a:gd name="T6" fmla="*/ 6 w 24"/>
                      <a:gd name="T7" fmla="*/ 6 h 16"/>
                      <a:gd name="T8" fmla="*/ 3 w 24"/>
                      <a:gd name="T9" fmla="*/ 3 h 16"/>
                      <a:gd name="T10" fmla="*/ 0 w 24"/>
                      <a:gd name="T11" fmla="*/ 0 h 16"/>
                      <a:gd name="T12" fmla="*/ 0 60000 65536"/>
                      <a:gd name="T13" fmla="*/ 0 60000 65536"/>
                      <a:gd name="T14" fmla="*/ 0 60000 65536"/>
                      <a:gd name="T15" fmla="*/ 0 60000 65536"/>
                      <a:gd name="T16" fmla="*/ 0 60000 65536"/>
                      <a:gd name="T17" fmla="*/ 0 60000 65536"/>
                      <a:gd name="T18" fmla="*/ 0 w 24"/>
                      <a:gd name="T19" fmla="*/ 0 h 16"/>
                      <a:gd name="T20" fmla="*/ 24 w 24"/>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4" h="16">
                        <a:moveTo>
                          <a:pt x="0" y="0"/>
                        </a:moveTo>
                        <a:lnTo>
                          <a:pt x="16" y="0"/>
                        </a:lnTo>
                        <a:lnTo>
                          <a:pt x="24" y="8"/>
                        </a:lnTo>
                        <a:lnTo>
                          <a:pt x="16" y="16"/>
                        </a:lnTo>
                        <a:lnTo>
                          <a:pt x="8"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91" name="Freeform 248">
                    <a:extLst>
                      <a:ext uri="{FF2B5EF4-FFF2-40B4-BE49-F238E27FC236}">
                        <a16:creationId xmlns:a16="http://schemas.microsoft.com/office/drawing/2014/main" id="{17AB2A62-65FD-43C4-3486-5DCFE4D90904}"/>
                      </a:ext>
                    </a:extLst>
                  </p:cNvPr>
                  <p:cNvSpPr>
                    <a:spLocks/>
                  </p:cNvSpPr>
                  <p:nvPr/>
                </p:nvSpPr>
                <p:spPr bwMode="gray">
                  <a:xfrm>
                    <a:off x="5524" y="1980"/>
                    <a:ext cx="11" cy="12"/>
                  </a:xfrm>
                  <a:custGeom>
                    <a:avLst/>
                    <a:gdLst>
                      <a:gd name="T0" fmla="*/ 6 w 16"/>
                      <a:gd name="T1" fmla="*/ 4 h 16"/>
                      <a:gd name="T2" fmla="*/ 6 w 16"/>
                      <a:gd name="T3" fmla="*/ 0 h 16"/>
                      <a:gd name="T4" fmla="*/ 0 w 16"/>
                      <a:gd name="T5" fmla="*/ 7 h 16"/>
                      <a:gd name="T6" fmla="*/ 3 w 16"/>
                      <a:gd name="T7" fmla="*/ 7 h 16"/>
                      <a:gd name="T8" fmla="*/ 6 w 16"/>
                      <a:gd name="T9" fmla="*/ 4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16" y="8"/>
                        </a:moveTo>
                        <a:lnTo>
                          <a:pt x="16" y="0"/>
                        </a:lnTo>
                        <a:lnTo>
                          <a:pt x="0" y="16"/>
                        </a:lnTo>
                        <a:lnTo>
                          <a:pt x="8" y="16"/>
                        </a:lnTo>
                        <a:lnTo>
                          <a:pt x="1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92" name="Freeform 249">
                    <a:extLst>
                      <a:ext uri="{FF2B5EF4-FFF2-40B4-BE49-F238E27FC236}">
                        <a16:creationId xmlns:a16="http://schemas.microsoft.com/office/drawing/2014/main" id="{DF288943-55F1-73F3-0E3B-EBE7A0886639}"/>
                      </a:ext>
                    </a:extLst>
                  </p:cNvPr>
                  <p:cNvSpPr>
                    <a:spLocks/>
                  </p:cNvSpPr>
                  <p:nvPr/>
                </p:nvSpPr>
                <p:spPr bwMode="gray">
                  <a:xfrm>
                    <a:off x="5501" y="1992"/>
                    <a:ext cx="17" cy="17"/>
                  </a:xfrm>
                  <a:custGeom>
                    <a:avLst/>
                    <a:gdLst>
                      <a:gd name="T0" fmla="*/ 9 w 24"/>
                      <a:gd name="T1" fmla="*/ 0 h 24"/>
                      <a:gd name="T2" fmla="*/ 0 w 24"/>
                      <a:gd name="T3" fmla="*/ 9 h 24"/>
                      <a:gd name="T4" fmla="*/ 0 w 24"/>
                      <a:gd name="T5" fmla="*/ 6 h 24"/>
                      <a:gd name="T6" fmla="*/ 0 w 24"/>
                      <a:gd name="T7" fmla="*/ 3 h 24"/>
                      <a:gd name="T8" fmla="*/ 3 w 24"/>
                      <a:gd name="T9" fmla="*/ 0 h 24"/>
                      <a:gd name="T10" fmla="*/ 6 w 24"/>
                      <a:gd name="T11" fmla="*/ 0 h 24"/>
                      <a:gd name="T12" fmla="*/ 9 w 24"/>
                      <a:gd name="T13" fmla="*/ 0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24" y="0"/>
                        </a:moveTo>
                        <a:lnTo>
                          <a:pt x="0" y="24"/>
                        </a:lnTo>
                        <a:lnTo>
                          <a:pt x="0" y="16"/>
                        </a:lnTo>
                        <a:lnTo>
                          <a:pt x="0" y="8"/>
                        </a:lnTo>
                        <a:lnTo>
                          <a:pt x="8" y="0"/>
                        </a:lnTo>
                        <a:lnTo>
                          <a:pt x="16" y="0"/>
                        </a:lnTo>
                        <a:lnTo>
                          <a:pt x="2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93" name="Freeform 250">
                    <a:extLst>
                      <a:ext uri="{FF2B5EF4-FFF2-40B4-BE49-F238E27FC236}">
                        <a16:creationId xmlns:a16="http://schemas.microsoft.com/office/drawing/2014/main" id="{304EF3CF-72B9-0F98-81A5-90CF4C07BB81}"/>
                      </a:ext>
                    </a:extLst>
                  </p:cNvPr>
                  <p:cNvSpPr>
                    <a:spLocks/>
                  </p:cNvSpPr>
                  <p:nvPr/>
                </p:nvSpPr>
                <p:spPr bwMode="gray">
                  <a:xfrm>
                    <a:off x="5406" y="2020"/>
                    <a:ext cx="16" cy="11"/>
                  </a:xfrm>
                  <a:custGeom>
                    <a:avLst/>
                    <a:gdLst>
                      <a:gd name="T0" fmla="*/ 7 w 24"/>
                      <a:gd name="T1" fmla="*/ 0 h 16"/>
                      <a:gd name="T2" fmla="*/ 7 w 24"/>
                      <a:gd name="T3" fmla="*/ 3 h 16"/>
                      <a:gd name="T4" fmla="*/ 2 w 24"/>
                      <a:gd name="T5" fmla="*/ 6 h 16"/>
                      <a:gd name="T6" fmla="*/ 0 w 24"/>
                      <a:gd name="T7" fmla="*/ 3 h 16"/>
                      <a:gd name="T8" fmla="*/ 2 w 24"/>
                      <a:gd name="T9" fmla="*/ 3 h 16"/>
                      <a:gd name="T10" fmla="*/ 5 w 24"/>
                      <a:gd name="T11" fmla="*/ 0 h 16"/>
                      <a:gd name="T12" fmla="*/ 5 w 24"/>
                      <a:gd name="T13" fmla="*/ 0 h 16"/>
                      <a:gd name="T14" fmla="*/ 7 w 24"/>
                      <a:gd name="T15" fmla="*/ 0 h 16"/>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16"/>
                      <a:gd name="T26" fmla="*/ 24 w 24"/>
                      <a:gd name="T27" fmla="*/ 16 h 1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16">
                        <a:moveTo>
                          <a:pt x="24" y="0"/>
                        </a:moveTo>
                        <a:lnTo>
                          <a:pt x="24" y="8"/>
                        </a:lnTo>
                        <a:lnTo>
                          <a:pt x="8" y="16"/>
                        </a:lnTo>
                        <a:lnTo>
                          <a:pt x="0" y="8"/>
                        </a:lnTo>
                        <a:lnTo>
                          <a:pt x="8" y="8"/>
                        </a:lnTo>
                        <a:lnTo>
                          <a:pt x="16" y="0"/>
                        </a:lnTo>
                        <a:lnTo>
                          <a:pt x="2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94" name="Freeform 251">
                    <a:extLst>
                      <a:ext uri="{FF2B5EF4-FFF2-40B4-BE49-F238E27FC236}">
                        <a16:creationId xmlns:a16="http://schemas.microsoft.com/office/drawing/2014/main" id="{52A5AC14-3FF1-8A6C-EB38-7A4E1887542B}"/>
                      </a:ext>
                    </a:extLst>
                  </p:cNvPr>
                  <p:cNvSpPr>
                    <a:spLocks/>
                  </p:cNvSpPr>
                  <p:nvPr/>
                </p:nvSpPr>
                <p:spPr bwMode="gray">
                  <a:xfrm>
                    <a:off x="5422" y="2025"/>
                    <a:ext cx="12" cy="6"/>
                  </a:xfrm>
                  <a:custGeom>
                    <a:avLst/>
                    <a:gdLst>
                      <a:gd name="T0" fmla="*/ 0 w 16"/>
                      <a:gd name="T1" fmla="*/ 4 h 8"/>
                      <a:gd name="T2" fmla="*/ 4 w 16"/>
                      <a:gd name="T3" fmla="*/ 0 h 8"/>
                      <a:gd name="T4" fmla="*/ 7 w 16"/>
                      <a:gd name="T5" fmla="*/ 0 h 8"/>
                      <a:gd name="T6" fmla="*/ 0 w 16"/>
                      <a:gd name="T7" fmla="*/ 4 h 8"/>
                      <a:gd name="T8" fmla="*/ 0 60000 65536"/>
                      <a:gd name="T9" fmla="*/ 0 60000 65536"/>
                      <a:gd name="T10" fmla="*/ 0 60000 65536"/>
                      <a:gd name="T11" fmla="*/ 0 60000 65536"/>
                      <a:gd name="T12" fmla="*/ 0 w 16"/>
                      <a:gd name="T13" fmla="*/ 0 h 8"/>
                      <a:gd name="T14" fmla="*/ 16 w 16"/>
                      <a:gd name="T15" fmla="*/ 8 h 8"/>
                    </a:gdLst>
                    <a:ahLst/>
                    <a:cxnLst>
                      <a:cxn ang="T8">
                        <a:pos x="T0" y="T1"/>
                      </a:cxn>
                      <a:cxn ang="T9">
                        <a:pos x="T2" y="T3"/>
                      </a:cxn>
                      <a:cxn ang="T10">
                        <a:pos x="T4" y="T5"/>
                      </a:cxn>
                      <a:cxn ang="T11">
                        <a:pos x="T6" y="T7"/>
                      </a:cxn>
                    </a:cxnLst>
                    <a:rect l="T12" t="T13" r="T14" b="T15"/>
                    <a:pathLst>
                      <a:path w="16" h="8">
                        <a:moveTo>
                          <a:pt x="0" y="8"/>
                        </a:moveTo>
                        <a:lnTo>
                          <a:pt x="8" y="0"/>
                        </a:lnTo>
                        <a:lnTo>
                          <a:pt x="16" y="0"/>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95" name="Freeform 252">
                    <a:extLst>
                      <a:ext uri="{FF2B5EF4-FFF2-40B4-BE49-F238E27FC236}">
                        <a16:creationId xmlns:a16="http://schemas.microsoft.com/office/drawing/2014/main" id="{088B4DA1-D0B1-17A5-ABC5-1A6F1E95C7C2}"/>
                      </a:ext>
                    </a:extLst>
                  </p:cNvPr>
                  <p:cNvSpPr>
                    <a:spLocks/>
                  </p:cNvSpPr>
                  <p:nvPr/>
                </p:nvSpPr>
                <p:spPr bwMode="gray">
                  <a:xfrm>
                    <a:off x="5366" y="2031"/>
                    <a:ext cx="11" cy="6"/>
                  </a:xfrm>
                  <a:custGeom>
                    <a:avLst/>
                    <a:gdLst>
                      <a:gd name="T0" fmla="*/ 0 w 16"/>
                      <a:gd name="T1" fmla="*/ 0 h 8"/>
                      <a:gd name="T2" fmla="*/ 3 w 16"/>
                      <a:gd name="T3" fmla="*/ 0 h 8"/>
                      <a:gd name="T4" fmla="*/ 6 w 16"/>
                      <a:gd name="T5" fmla="*/ 0 h 8"/>
                      <a:gd name="T6" fmla="*/ 6 w 16"/>
                      <a:gd name="T7" fmla="*/ 4 h 8"/>
                      <a:gd name="T8" fmla="*/ 0 w 16"/>
                      <a:gd name="T9" fmla="*/ 4 h 8"/>
                      <a:gd name="T10" fmla="*/ 0 w 16"/>
                      <a:gd name="T11" fmla="*/ 0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0"/>
                        </a:moveTo>
                        <a:lnTo>
                          <a:pt x="8" y="0"/>
                        </a:lnTo>
                        <a:lnTo>
                          <a:pt x="16" y="0"/>
                        </a:lnTo>
                        <a:lnTo>
                          <a:pt x="16" y="8"/>
                        </a:lnTo>
                        <a:lnTo>
                          <a:pt x="0"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96" name="Freeform 253">
                    <a:extLst>
                      <a:ext uri="{FF2B5EF4-FFF2-40B4-BE49-F238E27FC236}">
                        <a16:creationId xmlns:a16="http://schemas.microsoft.com/office/drawing/2014/main" id="{A0766557-5460-657A-04BF-D7DC04211C87}"/>
                      </a:ext>
                    </a:extLst>
                  </p:cNvPr>
                  <p:cNvSpPr>
                    <a:spLocks/>
                  </p:cNvSpPr>
                  <p:nvPr/>
                </p:nvSpPr>
                <p:spPr bwMode="gray">
                  <a:xfrm>
                    <a:off x="5383" y="2031"/>
                    <a:ext cx="6" cy="6"/>
                  </a:xfrm>
                  <a:custGeom>
                    <a:avLst/>
                    <a:gdLst>
                      <a:gd name="T0" fmla="*/ 0 w 8"/>
                      <a:gd name="T1" fmla="*/ 0 h 8"/>
                      <a:gd name="T2" fmla="*/ 0 w 8"/>
                      <a:gd name="T3" fmla="*/ 4 h 8"/>
                      <a:gd name="T4" fmla="*/ 4 w 8"/>
                      <a:gd name="T5" fmla="*/ 0 h 8"/>
                      <a:gd name="T6" fmla="*/ 0 w 8"/>
                      <a:gd name="T7" fmla="*/ 0 h 8"/>
                      <a:gd name="T8" fmla="*/ 0 60000 65536"/>
                      <a:gd name="T9" fmla="*/ 0 60000 65536"/>
                      <a:gd name="T10" fmla="*/ 0 60000 65536"/>
                      <a:gd name="T11" fmla="*/ 0 60000 65536"/>
                      <a:gd name="T12" fmla="*/ 0 w 8"/>
                      <a:gd name="T13" fmla="*/ 0 h 8"/>
                      <a:gd name="T14" fmla="*/ 8 w 8"/>
                      <a:gd name="T15" fmla="*/ 8 h 8"/>
                    </a:gdLst>
                    <a:ahLst/>
                    <a:cxnLst>
                      <a:cxn ang="T8">
                        <a:pos x="T0" y="T1"/>
                      </a:cxn>
                      <a:cxn ang="T9">
                        <a:pos x="T2" y="T3"/>
                      </a:cxn>
                      <a:cxn ang="T10">
                        <a:pos x="T4" y="T5"/>
                      </a:cxn>
                      <a:cxn ang="T11">
                        <a:pos x="T6" y="T7"/>
                      </a:cxn>
                    </a:cxnLst>
                    <a:rect l="T12" t="T13" r="T14" b="T15"/>
                    <a:pathLst>
                      <a:path w="8" h="8">
                        <a:moveTo>
                          <a:pt x="0" y="0"/>
                        </a:moveTo>
                        <a:lnTo>
                          <a:pt x="0" y="8"/>
                        </a:lnTo>
                        <a:lnTo>
                          <a:pt x="8" y="0"/>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97" name="Freeform 254">
                    <a:extLst>
                      <a:ext uri="{FF2B5EF4-FFF2-40B4-BE49-F238E27FC236}">
                        <a16:creationId xmlns:a16="http://schemas.microsoft.com/office/drawing/2014/main" id="{6361CCA6-BF76-5CE0-CDFD-902079AE731E}"/>
                      </a:ext>
                    </a:extLst>
                  </p:cNvPr>
                  <p:cNvSpPr>
                    <a:spLocks/>
                  </p:cNvSpPr>
                  <p:nvPr/>
                </p:nvSpPr>
                <p:spPr bwMode="gray">
                  <a:xfrm>
                    <a:off x="5321" y="2031"/>
                    <a:ext cx="11" cy="11"/>
                  </a:xfrm>
                  <a:custGeom>
                    <a:avLst/>
                    <a:gdLst>
                      <a:gd name="T0" fmla="*/ 3 w 16"/>
                      <a:gd name="T1" fmla="*/ 0 h 16"/>
                      <a:gd name="T2" fmla="*/ 6 w 16"/>
                      <a:gd name="T3" fmla="*/ 3 h 16"/>
                      <a:gd name="T4" fmla="*/ 3 w 16"/>
                      <a:gd name="T5" fmla="*/ 6 h 16"/>
                      <a:gd name="T6" fmla="*/ 0 w 16"/>
                      <a:gd name="T7" fmla="*/ 3 h 16"/>
                      <a:gd name="T8" fmla="*/ 0 w 16"/>
                      <a:gd name="T9" fmla="*/ 0 h 16"/>
                      <a:gd name="T10" fmla="*/ 3 w 16"/>
                      <a:gd name="T11" fmla="*/ 0 h 16"/>
                      <a:gd name="T12" fmla="*/ 0 60000 65536"/>
                      <a:gd name="T13" fmla="*/ 0 60000 65536"/>
                      <a:gd name="T14" fmla="*/ 0 60000 65536"/>
                      <a:gd name="T15" fmla="*/ 0 60000 65536"/>
                      <a:gd name="T16" fmla="*/ 0 60000 65536"/>
                      <a:gd name="T17" fmla="*/ 0 60000 65536"/>
                      <a:gd name="T18" fmla="*/ 0 w 16"/>
                      <a:gd name="T19" fmla="*/ 0 h 16"/>
                      <a:gd name="T20" fmla="*/ 16 w 1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6" h="16">
                        <a:moveTo>
                          <a:pt x="8" y="0"/>
                        </a:moveTo>
                        <a:lnTo>
                          <a:pt x="16" y="8"/>
                        </a:lnTo>
                        <a:lnTo>
                          <a:pt x="8" y="16"/>
                        </a:lnTo>
                        <a:lnTo>
                          <a:pt x="0" y="8"/>
                        </a:lnTo>
                        <a:lnTo>
                          <a:pt x="0" y="0"/>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98" name="Freeform 255">
                    <a:extLst>
                      <a:ext uri="{FF2B5EF4-FFF2-40B4-BE49-F238E27FC236}">
                        <a16:creationId xmlns:a16="http://schemas.microsoft.com/office/drawing/2014/main" id="{3B7F162F-9B19-CB34-BC55-4FC4D995EE33}"/>
                      </a:ext>
                    </a:extLst>
                  </p:cNvPr>
                  <p:cNvSpPr>
                    <a:spLocks/>
                  </p:cNvSpPr>
                  <p:nvPr/>
                </p:nvSpPr>
                <p:spPr bwMode="gray">
                  <a:xfrm>
                    <a:off x="5299" y="2020"/>
                    <a:ext cx="11" cy="11"/>
                  </a:xfrm>
                  <a:custGeom>
                    <a:avLst/>
                    <a:gdLst>
                      <a:gd name="T0" fmla="*/ 3 w 16"/>
                      <a:gd name="T1" fmla="*/ 0 h 16"/>
                      <a:gd name="T2" fmla="*/ 6 w 16"/>
                      <a:gd name="T3" fmla="*/ 0 h 16"/>
                      <a:gd name="T4" fmla="*/ 3 w 16"/>
                      <a:gd name="T5" fmla="*/ 3 h 16"/>
                      <a:gd name="T6" fmla="*/ 3 w 16"/>
                      <a:gd name="T7" fmla="*/ 6 h 16"/>
                      <a:gd name="T8" fmla="*/ 0 w 16"/>
                      <a:gd name="T9" fmla="*/ 3 h 16"/>
                      <a:gd name="T10" fmla="*/ 3 w 16"/>
                      <a:gd name="T11" fmla="*/ 3 h 16"/>
                      <a:gd name="T12" fmla="*/ 3 w 16"/>
                      <a:gd name="T13" fmla="*/ 0 h 16"/>
                      <a:gd name="T14" fmla="*/ 0 60000 65536"/>
                      <a:gd name="T15" fmla="*/ 0 60000 65536"/>
                      <a:gd name="T16" fmla="*/ 0 60000 65536"/>
                      <a:gd name="T17" fmla="*/ 0 60000 65536"/>
                      <a:gd name="T18" fmla="*/ 0 60000 65536"/>
                      <a:gd name="T19" fmla="*/ 0 60000 65536"/>
                      <a:gd name="T20" fmla="*/ 0 60000 65536"/>
                      <a:gd name="T21" fmla="*/ 0 w 16"/>
                      <a:gd name="T22" fmla="*/ 0 h 16"/>
                      <a:gd name="T23" fmla="*/ 16 w 16"/>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16">
                        <a:moveTo>
                          <a:pt x="8" y="0"/>
                        </a:moveTo>
                        <a:lnTo>
                          <a:pt x="16" y="0"/>
                        </a:lnTo>
                        <a:lnTo>
                          <a:pt x="8" y="8"/>
                        </a:lnTo>
                        <a:lnTo>
                          <a:pt x="8" y="16"/>
                        </a:lnTo>
                        <a:lnTo>
                          <a:pt x="0" y="8"/>
                        </a:lnTo>
                        <a:lnTo>
                          <a:pt x="8" y="8"/>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99" name="Freeform 256">
                    <a:extLst>
                      <a:ext uri="{FF2B5EF4-FFF2-40B4-BE49-F238E27FC236}">
                        <a16:creationId xmlns:a16="http://schemas.microsoft.com/office/drawing/2014/main" id="{C6562019-3368-EEE1-BC2B-04F030DEA79A}"/>
                      </a:ext>
                    </a:extLst>
                  </p:cNvPr>
                  <p:cNvSpPr>
                    <a:spLocks/>
                  </p:cNvSpPr>
                  <p:nvPr/>
                </p:nvSpPr>
                <p:spPr bwMode="gray">
                  <a:xfrm>
                    <a:off x="5231" y="2003"/>
                    <a:ext cx="11" cy="6"/>
                  </a:xfrm>
                  <a:custGeom>
                    <a:avLst/>
                    <a:gdLst>
                      <a:gd name="T0" fmla="*/ 0 w 16"/>
                      <a:gd name="T1" fmla="*/ 0 h 8"/>
                      <a:gd name="T2" fmla="*/ 3 w 16"/>
                      <a:gd name="T3" fmla="*/ 0 h 8"/>
                      <a:gd name="T4" fmla="*/ 6 w 16"/>
                      <a:gd name="T5" fmla="*/ 4 h 8"/>
                      <a:gd name="T6" fmla="*/ 3 w 16"/>
                      <a:gd name="T7" fmla="*/ 4 h 8"/>
                      <a:gd name="T8" fmla="*/ 3 w 16"/>
                      <a:gd name="T9" fmla="*/ 0 h 8"/>
                      <a:gd name="T10" fmla="*/ 0 w 16"/>
                      <a:gd name="T11" fmla="*/ 0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0"/>
                        </a:moveTo>
                        <a:lnTo>
                          <a:pt x="8" y="0"/>
                        </a:lnTo>
                        <a:lnTo>
                          <a:pt x="16" y="8"/>
                        </a:lnTo>
                        <a:lnTo>
                          <a:pt x="8" y="8"/>
                        </a:lnTo>
                        <a:lnTo>
                          <a:pt x="8" y="0"/>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00" name="Freeform 257">
                    <a:extLst>
                      <a:ext uri="{FF2B5EF4-FFF2-40B4-BE49-F238E27FC236}">
                        <a16:creationId xmlns:a16="http://schemas.microsoft.com/office/drawing/2014/main" id="{31F40A73-11B8-E288-8B24-2C37331614B0}"/>
                      </a:ext>
                    </a:extLst>
                  </p:cNvPr>
                  <p:cNvSpPr>
                    <a:spLocks/>
                  </p:cNvSpPr>
                  <p:nvPr/>
                </p:nvSpPr>
                <p:spPr bwMode="gray">
                  <a:xfrm>
                    <a:off x="5242" y="2014"/>
                    <a:ext cx="12" cy="6"/>
                  </a:xfrm>
                  <a:custGeom>
                    <a:avLst/>
                    <a:gdLst>
                      <a:gd name="T0" fmla="*/ 0 w 16"/>
                      <a:gd name="T1" fmla="*/ 0 h 8"/>
                      <a:gd name="T2" fmla="*/ 4 w 16"/>
                      <a:gd name="T3" fmla="*/ 0 h 8"/>
                      <a:gd name="T4" fmla="*/ 7 w 16"/>
                      <a:gd name="T5" fmla="*/ 4 h 8"/>
                      <a:gd name="T6" fmla="*/ 0 w 16"/>
                      <a:gd name="T7" fmla="*/ 4 h 8"/>
                      <a:gd name="T8" fmla="*/ 0 w 16"/>
                      <a:gd name="T9" fmla="*/ 0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0" y="0"/>
                        </a:moveTo>
                        <a:lnTo>
                          <a:pt x="8" y="0"/>
                        </a:lnTo>
                        <a:lnTo>
                          <a:pt x="16" y="8"/>
                        </a:lnTo>
                        <a:lnTo>
                          <a:pt x="0"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01" name="Freeform 258">
                    <a:extLst>
                      <a:ext uri="{FF2B5EF4-FFF2-40B4-BE49-F238E27FC236}">
                        <a16:creationId xmlns:a16="http://schemas.microsoft.com/office/drawing/2014/main" id="{7F8A24B7-7ABB-A187-01B2-29B38956BF2D}"/>
                      </a:ext>
                    </a:extLst>
                  </p:cNvPr>
                  <p:cNvSpPr>
                    <a:spLocks/>
                  </p:cNvSpPr>
                  <p:nvPr/>
                </p:nvSpPr>
                <p:spPr bwMode="gray">
                  <a:xfrm>
                    <a:off x="3374" y="2234"/>
                    <a:ext cx="57" cy="45"/>
                  </a:xfrm>
                  <a:custGeom>
                    <a:avLst/>
                    <a:gdLst>
                      <a:gd name="T0" fmla="*/ 29 w 80"/>
                      <a:gd name="T1" fmla="*/ 23 h 64"/>
                      <a:gd name="T2" fmla="*/ 24 w 80"/>
                      <a:gd name="T3" fmla="*/ 14 h 64"/>
                      <a:gd name="T4" fmla="*/ 21 w 80"/>
                      <a:gd name="T5" fmla="*/ 11 h 64"/>
                      <a:gd name="T6" fmla="*/ 17 w 80"/>
                      <a:gd name="T7" fmla="*/ 6 h 64"/>
                      <a:gd name="T8" fmla="*/ 9 w 80"/>
                      <a:gd name="T9" fmla="*/ 3 h 64"/>
                      <a:gd name="T10" fmla="*/ 0 w 80"/>
                      <a:gd name="T11" fmla="*/ 0 h 64"/>
                      <a:gd name="T12" fmla="*/ 6 w 80"/>
                      <a:gd name="T13" fmla="*/ 8 h 64"/>
                      <a:gd name="T14" fmla="*/ 6 w 80"/>
                      <a:gd name="T15" fmla="*/ 14 h 64"/>
                      <a:gd name="T16" fmla="*/ 11 w 80"/>
                      <a:gd name="T17" fmla="*/ 17 h 64"/>
                      <a:gd name="T18" fmla="*/ 11 w 80"/>
                      <a:gd name="T19" fmla="*/ 19 h 64"/>
                      <a:gd name="T20" fmla="*/ 17 w 80"/>
                      <a:gd name="T21" fmla="*/ 19 h 64"/>
                      <a:gd name="T22" fmla="*/ 26 w 80"/>
                      <a:gd name="T23" fmla="*/ 23 h 64"/>
                      <a:gd name="T24" fmla="*/ 29 w 80"/>
                      <a:gd name="T25" fmla="*/ 23 h 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64"/>
                      <a:gd name="T41" fmla="*/ 80 w 80"/>
                      <a:gd name="T42" fmla="*/ 64 h 6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64">
                        <a:moveTo>
                          <a:pt x="80" y="64"/>
                        </a:moveTo>
                        <a:lnTo>
                          <a:pt x="64" y="40"/>
                        </a:lnTo>
                        <a:lnTo>
                          <a:pt x="56" y="32"/>
                        </a:lnTo>
                        <a:lnTo>
                          <a:pt x="48" y="16"/>
                        </a:lnTo>
                        <a:lnTo>
                          <a:pt x="24" y="8"/>
                        </a:lnTo>
                        <a:lnTo>
                          <a:pt x="0" y="0"/>
                        </a:lnTo>
                        <a:lnTo>
                          <a:pt x="16" y="24"/>
                        </a:lnTo>
                        <a:lnTo>
                          <a:pt x="16" y="40"/>
                        </a:lnTo>
                        <a:lnTo>
                          <a:pt x="32" y="48"/>
                        </a:lnTo>
                        <a:lnTo>
                          <a:pt x="32" y="56"/>
                        </a:lnTo>
                        <a:lnTo>
                          <a:pt x="48" y="56"/>
                        </a:lnTo>
                        <a:lnTo>
                          <a:pt x="72" y="64"/>
                        </a:lnTo>
                        <a:lnTo>
                          <a:pt x="80" y="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02" name="Freeform 259">
                    <a:extLst>
                      <a:ext uri="{FF2B5EF4-FFF2-40B4-BE49-F238E27FC236}">
                        <a16:creationId xmlns:a16="http://schemas.microsoft.com/office/drawing/2014/main" id="{2CE668FE-B8F0-5E01-0667-08D9C9EB5B59}"/>
                      </a:ext>
                    </a:extLst>
                  </p:cNvPr>
                  <p:cNvSpPr>
                    <a:spLocks/>
                  </p:cNvSpPr>
                  <p:nvPr/>
                </p:nvSpPr>
                <p:spPr bwMode="gray">
                  <a:xfrm>
                    <a:off x="3554" y="2155"/>
                    <a:ext cx="248" cy="157"/>
                  </a:xfrm>
                  <a:custGeom>
                    <a:avLst/>
                    <a:gdLst>
                      <a:gd name="T0" fmla="*/ 89 w 352"/>
                      <a:gd name="T1" fmla="*/ 77 h 224"/>
                      <a:gd name="T2" fmla="*/ 89 w 352"/>
                      <a:gd name="T3" fmla="*/ 71 h 224"/>
                      <a:gd name="T4" fmla="*/ 92 w 352"/>
                      <a:gd name="T5" fmla="*/ 67 h 224"/>
                      <a:gd name="T6" fmla="*/ 89 w 352"/>
                      <a:gd name="T7" fmla="*/ 63 h 224"/>
                      <a:gd name="T8" fmla="*/ 87 w 352"/>
                      <a:gd name="T9" fmla="*/ 55 h 224"/>
                      <a:gd name="T10" fmla="*/ 92 w 352"/>
                      <a:gd name="T11" fmla="*/ 55 h 224"/>
                      <a:gd name="T12" fmla="*/ 98 w 352"/>
                      <a:gd name="T13" fmla="*/ 53 h 224"/>
                      <a:gd name="T14" fmla="*/ 98 w 352"/>
                      <a:gd name="T15" fmla="*/ 47 h 224"/>
                      <a:gd name="T16" fmla="*/ 106 w 352"/>
                      <a:gd name="T17" fmla="*/ 44 h 224"/>
                      <a:gd name="T18" fmla="*/ 112 w 352"/>
                      <a:gd name="T19" fmla="*/ 44 h 224"/>
                      <a:gd name="T20" fmla="*/ 109 w 352"/>
                      <a:gd name="T21" fmla="*/ 47 h 224"/>
                      <a:gd name="T22" fmla="*/ 109 w 352"/>
                      <a:gd name="T23" fmla="*/ 53 h 224"/>
                      <a:gd name="T24" fmla="*/ 115 w 352"/>
                      <a:gd name="T25" fmla="*/ 50 h 224"/>
                      <a:gd name="T26" fmla="*/ 123 w 352"/>
                      <a:gd name="T27" fmla="*/ 47 h 224"/>
                      <a:gd name="T28" fmla="*/ 123 w 352"/>
                      <a:gd name="T29" fmla="*/ 44 h 224"/>
                      <a:gd name="T30" fmla="*/ 118 w 352"/>
                      <a:gd name="T31" fmla="*/ 41 h 224"/>
                      <a:gd name="T32" fmla="*/ 115 w 352"/>
                      <a:gd name="T33" fmla="*/ 39 h 224"/>
                      <a:gd name="T34" fmla="*/ 106 w 352"/>
                      <a:gd name="T35" fmla="*/ 39 h 224"/>
                      <a:gd name="T36" fmla="*/ 104 w 352"/>
                      <a:gd name="T37" fmla="*/ 36 h 224"/>
                      <a:gd name="T38" fmla="*/ 106 w 352"/>
                      <a:gd name="T39" fmla="*/ 33 h 224"/>
                      <a:gd name="T40" fmla="*/ 109 w 352"/>
                      <a:gd name="T41" fmla="*/ 33 h 224"/>
                      <a:gd name="T42" fmla="*/ 112 w 352"/>
                      <a:gd name="T43" fmla="*/ 30 h 224"/>
                      <a:gd name="T44" fmla="*/ 101 w 352"/>
                      <a:gd name="T45" fmla="*/ 33 h 224"/>
                      <a:gd name="T46" fmla="*/ 98 w 352"/>
                      <a:gd name="T47" fmla="*/ 36 h 224"/>
                      <a:gd name="T48" fmla="*/ 95 w 352"/>
                      <a:gd name="T49" fmla="*/ 41 h 224"/>
                      <a:gd name="T50" fmla="*/ 92 w 352"/>
                      <a:gd name="T51" fmla="*/ 41 h 224"/>
                      <a:gd name="T52" fmla="*/ 89 w 352"/>
                      <a:gd name="T53" fmla="*/ 44 h 224"/>
                      <a:gd name="T54" fmla="*/ 87 w 352"/>
                      <a:gd name="T55" fmla="*/ 44 h 224"/>
                      <a:gd name="T56" fmla="*/ 84 w 352"/>
                      <a:gd name="T57" fmla="*/ 41 h 224"/>
                      <a:gd name="T58" fmla="*/ 81 w 352"/>
                      <a:gd name="T59" fmla="*/ 39 h 224"/>
                      <a:gd name="T60" fmla="*/ 75 w 352"/>
                      <a:gd name="T61" fmla="*/ 27 h 224"/>
                      <a:gd name="T62" fmla="*/ 70 w 352"/>
                      <a:gd name="T63" fmla="*/ 30 h 224"/>
                      <a:gd name="T64" fmla="*/ 67 w 352"/>
                      <a:gd name="T65" fmla="*/ 22 h 224"/>
                      <a:gd name="T66" fmla="*/ 61 w 352"/>
                      <a:gd name="T67" fmla="*/ 19 h 224"/>
                      <a:gd name="T68" fmla="*/ 58 w 352"/>
                      <a:gd name="T69" fmla="*/ 19 h 224"/>
                      <a:gd name="T70" fmla="*/ 50 w 352"/>
                      <a:gd name="T71" fmla="*/ 17 h 224"/>
                      <a:gd name="T72" fmla="*/ 48 w 352"/>
                      <a:gd name="T73" fmla="*/ 19 h 224"/>
                      <a:gd name="T74" fmla="*/ 42 w 352"/>
                      <a:gd name="T75" fmla="*/ 11 h 224"/>
                      <a:gd name="T76" fmla="*/ 23 w 352"/>
                      <a:gd name="T77" fmla="*/ 0 h 224"/>
                      <a:gd name="T78" fmla="*/ 0 w 352"/>
                      <a:gd name="T79" fmla="*/ 11 h 224"/>
                      <a:gd name="T80" fmla="*/ 3 w 352"/>
                      <a:gd name="T81" fmla="*/ 36 h 224"/>
                      <a:gd name="T82" fmla="*/ 14 w 352"/>
                      <a:gd name="T83" fmla="*/ 39 h 224"/>
                      <a:gd name="T84" fmla="*/ 17 w 352"/>
                      <a:gd name="T85" fmla="*/ 30 h 224"/>
                      <a:gd name="T86" fmla="*/ 19 w 352"/>
                      <a:gd name="T87" fmla="*/ 27 h 224"/>
                      <a:gd name="T88" fmla="*/ 23 w 352"/>
                      <a:gd name="T89" fmla="*/ 30 h 224"/>
                      <a:gd name="T90" fmla="*/ 23 w 352"/>
                      <a:gd name="T91" fmla="*/ 27 h 224"/>
                      <a:gd name="T92" fmla="*/ 25 w 352"/>
                      <a:gd name="T93" fmla="*/ 27 h 224"/>
                      <a:gd name="T94" fmla="*/ 27 w 352"/>
                      <a:gd name="T95" fmla="*/ 30 h 224"/>
                      <a:gd name="T96" fmla="*/ 31 w 352"/>
                      <a:gd name="T97" fmla="*/ 33 h 224"/>
                      <a:gd name="T98" fmla="*/ 31 w 352"/>
                      <a:gd name="T99" fmla="*/ 36 h 224"/>
                      <a:gd name="T100" fmla="*/ 31 w 352"/>
                      <a:gd name="T101" fmla="*/ 39 h 224"/>
                      <a:gd name="T102" fmla="*/ 42 w 352"/>
                      <a:gd name="T103" fmla="*/ 41 h 224"/>
                      <a:gd name="T104" fmla="*/ 44 w 352"/>
                      <a:gd name="T105" fmla="*/ 44 h 224"/>
                      <a:gd name="T106" fmla="*/ 50 w 352"/>
                      <a:gd name="T107" fmla="*/ 50 h 224"/>
                      <a:gd name="T108" fmla="*/ 53 w 352"/>
                      <a:gd name="T109" fmla="*/ 58 h 224"/>
                      <a:gd name="T110" fmla="*/ 58 w 352"/>
                      <a:gd name="T111" fmla="*/ 67 h 224"/>
                      <a:gd name="T112" fmla="*/ 65 w 352"/>
                      <a:gd name="T113" fmla="*/ 69 h 224"/>
                      <a:gd name="T114" fmla="*/ 73 w 352"/>
                      <a:gd name="T115" fmla="*/ 71 h 224"/>
                      <a:gd name="T116" fmla="*/ 75 w 352"/>
                      <a:gd name="T117" fmla="*/ 71 h 224"/>
                      <a:gd name="T118" fmla="*/ 78 w 352"/>
                      <a:gd name="T119" fmla="*/ 77 h 224"/>
                      <a:gd name="T120" fmla="*/ 89 w 352"/>
                      <a:gd name="T121" fmla="*/ 77 h 22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52"/>
                      <a:gd name="T184" fmla="*/ 0 h 224"/>
                      <a:gd name="T185" fmla="*/ 352 w 352"/>
                      <a:gd name="T186" fmla="*/ 224 h 22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52" h="224">
                        <a:moveTo>
                          <a:pt x="256" y="224"/>
                        </a:moveTo>
                        <a:lnTo>
                          <a:pt x="256" y="208"/>
                        </a:lnTo>
                        <a:lnTo>
                          <a:pt x="264" y="192"/>
                        </a:lnTo>
                        <a:lnTo>
                          <a:pt x="256" y="184"/>
                        </a:lnTo>
                        <a:lnTo>
                          <a:pt x="248" y="160"/>
                        </a:lnTo>
                        <a:lnTo>
                          <a:pt x="264" y="160"/>
                        </a:lnTo>
                        <a:lnTo>
                          <a:pt x="280" y="152"/>
                        </a:lnTo>
                        <a:lnTo>
                          <a:pt x="280" y="136"/>
                        </a:lnTo>
                        <a:lnTo>
                          <a:pt x="304" y="128"/>
                        </a:lnTo>
                        <a:lnTo>
                          <a:pt x="320" y="128"/>
                        </a:lnTo>
                        <a:lnTo>
                          <a:pt x="312" y="136"/>
                        </a:lnTo>
                        <a:lnTo>
                          <a:pt x="312" y="152"/>
                        </a:lnTo>
                        <a:lnTo>
                          <a:pt x="328" y="144"/>
                        </a:lnTo>
                        <a:lnTo>
                          <a:pt x="352" y="136"/>
                        </a:lnTo>
                        <a:lnTo>
                          <a:pt x="352" y="128"/>
                        </a:lnTo>
                        <a:lnTo>
                          <a:pt x="336" y="120"/>
                        </a:lnTo>
                        <a:lnTo>
                          <a:pt x="328" y="112"/>
                        </a:lnTo>
                        <a:lnTo>
                          <a:pt x="304" y="112"/>
                        </a:lnTo>
                        <a:lnTo>
                          <a:pt x="296" y="104"/>
                        </a:lnTo>
                        <a:lnTo>
                          <a:pt x="304" y="96"/>
                        </a:lnTo>
                        <a:lnTo>
                          <a:pt x="312" y="96"/>
                        </a:lnTo>
                        <a:lnTo>
                          <a:pt x="320" y="88"/>
                        </a:lnTo>
                        <a:lnTo>
                          <a:pt x="288" y="96"/>
                        </a:lnTo>
                        <a:lnTo>
                          <a:pt x="280" y="104"/>
                        </a:lnTo>
                        <a:lnTo>
                          <a:pt x="272" y="120"/>
                        </a:lnTo>
                        <a:lnTo>
                          <a:pt x="264" y="120"/>
                        </a:lnTo>
                        <a:lnTo>
                          <a:pt x="256" y="128"/>
                        </a:lnTo>
                        <a:lnTo>
                          <a:pt x="248" y="128"/>
                        </a:lnTo>
                        <a:lnTo>
                          <a:pt x="240" y="120"/>
                        </a:lnTo>
                        <a:lnTo>
                          <a:pt x="232" y="112"/>
                        </a:lnTo>
                        <a:lnTo>
                          <a:pt x="216" y="80"/>
                        </a:lnTo>
                        <a:lnTo>
                          <a:pt x="200" y="88"/>
                        </a:lnTo>
                        <a:lnTo>
                          <a:pt x="192" y="64"/>
                        </a:lnTo>
                        <a:lnTo>
                          <a:pt x="176" y="56"/>
                        </a:lnTo>
                        <a:lnTo>
                          <a:pt x="168" y="56"/>
                        </a:lnTo>
                        <a:lnTo>
                          <a:pt x="144" y="48"/>
                        </a:lnTo>
                        <a:lnTo>
                          <a:pt x="136" y="56"/>
                        </a:lnTo>
                        <a:lnTo>
                          <a:pt x="120" y="32"/>
                        </a:lnTo>
                        <a:lnTo>
                          <a:pt x="64" y="0"/>
                        </a:lnTo>
                        <a:lnTo>
                          <a:pt x="0" y="32"/>
                        </a:lnTo>
                        <a:lnTo>
                          <a:pt x="8" y="104"/>
                        </a:lnTo>
                        <a:lnTo>
                          <a:pt x="40" y="112"/>
                        </a:lnTo>
                        <a:lnTo>
                          <a:pt x="48" y="88"/>
                        </a:lnTo>
                        <a:lnTo>
                          <a:pt x="56" y="80"/>
                        </a:lnTo>
                        <a:lnTo>
                          <a:pt x="64" y="88"/>
                        </a:lnTo>
                        <a:lnTo>
                          <a:pt x="64" y="80"/>
                        </a:lnTo>
                        <a:lnTo>
                          <a:pt x="72" y="80"/>
                        </a:lnTo>
                        <a:lnTo>
                          <a:pt x="80" y="88"/>
                        </a:lnTo>
                        <a:lnTo>
                          <a:pt x="88" y="96"/>
                        </a:lnTo>
                        <a:lnTo>
                          <a:pt x="88" y="104"/>
                        </a:lnTo>
                        <a:lnTo>
                          <a:pt x="88" y="112"/>
                        </a:lnTo>
                        <a:lnTo>
                          <a:pt x="120" y="120"/>
                        </a:lnTo>
                        <a:lnTo>
                          <a:pt x="128" y="128"/>
                        </a:lnTo>
                        <a:lnTo>
                          <a:pt x="144" y="144"/>
                        </a:lnTo>
                        <a:lnTo>
                          <a:pt x="152" y="168"/>
                        </a:lnTo>
                        <a:lnTo>
                          <a:pt x="168" y="192"/>
                        </a:lnTo>
                        <a:lnTo>
                          <a:pt x="184" y="200"/>
                        </a:lnTo>
                        <a:lnTo>
                          <a:pt x="208" y="208"/>
                        </a:lnTo>
                        <a:lnTo>
                          <a:pt x="216" y="208"/>
                        </a:lnTo>
                        <a:lnTo>
                          <a:pt x="224" y="224"/>
                        </a:lnTo>
                        <a:lnTo>
                          <a:pt x="256" y="2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03" name="Freeform 260">
                    <a:extLst>
                      <a:ext uri="{FF2B5EF4-FFF2-40B4-BE49-F238E27FC236}">
                        <a16:creationId xmlns:a16="http://schemas.microsoft.com/office/drawing/2014/main" id="{B2A3AA93-FE2B-62AA-48BE-6677A26ABB89}"/>
                      </a:ext>
                    </a:extLst>
                  </p:cNvPr>
                  <p:cNvSpPr>
                    <a:spLocks/>
                  </p:cNvSpPr>
                  <p:nvPr/>
                </p:nvSpPr>
                <p:spPr bwMode="gray">
                  <a:xfrm>
                    <a:off x="3729" y="2245"/>
                    <a:ext cx="107" cy="79"/>
                  </a:xfrm>
                  <a:custGeom>
                    <a:avLst/>
                    <a:gdLst>
                      <a:gd name="T0" fmla="*/ 50 w 152"/>
                      <a:gd name="T1" fmla="*/ 34 h 112"/>
                      <a:gd name="T2" fmla="*/ 53 w 152"/>
                      <a:gd name="T3" fmla="*/ 25 h 112"/>
                      <a:gd name="T4" fmla="*/ 53 w 152"/>
                      <a:gd name="T5" fmla="*/ 20 h 112"/>
                      <a:gd name="T6" fmla="*/ 48 w 152"/>
                      <a:gd name="T7" fmla="*/ 20 h 112"/>
                      <a:gd name="T8" fmla="*/ 44 w 152"/>
                      <a:gd name="T9" fmla="*/ 14 h 112"/>
                      <a:gd name="T10" fmla="*/ 39 w 152"/>
                      <a:gd name="T11" fmla="*/ 14 h 112"/>
                      <a:gd name="T12" fmla="*/ 31 w 152"/>
                      <a:gd name="T13" fmla="*/ 14 h 112"/>
                      <a:gd name="T14" fmla="*/ 31 w 152"/>
                      <a:gd name="T15" fmla="*/ 11 h 112"/>
                      <a:gd name="T16" fmla="*/ 25 w 152"/>
                      <a:gd name="T17" fmla="*/ 11 h 112"/>
                      <a:gd name="T18" fmla="*/ 23 w 152"/>
                      <a:gd name="T19" fmla="*/ 14 h 112"/>
                      <a:gd name="T20" fmla="*/ 19 w 152"/>
                      <a:gd name="T21" fmla="*/ 14 h 112"/>
                      <a:gd name="T22" fmla="*/ 14 w 152"/>
                      <a:gd name="T23" fmla="*/ 14 h 112"/>
                      <a:gd name="T24" fmla="*/ 14 w 152"/>
                      <a:gd name="T25" fmla="*/ 11 h 112"/>
                      <a:gd name="T26" fmla="*/ 23 w 152"/>
                      <a:gd name="T27" fmla="*/ 8 h 112"/>
                      <a:gd name="T28" fmla="*/ 23 w 152"/>
                      <a:gd name="T29" fmla="*/ 3 h 112"/>
                      <a:gd name="T30" fmla="*/ 25 w 152"/>
                      <a:gd name="T31" fmla="*/ 0 h 112"/>
                      <a:gd name="T32" fmla="*/ 19 w 152"/>
                      <a:gd name="T33" fmla="*/ 0 h 112"/>
                      <a:gd name="T34" fmla="*/ 11 w 152"/>
                      <a:gd name="T35" fmla="*/ 3 h 112"/>
                      <a:gd name="T36" fmla="*/ 11 w 152"/>
                      <a:gd name="T37" fmla="*/ 8 h 112"/>
                      <a:gd name="T38" fmla="*/ 6 w 152"/>
                      <a:gd name="T39" fmla="*/ 11 h 112"/>
                      <a:gd name="T40" fmla="*/ 0 w 152"/>
                      <a:gd name="T41" fmla="*/ 11 h 112"/>
                      <a:gd name="T42" fmla="*/ 3 w 152"/>
                      <a:gd name="T43" fmla="*/ 20 h 112"/>
                      <a:gd name="T44" fmla="*/ 6 w 152"/>
                      <a:gd name="T45" fmla="*/ 23 h 112"/>
                      <a:gd name="T46" fmla="*/ 3 w 152"/>
                      <a:gd name="T47" fmla="*/ 28 h 112"/>
                      <a:gd name="T48" fmla="*/ 3 w 152"/>
                      <a:gd name="T49" fmla="*/ 34 h 112"/>
                      <a:gd name="T50" fmla="*/ 8 w 152"/>
                      <a:gd name="T51" fmla="*/ 36 h 112"/>
                      <a:gd name="T52" fmla="*/ 19 w 152"/>
                      <a:gd name="T53" fmla="*/ 31 h 112"/>
                      <a:gd name="T54" fmla="*/ 23 w 152"/>
                      <a:gd name="T55" fmla="*/ 25 h 112"/>
                      <a:gd name="T56" fmla="*/ 25 w 152"/>
                      <a:gd name="T57" fmla="*/ 23 h 112"/>
                      <a:gd name="T58" fmla="*/ 27 w 152"/>
                      <a:gd name="T59" fmla="*/ 25 h 112"/>
                      <a:gd name="T60" fmla="*/ 31 w 152"/>
                      <a:gd name="T61" fmla="*/ 31 h 112"/>
                      <a:gd name="T62" fmla="*/ 27 w 152"/>
                      <a:gd name="T63" fmla="*/ 40 h 112"/>
                      <a:gd name="T64" fmla="*/ 36 w 152"/>
                      <a:gd name="T65" fmla="*/ 36 h 112"/>
                      <a:gd name="T66" fmla="*/ 44 w 152"/>
                      <a:gd name="T67" fmla="*/ 31 h 112"/>
                      <a:gd name="T68" fmla="*/ 48 w 152"/>
                      <a:gd name="T69" fmla="*/ 31 h 112"/>
                      <a:gd name="T70" fmla="*/ 48 w 152"/>
                      <a:gd name="T71" fmla="*/ 34 h 112"/>
                      <a:gd name="T72" fmla="*/ 50 w 152"/>
                      <a:gd name="T73" fmla="*/ 34 h 11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2"/>
                      <a:gd name="T112" fmla="*/ 0 h 112"/>
                      <a:gd name="T113" fmla="*/ 152 w 152"/>
                      <a:gd name="T114" fmla="*/ 112 h 11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2" h="112">
                        <a:moveTo>
                          <a:pt x="144" y="96"/>
                        </a:moveTo>
                        <a:lnTo>
                          <a:pt x="152" y="72"/>
                        </a:lnTo>
                        <a:lnTo>
                          <a:pt x="152" y="56"/>
                        </a:lnTo>
                        <a:lnTo>
                          <a:pt x="136" y="56"/>
                        </a:lnTo>
                        <a:lnTo>
                          <a:pt x="128" y="40"/>
                        </a:lnTo>
                        <a:lnTo>
                          <a:pt x="112" y="40"/>
                        </a:lnTo>
                        <a:lnTo>
                          <a:pt x="88" y="40"/>
                        </a:lnTo>
                        <a:lnTo>
                          <a:pt x="88" y="32"/>
                        </a:lnTo>
                        <a:lnTo>
                          <a:pt x="72" y="32"/>
                        </a:lnTo>
                        <a:lnTo>
                          <a:pt x="64" y="40"/>
                        </a:lnTo>
                        <a:lnTo>
                          <a:pt x="56" y="40"/>
                        </a:lnTo>
                        <a:lnTo>
                          <a:pt x="40" y="40"/>
                        </a:lnTo>
                        <a:lnTo>
                          <a:pt x="40" y="32"/>
                        </a:lnTo>
                        <a:lnTo>
                          <a:pt x="64" y="24"/>
                        </a:lnTo>
                        <a:lnTo>
                          <a:pt x="64" y="8"/>
                        </a:lnTo>
                        <a:lnTo>
                          <a:pt x="72" y="0"/>
                        </a:lnTo>
                        <a:lnTo>
                          <a:pt x="56" y="0"/>
                        </a:lnTo>
                        <a:lnTo>
                          <a:pt x="32" y="8"/>
                        </a:lnTo>
                        <a:lnTo>
                          <a:pt x="32" y="24"/>
                        </a:lnTo>
                        <a:lnTo>
                          <a:pt x="16" y="32"/>
                        </a:lnTo>
                        <a:lnTo>
                          <a:pt x="0" y="32"/>
                        </a:lnTo>
                        <a:lnTo>
                          <a:pt x="8" y="56"/>
                        </a:lnTo>
                        <a:lnTo>
                          <a:pt x="16" y="64"/>
                        </a:lnTo>
                        <a:lnTo>
                          <a:pt x="8" y="80"/>
                        </a:lnTo>
                        <a:lnTo>
                          <a:pt x="8" y="96"/>
                        </a:lnTo>
                        <a:lnTo>
                          <a:pt x="24" y="104"/>
                        </a:lnTo>
                        <a:lnTo>
                          <a:pt x="56" y="88"/>
                        </a:lnTo>
                        <a:lnTo>
                          <a:pt x="64" y="72"/>
                        </a:lnTo>
                        <a:lnTo>
                          <a:pt x="72" y="64"/>
                        </a:lnTo>
                        <a:lnTo>
                          <a:pt x="80" y="72"/>
                        </a:lnTo>
                        <a:lnTo>
                          <a:pt x="88" y="88"/>
                        </a:lnTo>
                        <a:lnTo>
                          <a:pt x="80" y="112"/>
                        </a:lnTo>
                        <a:lnTo>
                          <a:pt x="104" y="104"/>
                        </a:lnTo>
                        <a:lnTo>
                          <a:pt x="128" y="88"/>
                        </a:lnTo>
                        <a:lnTo>
                          <a:pt x="136" y="88"/>
                        </a:lnTo>
                        <a:lnTo>
                          <a:pt x="136" y="96"/>
                        </a:lnTo>
                        <a:lnTo>
                          <a:pt x="144" y="9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04" name="Freeform 261">
                    <a:extLst>
                      <a:ext uri="{FF2B5EF4-FFF2-40B4-BE49-F238E27FC236}">
                        <a16:creationId xmlns:a16="http://schemas.microsoft.com/office/drawing/2014/main" id="{E71C8285-9242-E8FA-F178-F1859F564AF9}"/>
                      </a:ext>
                    </a:extLst>
                  </p:cNvPr>
                  <p:cNvSpPr>
                    <a:spLocks/>
                  </p:cNvSpPr>
                  <p:nvPr/>
                </p:nvSpPr>
                <p:spPr bwMode="gray">
                  <a:xfrm>
                    <a:off x="3757" y="2194"/>
                    <a:ext cx="157" cy="79"/>
                  </a:xfrm>
                  <a:custGeom>
                    <a:avLst/>
                    <a:gdLst>
                      <a:gd name="T0" fmla="*/ 30 w 224"/>
                      <a:gd name="T1" fmla="*/ 40 h 112"/>
                      <a:gd name="T2" fmla="*/ 33 w 224"/>
                      <a:gd name="T3" fmla="*/ 34 h 112"/>
                      <a:gd name="T4" fmla="*/ 44 w 224"/>
                      <a:gd name="T5" fmla="*/ 28 h 112"/>
                      <a:gd name="T6" fmla="*/ 47 w 224"/>
                      <a:gd name="T7" fmla="*/ 31 h 112"/>
                      <a:gd name="T8" fmla="*/ 53 w 224"/>
                      <a:gd name="T9" fmla="*/ 31 h 112"/>
                      <a:gd name="T10" fmla="*/ 53 w 224"/>
                      <a:gd name="T11" fmla="*/ 25 h 112"/>
                      <a:gd name="T12" fmla="*/ 58 w 224"/>
                      <a:gd name="T13" fmla="*/ 23 h 112"/>
                      <a:gd name="T14" fmla="*/ 63 w 224"/>
                      <a:gd name="T15" fmla="*/ 20 h 112"/>
                      <a:gd name="T16" fmla="*/ 71 w 224"/>
                      <a:gd name="T17" fmla="*/ 17 h 112"/>
                      <a:gd name="T18" fmla="*/ 77 w 224"/>
                      <a:gd name="T19" fmla="*/ 11 h 112"/>
                      <a:gd name="T20" fmla="*/ 71 w 224"/>
                      <a:gd name="T21" fmla="*/ 8 h 112"/>
                      <a:gd name="T22" fmla="*/ 63 w 224"/>
                      <a:gd name="T23" fmla="*/ 6 h 112"/>
                      <a:gd name="T24" fmla="*/ 53 w 224"/>
                      <a:gd name="T25" fmla="*/ 3 h 112"/>
                      <a:gd name="T26" fmla="*/ 41 w 224"/>
                      <a:gd name="T27" fmla="*/ 6 h 112"/>
                      <a:gd name="T28" fmla="*/ 39 w 224"/>
                      <a:gd name="T29" fmla="*/ 3 h 112"/>
                      <a:gd name="T30" fmla="*/ 36 w 224"/>
                      <a:gd name="T31" fmla="*/ 0 h 112"/>
                      <a:gd name="T32" fmla="*/ 27 w 224"/>
                      <a:gd name="T33" fmla="*/ 6 h 112"/>
                      <a:gd name="T34" fmla="*/ 30 w 224"/>
                      <a:gd name="T35" fmla="*/ 8 h 112"/>
                      <a:gd name="T36" fmla="*/ 22 w 224"/>
                      <a:gd name="T37" fmla="*/ 11 h 112"/>
                      <a:gd name="T38" fmla="*/ 19 w 224"/>
                      <a:gd name="T39" fmla="*/ 8 h 112"/>
                      <a:gd name="T40" fmla="*/ 14 w 224"/>
                      <a:gd name="T41" fmla="*/ 8 h 112"/>
                      <a:gd name="T42" fmla="*/ 11 w 224"/>
                      <a:gd name="T43" fmla="*/ 11 h 112"/>
                      <a:gd name="T44" fmla="*/ 8 w 224"/>
                      <a:gd name="T45" fmla="*/ 14 h 112"/>
                      <a:gd name="T46" fmla="*/ 6 w 224"/>
                      <a:gd name="T47" fmla="*/ 14 h 112"/>
                      <a:gd name="T48" fmla="*/ 3 w 224"/>
                      <a:gd name="T49" fmla="*/ 17 h 112"/>
                      <a:gd name="T50" fmla="*/ 6 w 224"/>
                      <a:gd name="T51" fmla="*/ 20 h 112"/>
                      <a:gd name="T52" fmla="*/ 14 w 224"/>
                      <a:gd name="T53" fmla="*/ 20 h 112"/>
                      <a:gd name="T54" fmla="*/ 17 w 224"/>
                      <a:gd name="T55" fmla="*/ 23 h 112"/>
                      <a:gd name="T56" fmla="*/ 22 w 224"/>
                      <a:gd name="T57" fmla="*/ 25 h 112"/>
                      <a:gd name="T58" fmla="*/ 22 w 224"/>
                      <a:gd name="T59" fmla="*/ 28 h 112"/>
                      <a:gd name="T60" fmla="*/ 14 w 224"/>
                      <a:gd name="T61" fmla="*/ 31 h 112"/>
                      <a:gd name="T62" fmla="*/ 8 w 224"/>
                      <a:gd name="T63" fmla="*/ 34 h 112"/>
                      <a:gd name="T64" fmla="*/ 0 w 224"/>
                      <a:gd name="T65" fmla="*/ 36 h 112"/>
                      <a:gd name="T66" fmla="*/ 0 w 224"/>
                      <a:gd name="T67" fmla="*/ 40 h 112"/>
                      <a:gd name="T68" fmla="*/ 6 w 224"/>
                      <a:gd name="T69" fmla="*/ 40 h 112"/>
                      <a:gd name="T70" fmla="*/ 8 w 224"/>
                      <a:gd name="T71" fmla="*/ 40 h 112"/>
                      <a:gd name="T72" fmla="*/ 11 w 224"/>
                      <a:gd name="T73" fmla="*/ 36 h 112"/>
                      <a:gd name="T74" fmla="*/ 17 w 224"/>
                      <a:gd name="T75" fmla="*/ 36 h 112"/>
                      <a:gd name="T76" fmla="*/ 17 w 224"/>
                      <a:gd name="T77" fmla="*/ 40 h 112"/>
                      <a:gd name="T78" fmla="*/ 25 w 224"/>
                      <a:gd name="T79" fmla="*/ 40 h 112"/>
                      <a:gd name="T80" fmla="*/ 30 w 224"/>
                      <a:gd name="T81" fmla="*/ 40 h 11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24"/>
                      <a:gd name="T124" fmla="*/ 0 h 112"/>
                      <a:gd name="T125" fmla="*/ 224 w 224"/>
                      <a:gd name="T126" fmla="*/ 112 h 11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24" h="112">
                        <a:moveTo>
                          <a:pt x="88" y="112"/>
                        </a:moveTo>
                        <a:lnTo>
                          <a:pt x="96" y="96"/>
                        </a:lnTo>
                        <a:lnTo>
                          <a:pt x="128" y="80"/>
                        </a:lnTo>
                        <a:lnTo>
                          <a:pt x="136" y="88"/>
                        </a:lnTo>
                        <a:lnTo>
                          <a:pt x="152" y="88"/>
                        </a:lnTo>
                        <a:lnTo>
                          <a:pt x="152" y="72"/>
                        </a:lnTo>
                        <a:lnTo>
                          <a:pt x="168" y="64"/>
                        </a:lnTo>
                        <a:lnTo>
                          <a:pt x="184" y="56"/>
                        </a:lnTo>
                        <a:lnTo>
                          <a:pt x="208" y="48"/>
                        </a:lnTo>
                        <a:lnTo>
                          <a:pt x="224" y="32"/>
                        </a:lnTo>
                        <a:lnTo>
                          <a:pt x="208" y="24"/>
                        </a:lnTo>
                        <a:lnTo>
                          <a:pt x="184" y="16"/>
                        </a:lnTo>
                        <a:lnTo>
                          <a:pt x="152" y="8"/>
                        </a:lnTo>
                        <a:lnTo>
                          <a:pt x="120" y="16"/>
                        </a:lnTo>
                        <a:lnTo>
                          <a:pt x="112" y="8"/>
                        </a:lnTo>
                        <a:lnTo>
                          <a:pt x="104" y="0"/>
                        </a:lnTo>
                        <a:lnTo>
                          <a:pt x="80" y="16"/>
                        </a:lnTo>
                        <a:lnTo>
                          <a:pt x="88" y="24"/>
                        </a:lnTo>
                        <a:lnTo>
                          <a:pt x="64" y="32"/>
                        </a:lnTo>
                        <a:lnTo>
                          <a:pt x="56" y="24"/>
                        </a:lnTo>
                        <a:lnTo>
                          <a:pt x="40" y="24"/>
                        </a:lnTo>
                        <a:lnTo>
                          <a:pt x="32" y="32"/>
                        </a:lnTo>
                        <a:lnTo>
                          <a:pt x="24" y="40"/>
                        </a:lnTo>
                        <a:lnTo>
                          <a:pt x="16" y="40"/>
                        </a:lnTo>
                        <a:lnTo>
                          <a:pt x="8" y="48"/>
                        </a:lnTo>
                        <a:lnTo>
                          <a:pt x="16" y="56"/>
                        </a:lnTo>
                        <a:lnTo>
                          <a:pt x="40" y="56"/>
                        </a:lnTo>
                        <a:lnTo>
                          <a:pt x="48" y="64"/>
                        </a:lnTo>
                        <a:lnTo>
                          <a:pt x="64" y="72"/>
                        </a:lnTo>
                        <a:lnTo>
                          <a:pt x="64" y="80"/>
                        </a:lnTo>
                        <a:lnTo>
                          <a:pt x="40" y="88"/>
                        </a:lnTo>
                        <a:lnTo>
                          <a:pt x="24" y="96"/>
                        </a:lnTo>
                        <a:lnTo>
                          <a:pt x="0" y="104"/>
                        </a:lnTo>
                        <a:lnTo>
                          <a:pt x="0" y="112"/>
                        </a:lnTo>
                        <a:lnTo>
                          <a:pt x="16" y="112"/>
                        </a:lnTo>
                        <a:lnTo>
                          <a:pt x="24" y="112"/>
                        </a:lnTo>
                        <a:lnTo>
                          <a:pt x="32" y="104"/>
                        </a:lnTo>
                        <a:lnTo>
                          <a:pt x="48" y="104"/>
                        </a:lnTo>
                        <a:lnTo>
                          <a:pt x="48" y="112"/>
                        </a:lnTo>
                        <a:lnTo>
                          <a:pt x="72" y="112"/>
                        </a:lnTo>
                        <a:lnTo>
                          <a:pt x="88" y="11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05" name="Freeform 262">
                    <a:extLst>
                      <a:ext uri="{FF2B5EF4-FFF2-40B4-BE49-F238E27FC236}">
                        <a16:creationId xmlns:a16="http://schemas.microsoft.com/office/drawing/2014/main" id="{E1F25D1C-A26D-D376-19A6-FDDCFFF94FF4}"/>
                      </a:ext>
                    </a:extLst>
                  </p:cNvPr>
                  <p:cNvSpPr>
                    <a:spLocks/>
                  </p:cNvSpPr>
                  <p:nvPr/>
                </p:nvSpPr>
                <p:spPr bwMode="gray">
                  <a:xfrm>
                    <a:off x="3149" y="1525"/>
                    <a:ext cx="535" cy="714"/>
                  </a:xfrm>
                  <a:custGeom>
                    <a:avLst/>
                    <a:gdLst>
                      <a:gd name="T0" fmla="*/ 220 w 760"/>
                      <a:gd name="T1" fmla="*/ 253 h 1016"/>
                      <a:gd name="T2" fmla="*/ 199 w 760"/>
                      <a:gd name="T3" fmla="*/ 253 h 1016"/>
                      <a:gd name="T4" fmla="*/ 178 w 760"/>
                      <a:gd name="T5" fmla="*/ 247 h 1016"/>
                      <a:gd name="T6" fmla="*/ 153 w 760"/>
                      <a:gd name="T7" fmla="*/ 261 h 1016"/>
                      <a:gd name="T8" fmla="*/ 140 w 760"/>
                      <a:gd name="T9" fmla="*/ 286 h 1016"/>
                      <a:gd name="T10" fmla="*/ 156 w 760"/>
                      <a:gd name="T11" fmla="*/ 303 h 1016"/>
                      <a:gd name="T12" fmla="*/ 140 w 760"/>
                      <a:gd name="T13" fmla="*/ 316 h 1016"/>
                      <a:gd name="T14" fmla="*/ 145 w 760"/>
                      <a:gd name="T15" fmla="*/ 336 h 1016"/>
                      <a:gd name="T16" fmla="*/ 145 w 760"/>
                      <a:gd name="T17" fmla="*/ 353 h 1016"/>
                      <a:gd name="T18" fmla="*/ 123 w 760"/>
                      <a:gd name="T19" fmla="*/ 339 h 1016"/>
                      <a:gd name="T20" fmla="*/ 89 w 760"/>
                      <a:gd name="T21" fmla="*/ 333 h 1016"/>
                      <a:gd name="T22" fmla="*/ 73 w 760"/>
                      <a:gd name="T23" fmla="*/ 320 h 1016"/>
                      <a:gd name="T24" fmla="*/ 73 w 760"/>
                      <a:gd name="T25" fmla="*/ 313 h 1016"/>
                      <a:gd name="T26" fmla="*/ 75 w 760"/>
                      <a:gd name="T27" fmla="*/ 300 h 1016"/>
                      <a:gd name="T28" fmla="*/ 84 w 760"/>
                      <a:gd name="T29" fmla="*/ 286 h 1016"/>
                      <a:gd name="T30" fmla="*/ 84 w 760"/>
                      <a:gd name="T31" fmla="*/ 266 h 1016"/>
                      <a:gd name="T32" fmla="*/ 58 w 760"/>
                      <a:gd name="T33" fmla="*/ 261 h 1016"/>
                      <a:gd name="T34" fmla="*/ 48 w 760"/>
                      <a:gd name="T35" fmla="*/ 238 h 1016"/>
                      <a:gd name="T36" fmla="*/ 27 w 760"/>
                      <a:gd name="T37" fmla="*/ 233 h 1016"/>
                      <a:gd name="T38" fmla="*/ 36 w 760"/>
                      <a:gd name="T39" fmla="*/ 231 h 1016"/>
                      <a:gd name="T40" fmla="*/ 25 w 760"/>
                      <a:gd name="T41" fmla="*/ 200 h 1016"/>
                      <a:gd name="T42" fmla="*/ 11 w 760"/>
                      <a:gd name="T43" fmla="*/ 195 h 1016"/>
                      <a:gd name="T44" fmla="*/ 3 w 760"/>
                      <a:gd name="T45" fmla="*/ 172 h 1016"/>
                      <a:gd name="T46" fmla="*/ 6 w 760"/>
                      <a:gd name="T47" fmla="*/ 147 h 1016"/>
                      <a:gd name="T48" fmla="*/ 19 w 760"/>
                      <a:gd name="T49" fmla="*/ 142 h 1016"/>
                      <a:gd name="T50" fmla="*/ 8 w 760"/>
                      <a:gd name="T51" fmla="*/ 136 h 1016"/>
                      <a:gd name="T52" fmla="*/ 31 w 760"/>
                      <a:gd name="T53" fmla="*/ 97 h 1016"/>
                      <a:gd name="T54" fmla="*/ 23 w 760"/>
                      <a:gd name="T55" fmla="*/ 81 h 1016"/>
                      <a:gd name="T56" fmla="*/ 17 w 760"/>
                      <a:gd name="T57" fmla="*/ 64 h 1016"/>
                      <a:gd name="T58" fmla="*/ 11 w 760"/>
                      <a:gd name="T59" fmla="*/ 33 h 1016"/>
                      <a:gd name="T60" fmla="*/ 8 w 760"/>
                      <a:gd name="T61" fmla="*/ 14 h 1016"/>
                      <a:gd name="T62" fmla="*/ 31 w 760"/>
                      <a:gd name="T63" fmla="*/ 0 h 1016"/>
                      <a:gd name="T64" fmla="*/ 34 w 760"/>
                      <a:gd name="T65" fmla="*/ 3 h 1016"/>
                      <a:gd name="T66" fmla="*/ 50 w 760"/>
                      <a:gd name="T67" fmla="*/ 6 h 1016"/>
                      <a:gd name="T68" fmla="*/ 84 w 760"/>
                      <a:gd name="T69" fmla="*/ 19 h 1016"/>
                      <a:gd name="T70" fmla="*/ 98 w 760"/>
                      <a:gd name="T71" fmla="*/ 25 h 1016"/>
                      <a:gd name="T72" fmla="*/ 65 w 760"/>
                      <a:gd name="T73" fmla="*/ 41 h 1016"/>
                      <a:gd name="T74" fmla="*/ 36 w 760"/>
                      <a:gd name="T75" fmla="*/ 31 h 1016"/>
                      <a:gd name="T76" fmla="*/ 53 w 760"/>
                      <a:gd name="T77" fmla="*/ 53 h 1016"/>
                      <a:gd name="T78" fmla="*/ 53 w 760"/>
                      <a:gd name="T79" fmla="*/ 75 h 1016"/>
                      <a:gd name="T80" fmla="*/ 75 w 760"/>
                      <a:gd name="T81" fmla="*/ 77 h 1016"/>
                      <a:gd name="T82" fmla="*/ 67 w 760"/>
                      <a:gd name="T83" fmla="*/ 61 h 1016"/>
                      <a:gd name="T84" fmla="*/ 89 w 760"/>
                      <a:gd name="T85" fmla="*/ 70 h 1016"/>
                      <a:gd name="T86" fmla="*/ 101 w 760"/>
                      <a:gd name="T87" fmla="*/ 44 h 1016"/>
                      <a:gd name="T88" fmla="*/ 123 w 760"/>
                      <a:gd name="T89" fmla="*/ 33 h 1016"/>
                      <a:gd name="T90" fmla="*/ 120 w 760"/>
                      <a:gd name="T91" fmla="*/ 19 h 1016"/>
                      <a:gd name="T92" fmla="*/ 115 w 760"/>
                      <a:gd name="T93" fmla="*/ 14 h 1016"/>
                      <a:gd name="T94" fmla="*/ 128 w 760"/>
                      <a:gd name="T95" fmla="*/ 25 h 1016"/>
                      <a:gd name="T96" fmla="*/ 137 w 760"/>
                      <a:gd name="T97" fmla="*/ 33 h 1016"/>
                      <a:gd name="T98" fmla="*/ 151 w 760"/>
                      <a:gd name="T99" fmla="*/ 25 h 1016"/>
                      <a:gd name="T100" fmla="*/ 165 w 760"/>
                      <a:gd name="T101" fmla="*/ 17 h 1016"/>
                      <a:gd name="T102" fmla="*/ 178 w 760"/>
                      <a:gd name="T103" fmla="*/ 14 h 1016"/>
                      <a:gd name="T104" fmla="*/ 187 w 760"/>
                      <a:gd name="T105" fmla="*/ 14 h 1016"/>
                      <a:gd name="T106" fmla="*/ 199 w 760"/>
                      <a:gd name="T107" fmla="*/ 19 h 1016"/>
                      <a:gd name="T108" fmla="*/ 203 w 760"/>
                      <a:gd name="T109" fmla="*/ 17 h 1016"/>
                      <a:gd name="T110" fmla="*/ 223 w 760"/>
                      <a:gd name="T111" fmla="*/ 11 h 1016"/>
                      <a:gd name="T112" fmla="*/ 232 w 760"/>
                      <a:gd name="T113" fmla="*/ 17 h 1016"/>
                      <a:gd name="T114" fmla="*/ 234 w 760"/>
                      <a:gd name="T115" fmla="*/ 3 h 1016"/>
                      <a:gd name="T116" fmla="*/ 260 w 760"/>
                      <a:gd name="T117" fmla="*/ 17 h 1016"/>
                      <a:gd name="T118" fmla="*/ 237 w 760"/>
                      <a:gd name="T119" fmla="*/ 70 h 1016"/>
                      <a:gd name="T120" fmla="*/ 232 w 760"/>
                      <a:gd name="T121" fmla="*/ 144 h 1016"/>
                      <a:gd name="T122" fmla="*/ 223 w 760"/>
                      <a:gd name="T123" fmla="*/ 192 h 1016"/>
                      <a:gd name="T124" fmla="*/ 215 w 760"/>
                      <a:gd name="T125" fmla="*/ 233 h 101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760"/>
                      <a:gd name="T190" fmla="*/ 0 h 1016"/>
                      <a:gd name="T191" fmla="*/ 760 w 760"/>
                      <a:gd name="T192" fmla="*/ 1016 h 101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760" h="1016">
                        <a:moveTo>
                          <a:pt x="664" y="728"/>
                        </a:moveTo>
                        <a:lnTo>
                          <a:pt x="664" y="744"/>
                        </a:lnTo>
                        <a:lnTo>
                          <a:pt x="640" y="736"/>
                        </a:lnTo>
                        <a:lnTo>
                          <a:pt x="632" y="728"/>
                        </a:lnTo>
                        <a:lnTo>
                          <a:pt x="592" y="728"/>
                        </a:lnTo>
                        <a:lnTo>
                          <a:pt x="584" y="736"/>
                        </a:lnTo>
                        <a:lnTo>
                          <a:pt x="576" y="736"/>
                        </a:lnTo>
                        <a:lnTo>
                          <a:pt x="568" y="728"/>
                        </a:lnTo>
                        <a:lnTo>
                          <a:pt x="552" y="728"/>
                        </a:lnTo>
                        <a:lnTo>
                          <a:pt x="544" y="712"/>
                        </a:lnTo>
                        <a:lnTo>
                          <a:pt x="520" y="720"/>
                        </a:lnTo>
                        <a:lnTo>
                          <a:pt x="512" y="712"/>
                        </a:lnTo>
                        <a:lnTo>
                          <a:pt x="496" y="712"/>
                        </a:lnTo>
                        <a:lnTo>
                          <a:pt x="480" y="696"/>
                        </a:lnTo>
                        <a:lnTo>
                          <a:pt x="440" y="728"/>
                        </a:lnTo>
                        <a:lnTo>
                          <a:pt x="440" y="752"/>
                        </a:lnTo>
                        <a:lnTo>
                          <a:pt x="424" y="752"/>
                        </a:lnTo>
                        <a:lnTo>
                          <a:pt x="416" y="736"/>
                        </a:lnTo>
                        <a:lnTo>
                          <a:pt x="408" y="744"/>
                        </a:lnTo>
                        <a:lnTo>
                          <a:pt x="400" y="824"/>
                        </a:lnTo>
                        <a:lnTo>
                          <a:pt x="432" y="832"/>
                        </a:lnTo>
                        <a:lnTo>
                          <a:pt x="440" y="848"/>
                        </a:lnTo>
                        <a:lnTo>
                          <a:pt x="440" y="864"/>
                        </a:lnTo>
                        <a:lnTo>
                          <a:pt x="448" y="872"/>
                        </a:lnTo>
                        <a:lnTo>
                          <a:pt x="440" y="872"/>
                        </a:lnTo>
                        <a:lnTo>
                          <a:pt x="432" y="888"/>
                        </a:lnTo>
                        <a:lnTo>
                          <a:pt x="416" y="896"/>
                        </a:lnTo>
                        <a:lnTo>
                          <a:pt x="400" y="912"/>
                        </a:lnTo>
                        <a:lnTo>
                          <a:pt x="400" y="920"/>
                        </a:lnTo>
                        <a:lnTo>
                          <a:pt x="400" y="936"/>
                        </a:lnTo>
                        <a:lnTo>
                          <a:pt x="408" y="944"/>
                        </a:lnTo>
                        <a:lnTo>
                          <a:pt x="416" y="968"/>
                        </a:lnTo>
                        <a:lnTo>
                          <a:pt x="424" y="992"/>
                        </a:lnTo>
                        <a:lnTo>
                          <a:pt x="432" y="1000"/>
                        </a:lnTo>
                        <a:lnTo>
                          <a:pt x="432" y="1016"/>
                        </a:lnTo>
                        <a:lnTo>
                          <a:pt x="416" y="1016"/>
                        </a:lnTo>
                        <a:lnTo>
                          <a:pt x="392" y="1008"/>
                        </a:lnTo>
                        <a:lnTo>
                          <a:pt x="384" y="992"/>
                        </a:lnTo>
                        <a:lnTo>
                          <a:pt x="376" y="992"/>
                        </a:lnTo>
                        <a:lnTo>
                          <a:pt x="352" y="976"/>
                        </a:lnTo>
                        <a:lnTo>
                          <a:pt x="320" y="968"/>
                        </a:lnTo>
                        <a:lnTo>
                          <a:pt x="312" y="968"/>
                        </a:lnTo>
                        <a:lnTo>
                          <a:pt x="280" y="968"/>
                        </a:lnTo>
                        <a:lnTo>
                          <a:pt x="256" y="960"/>
                        </a:lnTo>
                        <a:lnTo>
                          <a:pt x="240" y="952"/>
                        </a:lnTo>
                        <a:lnTo>
                          <a:pt x="224" y="928"/>
                        </a:lnTo>
                        <a:lnTo>
                          <a:pt x="216" y="928"/>
                        </a:lnTo>
                        <a:lnTo>
                          <a:pt x="208" y="920"/>
                        </a:lnTo>
                        <a:lnTo>
                          <a:pt x="200" y="920"/>
                        </a:lnTo>
                        <a:lnTo>
                          <a:pt x="192" y="912"/>
                        </a:lnTo>
                        <a:lnTo>
                          <a:pt x="192" y="904"/>
                        </a:lnTo>
                        <a:lnTo>
                          <a:pt x="208" y="904"/>
                        </a:lnTo>
                        <a:lnTo>
                          <a:pt x="208" y="896"/>
                        </a:lnTo>
                        <a:lnTo>
                          <a:pt x="216" y="888"/>
                        </a:lnTo>
                        <a:lnTo>
                          <a:pt x="216" y="880"/>
                        </a:lnTo>
                        <a:lnTo>
                          <a:pt x="216" y="864"/>
                        </a:lnTo>
                        <a:lnTo>
                          <a:pt x="232" y="856"/>
                        </a:lnTo>
                        <a:lnTo>
                          <a:pt x="208" y="864"/>
                        </a:lnTo>
                        <a:lnTo>
                          <a:pt x="224" y="840"/>
                        </a:lnTo>
                        <a:lnTo>
                          <a:pt x="240" y="824"/>
                        </a:lnTo>
                        <a:lnTo>
                          <a:pt x="248" y="824"/>
                        </a:lnTo>
                        <a:lnTo>
                          <a:pt x="248" y="800"/>
                        </a:lnTo>
                        <a:lnTo>
                          <a:pt x="256" y="784"/>
                        </a:lnTo>
                        <a:lnTo>
                          <a:pt x="240" y="768"/>
                        </a:lnTo>
                        <a:lnTo>
                          <a:pt x="232" y="760"/>
                        </a:lnTo>
                        <a:lnTo>
                          <a:pt x="216" y="760"/>
                        </a:lnTo>
                        <a:lnTo>
                          <a:pt x="200" y="744"/>
                        </a:lnTo>
                        <a:lnTo>
                          <a:pt x="168" y="752"/>
                        </a:lnTo>
                        <a:lnTo>
                          <a:pt x="160" y="736"/>
                        </a:lnTo>
                        <a:lnTo>
                          <a:pt x="160" y="728"/>
                        </a:lnTo>
                        <a:lnTo>
                          <a:pt x="144" y="720"/>
                        </a:lnTo>
                        <a:lnTo>
                          <a:pt x="136" y="688"/>
                        </a:lnTo>
                        <a:lnTo>
                          <a:pt x="104" y="688"/>
                        </a:lnTo>
                        <a:lnTo>
                          <a:pt x="88" y="696"/>
                        </a:lnTo>
                        <a:lnTo>
                          <a:pt x="88" y="680"/>
                        </a:lnTo>
                        <a:lnTo>
                          <a:pt x="80" y="672"/>
                        </a:lnTo>
                        <a:lnTo>
                          <a:pt x="72" y="656"/>
                        </a:lnTo>
                        <a:lnTo>
                          <a:pt x="88" y="656"/>
                        </a:lnTo>
                        <a:lnTo>
                          <a:pt x="96" y="664"/>
                        </a:lnTo>
                        <a:lnTo>
                          <a:pt x="104" y="664"/>
                        </a:lnTo>
                        <a:lnTo>
                          <a:pt x="104" y="648"/>
                        </a:lnTo>
                        <a:lnTo>
                          <a:pt x="88" y="632"/>
                        </a:lnTo>
                        <a:lnTo>
                          <a:pt x="72" y="608"/>
                        </a:lnTo>
                        <a:lnTo>
                          <a:pt x="72" y="576"/>
                        </a:lnTo>
                        <a:lnTo>
                          <a:pt x="64" y="568"/>
                        </a:lnTo>
                        <a:lnTo>
                          <a:pt x="48" y="568"/>
                        </a:lnTo>
                        <a:lnTo>
                          <a:pt x="40" y="568"/>
                        </a:lnTo>
                        <a:lnTo>
                          <a:pt x="32" y="560"/>
                        </a:lnTo>
                        <a:lnTo>
                          <a:pt x="16" y="552"/>
                        </a:lnTo>
                        <a:lnTo>
                          <a:pt x="16" y="528"/>
                        </a:lnTo>
                        <a:lnTo>
                          <a:pt x="8" y="520"/>
                        </a:lnTo>
                        <a:lnTo>
                          <a:pt x="8" y="496"/>
                        </a:lnTo>
                        <a:lnTo>
                          <a:pt x="8" y="480"/>
                        </a:lnTo>
                        <a:lnTo>
                          <a:pt x="0" y="464"/>
                        </a:lnTo>
                        <a:lnTo>
                          <a:pt x="8" y="432"/>
                        </a:lnTo>
                        <a:lnTo>
                          <a:pt x="16" y="424"/>
                        </a:lnTo>
                        <a:lnTo>
                          <a:pt x="16" y="416"/>
                        </a:lnTo>
                        <a:lnTo>
                          <a:pt x="32" y="416"/>
                        </a:lnTo>
                        <a:lnTo>
                          <a:pt x="32" y="408"/>
                        </a:lnTo>
                        <a:lnTo>
                          <a:pt x="56" y="408"/>
                        </a:lnTo>
                        <a:lnTo>
                          <a:pt x="56" y="400"/>
                        </a:lnTo>
                        <a:lnTo>
                          <a:pt x="48" y="392"/>
                        </a:lnTo>
                        <a:lnTo>
                          <a:pt x="32" y="400"/>
                        </a:lnTo>
                        <a:lnTo>
                          <a:pt x="24" y="392"/>
                        </a:lnTo>
                        <a:lnTo>
                          <a:pt x="24" y="376"/>
                        </a:lnTo>
                        <a:lnTo>
                          <a:pt x="32" y="360"/>
                        </a:lnTo>
                        <a:lnTo>
                          <a:pt x="56" y="328"/>
                        </a:lnTo>
                        <a:lnTo>
                          <a:pt x="88" y="280"/>
                        </a:lnTo>
                        <a:lnTo>
                          <a:pt x="72" y="264"/>
                        </a:lnTo>
                        <a:lnTo>
                          <a:pt x="56" y="256"/>
                        </a:lnTo>
                        <a:lnTo>
                          <a:pt x="56" y="248"/>
                        </a:lnTo>
                        <a:lnTo>
                          <a:pt x="64" y="232"/>
                        </a:lnTo>
                        <a:lnTo>
                          <a:pt x="64" y="216"/>
                        </a:lnTo>
                        <a:lnTo>
                          <a:pt x="56" y="200"/>
                        </a:lnTo>
                        <a:lnTo>
                          <a:pt x="64" y="192"/>
                        </a:lnTo>
                        <a:lnTo>
                          <a:pt x="48" y="184"/>
                        </a:lnTo>
                        <a:lnTo>
                          <a:pt x="56" y="168"/>
                        </a:lnTo>
                        <a:lnTo>
                          <a:pt x="56" y="152"/>
                        </a:lnTo>
                        <a:lnTo>
                          <a:pt x="56" y="128"/>
                        </a:lnTo>
                        <a:lnTo>
                          <a:pt x="32" y="96"/>
                        </a:lnTo>
                        <a:lnTo>
                          <a:pt x="48" y="80"/>
                        </a:lnTo>
                        <a:lnTo>
                          <a:pt x="40" y="64"/>
                        </a:lnTo>
                        <a:lnTo>
                          <a:pt x="24" y="48"/>
                        </a:lnTo>
                        <a:lnTo>
                          <a:pt x="24" y="40"/>
                        </a:lnTo>
                        <a:lnTo>
                          <a:pt x="40" y="24"/>
                        </a:lnTo>
                        <a:lnTo>
                          <a:pt x="48" y="16"/>
                        </a:lnTo>
                        <a:lnTo>
                          <a:pt x="72" y="0"/>
                        </a:lnTo>
                        <a:lnTo>
                          <a:pt x="88" y="0"/>
                        </a:lnTo>
                        <a:lnTo>
                          <a:pt x="96" y="0"/>
                        </a:lnTo>
                        <a:lnTo>
                          <a:pt x="112" y="0"/>
                        </a:lnTo>
                        <a:lnTo>
                          <a:pt x="112" y="8"/>
                        </a:lnTo>
                        <a:lnTo>
                          <a:pt x="96" y="8"/>
                        </a:lnTo>
                        <a:lnTo>
                          <a:pt x="104" y="16"/>
                        </a:lnTo>
                        <a:lnTo>
                          <a:pt x="120" y="16"/>
                        </a:lnTo>
                        <a:lnTo>
                          <a:pt x="128" y="24"/>
                        </a:lnTo>
                        <a:lnTo>
                          <a:pt x="144" y="16"/>
                        </a:lnTo>
                        <a:lnTo>
                          <a:pt x="176" y="24"/>
                        </a:lnTo>
                        <a:lnTo>
                          <a:pt x="208" y="40"/>
                        </a:lnTo>
                        <a:lnTo>
                          <a:pt x="232" y="48"/>
                        </a:lnTo>
                        <a:lnTo>
                          <a:pt x="240" y="56"/>
                        </a:lnTo>
                        <a:lnTo>
                          <a:pt x="248" y="64"/>
                        </a:lnTo>
                        <a:lnTo>
                          <a:pt x="256" y="64"/>
                        </a:lnTo>
                        <a:lnTo>
                          <a:pt x="272" y="72"/>
                        </a:lnTo>
                        <a:lnTo>
                          <a:pt x="280" y="72"/>
                        </a:lnTo>
                        <a:lnTo>
                          <a:pt x="280" y="104"/>
                        </a:lnTo>
                        <a:lnTo>
                          <a:pt x="240" y="128"/>
                        </a:lnTo>
                        <a:lnTo>
                          <a:pt x="216" y="128"/>
                        </a:lnTo>
                        <a:lnTo>
                          <a:pt x="184" y="120"/>
                        </a:lnTo>
                        <a:lnTo>
                          <a:pt x="160" y="112"/>
                        </a:lnTo>
                        <a:lnTo>
                          <a:pt x="136" y="104"/>
                        </a:lnTo>
                        <a:lnTo>
                          <a:pt x="128" y="104"/>
                        </a:lnTo>
                        <a:lnTo>
                          <a:pt x="104" y="88"/>
                        </a:lnTo>
                        <a:lnTo>
                          <a:pt x="96" y="96"/>
                        </a:lnTo>
                        <a:lnTo>
                          <a:pt x="128" y="112"/>
                        </a:lnTo>
                        <a:lnTo>
                          <a:pt x="152" y="136"/>
                        </a:lnTo>
                        <a:lnTo>
                          <a:pt x="152" y="152"/>
                        </a:lnTo>
                        <a:lnTo>
                          <a:pt x="136" y="168"/>
                        </a:lnTo>
                        <a:lnTo>
                          <a:pt x="152" y="184"/>
                        </a:lnTo>
                        <a:lnTo>
                          <a:pt x="152" y="208"/>
                        </a:lnTo>
                        <a:lnTo>
                          <a:pt x="152" y="216"/>
                        </a:lnTo>
                        <a:lnTo>
                          <a:pt x="168" y="216"/>
                        </a:lnTo>
                        <a:lnTo>
                          <a:pt x="184" y="232"/>
                        </a:lnTo>
                        <a:lnTo>
                          <a:pt x="208" y="232"/>
                        </a:lnTo>
                        <a:lnTo>
                          <a:pt x="216" y="224"/>
                        </a:lnTo>
                        <a:lnTo>
                          <a:pt x="208" y="216"/>
                        </a:lnTo>
                        <a:lnTo>
                          <a:pt x="200" y="216"/>
                        </a:lnTo>
                        <a:lnTo>
                          <a:pt x="184" y="192"/>
                        </a:lnTo>
                        <a:lnTo>
                          <a:pt x="192" y="176"/>
                        </a:lnTo>
                        <a:lnTo>
                          <a:pt x="200" y="176"/>
                        </a:lnTo>
                        <a:lnTo>
                          <a:pt x="208" y="192"/>
                        </a:lnTo>
                        <a:lnTo>
                          <a:pt x="240" y="200"/>
                        </a:lnTo>
                        <a:lnTo>
                          <a:pt x="256" y="200"/>
                        </a:lnTo>
                        <a:lnTo>
                          <a:pt x="264" y="192"/>
                        </a:lnTo>
                        <a:lnTo>
                          <a:pt x="248" y="160"/>
                        </a:lnTo>
                        <a:lnTo>
                          <a:pt x="272" y="136"/>
                        </a:lnTo>
                        <a:lnTo>
                          <a:pt x="288" y="128"/>
                        </a:lnTo>
                        <a:lnTo>
                          <a:pt x="296" y="112"/>
                        </a:lnTo>
                        <a:lnTo>
                          <a:pt x="312" y="112"/>
                        </a:lnTo>
                        <a:lnTo>
                          <a:pt x="336" y="128"/>
                        </a:lnTo>
                        <a:lnTo>
                          <a:pt x="352" y="96"/>
                        </a:lnTo>
                        <a:lnTo>
                          <a:pt x="336" y="88"/>
                        </a:lnTo>
                        <a:lnTo>
                          <a:pt x="336" y="80"/>
                        </a:lnTo>
                        <a:lnTo>
                          <a:pt x="344" y="72"/>
                        </a:lnTo>
                        <a:lnTo>
                          <a:pt x="344" y="56"/>
                        </a:lnTo>
                        <a:lnTo>
                          <a:pt x="336" y="56"/>
                        </a:lnTo>
                        <a:lnTo>
                          <a:pt x="320" y="48"/>
                        </a:lnTo>
                        <a:lnTo>
                          <a:pt x="320" y="40"/>
                        </a:lnTo>
                        <a:lnTo>
                          <a:pt x="328" y="40"/>
                        </a:lnTo>
                        <a:lnTo>
                          <a:pt x="360" y="40"/>
                        </a:lnTo>
                        <a:lnTo>
                          <a:pt x="384" y="48"/>
                        </a:lnTo>
                        <a:lnTo>
                          <a:pt x="392" y="64"/>
                        </a:lnTo>
                        <a:lnTo>
                          <a:pt x="368" y="72"/>
                        </a:lnTo>
                        <a:lnTo>
                          <a:pt x="360" y="80"/>
                        </a:lnTo>
                        <a:lnTo>
                          <a:pt x="368" y="88"/>
                        </a:lnTo>
                        <a:lnTo>
                          <a:pt x="368" y="96"/>
                        </a:lnTo>
                        <a:lnTo>
                          <a:pt x="392" y="96"/>
                        </a:lnTo>
                        <a:lnTo>
                          <a:pt x="416" y="96"/>
                        </a:lnTo>
                        <a:lnTo>
                          <a:pt x="416" y="80"/>
                        </a:lnTo>
                        <a:lnTo>
                          <a:pt x="416" y="72"/>
                        </a:lnTo>
                        <a:lnTo>
                          <a:pt x="432" y="72"/>
                        </a:lnTo>
                        <a:lnTo>
                          <a:pt x="432" y="64"/>
                        </a:lnTo>
                        <a:lnTo>
                          <a:pt x="448" y="64"/>
                        </a:lnTo>
                        <a:lnTo>
                          <a:pt x="464" y="56"/>
                        </a:lnTo>
                        <a:lnTo>
                          <a:pt x="472" y="48"/>
                        </a:lnTo>
                        <a:lnTo>
                          <a:pt x="496" y="48"/>
                        </a:lnTo>
                        <a:lnTo>
                          <a:pt x="504" y="48"/>
                        </a:lnTo>
                        <a:lnTo>
                          <a:pt x="512" y="48"/>
                        </a:lnTo>
                        <a:lnTo>
                          <a:pt x="512" y="40"/>
                        </a:lnTo>
                        <a:lnTo>
                          <a:pt x="520" y="40"/>
                        </a:lnTo>
                        <a:lnTo>
                          <a:pt x="536" y="32"/>
                        </a:lnTo>
                        <a:lnTo>
                          <a:pt x="544" y="32"/>
                        </a:lnTo>
                        <a:lnTo>
                          <a:pt x="536" y="40"/>
                        </a:lnTo>
                        <a:lnTo>
                          <a:pt x="544" y="48"/>
                        </a:lnTo>
                        <a:lnTo>
                          <a:pt x="536" y="56"/>
                        </a:lnTo>
                        <a:lnTo>
                          <a:pt x="552" y="56"/>
                        </a:lnTo>
                        <a:lnTo>
                          <a:pt x="568" y="56"/>
                        </a:lnTo>
                        <a:lnTo>
                          <a:pt x="568" y="48"/>
                        </a:lnTo>
                        <a:lnTo>
                          <a:pt x="576" y="40"/>
                        </a:lnTo>
                        <a:lnTo>
                          <a:pt x="584" y="40"/>
                        </a:lnTo>
                        <a:lnTo>
                          <a:pt x="584" y="48"/>
                        </a:lnTo>
                        <a:lnTo>
                          <a:pt x="600" y="48"/>
                        </a:lnTo>
                        <a:lnTo>
                          <a:pt x="616" y="40"/>
                        </a:lnTo>
                        <a:lnTo>
                          <a:pt x="624" y="40"/>
                        </a:lnTo>
                        <a:lnTo>
                          <a:pt x="640" y="32"/>
                        </a:lnTo>
                        <a:lnTo>
                          <a:pt x="648" y="32"/>
                        </a:lnTo>
                        <a:lnTo>
                          <a:pt x="648" y="48"/>
                        </a:lnTo>
                        <a:lnTo>
                          <a:pt x="656" y="48"/>
                        </a:lnTo>
                        <a:lnTo>
                          <a:pt x="664" y="48"/>
                        </a:lnTo>
                        <a:lnTo>
                          <a:pt x="664" y="40"/>
                        </a:lnTo>
                        <a:lnTo>
                          <a:pt x="680" y="32"/>
                        </a:lnTo>
                        <a:lnTo>
                          <a:pt x="680" y="16"/>
                        </a:lnTo>
                        <a:lnTo>
                          <a:pt x="672" y="8"/>
                        </a:lnTo>
                        <a:lnTo>
                          <a:pt x="688" y="0"/>
                        </a:lnTo>
                        <a:lnTo>
                          <a:pt x="744" y="8"/>
                        </a:lnTo>
                        <a:lnTo>
                          <a:pt x="760" y="40"/>
                        </a:lnTo>
                        <a:lnTo>
                          <a:pt x="744" y="48"/>
                        </a:lnTo>
                        <a:lnTo>
                          <a:pt x="760" y="104"/>
                        </a:lnTo>
                        <a:lnTo>
                          <a:pt x="752" y="128"/>
                        </a:lnTo>
                        <a:lnTo>
                          <a:pt x="736" y="136"/>
                        </a:lnTo>
                        <a:lnTo>
                          <a:pt x="680" y="200"/>
                        </a:lnTo>
                        <a:lnTo>
                          <a:pt x="672" y="272"/>
                        </a:lnTo>
                        <a:lnTo>
                          <a:pt x="680" y="288"/>
                        </a:lnTo>
                        <a:lnTo>
                          <a:pt x="672" y="344"/>
                        </a:lnTo>
                        <a:lnTo>
                          <a:pt x="664" y="416"/>
                        </a:lnTo>
                        <a:lnTo>
                          <a:pt x="664" y="456"/>
                        </a:lnTo>
                        <a:lnTo>
                          <a:pt x="672" y="504"/>
                        </a:lnTo>
                        <a:lnTo>
                          <a:pt x="664" y="536"/>
                        </a:lnTo>
                        <a:lnTo>
                          <a:pt x="640" y="552"/>
                        </a:lnTo>
                        <a:lnTo>
                          <a:pt x="632" y="576"/>
                        </a:lnTo>
                        <a:lnTo>
                          <a:pt x="648" y="592"/>
                        </a:lnTo>
                        <a:lnTo>
                          <a:pt x="616" y="648"/>
                        </a:lnTo>
                        <a:lnTo>
                          <a:pt x="616" y="672"/>
                        </a:lnTo>
                        <a:lnTo>
                          <a:pt x="648" y="704"/>
                        </a:lnTo>
                        <a:lnTo>
                          <a:pt x="664" y="72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06" name="Freeform 263">
                    <a:extLst>
                      <a:ext uri="{FF2B5EF4-FFF2-40B4-BE49-F238E27FC236}">
                        <a16:creationId xmlns:a16="http://schemas.microsoft.com/office/drawing/2014/main" id="{063DD1B3-3251-71DE-E2F6-42391EF8C3B2}"/>
                      </a:ext>
                    </a:extLst>
                  </p:cNvPr>
                  <p:cNvSpPr>
                    <a:spLocks/>
                  </p:cNvSpPr>
                  <p:nvPr/>
                </p:nvSpPr>
                <p:spPr bwMode="gray">
                  <a:xfrm>
                    <a:off x="3329" y="2200"/>
                    <a:ext cx="102" cy="51"/>
                  </a:xfrm>
                  <a:custGeom>
                    <a:avLst/>
                    <a:gdLst>
                      <a:gd name="T0" fmla="*/ 23 w 144"/>
                      <a:gd name="T1" fmla="*/ 17 h 72"/>
                      <a:gd name="T2" fmla="*/ 17 w 144"/>
                      <a:gd name="T3" fmla="*/ 17 h 72"/>
                      <a:gd name="T4" fmla="*/ 11 w 144"/>
                      <a:gd name="T5" fmla="*/ 17 h 72"/>
                      <a:gd name="T6" fmla="*/ 14 w 144"/>
                      <a:gd name="T7" fmla="*/ 14 h 72"/>
                      <a:gd name="T8" fmla="*/ 11 w 144"/>
                      <a:gd name="T9" fmla="*/ 11 h 72"/>
                      <a:gd name="T10" fmla="*/ 11 w 144"/>
                      <a:gd name="T11" fmla="*/ 6 h 72"/>
                      <a:gd name="T12" fmla="*/ 8 w 144"/>
                      <a:gd name="T13" fmla="*/ 6 h 72"/>
                      <a:gd name="T14" fmla="*/ 6 w 144"/>
                      <a:gd name="T15" fmla="*/ 3 h 72"/>
                      <a:gd name="T16" fmla="*/ 0 w 144"/>
                      <a:gd name="T17" fmla="*/ 0 h 72"/>
                      <a:gd name="T18" fmla="*/ 8 w 144"/>
                      <a:gd name="T19" fmla="*/ 3 h 72"/>
                      <a:gd name="T20" fmla="*/ 20 w 144"/>
                      <a:gd name="T21" fmla="*/ 3 h 72"/>
                      <a:gd name="T22" fmla="*/ 23 w 144"/>
                      <a:gd name="T23" fmla="*/ 3 h 72"/>
                      <a:gd name="T24" fmla="*/ 34 w 144"/>
                      <a:gd name="T25" fmla="*/ 6 h 72"/>
                      <a:gd name="T26" fmla="*/ 42 w 144"/>
                      <a:gd name="T27" fmla="*/ 11 h 72"/>
                      <a:gd name="T28" fmla="*/ 45 w 144"/>
                      <a:gd name="T29" fmla="*/ 11 h 72"/>
                      <a:gd name="T30" fmla="*/ 48 w 144"/>
                      <a:gd name="T31" fmla="*/ 17 h 72"/>
                      <a:gd name="T32" fmla="*/ 51 w 144"/>
                      <a:gd name="T33" fmla="*/ 23 h 72"/>
                      <a:gd name="T34" fmla="*/ 51 w 144"/>
                      <a:gd name="T35" fmla="*/ 26 h 72"/>
                      <a:gd name="T36" fmla="*/ 40 w 144"/>
                      <a:gd name="T37" fmla="*/ 23 h 72"/>
                      <a:gd name="T38" fmla="*/ 31 w 144"/>
                      <a:gd name="T39" fmla="*/ 20 h 72"/>
                      <a:gd name="T40" fmla="*/ 23 w 144"/>
                      <a:gd name="T41" fmla="*/ 17 h 7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4"/>
                      <a:gd name="T64" fmla="*/ 0 h 72"/>
                      <a:gd name="T65" fmla="*/ 144 w 144"/>
                      <a:gd name="T66" fmla="*/ 72 h 7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4" h="72">
                        <a:moveTo>
                          <a:pt x="64" y="48"/>
                        </a:moveTo>
                        <a:lnTo>
                          <a:pt x="48" y="48"/>
                        </a:lnTo>
                        <a:lnTo>
                          <a:pt x="32" y="48"/>
                        </a:lnTo>
                        <a:lnTo>
                          <a:pt x="40" y="40"/>
                        </a:lnTo>
                        <a:lnTo>
                          <a:pt x="32" y="32"/>
                        </a:lnTo>
                        <a:lnTo>
                          <a:pt x="32" y="16"/>
                        </a:lnTo>
                        <a:lnTo>
                          <a:pt x="24" y="16"/>
                        </a:lnTo>
                        <a:lnTo>
                          <a:pt x="16" y="8"/>
                        </a:lnTo>
                        <a:lnTo>
                          <a:pt x="0" y="0"/>
                        </a:lnTo>
                        <a:lnTo>
                          <a:pt x="24" y="8"/>
                        </a:lnTo>
                        <a:lnTo>
                          <a:pt x="56" y="8"/>
                        </a:lnTo>
                        <a:lnTo>
                          <a:pt x="64" y="8"/>
                        </a:lnTo>
                        <a:lnTo>
                          <a:pt x="96" y="16"/>
                        </a:lnTo>
                        <a:lnTo>
                          <a:pt x="120" y="32"/>
                        </a:lnTo>
                        <a:lnTo>
                          <a:pt x="128" y="32"/>
                        </a:lnTo>
                        <a:lnTo>
                          <a:pt x="136" y="48"/>
                        </a:lnTo>
                        <a:lnTo>
                          <a:pt x="144" y="64"/>
                        </a:lnTo>
                        <a:lnTo>
                          <a:pt x="144" y="72"/>
                        </a:lnTo>
                        <a:lnTo>
                          <a:pt x="112" y="64"/>
                        </a:lnTo>
                        <a:lnTo>
                          <a:pt x="88" y="56"/>
                        </a:lnTo>
                        <a:lnTo>
                          <a:pt x="64" y="4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07" name="Freeform 264">
                    <a:extLst>
                      <a:ext uri="{FF2B5EF4-FFF2-40B4-BE49-F238E27FC236}">
                        <a16:creationId xmlns:a16="http://schemas.microsoft.com/office/drawing/2014/main" id="{50B9ED2F-0628-D7E4-C110-FCBB5A3CCCF8}"/>
                      </a:ext>
                    </a:extLst>
                  </p:cNvPr>
                  <p:cNvSpPr>
                    <a:spLocks/>
                  </p:cNvSpPr>
                  <p:nvPr/>
                </p:nvSpPr>
                <p:spPr bwMode="gray">
                  <a:xfrm>
                    <a:off x="3515" y="2211"/>
                    <a:ext cx="197" cy="141"/>
                  </a:xfrm>
                  <a:custGeom>
                    <a:avLst/>
                    <a:gdLst>
                      <a:gd name="T0" fmla="*/ 23 w 280"/>
                      <a:gd name="T1" fmla="*/ 8 h 200"/>
                      <a:gd name="T2" fmla="*/ 14 w 280"/>
                      <a:gd name="T3" fmla="*/ 8 h 200"/>
                      <a:gd name="T4" fmla="*/ 11 w 280"/>
                      <a:gd name="T5" fmla="*/ 6 h 200"/>
                      <a:gd name="T6" fmla="*/ 6 w 280"/>
                      <a:gd name="T7" fmla="*/ 3 h 200"/>
                      <a:gd name="T8" fmla="*/ 3 w 280"/>
                      <a:gd name="T9" fmla="*/ 3 h 200"/>
                      <a:gd name="T10" fmla="*/ 0 w 280"/>
                      <a:gd name="T11" fmla="*/ 6 h 200"/>
                      <a:gd name="T12" fmla="*/ 0 w 280"/>
                      <a:gd name="T13" fmla="*/ 8 h 200"/>
                      <a:gd name="T14" fmla="*/ 3 w 280"/>
                      <a:gd name="T15" fmla="*/ 6 h 200"/>
                      <a:gd name="T16" fmla="*/ 8 w 280"/>
                      <a:gd name="T17" fmla="*/ 8 h 200"/>
                      <a:gd name="T18" fmla="*/ 11 w 280"/>
                      <a:gd name="T19" fmla="*/ 11 h 200"/>
                      <a:gd name="T20" fmla="*/ 14 w 280"/>
                      <a:gd name="T21" fmla="*/ 14 h 200"/>
                      <a:gd name="T22" fmla="*/ 14 w 280"/>
                      <a:gd name="T23" fmla="*/ 17 h 200"/>
                      <a:gd name="T24" fmla="*/ 8 w 280"/>
                      <a:gd name="T25" fmla="*/ 19 h 200"/>
                      <a:gd name="T26" fmla="*/ 3 w 280"/>
                      <a:gd name="T27" fmla="*/ 19 h 200"/>
                      <a:gd name="T28" fmla="*/ 0 w 280"/>
                      <a:gd name="T29" fmla="*/ 25 h 200"/>
                      <a:gd name="T30" fmla="*/ 3 w 280"/>
                      <a:gd name="T31" fmla="*/ 25 h 200"/>
                      <a:gd name="T32" fmla="*/ 6 w 280"/>
                      <a:gd name="T33" fmla="*/ 25 h 200"/>
                      <a:gd name="T34" fmla="*/ 8 w 280"/>
                      <a:gd name="T35" fmla="*/ 31 h 200"/>
                      <a:gd name="T36" fmla="*/ 6 w 280"/>
                      <a:gd name="T37" fmla="*/ 31 h 200"/>
                      <a:gd name="T38" fmla="*/ 8 w 280"/>
                      <a:gd name="T39" fmla="*/ 36 h 200"/>
                      <a:gd name="T40" fmla="*/ 11 w 280"/>
                      <a:gd name="T41" fmla="*/ 51 h 200"/>
                      <a:gd name="T42" fmla="*/ 17 w 280"/>
                      <a:gd name="T43" fmla="*/ 51 h 200"/>
                      <a:gd name="T44" fmla="*/ 23 w 280"/>
                      <a:gd name="T45" fmla="*/ 42 h 200"/>
                      <a:gd name="T46" fmla="*/ 39 w 280"/>
                      <a:gd name="T47" fmla="*/ 44 h 200"/>
                      <a:gd name="T48" fmla="*/ 42 w 280"/>
                      <a:gd name="T49" fmla="*/ 48 h 200"/>
                      <a:gd name="T50" fmla="*/ 48 w 280"/>
                      <a:gd name="T51" fmla="*/ 48 h 200"/>
                      <a:gd name="T52" fmla="*/ 61 w 280"/>
                      <a:gd name="T53" fmla="*/ 59 h 200"/>
                      <a:gd name="T54" fmla="*/ 61 w 280"/>
                      <a:gd name="T55" fmla="*/ 65 h 200"/>
                      <a:gd name="T56" fmla="*/ 67 w 280"/>
                      <a:gd name="T57" fmla="*/ 67 h 200"/>
                      <a:gd name="T58" fmla="*/ 72 w 280"/>
                      <a:gd name="T59" fmla="*/ 70 h 200"/>
                      <a:gd name="T60" fmla="*/ 72 w 280"/>
                      <a:gd name="T61" fmla="*/ 65 h 200"/>
                      <a:gd name="T62" fmla="*/ 86 w 280"/>
                      <a:gd name="T63" fmla="*/ 56 h 200"/>
                      <a:gd name="T64" fmla="*/ 89 w 280"/>
                      <a:gd name="T65" fmla="*/ 51 h 200"/>
                      <a:gd name="T66" fmla="*/ 98 w 280"/>
                      <a:gd name="T67" fmla="*/ 51 h 200"/>
                      <a:gd name="T68" fmla="*/ 94 w 280"/>
                      <a:gd name="T69" fmla="*/ 44 h 200"/>
                      <a:gd name="T70" fmla="*/ 92 w 280"/>
                      <a:gd name="T71" fmla="*/ 44 h 200"/>
                      <a:gd name="T72" fmla="*/ 84 w 280"/>
                      <a:gd name="T73" fmla="*/ 42 h 200"/>
                      <a:gd name="T74" fmla="*/ 78 w 280"/>
                      <a:gd name="T75" fmla="*/ 39 h 200"/>
                      <a:gd name="T76" fmla="*/ 72 w 280"/>
                      <a:gd name="T77" fmla="*/ 31 h 200"/>
                      <a:gd name="T78" fmla="*/ 70 w 280"/>
                      <a:gd name="T79" fmla="*/ 23 h 200"/>
                      <a:gd name="T80" fmla="*/ 64 w 280"/>
                      <a:gd name="T81" fmla="*/ 17 h 200"/>
                      <a:gd name="T82" fmla="*/ 61 w 280"/>
                      <a:gd name="T83" fmla="*/ 14 h 200"/>
                      <a:gd name="T84" fmla="*/ 50 w 280"/>
                      <a:gd name="T85" fmla="*/ 11 h 200"/>
                      <a:gd name="T86" fmla="*/ 50 w 280"/>
                      <a:gd name="T87" fmla="*/ 8 h 200"/>
                      <a:gd name="T88" fmla="*/ 50 w 280"/>
                      <a:gd name="T89" fmla="*/ 6 h 200"/>
                      <a:gd name="T90" fmla="*/ 48 w 280"/>
                      <a:gd name="T91" fmla="*/ 3 h 200"/>
                      <a:gd name="T92" fmla="*/ 44 w 280"/>
                      <a:gd name="T93" fmla="*/ 0 h 200"/>
                      <a:gd name="T94" fmla="*/ 42 w 280"/>
                      <a:gd name="T95" fmla="*/ 0 h 200"/>
                      <a:gd name="T96" fmla="*/ 42 w 280"/>
                      <a:gd name="T97" fmla="*/ 3 h 200"/>
                      <a:gd name="T98" fmla="*/ 39 w 280"/>
                      <a:gd name="T99" fmla="*/ 0 h 200"/>
                      <a:gd name="T100" fmla="*/ 36 w 280"/>
                      <a:gd name="T101" fmla="*/ 3 h 200"/>
                      <a:gd name="T102" fmla="*/ 34 w 280"/>
                      <a:gd name="T103" fmla="*/ 11 h 200"/>
                      <a:gd name="T104" fmla="*/ 23 w 280"/>
                      <a:gd name="T105" fmla="*/ 8 h 2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80"/>
                      <a:gd name="T160" fmla="*/ 0 h 200"/>
                      <a:gd name="T161" fmla="*/ 280 w 280"/>
                      <a:gd name="T162" fmla="*/ 200 h 2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80" h="200">
                        <a:moveTo>
                          <a:pt x="64" y="24"/>
                        </a:moveTo>
                        <a:lnTo>
                          <a:pt x="40" y="24"/>
                        </a:lnTo>
                        <a:lnTo>
                          <a:pt x="32" y="16"/>
                        </a:lnTo>
                        <a:lnTo>
                          <a:pt x="16" y="8"/>
                        </a:lnTo>
                        <a:lnTo>
                          <a:pt x="8" y="8"/>
                        </a:lnTo>
                        <a:lnTo>
                          <a:pt x="0" y="16"/>
                        </a:lnTo>
                        <a:lnTo>
                          <a:pt x="0" y="24"/>
                        </a:lnTo>
                        <a:lnTo>
                          <a:pt x="8" y="16"/>
                        </a:lnTo>
                        <a:lnTo>
                          <a:pt x="24" y="24"/>
                        </a:lnTo>
                        <a:lnTo>
                          <a:pt x="32" y="32"/>
                        </a:lnTo>
                        <a:lnTo>
                          <a:pt x="40" y="40"/>
                        </a:lnTo>
                        <a:lnTo>
                          <a:pt x="40" y="48"/>
                        </a:lnTo>
                        <a:lnTo>
                          <a:pt x="24" y="56"/>
                        </a:lnTo>
                        <a:lnTo>
                          <a:pt x="8" y="56"/>
                        </a:lnTo>
                        <a:lnTo>
                          <a:pt x="0" y="72"/>
                        </a:lnTo>
                        <a:lnTo>
                          <a:pt x="8" y="72"/>
                        </a:lnTo>
                        <a:lnTo>
                          <a:pt x="16" y="72"/>
                        </a:lnTo>
                        <a:lnTo>
                          <a:pt x="24" y="88"/>
                        </a:lnTo>
                        <a:lnTo>
                          <a:pt x="16" y="88"/>
                        </a:lnTo>
                        <a:lnTo>
                          <a:pt x="24" y="104"/>
                        </a:lnTo>
                        <a:lnTo>
                          <a:pt x="32" y="144"/>
                        </a:lnTo>
                        <a:lnTo>
                          <a:pt x="48" y="144"/>
                        </a:lnTo>
                        <a:lnTo>
                          <a:pt x="64" y="120"/>
                        </a:lnTo>
                        <a:lnTo>
                          <a:pt x="112" y="128"/>
                        </a:lnTo>
                        <a:lnTo>
                          <a:pt x="120" y="136"/>
                        </a:lnTo>
                        <a:lnTo>
                          <a:pt x="136" y="136"/>
                        </a:lnTo>
                        <a:lnTo>
                          <a:pt x="176" y="168"/>
                        </a:lnTo>
                        <a:lnTo>
                          <a:pt x="176" y="184"/>
                        </a:lnTo>
                        <a:lnTo>
                          <a:pt x="192" y="192"/>
                        </a:lnTo>
                        <a:lnTo>
                          <a:pt x="208" y="200"/>
                        </a:lnTo>
                        <a:lnTo>
                          <a:pt x="208" y="184"/>
                        </a:lnTo>
                        <a:lnTo>
                          <a:pt x="248" y="160"/>
                        </a:lnTo>
                        <a:lnTo>
                          <a:pt x="256" y="144"/>
                        </a:lnTo>
                        <a:lnTo>
                          <a:pt x="280" y="144"/>
                        </a:lnTo>
                        <a:lnTo>
                          <a:pt x="272" y="128"/>
                        </a:lnTo>
                        <a:lnTo>
                          <a:pt x="264" y="128"/>
                        </a:lnTo>
                        <a:lnTo>
                          <a:pt x="240" y="120"/>
                        </a:lnTo>
                        <a:lnTo>
                          <a:pt x="224" y="112"/>
                        </a:lnTo>
                        <a:lnTo>
                          <a:pt x="208" y="88"/>
                        </a:lnTo>
                        <a:lnTo>
                          <a:pt x="200" y="64"/>
                        </a:lnTo>
                        <a:lnTo>
                          <a:pt x="184" y="48"/>
                        </a:lnTo>
                        <a:lnTo>
                          <a:pt x="176" y="40"/>
                        </a:lnTo>
                        <a:lnTo>
                          <a:pt x="144" y="32"/>
                        </a:lnTo>
                        <a:lnTo>
                          <a:pt x="144" y="24"/>
                        </a:lnTo>
                        <a:lnTo>
                          <a:pt x="144" y="16"/>
                        </a:lnTo>
                        <a:lnTo>
                          <a:pt x="136" y="8"/>
                        </a:lnTo>
                        <a:lnTo>
                          <a:pt x="128" y="0"/>
                        </a:lnTo>
                        <a:lnTo>
                          <a:pt x="120" y="0"/>
                        </a:lnTo>
                        <a:lnTo>
                          <a:pt x="120" y="8"/>
                        </a:lnTo>
                        <a:lnTo>
                          <a:pt x="112" y="0"/>
                        </a:lnTo>
                        <a:lnTo>
                          <a:pt x="104" y="8"/>
                        </a:lnTo>
                        <a:lnTo>
                          <a:pt x="96" y="32"/>
                        </a:lnTo>
                        <a:lnTo>
                          <a:pt x="64"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08" name="Freeform 265">
                    <a:extLst>
                      <a:ext uri="{FF2B5EF4-FFF2-40B4-BE49-F238E27FC236}">
                        <a16:creationId xmlns:a16="http://schemas.microsoft.com/office/drawing/2014/main" id="{B99AFE9A-4A24-8088-976D-7176DF505E6B}"/>
                      </a:ext>
                    </a:extLst>
                  </p:cNvPr>
                  <p:cNvSpPr>
                    <a:spLocks/>
                  </p:cNvSpPr>
                  <p:nvPr/>
                </p:nvSpPr>
                <p:spPr bwMode="gray">
                  <a:xfrm>
                    <a:off x="3431" y="1935"/>
                    <a:ext cx="585" cy="310"/>
                  </a:xfrm>
                  <a:custGeom>
                    <a:avLst/>
                    <a:gdLst>
                      <a:gd name="T0" fmla="*/ 161 w 832"/>
                      <a:gd name="T1" fmla="*/ 142 h 440"/>
                      <a:gd name="T2" fmla="*/ 181 w 832"/>
                      <a:gd name="T3" fmla="*/ 137 h 440"/>
                      <a:gd name="T4" fmla="*/ 189 w 832"/>
                      <a:gd name="T5" fmla="*/ 135 h 440"/>
                      <a:gd name="T6" fmla="*/ 203 w 832"/>
                      <a:gd name="T7" fmla="*/ 135 h 440"/>
                      <a:gd name="T8" fmla="*/ 234 w 832"/>
                      <a:gd name="T9" fmla="*/ 137 h 440"/>
                      <a:gd name="T10" fmla="*/ 239 w 832"/>
                      <a:gd name="T11" fmla="*/ 128 h 440"/>
                      <a:gd name="T12" fmla="*/ 248 w 832"/>
                      <a:gd name="T13" fmla="*/ 109 h 440"/>
                      <a:gd name="T14" fmla="*/ 256 w 832"/>
                      <a:gd name="T15" fmla="*/ 106 h 440"/>
                      <a:gd name="T16" fmla="*/ 276 w 832"/>
                      <a:gd name="T17" fmla="*/ 95 h 440"/>
                      <a:gd name="T18" fmla="*/ 289 w 832"/>
                      <a:gd name="T19" fmla="*/ 70 h 440"/>
                      <a:gd name="T20" fmla="*/ 264 w 832"/>
                      <a:gd name="T21" fmla="*/ 50 h 440"/>
                      <a:gd name="T22" fmla="*/ 231 w 832"/>
                      <a:gd name="T23" fmla="*/ 39 h 440"/>
                      <a:gd name="T24" fmla="*/ 214 w 832"/>
                      <a:gd name="T25" fmla="*/ 17 h 440"/>
                      <a:gd name="T26" fmla="*/ 200 w 832"/>
                      <a:gd name="T27" fmla="*/ 14 h 440"/>
                      <a:gd name="T28" fmla="*/ 189 w 832"/>
                      <a:gd name="T29" fmla="*/ 14 h 440"/>
                      <a:gd name="T30" fmla="*/ 169 w 832"/>
                      <a:gd name="T31" fmla="*/ 3 h 440"/>
                      <a:gd name="T32" fmla="*/ 148 w 832"/>
                      <a:gd name="T33" fmla="*/ 0 h 440"/>
                      <a:gd name="T34" fmla="*/ 108 w 832"/>
                      <a:gd name="T35" fmla="*/ 17 h 440"/>
                      <a:gd name="T36" fmla="*/ 105 w 832"/>
                      <a:gd name="T37" fmla="*/ 25 h 440"/>
                      <a:gd name="T38" fmla="*/ 103 w 832"/>
                      <a:gd name="T39" fmla="*/ 34 h 440"/>
                      <a:gd name="T40" fmla="*/ 98 w 832"/>
                      <a:gd name="T41" fmla="*/ 42 h 440"/>
                      <a:gd name="T42" fmla="*/ 98 w 832"/>
                      <a:gd name="T43" fmla="*/ 56 h 440"/>
                      <a:gd name="T44" fmla="*/ 92 w 832"/>
                      <a:gd name="T45" fmla="*/ 56 h 440"/>
                      <a:gd name="T46" fmla="*/ 67 w 832"/>
                      <a:gd name="T47" fmla="*/ 50 h 440"/>
                      <a:gd name="T48" fmla="*/ 58 w 832"/>
                      <a:gd name="T49" fmla="*/ 50 h 440"/>
                      <a:gd name="T50" fmla="*/ 41 w 832"/>
                      <a:gd name="T51" fmla="*/ 48 h 440"/>
                      <a:gd name="T52" fmla="*/ 27 w 832"/>
                      <a:gd name="T53" fmla="*/ 39 h 440"/>
                      <a:gd name="T54" fmla="*/ 8 w 832"/>
                      <a:gd name="T55" fmla="*/ 58 h 440"/>
                      <a:gd name="T56" fmla="*/ 0 w 832"/>
                      <a:gd name="T57" fmla="*/ 84 h 440"/>
                      <a:gd name="T58" fmla="*/ 14 w 832"/>
                      <a:gd name="T59" fmla="*/ 98 h 440"/>
                      <a:gd name="T60" fmla="*/ 27 w 832"/>
                      <a:gd name="T61" fmla="*/ 98 h 440"/>
                      <a:gd name="T62" fmla="*/ 36 w 832"/>
                      <a:gd name="T63" fmla="*/ 95 h 440"/>
                      <a:gd name="T64" fmla="*/ 44 w 832"/>
                      <a:gd name="T65" fmla="*/ 95 h 440"/>
                      <a:gd name="T66" fmla="*/ 44 w 832"/>
                      <a:gd name="T67" fmla="*/ 104 h 440"/>
                      <a:gd name="T68" fmla="*/ 31 w 832"/>
                      <a:gd name="T69" fmla="*/ 115 h 440"/>
                      <a:gd name="T70" fmla="*/ 27 w 832"/>
                      <a:gd name="T71" fmla="*/ 120 h 440"/>
                      <a:gd name="T72" fmla="*/ 31 w 832"/>
                      <a:gd name="T73" fmla="*/ 126 h 440"/>
                      <a:gd name="T74" fmla="*/ 39 w 832"/>
                      <a:gd name="T75" fmla="*/ 135 h 440"/>
                      <a:gd name="T76" fmla="*/ 44 w 832"/>
                      <a:gd name="T77" fmla="*/ 140 h 440"/>
                      <a:gd name="T78" fmla="*/ 56 w 832"/>
                      <a:gd name="T79" fmla="*/ 145 h 440"/>
                      <a:gd name="T80" fmla="*/ 84 w 832"/>
                      <a:gd name="T81" fmla="*/ 109 h 440"/>
                      <a:gd name="T82" fmla="*/ 111 w 832"/>
                      <a:gd name="T83" fmla="*/ 126 h 440"/>
                      <a:gd name="T84" fmla="*/ 128 w 832"/>
                      <a:gd name="T85" fmla="*/ 132 h 440"/>
                      <a:gd name="T86" fmla="*/ 142 w 832"/>
                      <a:gd name="T87" fmla="*/ 149 h 440"/>
                      <a:gd name="T88" fmla="*/ 150 w 832"/>
                      <a:gd name="T89" fmla="*/ 154 h 44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32"/>
                      <a:gd name="T136" fmla="*/ 0 h 440"/>
                      <a:gd name="T137" fmla="*/ 832 w 832"/>
                      <a:gd name="T138" fmla="*/ 440 h 44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32" h="440">
                        <a:moveTo>
                          <a:pt x="448" y="432"/>
                        </a:moveTo>
                        <a:lnTo>
                          <a:pt x="456" y="416"/>
                        </a:lnTo>
                        <a:lnTo>
                          <a:pt x="464" y="408"/>
                        </a:lnTo>
                        <a:lnTo>
                          <a:pt x="496" y="400"/>
                        </a:lnTo>
                        <a:lnTo>
                          <a:pt x="504" y="392"/>
                        </a:lnTo>
                        <a:lnTo>
                          <a:pt x="520" y="392"/>
                        </a:lnTo>
                        <a:lnTo>
                          <a:pt x="528" y="400"/>
                        </a:lnTo>
                        <a:lnTo>
                          <a:pt x="552" y="392"/>
                        </a:lnTo>
                        <a:lnTo>
                          <a:pt x="544" y="384"/>
                        </a:lnTo>
                        <a:lnTo>
                          <a:pt x="568" y="368"/>
                        </a:lnTo>
                        <a:lnTo>
                          <a:pt x="576" y="376"/>
                        </a:lnTo>
                        <a:lnTo>
                          <a:pt x="584" y="384"/>
                        </a:lnTo>
                        <a:lnTo>
                          <a:pt x="616" y="376"/>
                        </a:lnTo>
                        <a:lnTo>
                          <a:pt x="648" y="384"/>
                        </a:lnTo>
                        <a:lnTo>
                          <a:pt x="672" y="392"/>
                        </a:lnTo>
                        <a:lnTo>
                          <a:pt x="688" y="400"/>
                        </a:lnTo>
                        <a:lnTo>
                          <a:pt x="696" y="376"/>
                        </a:lnTo>
                        <a:lnTo>
                          <a:pt x="688" y="368"/>
                        </a:lnTo>
                        <a:lnTo>
                          <a:pt x="688" y="344"/>
                        </a:lnTo>
                        <a:lnTo>
                          <a:pt x="672" y="328"/>
                        </a:lnTo>
                        <a:lnTo>
                          <a:pt x="712" y="312"/>
                        </a:lnTo>
                        <a:lnTo>
                          <a:pt x="728" y="328"/>
                        </a:lnTo>
                        <a:lnTo>
                          <a:pt x="736" y="320"/>
                        </a:lnTo>
                        <a:lnTo>
                          <a:pt x="736" y="304"/>
                        </a:lnTo>
                        <a:lnTo>
                          <a:pt x="752" y="264"/>
                        </a:lnTo>
                        <a:lnTo>
                          <a:pt x="776" y="264"/>
                        </a:lnTo>
                        <a:lnTo>
                          <a:pt x="792" y="272"/>
                        </a:lnTo>
                        <a:lnTo>
                          <a:pt x="800" y="264"/>
                        </a:lnTo>
                        <a:lnTo>
                          <a:pt x="792" y="232"/>
                        </a:lnTo>
                        <a:lnTo>
                          <a:pt x="832" y="200"/>
                        </a:lnTo>
                        <a:lnTo>
                          <a:pt x="832" y="192"/>
                        </a:lnTo>
                        <a:lnTo>
                          <a:pt x="792" y="184"/>
                        </a:lnTo>
                        <a:lnTo>
                          <a:pt x="760" y="144"/>
                        </a:lnTo>
                        <a:lnTo>
                          <a:pt x="736" y="144"/>
                        </a:lnTo>
                        <a:lnTo>
                          <a:pt x="680" y="144"/>
                        </a:lnTo>
                        <a:lnTo>
                          <a:pt x="664" y="112"/>
                        </a:lnTo>
                        <a:lnTo>
                          <a:pt x="648" y="88"/>
                        </a:lnTo>
                        <a:lnTo>
                          <a:pt x="624" y="64"/>
                        </a:lnTo>
                        <a:lnTo>
                          <a:pt x="616" y="48"/>
                        </a:lnTo>
                        <a:lnTo>
                          <a:pt x="616" y="32"/>
                        </a:lnTo>
                        <a:lnTo>
                          <a:pt x="584" y="24"/>
                        </a:lnTo>
                        <a:lnTo>
                          <a:pt x="576" y="40"/>
                        </a:lnTo>
                        <a:lnTo>
                          <a:pt x="568" y="56"/>
                        </a:lnTo>
                        <a:lnTo>
                          <a:pt x="544" y="56"/>
                        </a:lnTo>
                        <a:lnTo>
                          <a:pt x="544" y="40"/>
                        </a:lnTo>
                        <a:lnTo>
                          <a:pt x="512" y="24"/>
                        </a:lnTo>
                        <a:lnTo>
                          <a:pt x="496" y="32"/>
                        </a:lnTo>
                        <a:lnTo>
                          <a:pt x="488" y="8"/>
                        </a:lnTo>
                        <a:lnTo>
                          <a:pt x="480" y="0"/>
                        </a:lnTo>
                        <a:lnTo>
                          <a:pt x="448" y="0"/>
                        </a:lnTo>
                        <a:lnTo>
                          <a:pt x="424" y="0"/>
                        </a:lnTo>
                        <a:lnTo>
                          <a:pt x="400" y="16"/>
                        </a:lnTo>
                        <a:lnTo>
                          <a:pt x="344" y="40"/>
                        </a:lnTo>
                        <a:lnTo>
                          <a:pt x="312" y="48"/>
                        </a:lnTo>
                        <a:lnTo>
                          <a:pt x="288" y="56"/>
                        </a:lnTo>
                        <a:lnTo>
                          <a:pt x="288" y="72"/>
                        </a:lnTo>
                        <a:lnTo>
                          <a:pt x="304" y="72"/>
                        </a:lnTo>
                        <a:lnTo>
                          <a:pt x="288" y="80"/>
                        </a:lnTo>
                        <a:lnTo>
                          <a:pt x="280" y="88"/>
                        </a:lnTo>
                        <a:lnTo>
                          <a:pt x="296" y="96"/>
                        </a:lnTo>
                        <a:lnTo>
                          <a:pt x="288" y="104"/>
                        </a:lnTo>
                        <a:lnTo>
                          <a:pt x="280" y="112"/>
                        </a:lnTo>
                        <a:lnTo>
                          <a:pt x="280" y="120"/>
                        </a:lnTo>
                        <a:lnTo>
                          <a:pt x="288" y="136"/>
                        </a:lnTo>
                        <a:lnTo>
                          <a:pt x="296" y="152"/>
                        </a:lnTo>
                        <a:lnTo>
                          <a:pt x="280" y="160"/>
                        </a:lnTo>
                        <a:lnTo>
                          <a:pt x="272" y="144"/>
                        </a:lnTo>
                        <a:lnTo>
                          <a:pt x="264" y="144"/>
                        </a:lnTo>
                        <a:lnTo>
                          <a:pt x="264" y="160"/>
                        </a:lnTo>
                        <a:lnTo>
                          <a:pt x="240" y="152"/>
                        </a:lnTo>
                        <a:lnTo>
                          <a:pt x="232" y="144"/>
                        </a:lnTo>
                        <a:lnTo>
                          <a:pt x="192" y="144"/>
                        </a:lnTo>
                        <a:lnTo>
                          <a:pt x="184" y="152"/>
                        </a:lnTo>
                        <a:lnTo>
                          <a:pt x="176" y="152"/>
                        </a:lnTo>
                        <a:lnTo>
                          <a:pt x="168" y="144"/>
                        </a:lnTo>
                        <a:lnTo>
                          <a:pt x="152" y="144"/>
                        </a:lnTo>
                        <a:lnTo>
                          <a:pt x="144" y="128"/>
                        </a:lnTo>
                        <a:lnTo>
                          <a:pt x="120" y="136"/>
                        </a:lnTo>
                        <a:lnTo>
                          <a:pt x="112" y="128"/>
                        </a:lnTo>
                        <a:lnTo>
                          <a:pt x="96" y="128"/>
                        </a:lnTo>
                        <a:lnTo>
                          <a:pt x="80" y="112"/>
                        </a:lnTo>
                        <a:lnTo>
                          <a:pt x="40" y="144"/>
                        </a:lnTo>
                        <a:lnTo>
                          <a:pt x="40" y="168"/>
                        </a:lnTo>
                        <a:lnTo>
                          <a:pt x="24" y="168"/>
                        </a:lnTo>
                        <a:lnTo>
                          <a:pt x="16" y="152"/>
                        </a:lnTo>
                        <a:lnTo>
                          <a:pt x="8" y="160"/>
                        </a:lnTo>
                        <a:lnTo>
                          <a:pt x="0" y="240"/>
                        </a:lnTo>
                        <a:lnTo>
                          <a:pt x="32" y="248"/>
                        </a:lnTo>
                        <a:lnTo>
                          <a:pt x="40" y="264"/>
                        </a:lnTo>
                        <a:lnTo>
                          <a:pt x="40" y="280"/>
                        </a:lnTo>
                        <a:lnTo>
                          <a:pt x="48" y="288"/>
                        </a:lnTo>
                        <a:lnTo>
                          <a:pt x="72" y="280"/>
                        </a:lnTo>
                        <a:lnTo>
                          <a:pt x="80" y="280"/>
                        </a:lnTo>
                        <a:lnTo>
                          <a:pt x="80" y="272"/>
                        </a:lnTo>
                        <a:lnTo>
                          <a:pt x="88" y="272"/>
                        </a:lnTo>
                        <a:lnTo>
                          <a:pt x="104" y="272"/>
                        </a:lnTo>
                        <a:lnTo>
                          <a:pt x="112" y="272"/>
                        </a:lnTo>
                        <a:lnTo>
                          <a:pt x="120" y="272"/>
                        </a:lnTo>
                        <a:lnTo>
                          <a:pt x="128" y="272"/>
                        </a:lnTo>
                        <a:lnTo>
                          <a:pt x="128" y="280"/>
                        </a:lnTo>
                        <a:lnTo>
                          <a:pt x="128" y="288"/>
                        </a:lnTo>
                        <a:lnTo>
                          <a:pt x="128" y="296"/>
                        </a:lnTo>
                        <a:lnTo>
                          <a:pt x="128" y="312"/>
                        </a:lnTo>
                        <a:lnTo>
                          <a:pt x="128" y="320"/>
                        </a:lnTo>
                        <a:lnTo>
                          <a:pt x="88" y="328"/>
                        </a:lnTo>
                        <a:lnTo>
                          <a:pt x="88" y="336"/>
                        </a:lnTo>
                        <a:lnTo>
                          <a:pt x="88" y="344"/>
                        </a:lnTo>
                        <a:lnTo>
                          <a:pt x="80" y="344"/>
                        </a:lnTo>
                        <a:lnTo>
                          <a:pt x="72" y="336"/>
                        </a:lnTo>
                        <a:lnTo>
                          <a:pt x="80" y="352"/>
                        </a:lnTo>
                        <a:lnTo>
                          <a:pt x="88" y="360"/>
                        </a:lnTo>
                        <a:lnTo>
                          <a:pt x="88" y="376"/>
                        </a:lnTo>
                        <a:lnTo>
                          <a:pt x="96" y="384"/>
                        </a:lnTo>
                        <a:lnTo>
                          <a:pt x="112" y="384"/>
                        </a:lnTo>
                        <a:lnTo>
                          <a:pt x="120" y="392"/>
                        </a:lnTo>
                        <a:lnTo>
                          <a:pt x="120" y="408"/>
                        </a:lnTo>
                        <a:lnTo>
                          <a:pt x="128" y="400"/>
                        </a:lnTo>
                        <a:lnTo>
                          <a:pt x="136" y="400"/>
                        </a:lnTo>
                        <a:lnTo>
                          <a:pt x="152" y="408"/>
                        </a:lnTo>
                        <a:lnTo>
                          <a:pt x="160" y="416"/>
                        </a:lnTo>
                        <a:lnTo>
                          <a:pt x="184" y="416"/>
                        </a:lnTo>
                        <a:lnTo>
                          <a:pt x="176" y="344"/>
                        </a:lnTo>
                        <a:lnTo>
                          <a:pt x="240" y="312"/>
                        </a:lnTo>
                        <a:lnTo>
                          <a:pt x="296" y="344"/>
                        </a:lnTo>
                        <a:lnTo>
                          <a:pt x="312" y="368"/>
                        </a:lnTo>
                        <a:lnTo>
                          <a:pt x="320" y="360"/>
                        </a:lnTo>
                        <a:lnTo>
                          <a:pt x="344" y="368"/>
                        </a:lnTo>
                        <a:lnTo>
                          <a:pt x="352" y="368"/>
                        </a:lnTo>
                        <a:lnTo>
                          <a:pt x="368" y="376"/>
                        </a:lnTo>
                        <a:lnTo>
                          <a:pt x="376" y="400"/>
                        </a:lnTo>
                        <a:lnTo>
                          <a:pt x="392" y="392"/>
                        </a:lnTo>
                        <a:lnTo>
                          <a:pt x="408" y="424"/>
                        </a:lnTo>
                        <a:lnTo>
                          <a:pt x="416" y="432"/>
                        </a:lnTo>
                        <a:lnTo>
                          <a:pt x="424" y="440"/>
                        </a:lnTo>
                        <a:lnTo>
                          <a:pt x="432" y="440"/>
                        </a:lnTo>
                        <a:lnTo>
                          <a:pt x="440" y="432"/>
                        </a:lnTo>
                        <a:lnTo>
                          <a:pt x="448" y="43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09" name="Freeform 266">
                    <a:extLst>
                      <a:ext uri="{FF2B5EF4-FFF2-40B4-BE49-F238E27FC236}">
                        <a16:creationId xmlns:a16="http://schemas.microsoft.com/office/drawing/2014/main" id="{6F9B9A76-45D9-1AB2-7ECE-00F66F62C559}"/>
                      </a:ext>
                    </a:extLst>
                  </p:cNvPr>
                  <p:cNvSpPr>
                    <a:spLocks/>
                  </p:cNvSpPr>
                  <p:nvPr/>
                </p:nvSpPr>
                <p:spPr bwMode="gray">
                  <a:xfrm>
                    <a:off x="3408" y="2228"/>
                    <a:ext cx="68" cy="73"/>
                  </a:xfrm>
                  <a:custGeom>
                    <a:avLst/>
                    <a:gdLst>
                      <a:gd name="T0" fmla="*/ 11 w 96"/>
                      <a:gd name="T1" fmla="*/ 25 h 104"/>
                      <a:gd name="T2" fmla="*/ 20 w 96"/>
                      <a:gd name="T3" fmla="*/ 22 h 104"/>
                      <a:gd name="T4" fmla="*/ 20 w 96"/>
                      <a:gd name="T5" fmla="*/ 25 h 104"/>
                      <a:gd name="T6" fmla="*/ 20 w 96"/>
                      <a:gd name="T7" fmla="*/ 31 h 104"/>
                      <a:gd name="T8" fmla="*/ 26 w 96"/>
                      <a:gd name="T9" fmla="*/ 36 h 104"/>
                      <a:gd name="T10" fmla="*/ 26 w 96"/>
                      <a:gd name="T11" fmla="*/ 31 h 104"/>
                      <a:gd name="T12" fmla="*/ 26 w 96"/>
                      <a:gd name="T13" fmla="*/ 25 h 104"/>
                      <a:gd name="T14" fmla="*/ 34 w 96"/>
                      <a:gd name="T15" fmla="*/ 17 h 104"/>
                      <a:gd name="T16" fmla="*/ 34 w 96"/>
                      <a:gd name="T17" fmla="*/ 14 h 104"/>
                      <a:gd name="T18" fmla="*/ 31 w 96"/>
                      <a:gd name="T19" fmla="*/ 8 h 104"/>
                      <a:gd name="T20" fmla="*/ 28 w 96"/>
                      <a:gd name="T21" fmla="*/ 3 h 104"/>
                      <a:gd name="T22" fmla="*/ 23 w 96"/>
                      <a:gd name="T23" fmla="*/ 0 h 104"/>
                      <a:gd name="T24" fmla="*/ 23 w 96"/>
                      <a:gd name="T25" fmla="*/ 6 h 104"/>
                      <a:gd name="T26" fmla="*/ 17 w 96"/>
                      <a:gd name="T27" fmla="*/ 6 h 104"/>
                      <a:gd name="T28" fmla="*/ 9 w 96"/>
                      <a:gd name="T29" fmla="*/ 3 h 104"/>
                      <a:gd name="T30" fmla="*/ 11 w 96"/>
                      <a:gd name="T31" fmla="*/ 8 h 104"/>
                      <a:gd name="T32" fmla="*/ 11 w 96"/>
                      <a:gd name="T33" fmla="*/ 11 h 104"/>
                      <a:gd name="T34" fmla="*/ 0 w 96"/>
                      <a:gd name="T35" fmla="*/ 8 h 104"/>
                      <a:gd name="T36" fmla="*/ 3 w 96"/>
                      <a:gd name="T37" fmla="*/ 14 h 104"/>
                      <a:gd name="T38" fmla="*/ 6 w 96"/>
                      <a:gd name="T39" fmla="*/ 17 h 104"/>
                      <a:gd name="T40" fmla="*/ 11 w 96"/>
                      <a:gd name="T41" fmla="*/ 25 h 10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104"/>
                      <a:gd name="T65" fmla="*/ 96 w 96"/>
                      <a:gd name="T66" fmla="*/ 104 h 10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104">
                        <a:moveTo>
                          <a:pt x="32" y="72"/>
                        </a:moveTo>
                        <a:lnTo>
                          <a:pt x="56" y="64"/>
                        </a:lnTo>
                        <a:lnTo>
                          <a:pt x="56" y="72"/>
                        </a:lnTo>
                        <a:lnTo>
                          <a:pt x="56" y="88"/>
                        </a:lnTo>
                        <a:lnTo>
                          <a:pt x="72" y="104"/>
                        </a:lnTo>
                        <a:lnTo>
                          <a:pt x="72" y="88"/>
                        </a:lnTo>
                        <a:lnTo>
                          <a:pt x="72" y="72"/>
                        </a:lnTo>
                        <a:lnTo>
                          <a:pt x="96" y="48"/>
                        </a:lnTo>
                        <a:lnTo>
                          <a:pt x="96" y="40"/>
                        </a:lnTo>
                        <a:lnTo>
                          <a:pt x="88" y="24"/>
                        </a:lnTo>
                        <a:lnTo>
                          <a:pt x="80" y="8"/>
                        </a:lnTo>
                        <a:lnTo>
                          <a:pt x="64" y="0"/>
                        </a:lnTo>
                        <a:lnTo>
                          <a:pt x="64" y="16"/>
                        </a:lnTo>
                        <a:lnTo>
                          <a:pt x="48" y="16"/>
                        </a:lnTo>
                        <a:lnTo>
                          <a:pt x="24" y="8"/>
                        </a:lnTo>
                        <a:lnTo>
                          <a:pt x="32" y="24"/>
                        </a:lnTo>
                        <a:lnTo>
                          <a:pt x="32" y="32"/>
                        </a:lnTo>
                        <a:lnTo>
                          <a:pt x="0" y="24"/>
                        </a:lnTo>
                        <a:lnTo>
                          <a:pt x="8" y="40"/>
                        </a:lnTo>
                        <a:lnTo>
                          <a:pt x="16" y="48"/>
                        </a:lnTo>
                        <a:lnTo>
                          <a:pt x="32" y="7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10" name="Freeform 267">
                    <a:extLst>
                      <a:ext uri="{FF2B5EF4-FFF2-40B4-BE49-F238E27FC236}">
                        <a16:creationId xmlns:a16="http://schemas.microsoft.com/office/drawing/2014/main" id="{CAAE5C4C-B202-49A8-C7EA-2A8BC9336CA0}"/>
                      </a:ext>
                    </a:extLst>
                  </p:cNvPr>
                  <p:cNvSpPr>
                    <a:spLocks/>
                  </p:cNvSpPr>
                  <p:nvPr/>
                </p:nvSpPr>
                <p:spPr bwMode="gray">
                  <a:xfrm>
                    <a:off x="3397" y="2273"/>
                    <a:ext cx="28" cy="11"/>
                  </a:xfrm>
                  <a:custGeom>
                    <a:avLst/>
                    <a:gdLst>
                      <a:gd name="T0" fmla="*/ 0 w 40"/>
                      <a:gd name="T1" fmla="*/ 0 h 16"/>
                      <a:gd name="T2" fmla="*/ 6 w 40"/>
                      <a:gd name="T3" fmla="*/ 0 h 16"/>
                      <a:gd name="T4" fmla="*/ 14 w 40"/>
                      <a:gd name="T5" fmla="*/ 3 h 16"/>
                      <a:gd name="T6" fmla="*/ 8 w 40"/>
                      <a:gd name="T7" fmla="*/ 6 h 16"/>
                      <a:gd name="T8" fmla="*/ 0 w 40"/>
                      <a:gd name="T9" fmla="*/ 0 h 16"/>
                      <a:gd name="T10" fmla="*/ 0 60000 65536"/>
                      <a:gd name="T11" fmla="*/ 0 60000 65536"/>
                      <a:gd name="T12" fmla="*/ 0 60000 65536"/>
                      <a:gd name="T13" fmla="*/ 0 60000 65536"/>
                      <a:gd name="T14" fmla="*/ 0 60000 65536"/>
                      <a:gd name="T15" fmla="*/ 0 w 40"/>
                      <a:gd name="T16" fmla="*/ 0 h 16"/>
                      <a:gd name="T17" fmla="*/ 40 w 40"/>
                      <a:gd name="T18" fmla="*/ 16 h 16"/>
                    </a:gdLst>
                    <a:ahLst/>
                    <a:cxnLst>
                      <a:cxn ang="T10">
                        <a:pos x="T0" y="T1"/>
                      </a:cxn>
                      <a:cxn ang="T11">
                        <a:pos x="T2" y="T3"/>
                      </a:cxn>
                      <a:cxn ang="T12">
                        <a:pos x="T4" y="T5"/>
                      </a:cxn>
                      <a:cxn ang="T13">
                        <a:pos x="T6" y="T7"/>
                      </a:cxn>
                      <a:cxn ang="T14">
                        <a:pos x="T8" y="T9"/>
                      </a:cxn>
                    </a:cxnLst>
                    <a:rect l="T15" t="T16" r="T17" b="T18"/>
                    <a:pathLst>
                      <a:path w="40" h="16">
                        <a:moveTo>
                          <a:pt x="0" y="0"/>
                        </a:moveTo>
                        <a:lnTo>
                          <a:pt x="16" y="0"/>
                        </a:lnTo>
                        <a:lnTo>
                          <a:pt x="40" y="8"/>
                        </a:lnTo>
                        <a:lnTo>
                          <a:pt x="24" y="16"/>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11" name="Freeform 268">
                    <a:extLst>
                      <a:ext uri="{FF2B5EF4-FFF2-40B4-BE49-F238E27FC236}">
                        <a16:creationId xmlns:a16="http://schemas.microsoft.com/office/drawing/2014/main" id="{D8288CCA-3155-C5DD-4F92-1B96163C9590}"/>
                      </a:ext>
                    </a:extLst>
                  </p:cNvPr>
                  <p:cNvSpPr>
                    <a:spLocks/>
                  </p:cNvSpPr>
                  <p:nvPr/>
                </p:nvSpPr>
                <p:spPr bwMode="gray">
                  <a:xfrm>
                    <a:off x="5062" y="1755"/>
                    <a:ext cx="34" cy="29"/>
                  </a:xfrm>
                  <a:custGeom>
                    <a:avLst/>
                    <a:gdLst>
                      <a:gd name="T0" fmla="*/ 17 w 48"/>
                      <a:gd name="T1" fmla="*/ 0 h 40"/>
                      <a:gd name="T2" fmla="*/ 17 w 48"/>
                      <a:gd name="T3" fmla="*/ 3 h 40"/>
                      <a:gd name="T4" fmla="*/ 9 w 48"/>
                      <a:gd name="T5" fmla="*/ 9 h 40"/>
                      <a:gd name="T6" fmla="*/ 6 w 48"/>
                      <a:gd name="T7" fmla="*/ 15 h 40"/>
                      <a:gd name="T8" fmla="*/ 3 w 48"/>
                      <a:gd name="T9" fmla="*/ 15 h 40"/>
                      <a:gd name="T10" fmla="*/ 3 w 48"/>
                      <a:gd name="T11" fmla="*/ 9 h 40"/>
                      <a:gd name="T12" fmla="*/ 0 w 48"/>
                      <a:gd name="T13" fmla="*/ 9 h 40"/>
                      <a:gd name="T14" fmla="*/ 3 w 48"/>
                      <a:gd name="T15" fmla="*/ 3 h 40"/>
                      <a:gd name="T16" fmla="*/ 3 w 48"/>
                      <a:gd name="T17" fmla="*/ 0 h 40"/>
                      <a:gd name="T18" fmla="*/ 17 w 48"/>
                      <a:gd name="T19" fmla="*/ 0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8"/>
                      <a:gd name="T31" fmla="*/ 0 h 40"/>
                      <a:gd name="T32" fmla="*/ 48 w 48"/>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8" h="40">
                        <a:moveTo>
                          <a:pt x="48" y="0"/>
                        </a:moveTo>
                        <a:lnTo>
                          <a:pt x="48" y="8"/>
                        </a:lnTo>
                        <a:lnTo>
                          <a:pt x="24" y="24"/>
                        </a:lnTo>
                        <a:lnTo>
                          <a:pt x="16" y="40"/>
                        </a:lnTo>
                        <a:lnTo>
                          <a:pt x="8" y="40"/>
                        </a:lnTo>
                        <a:lnTo>
                          <a:pt x="8" y="24"/>
                        </a:lnTo>
                        <a:lnTo>
                          <a:pt x="0" y="24"/>
                        </a:lnTo>
                        <a:lnTo>
                          <a:pt x="8" y="8"/>
                        </a:lnTo>
                        <a:lnTo>
                          <a:pt x="8" y="0"/>
                        </a:lnTo>
                        <a:lnTo>
                          <a:pt x="4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12" name="Freeform 269">
                    <a:extLst>
                      <a:ext uri="{FF2B5EF4-FFF2-40B4-BE49-F238E27FC236}">
                        <a16:creationId xmlns:a16="http://schemas.microsoft.com/office/drawing/2014/main" id="{A77D52A1-A4B8-C297-1178-93E8C2E9AE27}"/>
                      </a:ext>
                    </a:extLst>
                  </p:cNvPr>
                  <p:cNvSpPr>
                    <a:spLocks/>
                  </p:cNvSpPr>
                  <p:nvPr/>
                </p:nvSpPr>
                <p:spPr bwMode="gray">
                  <a:xfrm>
                    <a:off x="3582" y="1305"/>
                    <a:ext cx="1919" cy="906"/>
                  </a:xfrm>
                  <a:custGeom>
                    <a:avLst/>
                    <a:gdLst>
                      <a:gd name="T0" fmla="*/ 902 w 2728"/>
                      <a:gd name="T1" fmla="*/ 134 h 1288"/>
                      <a:gd name="T2" fmla="*/ 847 w 2728"/>
                      <a:gd name="T3" fmla="*/ 106 h 1288"/>
                      <a:gd name="T4" fmla="*/ 802 w 2728"/>
                      <a:gd name="T5" fmla="*/ 117 h 1288"/>
                      <a:gd name="T6" fmla="*/ 741 w 2728"/>
                      <a:gd name="T7" fmla="*/ 111 h 1288"/>
                      <a:gd name="T8" fmla="*/ 671 w 2728"/>
                      <a:gd name="T9" fmla="*/ 86 h 1288"/>
                      <a:gd name="T10" fmla="*/ 630 w 2728"/>
                      <a:gd name="T11" fmla="*/ 81 h 1288"/>
                      <a:gd name="T12" fmla="*/ 593 w 2728"/>
                      <a:gd name="T13" fmla="*/ 72 h 1288"/>
                      <a:gd name="T14" fmla="*/ 568 w 2728"/>
                      <a:gd name="T15" fmla="*/ 86 h 1288"/>
                      <a:gd name="T16" fmla="*/ 506 w 2728"/>
                      <a:gd name="T17" fmla="*/ 81 h 1288"/>
                      <a:gd name="T18" fmla="*/ 485 w 2728"/>
                      <a:gd name="T19" fmla="*/ 58 h 1288"/>
                      <a:gd name="T20" fmla="*/ 435 w 2728"/>
                      <a:gd name="T21" fmla="*/ 61 h 1288"/>
                      <a:gd name="T22" fmla="*/ 401 w 2728"/>
                      <a:gd name="T23" fmla="*/ 53 h 1288"/>
                      <a:gd name="T24" fmla="*/ 370 w 2728"/>
                      <a:gd name="T25" fmla="*/ 61 h 1288"/>
                      <a:gd name="T26" fmla="*/ 362 w 2728"/>
                      <a:gd name="T27" fmla="*/ 56 h 1288"/>
                      <a:gd name="T28" fmla="*/ 398 w 2728"/>
                      <a:gd name="T29" fmla="*/ 25 h 1288"/>
                      <a:gd name="T30" fmla="*/ 354 w 2728"/>
                      <a:gd name="T31" fmla="*/ 17 h 1288"/>
                      <a:gd name="T32" fmla="*/ 323 w 2728"/>
                      <a:gd name="T33" fmla="*/ 0 h 1288"/>
                      <a:gd name="T34" fmla="*/ 310 w 2728"/>
                      <a:gd name="T35" fmla="*/ 17 h 1288"/>
                      <a:gd name="T36" fmla="*/ 281 w 2728"/>
                      <a:gd name="T37" fmla="*/ 23 h 1288"/>
                      <a:gd name="T38" fmla="*/ 243 w 2728"/>
                      <a:gd name="T39" fmla="*/ 27 h 1288"/>
                      <a:gd name="T40" fmla="*/ 203 w 2728"/>
                      <a:gd name="T41" fmla="*/ 39 h 1288"/>
                      <a:gd name="T42" fmla="*/ 200 w 2728"/>
                      <a:gd name="T43" fmla="*/ 56 h 1288"/>
                      <a:gd name="T44" fmla="*/ 186 w 2728"/>
                      <a:gd name="T45" fmla="*/ 86 h 1288"/>
                      <a:gd name="T46" fmla="*/ 178 w 2728"/>
                      <a:gd name="T47" fmla="*/ 94 h 1288"/>
                      <a:gd name="T48" fmla="*/ 148 w 2728"/>
                      <a:gd name="T49" fmla="*/ 84 h 1288"/>
                      <a:gd name="T50" fmla="*/ 139 w 2728"/>
                      <a:gd name="T51" fmla="*/ 92 h 1288"/>
                      <a:gd name="T52" fmla="*/ 114 w 2728"/>
                      <a:gd name="T53" fmla="*/ 89 h 1288"/>
                      <a:gd name="T54" fmla="*/ 145 w 2728"/>
                      <a:gd name="T55" fmla="*/ 131 h 1288"/>
                      <a:gd name="T56" fmla="*/ 122 w 2728"/>
                      <a:gd name="T57" fmla="*/ 136 h 1288"/>
                      <a:gd name="T58" fmla="*/ 94 w 2728"/>
                      <a:gd name="T59" fmla="*/ 148 h 1288"/>
                      <a:gd name="T60" fmla="*/ 108 w 2728"/>
                      <a:gd name="T61" fmla="*/ 101 h 1288"/>
                      <a:gd name="T62" fmla="*/ 70 w 2728"/>
                      <a:gd name="T63" fmla="*/ 92 h 1288"/>
                      <a:gd name="T64" fmla="*/ 75 w 2728"/>
                      <a:gd name="T65" fmla="*/ 125 h 1288"/>
                      <a:gd name="T66" fmla="*/ 23 w 2728"/>
                      <a:gd name="T67" fmla="*/ 209 h 1288"/>
                      <a:gd name="T68" fmla="*/ 19 w 2728"/>
                      <a:gd name="T69" fmla="*/ 362 h 1288"/>
                      <a:gd name="T70" fmla="*/ 44 w 2728"/>
                      <a:gd name="T71" fmla="*/ 326 h 1288"/>
                      <a:gd name="T72" fmla="*/ 139 w 2728"/>
                      <a:gd name="T73" fmla="*/ 328 h 1288"/>
                      <a:gd name="T74" fmla="*/ 239 w 2728"/>
                      <a:gd name="T75" fmla="*/ 368 h 1288"/>
                      <a:gd name="T76" fmla="*/ 298 w 2728"/>
                      <a:gd name="T77" fmla="*/ 348 h 1288"/>
                      <a:gd name="T78" fmla="*/ 426 w 2728"/>
                      <a:gd name="T79" fmla="*/ 373 h 1288"/>
                      <a:gd name="T80" fmla="*/ 498 w 2728"/>
                      <a:gd name="T81" fmla="*/ 354 h 1288"/>
                      <a:gd name="T82" fmla="*/ 546 w 2728"/>
                      <a:gd name="T83" fmla="*/ 421 h 1288"/>
                      <a:gd name="T84" fmla="*/ 546 w 2728"/>
                      <a:gd name="T85" fmla="*/ 448 h 1288"/>
                      <a:gd name="T86" fmla="*/ 596 w 2728"/>
                      <a:gd name="T87" fmla="*/ 359 h 1288"/>
                      <a:gd name="T88" fmla="*/ 573 w 2728"/>
                      <a:gd name="T89" fmla="*/ 331 h 1288"/>
                      <a:gd name="T90" fmla="*/ 580 w 2728"/>
                      <a:gd name="T91" fmla="*/ 289 h 1288"/>
                      <a:gd name="T92" fmla="*/ 640 w 2728"/>
                      <a:gd name="T93" fmla="*/ 256 h 1288"/>
                      <a:gd name="T94" fmla="*/ 688 w 2728"/>
                      <a:gd name="T95" fmla="*/ 259 h 1288"/>
                      <a:gd name="T96" fmla="*/ 710 w 2728"/>
                      <a:gd name="T97" fmla="*/ 226 h 1288"/>
                      <a:gd name="T98" fmla="*/ 758 w 2728"/>
                      <a:gd name="T99" fmla="*/ 209 h 1288"/>
                      <a:gd name="T100" fmla="*/ 727 w 2728"/>
                      <a:gd name="T101" fmla="*/ 264 h 1288"/>
                      <a:gd name="T102" fmla="*/ 710 w 2728"/>
                      <a:gd name="T103" fmla="*/ 348 h 1288"/>
                      <a:gd name="T104" fmla="*/ 746 w 2728"/>
                      <a:gd name="T105" fmla="*/ 318 h 1288"/>
                      <a:gd name="T106" fmla="*/ 749 w 2728"/>
                      <a:gd name="T107" fmla="*/ 273 h 1288"/>
                      <a:gd name="T108" fmla="*/ 780 w 2728"/>
                      <a:gd name="T109" fmla="*/ 248 h 1288"/>
                      <a:gd name="T110" fmla="*/ 841 w 2728"/>
                      <a:gd name="T111" fmla="*/ 217 h 1288"/>
                      <a:gd name="T112" fmla="*/ 864 w 2728"/>
                      <a:gd name="T113" fmla="*/ 181 h 1288"/>
                      <a:gd name="T114" fmla="*/ 874 w 2728"/>
                      <a:gd name="T115" fmla="*/ 172 h 1288"/>
                      <a:gd name="T116" fmla="*/ 902 w 2728"/>
                      <a:gd name="T117" fmla="*/ 165 h 1288"/>
                      <a:gd name="T118" fmla="*/ 938 w 2728"/>
                      <a:gd name="T119" fmla="*/ 161 h 128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28"/>
                      <a:gd name="T181" fmla="*/ 0 h 1288"/>
                      <a:gd name="T182" fmla="*/ 2728 w 2728"/>
                      <a:gd name="T183" fmla="*/ 1288 h 128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28" h="1288">
                        <a:moveTo>
                          <a:pt x="2696" y="416"/>
                        </a:moveTo>
                        <a:lnTo>
                          <a:pt x="2672" y="400"/>
                        </a:lnTo>
                        <a:lnTo>
                          <a:pt x="2664" y="400"/>
                        </a:lnTo>
                        <a:lnTo>
                          <a:pt x="2648" y="400"/>
                        </a:lnTo>
                        <a:lnTo>
                          <a:pt x="2632" y="400"/>
                        </a:lnTo>
                        <a:lnTo>
                          <a:pt x="2632" y="408"/>
                        </a:lnTo>
                        <a:lnTo>
                          <a:pt x="2632" y="416"/>
                        </a:lnTo>
                        <a:lnTo>
                          <a:pt x="2640" y="416"/>
                        </a:lnTo>
                        <a:lnTo>
                          <a:pt x="2632" y="424"/>
                        </a:lnTo>
                        <a:lnTo>
                          <a:pt x="2616" y="408"/>
                        </a:lnTo>
                        <a:lnTo>
                          <a:pt x="2624" y="408"/>
                        </a:lnTo>
                        <a:lnTo>
                          <a:pt x="2624" y="392"/>
                        </a:lnTo>
                        <a:lnTo>
                          <a:pt x="2600" y="376"/>
                        </a:lnTo>
                        <a:lnTo>
                          <a:pt x="2592" y="384"/>
                        </a:lnTo>
                        <a:lnTo>
                          <a:pt x="2592" y="376"/>
                        </a:lnTo>
                        <a:lnTo>
                          <a:pt x="2584" y="376"/>
                        </a:lnTo>
                        <a:lnTo>
                          <a:pt x="2584" y="368"/>
                        </a:lnTo>
                        <a:lnTo>
                          <a:pt x="2568" y="368"/>
                        </a:lnTo>
                        <a:lnTo>
                          <a:pt x="2544" y="352"/>
                        </a:lnTo>
                        <a:lnTo>
                          <a:pt x="2544" y="344"/>
                        </a:lnTo>
                        <a:lnTo>
                          <a:pt x="2528" y="344"/>
                        </a:lnTo>
                        <a:lnTo>
                          <a:pt x="2520" y="344"/>
                        </a:lnTo>
                        <a:lnTo>
                          <a:pt x="2520" y="336"/>
                        </a:lnTo>
                        <a:lnTo>
                          <a:pt x="2496" y="320"/>
                        </a:lnTo>
                        <a:lnTo>
                          <a:pt x="2480" y="320"/>
                        </a:lnTo>
                        <a:lnTo>
                          <a:pt x="2472" y="312"/>
                        </a:lnTo>
                        <a:lnTo>
                          <a:pt x="2456" y="312"/>
                        </a:lnTo>
                        <a:lnTo>
                          <a:pt x="2432" y="304"/>
                        </a:lnTo>
                        <a:lnTo>
                          <a:pt x="2432" y="312"/>
                        </a:lnTo>
                        <a:lnTo>
                          <a:pt x="2416" y="304"/>
                        </a:lnTo>
                        <a:lnTo>
                          <a:pt x="2408" y="304"/>
                        </a:lnTo>
                        <a:lnTo>
                          <a:pt x="2392" y="304"/>
                        </a:lnTo>
                        <a:lnTo>
                          <a:pt x="2384" y="304"/>
                        </a:lnTo>
                        <a:lnTo>
                          <a:pt x="2368" y="304"/>
                        </a:lnTo>
                        <a:lnTo>
                          <a:pt x="2328" y="296"/>
                        </a:lnTo>
                        <a:lnTo>
                          <a:pt x="2320" y="304"/>
                        </a:lnTo>
                        <a:lnTo>
                          <a:pt x="2328" y="304"/>
                        </a:lnTo>
                        <a:lnTo>
                          <a:pt x="2320" y="312"/>
                        </a:lnTo>
                        <a:lnTo>
                          <a:pt x="2312" y="312"/>
                        </a:lnTo>
                        <a:lnTo>
                          <a:pt x="2336" y="328"/>
                        </a:lnTo>
                        <a:lnTo>
                          <a:pt x="2336" y="344"/>
                        </a:lnTo>
                        <a:lnTo>
                          <a:pt x="2304" y="336"/>
                        </a:lnTo>
                        <a:lnTo>
                          <a:pt x="2304" y="328"/>
                        </a:lnTo>
                        <a:lnTo>
                          <a:pt x="2280" y="328"/>
                        </a:lnTo>
                        <a:lnTo>
                          <a:pt x="2272" y="312"/>
                        </a:lnTo>
                        <a:lnTo>
                          <a:pt x="2264" y="312"/>
                        </a:lnTo>
                        <a:lnTo>
                          <a:pt x="2256" y="320"/>
                        </a:lnTo>
                        <a:lnTo>
                          <a:pt x="2208" y="320"/>
                        </a:lnTo>
                        <a:lnTo>
                          <a:pt x="2192" y="312"/>
                        </a:lnTo>
                        <a:lnTo>
                          <a:pt x="2184" y="312"/>
                        </a:lnTo>
                        <a:lnTo>
                          <a:pt x="2168" y="312"/>
                        </a:lnTo>
                        <a:lnTo>
                          <a:pt x="2152" y="320"/>
                        </a:lnTo>
                        <a:lnTo>
                          <a:pt x="2144" y="312"/>
                        </a:lnTo>
                        <a:lnTo>
                          <a:pt x="2144" y="320"/>
                        </a:lnTo>
                        <a:lnTo>
                          <a:pt x="2136" y="320"/>
                        </a:lnTo>
                        <a:lnTo>
                          <a:pt x="2128" y="320"/>
                        </a:lnTo>
                        <a:lnTo>
                          <a:pt x="2128" y="312"/>
                        </a:lnTo>
                        <a:lnTo>
                          <a:pt x="2120" y="312"/>
                        </a:lnTo>
                        <a:lnTo>
                          <a:pt x="2104" y="312"/>
                        </a:lnTo>
                        <a:lnTo>
                          <a:pt x="2104" y="296"/>
                        </a:lnTo>
                        <a:lnTo>
                          <a:pt x="2112" y="288"/>
                        </a:lnTo>
                        <a:lnTo>
                          <a:pt x="2104" y="280"/>
                        </a:lnTo>
                        <a:lnTo>
                          <a:pt x="2080" y="264"/>
                        </a:lnTo>
                        <a:lnTo>
                          <a:pt x="2064" y="264"/>
                        </a:lnTo>
                        <a:lnTo>
                          <a:pt x="2048" y="256"/>
                        </a:lnTo>
                        <a:lnTo>
                          <a:pt x="2024" y="264"/>
                        </a:lnTo>
                        <a:lnTo>
                          <a:pt x="1992" y="272"/>
                        </a:lnTo>
                        <a:lnTo>
                          <a:pt x="1960" y="272"/>
                        </a:lnTo>
                        <a:lnTo>
                          <a:pt x="1944" y="264"/>
                        </a:lnTo>
                        <a:lnTo>
                          <a:pt x="1928" y="248"/>
                        </a:lnTo>
                        <a:lnTo>
                          <a:pt x="1904" y="240"/>
                        </a:lnTo>
                        <a:lnTo>
                          <a:pt x="1888" y="240"/>
                        </a:lnTo>
                        <a:lnTo>
                          <a:pt x="1888" y="232"/>
                        </a:lnTo>
                        <a:lnTo>
                          <a:pt x="1896" y="232"/>
                        </a:lnTo>
                        <a:lnTo>
                          <a:pt x="1904" y="232"/>
                        </a:lnTo>
                        <a:lnTo>
                          <a:pt x="1904" y="224"/>
                        </a:lnTo>
                        <a:lnTo>
                          <a:pt x="1896" y="224"/>
                        </a:lnTo>
                        <a:lnTo>
                          <a:pt x="1880" y="216"/>
                        </a:lnTo>
                        <a:lnTo>
                          <a:pt x="1848" y="216"/>
                        </a:lnTo>
                        <a:lnTo>
                          <a:pt x="1840" y="232"/>
                        </a:lnTo>
                        <a:lnTo>
                          <a:pt x="1824" y="240"/>
                        </a:lnTo>
                        <a:lnTo>
                          <a:pt x="1800" y="240"/>
                        </a:lnTo>
                        <a:lnTo>
                          <a:pt x="1800" y="232"/>
                        </a:lnTo>
                        <a:lnTo>
                          <a:pt x="1808" y="232"/>
                        </a:lnTo>
                        <a:lnTo>
                          <a:pt x="1816" y="224"/>
                        </a:lnTo>
                        <a:lnTo>
                          <a:pt x="1792" y="224"/>
                        </a:lnTo>
                        <a:lnTo>
                          <a:pt x="1784" y="216"/>
                        </a:lnTo>
                        <a:lnTo>
                          <a:pt x="1792" y="208"/>
                        </a:lnTo>
                        <a:lnTo>
                          <a:pt x="1808" y="208"/>
                        </a:lnTo>
                        <a:lnTo>
                          <a:pt x="1832" y="216"/>
                        </a:lnTo>
                        <a:lnTo>
                          <a:pt x="1792" y="200"/>
                        </a:lnTo>
                        <a:lnTo>
                          <a:pt x="1776" y="200"/>
                        </a:lnTo>
                        <a:lnTo>
                          <a:pt x="1744" y="200"/>
                        </a:lnTo>
                        <a:lnTo>
                          <a:pt x="1728" y="200"/>
                        </a:lnTo>
                        <a:lnTo>
                          <a:pt x="1728" y="192"/>
                        </a:lnTo>
                        <a:lnTo>
                          <a:pt x="1720" y="192"/>
                        </a:lnTo>
                        <a:lnTo>
                          <a:pt x="1720" y="200"/>
                        </a:lnTo>
                        <a:lnTo>
                          <a:pt x="1704" y="208"/>
                        </a:lnTo>
                        <a:lnTo>
                          <a:pt x="1696" y="208"/>
                        </a:lnTo>
                        <a:lnTo>
                          <a:pt x="1688" y="208"/>
                        </a:lnTo>
                        <a:lnTo>
                          <a:pt x="1680" y="216"/>
                        </a:lnTo>
                        <a:lnTo>
                          <a:pt x="1704" y="216"/>
                        </a:lnTo>
                        <a:lnTo>
                          <a:pt x="1696" y="224"/>
                        </a:lnTo>
                        <a:lnTo>
                          <a:pt x="1696" y="232"/>
                        </a:lnTo>
                        <a:lnTo>
                          <a:pt x="1704" y="248"/>
                        </a:lnTo>
                        <a:lnTo>
                          <a:pt x="1680" y="248"/>
                        </a:lnTo>
                        <a:lnTo>
                          <a:pt x="1680" y="240"/>
                        </a:lnTo>
                        <a:lnTo>
                          <a:pt x="1672" y="240"/>
                        </a:lnTo>
                        <a:lnTo>
                          <a:pt x="1664" y="248"/>
                        </a:lnTo>
                        <a:lnTo>
                          <a:pt x="1664" y="256"/>
                        </a:lnTo>
                        <a:lnTo>
                          <a:pt x="1648" y="256"/>
                        </a:lnTo>
                        <a:lnTo>
                          <a:pt x="1632" y="248"/>
                        </a:lnTo>
                        <a:lnTo>
                          <a:pt x="1608" y="240"/>
                        </a:lnTo>
                        <a:lnTo>
                          <a:pt x="1592" y="248"/>
                        </a:lnTo>
                        <a:lnTo>
                          <a:pt x="1576" y="248"/>
                        </a:lnTo>
                        <a:lnTo>
                          <a:pt x="1552" y="240"/>
                        </a:lnTo>
                        <a:lnTo>
                          <a:pt x="1552" y="232"/>
                        </a:lnTo>
                        <a:lnTo>
                          <a:pt x="1536" y="248"/>
                        </a:lnTo>
                        <a:lnTo>
                          <a:pt x="1528" y="264"/>
                        </a:lnTo>
                        <a:lnTo>
                          <a:pt x="1520" y="272"/>
                        </a:lnTo>
                        <a:lnTo>
                          <a:pt x="1480" y="248"/>
                        </a:lnTo>
                        <a:lnTo>
                          <a:pt x="1472" y="240"/>
                        </a:lnTo>
                        <a:lnTo>
                          <a:pt x="1480" y="240"/>
                        </a:lnTo>
                        <a:lnTo>
                          <a:pt x="1472" y="232"/>
                        </a:lnTo>
                        <a:lnTo>
                          <a:pt x="1464" y="232"/>
                        </a:lnTo>
                        <a:lnTo>
                          <a:pt x="1456" y="232"/>
                        </a:lnTo>
                        <a:lnTo>
                          <a:pt x="1456" y="216"/>
                        </a:lnTo>
                        <a:lnTo>
                          <a:pt x="1472" y="224"/>
                        </a:lnTo>
                        <a:lnTo>
                          <a:pt x="1480" y="224"/>
                        </a:lnTo>
                        <a:lnTo>
                          <a:pt x="1480" y="216"/>
                        </a:lnTo>
                        <a:lnTo>
                          <a:pt x="1464" y="208"/>
                        </a:lnTo>
                        <a:lnTo>
                          <a:pt x="1472" y="208"/>
                        </a:lnTo>
                        <a:lnTo>
                          <a:pt x="1480" y="200"/>
                        </a:lnTo>
                        <a:lnTo>
                          <a:pt x="1472" y="192"/>
                        </a:lnTo>
                        <a:lnTo>
                          <a:pt x="1448" y="168"/>
                        </a:lnTo>
                        <a:lnTo>
                          <a:pt x="1440" y="168"/>
                        </a:lnTo>
                        <a:lnTo>
                          <a:pt x="1432" y="176"/>
                        </a:lnTo>
                        <a:lnTo>
                          <a:pt x="1416" y="168"/>
                        </a:lnTo>
                        <a:lnTo>
                          <a:pt x="1400" y="168"/>
                        </a:lnTo>
                        <a:lnTo>
                          <a:pt x="1392" y="168"/>
                        </a:lnTo>
                        <a:lnTo>
                          <a:pt x="1392" y="160"/>
                        </a:lnTo>
                        <a:lnTo>
                          <a:pt x="1376" y="160"/>
                        </a:lnTo>
                        <a:lnTo>
                          <a:pt x="1368" y="160"/>
                        </a:lnTo>
                        <a:lnTo>
                          <a:pt x="1360" y="160"/>
                        </a:lnTo>
                        <a:lnTo>
                          <a:pt x="1360" y="168"/>
                        </a:lnTo>
                        <a:lnTo>
                          <a:pt x="1360" y="184"/>
                        </a:lnTo>
                        <a:lnTo>
                          <a:pt x="1352" y="184"/>
                        </a:lnTo>
                        <a:lnTo>
                          <a:pt x="1344" y="184"/>
                        </a:lnTo>
                        <a:lnTo>
                          <a:pt x="1336" y="192"/>
                        </a:lnTo>
                        <a:lnTo>
                          <a:pt x="1328" y="192"/>
                        </a:lnTo>
                        <a:lnTo>
                          <a:pt x="1304" y="184"/>
                        </a:lnTo>
                        <a:lnTo>
                          <a:pt x="1296" y="184"/>
                        </a:lnTo>
                        <a:lnTo>
                          <a:pt x="1288" y="192"/>
                        </a:lnTo>
                        <a:lnTo>
                          <a:pt x="1248" y="176"/>
                        </a:lnTo>
                        <a:lnTo>
                          <a:pt x="1248" y="168"/>
                        </a:lnTo>
                        <a:lnTo>
                          <a:pt x="1256" y="168"/>
                        </a:lnTo>
                        <a:lnTo>
                          <a:pt x="1264" y="168"/>
                        </a:lnTo>
                        <a:lnTo>
                          <a:pt x="1264" y="160"/>
                        </a:lnTo>
                        <a:lnTo>
                          <a:pt x="1248" y="160"/>
                        </a:lnTo>
                        <a:lnTo>
                          <a:pt x="1216" y="160"/>
                        </a:lnTo>
                        <a:lnTo>
                          <a:pt x="1200" y="160"/>
                        </a:lnTo>
                        <a:lnTo>
                          <a:pt x="1160" y="160"/>
                        </a:lnTo>
                        <a:lnTo>
                          <a:pt x="1160" y="168"/>
                        </a:lnTo>
                        <a:lnTo>
                          <a:pt x="1152" y="176"/>
                        </a:lnTo>
                        <a:lnTo>
                          <a:pt x="1144" y="168"/>
                        </a:lnTo>
                        <a:lnTo>
                          <a:pt x="1152" y="160"/>
                        </a:lnTo>
                        <a:lnTo>
                          <a:pt x="1160" y="152"/>
                        </a:lnTo>
                        <a:lnTo>
                          <a:pt x="1152" y="152"/>
                        </a:lnTo>
                        <a:lnTo>
                          <a:pt x="1144" y="144"/>
                        </a:lnTo>
                        <a:lnTo>
                          <a:pt x="1144" y="160"/>
                        </a:lnTo>
                        <a:lnTo>
                          <a:pt x="1128" y="160"/>
                        </a:lnTo>
                        <a:lnTo>
                          <a:pt x="1112" y="152"/>
                        </a:lnTo>
                        <a:lnTo>
                          <a:pt x="1112" y="144"/>
                        </a:lnTo>
                        <a:lnTo>
                          <a:pt x="1096" y="144"/>
                        </a:lnTo>
                        <a:lnTo>
                          <a:pt x="1088" y="144"/>
                        </a:lnTo>
                        <a:lnTo>
                          <a:pt x="1072" y="152"/>
                        </a:lnTo>
                        <a:lnTo>
                          <a:pt x="1072" y="160"/>
                        </a:lnTo>
                        <a:lnTo>
                          <a:pt x="1088" y="160"/>
                        </a:lnTo>
                        <a:lnTo>
                          <a:pt x="1096" y="160"/>
                        </a:lnTo>
                        <a:lnTo>
                          <a:pt x="1080" y="168"/>
                        </a:lnTo>
                        <a:lnTo>
                          <a:pt x="1064" y="168"/>
                        </a:lnTo>
                        <a:lnTo>
                          <a:pt x="1064" y="176"/>
                        </a:lnTo>
                        <a:lnTo>
                          <a:pt x="1048" y="176"/>
                        </a:lnTo>
                        <a:lnTo>
                          <a:pt x="1040" y="176"/>
                        </a:lnTo>
                        <a:lnTo>
                          <a:pt x="1040" y="184"/>
                        </a:lnTo>
                        <a:lnTo>
                          <a:pt x="1016" y="184"/>
                        </a:lnTo>
                        <a:lnTo>
                          <a:pt x="1008" y="192"/>
                        </a:lnTo>
                        <a:lnTo>
                          <a:pt x="992" y="200"/>
                        </a:lnTo>
                        <a:lnTo>
                          <a:pt x="976" y="200"/>
                        </a:lnTo>
                        <a:lnTo>
                          <a:pt x="1000" y="192"/>
                        </a:lnTo>
                        <a:lnTo>
                          <a:pt x="1000" y="176"/>
                        </a:lnTo>
                        <a:lnTo>
                          <a:pt x="1008" y="176"/>
                        </a:lnTo>
                        <a:lnTo>
                          <a:pt x="1016" y="176"/>
                        </a:lnTo>
                        <a:lnTo>
                          <a:pt x="1016" y="160"/>
                        </a:lnTo>
                        <a:lnTo>
                          <a:pt x="1024" y="160"/>
                        </a:lnTo>
                        <a:lnTo>
                          <a:pt x="1040" y="160"/>
                        </a:lnTo>
                        <a:lnTo>
                          <a:pt x="1048" y="144"/>
                        </a:lnTo>
                        <a:lnTo>
                          <a:pt x="1072" y="136"/>
                        </a:lnTo>
                        <a:lnTo>
                          <a:pt x="1080" y="136"/>
                        </a:lnTo>
                        <a:lnTo>
                          <a:pt x="1080" y="128"/>
                        </a:lnTo>
                        <a:lnTo>
                          <a:pt x="1104" y="112"/>
                        </a:lnTo>
                        <a:lnTo>
                          <a:pt x="1120" y="112"/>
                        </a:lnTo>
                        <a:lnTo>
                          <a:pt x="1128" y="104"/>
                        </a:lnTo>
                        <a:lnTo>
                          <a:pt x="1144" y="96"/>
                        </a:lnTo>
                        <a:lnTo>
                          <a:pt x="1152" y="80"/>
                        </a:lnTo>
                        <a:lnTo>
                          <a:pt x="1136" y="72"/>
                        </a:lnTo>
                        <a:lnTo>
                          <a:pt x="1128" y="72"/>
                        </a:lnTo>
                        <a:lnTo>
                          <a:pt x="1128" y="64"/>
                        </a:lnTo>
                        <a:lnTo>
                          <a:pt x="1136" y="64"/>
                        </a:lnTo>
                        <a:lnTo>
                          <a:pt x="1144" y="72"/>
                        </a:lnTo>
                        <a:lnTo>
                          <a:pt x="1160" y="80"/>
                        </a:lnTo>
                        <a:lnTo>
                          <a:pt x="1160" y="64"/>
                        </a:lnTo>
                        <a:lnTo>
                          <a:pt x="1152" y="64"/>
                        </a:lnTo>
                        <a:lnTo>
                          <a:pt x="1152" y="56"/>
                        </a:lnTo>
                        <a:lnTo>
                          <a:pt x="1144" y="48"/>
                        </a:lnTo>
                        <a:lnTo>
                          <a:pt x="1136" y="56"/>
                        </a:lnTo>
                        <a:lnTo>
                          <a:pt x="1128" y="56"/>
                        </a:lnTo>
                        <a:lnTo>
                          <a:pt x="1136" y="48"/>
                        </a:lnTo>
                        <a:lnTo>
                          <a:pt x="1112" y="40"/>
                        </a:lnTo>
                        <a:lnTo>
                          <a:pt x="1104" y="40"/>
                        </a:lnTo>
                        <a:lnTo>
                          <a:pt x="1096" y="32"/>
                        </a:lnTo>
                        <a:lnTo>
                          <a:pt x="1040" y="40"/>
                        </a:lnTo>
                        <a:lnTo>
                          <a:pt x="1032" y="40"/>
                        </a:lnTo>
                        <a:lnTo>
                          <a:pt x="1016" y="48"/>
                        </a:lnTo>
                        <a:lnTo>
                          <a:pt x="1000" y="40"/>
                        </a:lnTo>
                        <a:lnTo>
                          <a:pt x="1016" y="32"/>
                        </a:lnTo>
                        <a:lnTo>
                          <a:pt x="1024" y="24"/>
                        </a:lnTo>
                        <a:lnTo>
                          <a:pt x="1008" y="24"/>
                        </a:lnTo>
                        <a:lnTo>
                          <a:pt x="1000" y="32"/>
                        </a:lnTo>
                        <a:lnTo>
                          <a:pt x="984" y="24"/>
                        </a:lnTo>
                        <a:lnTo>
                          <a:pt x="968" y="24"/>
                        </a:lnTo>
                        <a:lnTo>
                          <a:pt x="968" y="16"/>
                        </a:lnTo>
                        <a:lnTo>
                          <a:pt x="992" y="16"/>
                        </a:lnTo>
                        <a:lnTo>
                          <a:pt x="1000" y="8"/>
                        </a:lnTo>
                        <a:lnTo>
                          <a:pt x="992" y="0"/>
                        </a:lnTo>
                        <a:lnTo>
                          <a:pt x="984" y="0"/>
                        </a:lnTo>
                        <a:lnTo>
                          <a:pt x="960" y="0"/>
                        </a:lnTo>
                        <a:lnTo>
                          <a:pt x="928" y="0"/>
                        </a:lnTo>
                        <a:lnTo>
                          <a:pt x="928" y="8"/>
                        </a:lnTo>
                        <a:lnTo>
                          <a:pt x="904" y="16"/>
                        </a:lnTo>
                        <a:lnTo>
                          <a:pt x="904" y="24"/>
                        </a:lnTo>
                        <a:lnTo>
                          <a:pt x="896" y="32"/>
                        </a:lnTo>
                        <a:lnTo>
                          <a:pt x="904" y="40"/>
                        </a:lnTo>
                        <a:lnTo>
                          <a:pt x="896" y="40"/>
                        </a:lnTo>
                        <a:lnTo>
                          <a:pt x="904" y="40"/>
                        </a:lnTo>
                        <a:lnTo>
                          <a:pt x="920" y="48"/>
                        </a:lnTo>
                        <a:lnTo>
                          <a:pt x="928" y="48"/>
                        </a:lnTo>
                        <a:lnTo>
                          <a:pt x="952" y="48"/>
                        </a:lnTo>
                        <a:lnTo>
                          <a:pt x="936" y="48"/>
                        </a:lnTo>
                        <a:lnTo>
                          <a:pt x="912" y="48"/>
                        </a:lnTo>
                        <a:lnTo>
                          <a:pt x="904" y="48"/>
                        </a:lnTo>
                        <a:lnTo>
                          <a:pt x="888" y="48"/>
                        </a:lnTo>
                        <a:lnTo>
                          <a:pt x="872" y="48"/>
                        </a:lnTo>
                        <a:lnTo>
                          <a:pt x="856" y="40"/>
                        </a:lnTo>
                        <a:lnTo>
                          <a:pt x="856" y="48"/>
                        </a:lnTo>
                        <a:lnTo>
                          <a:pt x="880" y="56"/>
                        </a:lnTo>
                        <a:lnTo>
                          <a:pt x="880" y="64"/>
                        </a:lnTo>
                        <a:lnTo>
                          <a:pt x="880" y="72"/>
                        </a:lnTo>
                        <a:lnTo>
                          <a:pt x="864" y="72"/>
                        </a:lnTo>
                        <a:lnTo>
                          <a:pt x="856" y="64"/>
                        </a:lnTo>
                        <a:lnTo>
                          <a:pt x="872" y="64"/>
                        </a:lnTo>
                        <a:lnTo>
                          <a:pt x="848" y="56"/>
                        </a:lnTo>
                        <a:lnTo>
                          <a:pt x="840" y="56"/>
                        </a:lnTo>
                        <a:lnTo>
                          <a:pt x="832" y="64"/>
                        </a:lnTo>
                        <a:lnTo>
                          <a:pt x="808" y="72"/>
                        </a:lnTo>
                        <a:lnTo>
                          <a:pt x="808" y="64"/>
                        </a:lnTo>
                        <a:lnTo>
                          <a:pt x="800" y="64"/>
                        </a:lnTo>
                        <a:lnTo>
                          <a:pt x="792" y="72"/>
                        </a:lnTo>
                        <a:lnTo>
                          <a:pt x="784" y="72"/>
                        </a:lnTo>
                        <a:lnTo>
                          <a:pt x="792" y="64"/>
                        </a:lnTo>
                        <a:lnTo>
                          <a:pt x="776" y="56"/>
                        </a:lnTo>
                        <a:lnTo>
                          <a:pt x="760" y="56"/>
                        </a:lnTo>
                        <a:lnTo>
                          <a:pt x="736" y="64"/>
                        </a:lnTo>
                        <a:lnTo>
                          <a:pt x="728" y="64"/>
                        </a:lnTo>
                        <a:lnTo>
                          <a:pt x="736" y="64"/>
                        </a:lnTo>
                        <a:lnTo>
                          <a:pt x="752" y="64"/>
                        </a:lnTo>
                        <a:lnTo>
                          <a:pt x="752" y="72"/>
                        </a:lnTo>
                        <a:lnTo>
                          <a:pt x="728" y="72"/>
                        </a:lnTo>
                        <a:lnTo>
                          <a:pt x="704" y="72"/>
                        </a:lnTo>
                        <a:lnTo>
                          <a:pt x="696" y="80"/>
                        </a:lnTo>
                        <a:lnTo>
                          <a:pt x="680" y="80"/>
                        </a:lnTo>
                        <a:lnTo>
                          <a:pt x="664" y="80"/>
                        </a:lnTo>
                        <a:lnTo>
                          <a:pt x="648" y="80"/>
                        </a:lnTo>
                        <a:lnTo>
                          <a:pt x="632" y="96"/>
                        </a:lnTo>
                        <a:lnTo>
                          <a:pt x="616" y="96"/>
                        </a:lnTo>
                        <a:lnTo>
                          <a:pt x="608" y="96"/>
                        </a:lnTo>
                        <a:lnTo>
                          <a:pt x="600" y="96"/>
                        </a:lnTo>
                        <a:lnTo>
                          <a:pt x="608" y="96"/>
                        </a:lnTo>
                        <a:lnTo>
                          <a:pt x="624" y="96"/>
                        </a:lnTo>
                        <a:lnTo>
                          <a:pt x="616" y="104"/>
                        </a:lnTo>
                        <a:lnTo>
                          <a:pt x="608" y="104"/>
                        </a:lnTo>
                        <a:lnTo>
                          <a:pt x="600" y="112"/>
                        </a:lnTo>
                        <a:lnTo>
                          <a:pt x="592" y="112"/>
                        </a:lnTo>
                        <a:lnTo>
                          <a:pt x="584" y="112"/>
                        </a:lnTo>
                        <a:lnTo>
                          <a:pt x="584" y="120"/>
                        </a:lnTo>
                        <a:lnTo>
                          <a:pt x="592" y="120"/>
                        </a:lnTo>
                        <a:lnTo>
                          <a:pt x="608" y="120"/>
                        </a:lnTo>
                        <a:lnTo>
                          <a:pt x="608" y="128"/>
                        </a:lnTo>
                        <a:lnTo>
                          <a:pt x="592" y="128"/>
                        </a:lnTo>
                        <a:lnTo>
                          <a:pt x="584" y="136"/>
                        </a:lnTo>
                        <a:lnTo>
                          <a:pt x="592" y="136"/>
                        </a:lnTo>
                        <a:lnTo>
                          <a:pt x="608" y="136"/>
                        </a:lnTo>
                        <a:lnTo>
                          <a:pt x="600" y="144"/>
                        </a:lnTo>
                        <a:lnTo>
                          <a:pt x="608" y="152"/>
                        </a:lnTo>
                        <a:lnTo>
                          <a:pt x="608" y="160"/>
                        </a:lnTo>
                        <a:lnTo>
                          <a:pt x="600" y="152"/>
                        </a:lnTo>
                        <a:lnTo>
                          <a:pt x="584" y="152"/>
                        </a:lnTo>
                        <a:lnTo>
                          <a:pt x="576" y="160"/>
                        </a:lnTo>
                        <a:lnTo>
                          <a:pt x="560" y="160"/>
                        </a:lnTo>
                        <a:lnTo>
                          <a:pt x="552" y="160"/>
                        </a:lnTo>
                        <a:lnTo>
                          <a:pt x="528" y="160"/>
                        </a:lnTo>
                        <a:lnTo>
                          <a:pt x="496" y="160"/>
                        </a:lnTo>
                        <a:lnTo>
                          <a:pt x="480" y="160"/>
                        </a:lnTo>
                        <a:lnTo>
                          <a:pt x="472" y="176"/>
                        </a:lnTo>
                        <a:lnTo>
                          <a:pt x="480" y="184"/>
                        </a:lnTo>
                        <a:lnTo>
                          <a:pt x="480" y="200"/>
                        </a:lnTo>
                        <a:lnTo>
                          <a:pt x="488" y="208"/>
                        </a:lnTo>
                        <a:lnTo>
                          <a:pt x="480" y="208"/>
                        </a:lnTo>
                        <a:lnTo>
                          <a:pt x="512" y="216"/>
                        </a:lnTo>
                        <a:lnTo>
                          <a:pt x="512" y="232"/>
                        </a:lnTo>
                        <a:lnTo>
                          <a:pt x="536" y="232"/>
                        </a:lnTo>
                        <a:lnTo>
                          <a:pt x="536" y="248"/>
                        </a:lnTo>
                        <a:lnTo>
                          <a:pt x="528" y="256"/>
                        </a:lnTo>
                        <a:lnTo>
                          <a:pt x="528" y="264"/>
                        </a:lnTo>
                        <a:lnTo>
                          <a:pt x="544" y="280"/>
                        </a:lnTo>
                        <a:lnTo>
                          <a:pt x="544" y="288"/>
                        </a:lnTo>
                        <a:lnTo>
                          <a:pt x="528" y="296"/>
                        </a:lnTo>
                        <a:lnTo>
                          <a:pt x="560" y="312"/>
                        </a:lnTo>
                        <a:lnTo>
                          <a:pt x="560" y="320"/>
                        </a:lnTo>
                        <a:lnTo>
                          <a:pt x="552" y="320"/>
                        </a:lnTo>
                        <a:lnTo>
                          <a:pt x="544" y="320"/>
                        </a:lnTo>
                        <a:lnTo>
                          <a:pt x="536" y="312"/>
                        </a:lnTo>
                        <a:lnTo>
                          <a:pt x="520" y="296"/>
                        </a:lnTo>
                        <a:lnTo>
                          <a:pt x="528" y="288"/>
                        </a:lnTo>
                        <a:lnTo>
                          <a:pt x="528" y="272"/>
                        </a:lnTo>
                        <a:lnTo>
                          <a:pt x="512" y="272"/>
                        </a:lnTo>
                        <a:lnTo>
                          <a:pt x="512" y="264"/>
                        </a:lnTo>
                        <a:lnTo>
                          <a:pt x="504" y="264"/>
                        </a:lnTo>
                        <a:lnTo>
                          <a:pt x="512" y="256"/>
                        </a:lnTo>
                        <a:lnTo>
                          <a:pt x="520" y="256"/>
                        </a:lnTo>
                        <a:lnTo>
                          <a:pt x="528" y="248"/>
                        </a:lnTo>
                        <a:lnTo>
                          <a:pt x="528" y="240"/>
                        </a:lnTo>
                        <a:lnTo>
                          <a:pt x="504" y="240"/>
                        </a:lnTo>
                        <a:lnTo>
                          <a:pt x="480" y="232"/>
                        </a:lnTo>
                        <a:lnTo>
                          <a:pt x="448" y="216"/>
                        </a:lnTo>
                        <a:lnTo>
                          <a:pt x="424" y="216"/>
                        </a:lnTo>
                        <a:lnTo>
                          <a:pt x="408" y="224"/>
                        </a:lnTo>
                        <a:lnTo>
                          <a:pt x="416" y="224"/>
                        </a:lnTo>
                        <a:lnTo>
                          <a:pt x="424" y="224"/>
                        </a:lnTo>
                        <a:lnTo>
                          <a:pt x="424" y="240"/>
                        </a:lnTo>
                        <a:lnTo>
                          <a:pt x="416" y="240"/>
                        </a:lnTo>
                        <a:lnTo>
                          <a:pt x="400" y="232"/>
                        </a:lnTo>
                        <a:lnTo>
                          <a:pt x="392" y="232"/>
                        </a:lnTo>
                        <a:lnTo>
                          <a:pt x="384" y="240"/>
                        </a:lnTo>
                        <a:lnTo>
                          <a:pt x="392" y="248"/>
                        </a:lnTo>
                        <a:lnTo>
                          <a:pt x="416" y="256"/>
                        </a:lnTo>
                        <a:lnTo>
                          <a:pt x="424" y="256"/>
                        </a:lnTo>
                        <a:lnTo>
                          <a:pt x="424" y="264"/>
                        </a:lnTo>
                        <a:lnTo>
                          <a:pt x="432" y="264"/>
                        </a:lnTo>
                        <a:lnTo>
                          <a:pt x="448" y="264"/>
                        </a:lnTo>
                        <a:lnTo>
                          <a:pt x="440" y="272"/>
                        </a:lnTo>
                        <a:lnTo>
                          <a:pt x="432" y="272"/>
                        </a:lnTo>
                        <a:lnTo>
                          <a:pt x="416" y="264"/>
                        </a:lnTo>
                        <a:lnTo>
                          <a:pt x="400" y="264"/>
                        </a:lnTo>
                        <a:lnTo>
                          <a:pt x="368" y="256"/>
                        </a:lnTo>
                        <a:lnTo>
                          <a:pt x="376" y="248"/>
                        </a:lnTo>
                        <a:lnTo>
                          <a:pt x="368" y="240"/>
                        </a:lnTo>
                        <a:lnTo>
                          <a:pt x="368" y="232"/>
                        </a:lnTo>
                        <a:lnTo>
                          <a:pt x="376" y="224"/>
                        </a:lnTo>
                        <a:lnTo>
                          <a:pt x="376" y="208"/>
                        </a:lnTo>
                        <a:lnTo>
                          <a:pt x="360" y="192"/>
                        </a:lnTo>
                        <a:lnTo>
                          <a:pt x="352" y="192"/>
                        </a:lnTo>
                        <a:lnTo>
                          <a:pt x="360" y="200"/>
                        </a:lnTo>
                        <a:lnTo>
                          <a:pt x="360" y="208"/>
                        </a:lnTo>
                        <a:lnTo>
                          <a:pt x="368" y="216"/>
                        </a:lnTo>
                        <a:lnTo>
                          <a:pt x="368" y="224"/>
                        </a:lnTo>
                        <a:lnTo>
                          <a:pt x="336" y="240"/>
                        </a:lnTo>
                        <a:lnTo>
                          <a:pt x="328" y="256"/>
                        </a:lnTo>
                        <a:lnTo>
                          <a:pt x="344" y="272"/>
                        </a:lnTo>
                        <a:lnTo>
                          <a:pt x="352" y="288"/>
                        </a:lnTo>
                        <a:lnTo>
                          <a:pt x="344" y="296"/>
                        </a:lnTo>
                        <a:lnTo>
                          <a:pt x="328" y="304"/>
                        </a:lnTo>
                        <a:lnTo>
                          <a:pt x="328" y="312"/>
                        </a:lnTo>
                        <a:lnTo>
                          <a:pt x="336" y="320"/>
                        </a:lnTo>
                        <a:lnTo>
                          <a:pt x="336" y="336"/>
                        </a:lnTo>
                        <a:lnTo>
                          <a:pt x="360" y="336"/>
                        </a:lnTo>
                        <a:lnTo>
                          <a:pt x="376" y="336"/>
                        </a:lnTo>
                        <a:lnTo>
                          <a:pt x="400" y="336"/>
                        </a:lnTo>
                        <a:lnTo>
                          <a:pt x="408" y="344"/>
                        </a:lnTo>
                        <a:lnTo>
                          <a:pt x="416" y="352"/>
                        </a:lnTo>
                        <a:lnTo>
                          <a:pt x="424" y="368"/>
                        </a:lnTo>
                        <a:lnTo>
                          <a:pt x="416" y="376"/>
                        </a:lnTo>
                        <a:lnTo>
                          <a:pt x="424" y="384"/>
                        </a:lnTo>
                        <a:lnTo>
                          <a:pt x="432" y="384"/>
                        </a:lnTo>
                        <a:lnTo>
                          <a:pt x="440" y="392"/>
                        </a:lnTo>
                        <a:lnTo>
                          <a:pt x="432" y="392"/>
                        </a:lnTo>
                        <a:lnTo>
                          <a:pt x="408" y="392"/>
                        </a:lnTo>
                        <a:lnTo>
                          <a:pt x="400" y="384"/>
                        </a:lnTo>
                        <a:lnTo>
                          <a:pt x="408" y="360"/>
                        </a:lnTo>
                        <a:lnTo>
                          <a:pt x="400" y="352"/>
                        </a:lnTo>
                        <a:lnTo>
                          <a:pt x="392" y="344"/>
                        </a:lnTo>
                        <a:lnTo>
                          <a:pt x="376" y="344"/>
                        </a:lnTo>
                        <a:lnTo>
                          <a:pt x="344" y="352"/>
                        </a:lnTo>
                        <a:lnTo>
                          <a:pt x="344" y="360"/>
                        </a:lnTo>
                        <a:lnTo>
                          <a:pt x="360" y="376"/>
                        </a:lnTo>
                        <a:lnTo>
                          <a:pt x="352" y="392"/>
                        </a:lnTo>
                        <a:lnTo>
                          <a:pt x="344" y="392"/>
                        </a:lnTo>
                        <a:lnTo>
                          <a:pt x="328" y="416"/>
                        </a:lnTo>
                        <a:lnTo>
                          <a:pt x="312" y="424"/>
                        </a:lnTo>
                        <a:lnTo>
                          <a:pt x="304" y="440"/>
                        </a:lnTo>
                        <a:lnTo>
                          <a:pt x="296" y="432"/>
                        </a:lnTo>
                        <a:lnTo>
                          <a:pt x="256" y="432"/>
                        </a:lnTo>
                        <a:lnTo>
                          <a:pt x="240" y="416"/>
                        </a:lnTo>
                        <a:lnTo>
                          <a:pt x="232" y="416"/>
                        </a:lnTo>
                        <a:lnTo>
                          <a:pt x="224" y="416"/>
                        </a:lnTo>
                        <a:lnTo>
                          <a:pt x="232" y="408"/>
                        </a:lnTo>
                        <a:lnTo>
                          <a:pt x="248" y="408"/>
                        </a:lnTo>
                        <a:lnTo>
                          <a:pt x="256" y="408"/>
                        </a:lnTo>
                        <a:lnTo>
                          <a:pt x="264" y="416"/>
                        </a:lnTo>
                        <a:lnTo>
                          <a:pt x="272" y="424"/>
                        </a:lnTo>
                        <a:lnTo>
                          <a:pt x="288" y="416"/>
                        </a:lnTo>
                        <a:lnTo>
                          <a:pt x="288" y="408"/>
                        </a:lnTo>
                        <a:lnTo>
                          <a:pt x="296" y="400"/>
                        </a:lnTo>
                        <a:lnTo>
                          <a:pt x="312" y="384"/>
                        </a:lnTo>
                        <a:lnTo>
                          <a:pt x="328" y="376"/>
                        </a:lnTo>
                        <a:lnTo>
                          <a:pt x="320" y="368"/>
                        </a:lnTo>
                        <a:lnTo>
                          <a:pt x="336" y="352"/>
                        </a:lnTo>
                        <a:lnTo>
                          <a:pt x="320" y="352"/>
                        </a:lnTo>
                        <a:lnTo>
                          <a:pt x="312" y="344"/>
                        </a:lnTo>
                        <a:lnTo>
                          <a:pt x="312" y="328"/>
                        </a:lnTo>
                        <a:lnTo>
                          <a:pt x="312" y="320"/>
                        </a:lnTo>
                        <a:lnTo>
                          <a:pt x="312" y="296"/>
                        </a:lnTo>
                        <a:lnTo>
                          <a:pt x="320" y="288"/>
                        </a:lnTo>
                        <a:lnTo>
                          <a:pt x="312" y="288"/>
                        </a:lnTo>
                        <a:lnTo>
                          <a:pt x="312" y="264"/>
                        </a:lnTo>
                        <a:lnTo>
                          <a:pt x="296" y="256"/>
                        </a:lnTo>
                        <a:lnTo>
                          <a:pt x="296" y="248"/>
                        </a:lnTo>
                        <a:lnTo>
                          <a:pt x="320" y="232"/>
                        </a:lnTo>
                        <a:lnTo>
                          <a:pt x="320" y="224"/>
                        </a:lnTo>
                        <a:lnTo>
                          <a:pt x="312" y="216"/>
                        </a:lnTo>
                        <a:lnTo>
                          <a:pt x="320" y="200"/>
                        </a:lnTo>
                        <a:lnTo>
                          <a:pt x="296" y="192"/>
                        </a:lnTo>
                        <a:lnTo>
                          <a:pt x="272" y="192"/>
                        </a:lnTo>
                        <a:lnTo>
                          <a:pt x="264" y="192"/>
                        </a:lnTo>
                        <a:lnTo>
                          <a:pt x="248" y="192"/>
                        </a:lnTo>
                        <a:lnTo>
                          <a:pt x="232" y="232"/>
                        </a:lnTo>
                        <a:lnTo>
                          <a:pt x="216" y="248"/>
                        </a:lnTo>
                        <a:lnTo>
                          <a:pt x="200" y="264"/>
                        </a:lnTo>
                        <a:lnTo>
                          <a:pt x="192" y="280"/>
                        </a:lnTo>
                        <a:lnTo>
                          <a:pt x="200" y="280"/>
                        </a:lnTo>
                        <a:lnTo>
                          <a:pt x="200" y="304"/>
                        </a:lnTo>
                        <a:lnTo>
                          <a:pt x="192" y="304"/>
                        </a:lnTo>
                        <a:lnTo>
                          <a:pt x="200" y="320"/>
                        </a:lnTo>
                        <a:lnTo>
                          <a:pt x="208" y="320"/>
                        </a:lnTo>
                        <a:lnTo>
                          <a:pt x="216" y="328"/>
                        </a:lnTo>
                        <a:lnTo>
                          <a:pt x="216" y="336"/>
                        </a:lnTo>
                        <a:lnTo>
                          <a:pt x="232" y="344"/>
                        </a:lnTo>
                        <a:lnTo>
                          <a:pt x="240" y="344"/>
                        </a:lnTo>
                        <a:lnTo>
                          <a:pt x="240" y="360"/>
                        </a:lnTo>
                        <a:lnTo>
                          <a:pt x="224" y="368"/>
                        </a:lnTo>
                        <a:lnTo>
                          <a:pt x="216" y="368"/>
                        </a:lnTo>
                        <a:lnTo>
                          <a:pt x="216" y="360"/>
                        </a:lnTo>
                        <a:lnTo>
                          <a:pt x="200" y="352"/>
                        </a:lnTo>
                        <a:lnTo>
                          <a:pt x="192" y="352"/>
                        </a:lnTo>
                        <a:lnTo>
                          <a:pt x="176" y="344"/>
                        </a:lnTo>
                        <a:lnTo>
                          <a:pt x="168" y="336"/>
                        </a:lnTo>
                        <a:lnTo>
                          <a:pt x="152" y="328"/>
                        </a:lnTo>
                        <a:lnTo>
                          <a:pt x="128" y="320"/>
                        </a:lnTo>
                        <a:lnTo>
                          <a:pt x="144" y="352"/>
                        </a:lnTo>
                        <a:lnTo>
                          <a:pt x="128" y="360"/>
                        </a:lnTo>
                        <a:lnTo>
                          <a:pt x="144" y="416"/>
                        </a:lnTo>
                        <a:lnTo>
                          <a:pt x="136" y="440"/>
                        </a:lnTo>
                        <a:lnTo>
                          <a:pt x="120" y="448"/>
                        </a:lnTo>
                        <a:lnTo>
                          <a:pt x="64" y="512"/>
                        </a:lnTo>
                        <a:lnTo>
                          <a:pt x="56" y="584"/>
                        </a:lnTo>
                        <a:lnTo>
                          <a:pt x="64" y="600"/>
                        </a:lnTo>
                        <a:lnTo>
                          <a:pt x="56" y="640"/>
                        </a:lnTo>
                        <a:lnTo>
                          <a:pt x="56" y="656"/>
                        </a:lnTo>
                        <a:lnTo>
                          <a:pt x="48" y="728"/>
                        </a:lnTo>
                        <a:lnTo>
                          <a:pt x="48" y="768"/>
                        </a:lnTo>
                        <a:lnTo>
                          <a:pt x="56" y="816"/>
                        </a:lnTo>
                        <a:lnTo>
                          <a:pt x="48" y="848"/>
                        </a:lnTo>
                        <a:lnTo>
                          <a:pt x="24" y="864"/>
                        </a:lnTo>
                        <a:lnTo>
                          <a:pt x="16" y="888"/>
                        </a:lnTo>
                        <a:lnTo>
                          <a:pt x="32" y="904"/>
                        </a:lnTo>
                        <a:lnTo>
                          <a:pt x="0" y="960"/>
                        </a:lnTo>
                        <a:lnTo>
                          <a:pt x="0" y="984"/>
                        </a:lnTo>
                        <a:lnTo>
                          <a:pt x="32" y="1016"/>
                        </a:lnTo>
                        <a:lnTo>
                          <a:pt x="48" y="1040"/>
                        </a:lnTo>
                        <a:lnTo>
                          <a:pt x="56" y="1040"/>
                        </a:lnTo>
                        <a:lnTo>
                          <a:pt x="64" y="1056"/>
                        </a:lnTo>
                        <a:lnTo>
                          <a:pt x="80" y="1048"/>
                        </a:lnTo>
                        <a:lnTo>
                          <a:pt x="72" y="1032"/>
                        </a:lnTo>
                        <a:lnTo>
                          <a:pt x="64" y="1016"/>
                        </a:lnTo>
                        <a:lnTo>
                          <a:pt x="64" y="1008"/>
                        </a:lnTo>
                        <a:lnTo>
                          <a:pt x="72" y="1000"/>
                        </a:lnTo>
                        <a:lnTo>
                          <a:pt x="80" y="992"/>
                        </a:lnTo>
                        <a:lnTo>
                          <a:pt x="64" y="984"/>
                        </a:lnTo>
                        <a:lnTo>
                          <a:pt x="72" y="976"/>
                        </a:lnTo>
                        <a:lnTo>
                          <a:pt x="88" y="968"/>
                        </a:lnTo>
                        <a:lnTo>
                          <a:pt x="72" y="968"/>
                        </a:lnTo>
                        <a:lnTo>
                          <a:pt x="72" y="952"/>
                        </a:lnTo>
                        <a:lnTo>
                          <a:pt x="96" y="944"/>
                        </a:lnTo>
                        <a:lnTo>
                          <a:pt x="128" y="936"/>
                        </a:lnTo>
                        <a:lnTo>
                          <a:pt x="184" y="912"/>
                        </a:lnTo>
                        <a:lnTo>
                          <a:pt x="208" y="896"/>
                        </a:lnTo>
                        <a:lnTo>
                          <a:pt x="232" y="896"/>
                        </a:lnTo>
                        <a:lnTo>
                          <a:pt x="264" y="896"/>
                        </a:lnTo>
                        <a:lnTo>
                          <a:pt x="272" y="904"/>
                        </a:lnTo>
                        <a:lnTo>
                          <a:pt x="280" y="928"/>
                        </a:lnTo>
                        <a:lnTo>
                          <a:pt x="296" y="920"/>
                        </a:lnTo>
                        <a:lnTo>
                          <a:pt x="328" y="936"/>
                        </a:lnTo>
                        <a:lnTo>
                          <a:pt x="328" y="952"/>
                        </a:lnTo>
                        <a:lnTo>
                          <a:pt x="352" y="952"/>
                        </a:lnTo>
                        <a:lnTo>
                          <a:pt x="360" y="936"/>
                        </a:lnTo>
                        <a:lnTo>
                          <a:pt x="368" y="920"/>
                        </a:lnTo>
                        <a:lnTo>
                          <a:pt x="400" y="928"/>
                        </a:lnTo>
                        <a:lnTo>
                          <a:pt x="400" y="944"/>
                        </a:lnTo>
                        <a:lnTo>
                          <a:pt x="408" y="960"/>
                        </a:lnTo>
                        <a:lnTo>
                          <a:pt x="432" y="984"/>
                        </a:lnTo>
                        <a:lnTo>
                          <a:pt x="448" y="1008"/>
                        </a:lnTo>
                        <a:lnTo>
                          <a:pt x="464" y="1040"/>
                        </a:lnTo>
                        <a:lnTo>
                          <a:pt x="520" y="1040"/>
                        </a:lnTo>
                        <a:lnTo>
                          <a:pt x="544" y="1040"/>
                        </a:lnTo>
                        <a:lnTo>
                          <a:pt x="576" y="1080"/>
                        </a:lnTo>
                        <a:lnTo>
                          <a:pt x="616" y="1088"/>
                        </a:lnTo>
                        <a:lnTo>
                          <a:pt x="616" y="1096"/>
                        </a:lnTo>
                        <a:lnTo>
                          <a:pt x="624" y="1096"/>
                        </a:lnTo>
                        <a:lnTo>
                          <a:pt x="632" y="1088"/>
                        </a:lnTo>
                        <a:lnTo>
                          <a:pt x="664" y="1080"/>
                        </a:lnTo>
                        <a:lnTo>
                          <a:pt x="680" y="1056"/>
                        </a:lnTo>
                        <a:lnTo>
                          <a:pt x="688" y="1056"/>
                        </a:lnTo>
                        <a:lnTo>
                          <a:pt x="704" y="1040"/>
                        </a:lnTo>
                        <a:lnTo>
                          <a:pt x="720" y="1040"/>
                        </a:lnTo>
                        <a:lnTo>
                          <a:pt x="736" y="1056"/>
                        </a:lnTo>
                        <a:lnTo>
                          <a:pt x="752" y="1056"/>
                        </a:lnTo>
                        <a:lnTo>
                          <a:pt x="784" y="1080"/>
                        </a:lnTo>
                        <a:lnTo>
                          <a:pt x="792" y="1080"/>
                        </a:lnTo>
                        <a:lnTo>
                          <a:pt x="792" y="1064"/>
                        </a:lnTo>
                        <a:lnTo>
                          <a:pt x="808" y="1064"/>
                        </a:lnTo>
                        <a:lnTo>
                          <a:pt x="808" y="1080"/>
                        </a:lnTo>
                        <a:lnTo>
                          <a:pt x="840" y="1072"/>
                        </a:lnTo>
                        <a:lnTo>
                          <a:pt x="840" y="1048"/>
                        </a:lnTo>
                        <a:lnTo>
                          <a:pt x="832" y="1032"/>
                        </a:lnTo>
                        <a:lnTo>
                          <a:pt x="848" y="1016"/>
                        </a:lnTo>
                        <a:lnTo>
                          <a:pt x="856" y="1000"/>
                        </a:lnTo>
                        <a:lnTo>
                          <a:pt x="912" y="1016"/>
                        </a:lnTo>
                        <a:lnTo>
                          <a:pt x="944" y="1064"/>
                        </a:lnTo>
                        <a:lnTo>
                          <a:pt x="984" y="1048"/>
                        </a:lnTo>
                        <a:lnTo>
                          <a:pt x="1040" y="1064"/>
                        </a:lnTo>
                        <a:lnTo>
                          <a:pt x="1040" y="1080"/>
                        </a:lnTo>
                        <a:lnTo>
                          <a:pt x="1072" y="1088"/>
                        </a:lnTo>
                        <a:lnTo>
                          <a:pt x="1080" y="1096"/>
                        </a:lnTo>
                        <a:lnTo>
                          <a:pt x="1104" y="1088"/>
                        </a:lnTo>
                        <a:lnTo>
                          <a:pt x="1128" y="1088"/>
                        </a:lnTo>
                        <a:lnTo>
                          <a:pt x="1152" y="1072"/>
                        </a:lnTo>
                        <a:lnTo>
                          <a:pt x="1168" y="1056"/>
                        </a:lnTo>
                        <a:lnTo>
                          <a:pt x="1184" y="1064"/>
                        </a:lnTo>
                        <a:lnTo>
                          <a:pt x="1200" y="1080"/>
                        </a:lnTo>
                        <a:lnTo>
                          <a:pt x="1224" y="1072"/>
                        </a:lnTo>
                        <a:lnTo>
                          <a:pt x="1240" y="1088"/>
                        </a:lnTo>
                        <a:lnTo>
                          <a:pt x="1272" y="1064"/>
                        </a:lnTo>
                        <a:lnTo>
                          <a:pt x="1272" y="1048"/>
                        </a:lnTo>
                        <a:lnTo>
                          <a:pt x="1280" y="1040"/>
                        </a:lnTo>
                        <a:lnTo>
                          <a:pt x="1288" y="1016"/>
                        </a:lnTo>
                        <a:lnTo>
                          <a:pt x="1304" y="1000"/>
                        </a:lnTo>
                        <a:lnTo>
                          <a:pt x="1304" y="984"/>
                        </a:lnTo>
                        <a:lnTo>
                          <a:pt x="1288" y="984"/>
                        </a:lnTo>
                        <a:lnTo>
                          <a:pt x="1312" y="952"/>
                        </a:lnTo>
                        <a:lnTo>
                          <a:pt x="1360" y="944"/>
                        </a:lnTo>
                        <a:lnTo>
                          <a:pt x="1392" y="960"/>
                        </a:lnTo>
                        <a:lnTo>
                          <a:pt x="1408" y="960"/>
                        </a:lnTo>
                        <a:lnTo>
                          <a:pt x="1432" y="1000"/>
                        </a:lnTo>
                        <a:lnTo>
                          <a:pt x="1432" y="1016"/>
                        </a:lnTo>
                        <a:lnTo>
                          <a:pt x="1448" y="1048"/>
                        </a:lnTo>
                        <a:lnTo>
                          <a:pt x="1448" y="1072"/>
                        </a:lnTo>
                        <a:lnTo>
                          <a:pt x="1472" y="1072"/>
                        </a:lnTo>
                        <a:lnTo>
                          <a:pt x="1488" y="1080"/>
                        </a:lnTo>
                        <a:lnTo>
                          <a:pt x="1512" y="1104"/>
                        </a:lnTo>
                        <a:lnTo>
                          <a:pt x="1520" y="1136"/>
                        </a:lnTo>
                        <a:lnTo>
                          <a:pt x="1536" y="1136"/>
                        </a:lnTo>
                        <a:lnTo>
                          <a:pt x="1544" y="1128"/>
                        </a:lnTo>
                        <a:lnTo>
                          <a:pt x="1568" y="1128"/>
                        </a:lnTo>
                        <a:lnTo>
                          <a:pt x="1592" y="1112"/>
                        </a:lnTo>
                        <a:lnTo>
                          <a:pt x="1600" y="1112"/>
                        </a:lnTo>
                        <a:lnTo>
                          <a:pt x="1592" y="1152"/>
                        </a:lnTo>
                        <a:lnTo>
                          <a:pt x="1576" y="1168"/>
                        </a:lnTo>
                        <a:lnTo>
                          <a:pt x="1568" y="1208"/>
                        </a:lnTo>
                        <a:lnTo>
                          <a:pt x="1552" y="1216"/>
                        </a:lnTo>
                        <a:lnTo>
                          <a:pt x="1536" y="1216"/>
                        </a:lnTo>
                        <a:lnTo>
                          <a:pt x="1512" y="1224"/>
                        </a:lnTo>
                        <a:lnTo>
                          <a:pt x="1528" y="1248"/>
                        </a:lnTo>
                        <a:lnTo>
                          <a:pt x="1520" y="1272"/>
                        </a:lnTo>
                        <a:lnTo>
                          <a:pt x="1504" y="1288"/>
                        </a:lnTo>
                        <a:lnTo>
                          <a:pt x="1512" y="1288"/>
                        </a:lnTo>
                        <a:lnTo>
                          <a:pt x="1528" y="1288"/>
                        </a:lnTo>
                        <a:lnTo>
                          <a:pt x="1528" y="1280"/>
                        </a:lnTo>
                        <a:lnTo>
                          <a:pt x="1536" y="1272"/>
                        </a:lnTo>
                        <a:lnTo>
                          <a:pt x="1544" y="1280"/>
                        </a:lnTo>
                        <a:lnTo>
                          <a:pt x="1552" y="1280"/>
                        </a:lnTo>
                        <a:lnTo>
                          <a:pt x="1560" y="1280"/>
                        </a:lnTo>
                        <a:lnTo>
                          <a:pt x="1568" y="1288"/>
                        </a:lnTo>
                        <a:lnTo>
                          <a:pt x="1576" y="1280"/>
                        </a:lnTo>
                        <a:lnTo>
                          <a:pt x="1600" y="1272"/>
                        </a:lnTo>
                        <a:lnTo>
                          <a:pt x="1624" y="1232"/>
                        </a:lnTo>
                        <a:lnTo>
                          <a:pt x="1640" y="1216"/>
                        </a:lnTo>
                        <a:lnTo>
                          <a:pt x="1656" y="1200"/>
                        </a:lnTo>
                        <a:lnTo>
                          <a:pt x="1664" y="1176"/>
                        </a:lnTo>
                        <a:lnTo>
                          <a:pt x="1672" y="1152"/>
                        </a:lnTo>
                        <a:lnTo>
                          <a:pt x="1688" y="1136"/>
                        </a:lnTo>
                        <a:lnTo>
                          <a:pt x="1696" y="1128"/>
                        </a:lnTo>
                        <a:lnTo>
                          <a:pt x="1712" y="1096"/>
                        </a:lnTo>
                        <a:lnTo>
                          <a:pt x="1712" y="1088"/>
                        </a:lnTo>
                        <a:lnTo>
                          <a:pt x="1712" y="1064"/>
                        </a:lnTo>
                        <a:lnTo>
                          <a:pt x="1712" y="1056"/>
                        </a:lnTo>
                        <a:lnTo>
                          <a:pt x="1712" y="1032"/>
                        </a:lnTo>
                        <a:lnTo>
                          <a:pt x="1728" y="1008"/>
                        </a:lnTo>
                        <a:lnTo>
                          <a:pt x="1728" y="992"/>
                        </a:lnTo>
                        <a:lnTo>
                          <a:pt x="1712" y="976"/>
                        </a:lnTo>
                        <a:lnTo>
                          <a:pt x="1712" y="968"/>
                        </a:lnTo>
                        <a:lnTo>
                          <a:pt x="1720" y="976"/>
                        </a:lnTo>
                        <a:lnTo>
                          <a:pt x="1728" y="968"/>
                        </a:lnTo>
                        <a:lnTo>
                          <a:pt x="1720" y="952"/>
                        </a:lnTo>
                        <a:lnTo>
                          <a:pt x="1704" y="944"/>
                        </a:lnTo>
                        <a:lnTo>
                          <a:pt x="1704" y="936"/>
                        </a:lnTo>
                        <a:lnTo>
                          <a:pt x="1680" y="928"/>
                        </a:lnTo>
                        <a:lnTo>
                          <a:pt x="1672" y="944"/>
                        </a:lnTo>
                        <a:lnTo>
                          <a:pt x="1664" y="944"/>
                        </a:lnTo>
                        <a:lnTo>
                          <a:pt x="1656" y="952"/>
                        </a:lnTo>
                        <a:lnTo>
                          <a:pt x="1648" y="952"/>
                        </a:lnTo>
                        <a:lnTo>
                          <a:pt x="1656" y="936"/>
                        </a:lnTo>
                        <a:lnTo>
                          <a:pt x="1648" y="928"/>
                        </a:lnTo>
                        <a:lnTo>
                          <a:pt x="1640" y="936"/>
                        </a:lnTo>
                        <a:lnTo>
                          <a:pt x="1632" y="944"/>
                        </a:lnTo>
                        <a:lnTo>
                          <a:pt x="1632" y="920"/>
                        </a:lnTo>
                        <a:lnTo>
                          <a:pt x="1616" y="912"/>
                        </a:lnTo>
                        <a:lnTo>
                          <a:pt x="1608" y="912"/>
                        </a:lnTo>
                        <a:lnTo>
                          <a:pt x="1600" y="904"/>
                        </a:lnTo>
                        <a:lnTo>
                          <a:pt x="1616" y="896"/>
                        </a:lnTo>
                        <a:lnTo>
                          <a:pt x="1624" y="888"/>
                        </a:lnTo>
                        <a:lnTo>
                          <a:pt x="1648" y="872"/>
                        </a:lnTo>
                        <a:lnTo>
                          <a:pt x="1648" y="864"/>
                        </a:lnTo>
                        <a:lnTo>
                          <a:pt x="1664" y="848"/>
                        </a:lnTo>
                        <a:lnTo>
                          <a:pt x="1664" y="832"/>
                        </a:lnTo>
                        <a:lnTo>
                          <a:pt x="1688" y="816"/>
                        </a:lnTo>
                        <a:lnTo>
                          <a:pt x="1712" y="800"/>
                        </a:lnTo>
                        <a:lnTo>
                          <a:pt x="1712" y="784"/>
                        </a:lnTo>
                        <a:lnTo>
                          <a:pt x="1736" y="768"/>
                        </a:lnTo>
                        <a:lnTo>
                          <a:pt x="1736" y="752"/>
                        </a:lnTo>
                        <a:lnTo>
                          <a:pt x="1752" y="744"/>
                        </a:lnTo>
                        <a:lnTo>
                          <a:pt x="1776" y="736"/>
                        </a:lnTo>
                        <a:lnTo>
                          <a:pt x="1792" y="736"/>
                        </a:lnTo>
                        <a:lnTo>
                          <a:pt x="1800" y="736"/>
                        </a:lnTo>
                        <a:lnTo>
                          <a:pt x="1824" y="736"/>
                        </a:lnTo>
                        <a:lnTo>
                          <a:pt x="1816" y="744"/>
                        </a:lnTo>
                        <a:lnTo>
                          <a:pt x="1824" y="752"/>
                        </a:lnTo>
                        <a:lnTo>
                          <a:pt x="1832" y="744"/>
                        </a:lnTo>
                        <a:lnTo>
                          <a:pt x="1840" y="736"/>
                        </a:lnTo>
                        <a:lnTo>
                          <a:pt x="1848" y="744"/>
                        </a:lnTo>
                        <a:lnTo>
                          <a:pt x="1872" y="736"/>
                        </a:lnTo>
                        <a:lnTo>
                          <a:pt x="1880" y="744"/>
                        </a:lnTo>
                        <a:lnTo>
                          <a:pt x="1888" y="728"/>
                        </a:lnTo>
                        <a:lnTo>
                          <a:pt x="1904" y="728"/>
                        </a:lnTo>
                        <a:lnTo>
                          <a:pt x="1912" y="728"/>
                        </a:lnTo>
                        <a:lnTo>
                          <a:pt x="1936" y="728"/>
                        </a:lnTo>
                        <a:lnTo>
                          <a:pt x="1944" y="736"/>
                        </a:lnTo>
                        <a:lnTo>
                          <a:pt x="1936" y="744"/>
                        </a:lnTo>
                        <a:lnTo>
                          <a:pt x="1928" y="752"/>
                        </a:lnTo>
                        <a:lnTo>
                          <a:pt x="1936" y="752"/>
                        </a:lnTo>
                        <a:lnTo>
                          <a:pt x="1952" y="752"/>
                        </a:lnTo>
                        <a:lnTo>
                          <a:pt x="1960" y="752"/>
                        </a:lnTo>
                        <a:lnTo>
                          <a:pt x="1976" y="744"/>
                        </a:lnTo>
                        <a:lnTo>
                          <a:pt x="1984" y="752"/>
                        </a:lnTo>
                        <a:lnTo>
                          <a:pt x="1992" y="752"/>
                        </a:lnTo>
                        <a:lnTo>
                          <a:pt x="1992" y="744"/>
                        </a:lnTo>
                        <a:lnTo>
                          <a:pt x="2008" y="744"/>
                        </a:lnTo>
                        <a:lnTo>
                          <a:pt x="2008" y="728"/>
                        </a:lnTo>
                        <a:lnTo>
                          <a:pt x="2000" y="728"/>
                        </a:lnTo>
                        <a:lnTo>
                          <a:pt x="1992" y="728"/>
                        </a:lnTo>
                        <a:lnTo>
                          <a:pt x="1992" y="712"/>
                        </a:lnTo>
                        <a:lnTo>
                          <a:pt x="2000" y="712"/>
                        </a:lnTo>
                        <a:lnTo>
                          <a:pt x="2008" y="696"/>
                        </a:lnTo>
                        <a:lnTo>
                          <a:pt x="2024" y="688"/>
                        </a:lnTo>
                        <a:lnTo>
                          <a:pt x="2024" y="680"/>
                        </a:lnTo>
                        <a:lnTo>
                          <a:pt x="2040" y="664"/>
                        </a:lnTo>
                        <a:lnTo>
                          <a:pt x="2040" y="648"/>
                        </a:lnTo>
                        <a:lnTo>
                          <a:pt x="2040" y="640"/>
                        </a:lnTo>
                        <a:lnTo>
                          <a:pt x="2056" y="632"/>
                        </a:lnTo>
                        <a:lnTo>
                          <a:pt x="2080" y="632"/>
                        </a:lnTo>
                        <a:lnTo>
                          <a:pt x="2088" y="624"/>
                        </a:lnTo>
                        <a:lnTo>
                          <a:pt x="2096" y="632"/>
                        </a:lnTo>
                        <a:lnTo>
                          <a:pt x="2104" y="632"/>
                        </a:lnTo>
                        <a:lnTo>
                          <a:pt x="2104" y="624"/>
                        </a:lnTo>
                        <a:lnTo>
                          <a:pt x="2112" y="632"/>
                        </a:lnTo>
                        <a:lnTo>
                          <a:pt x="2112" y="640"/>
                        </a:lnTo>
                        <a:lnTo>
                          <a:pt x="2152" y="640"/>
                        </a:lnTo>
                        <a:lnTo>
                          <a:pt x="2168" y="640"/>
                        </a:lnTo>
                        <a:lnTo>
                          <a:pt x="2176" y="632"/>
                        </a:lnTo>
                        <a:lnTo>
                          <a:pt x="2168" y="624"/>
                        </a:lnTo>
                        <a:lnTo>
                          <a:pt x="2176" y="600"/>
                        </a:lnTo>
                        <a:lnTo>
                          <a:pt x="2200" y="592"/>
                        </a:lnTo>
                        <a:lnTo>
                          <a:pt x="2208" y="600"/>
                        </a:lnTo>
                        <a:lnTo>
                          <a:pt x="2200" y="608"/>
                        </a:lnTo>
                        <a:lnTo>
                          <a:pt x="2192" y="624"/>
                        </a:lnTo>
                        <a:lnTo>
                          <a:pt x="2192" y="632"/>
                        </a:lnTo>
                        <a:lnTo>
                          <a:pt x="2184" y="640"/>
                        </a:lnTo>
                        <a:lnTo>
                          <a:pt x="2184" y="664"/>
                        </a:lnTo>
                        <a:lnTo>
                          <a:pt x="2184" y="672"/>
                        </a:lnTo>
                        <a:lnTo>
                          <a:pt x="2152" y="688"/>
                        </a:lnTo>
                        <a:lnTo>
                          <a:pt x="2144" y="704"/>
                        </a:lnTo>
                        <a:lnTo>
                          <a:pt x="2128" y="728"/>
                        </a:lnTo>
                        <a:lnTo>
                          <a:pt x="2112" y="728"/>
                        </a:lnTo>
                        <a:lnTo>
                          <a:pt x="2112" y="744"/>
                        </a:lnTo>
                        <a:lnTo>
                          <a:pt x="2088" y="760"/>
                        </a:lnTo>
                        <a:lnTo>
                          <a:pt x="2088" y="768"/>
                        </a:lnTo>
                        <a:lnTo>
                          <a:pt x="2072" y="784"/>
                        </a:lnTo>
                        <a:lnTo>
                          <a:pt x="2064" y="784"/>
                        </a:lnTo>
                        <a:lnTo>
                          <a:pt x="2064" y="792"/>
                        </a:lnTo>
                        <a:lnTo>
                          <a:pt x="2040" y="792"/>
                        </a:lnTo>
                        <a:lnTo>
                          <a:pt x="2040" y="824"/>
                        </a:lnTo>
                        <a:lnTo>
                          <a:pt x="2040" y="832"/>
                        </a:lnTo>
                        <a:lnTo>
                          <a:pt x="2024" y="848"/>
                        </a:lnTo>
                        <a:lnTo>
                          <a:pt x="2016" y="888"/>
                        </a:lnTo>
                        <a:lnTo>
                          <a:pt x="2024" y="920"/>
                        </a:lnTo>
                        <a:lnTo>
                          <a:pt x="2024" y="936"/>
                        </a:lnTo>
                        <a:lnTo>
                          <a:pt x="2032" y="952"/>
                        </a:lnTo>
                        <a:lnTo>
                          <a:pt x="2032" y="984"/>
                        </a:lnTo>
                        <a:lnTo>
                          <a:pt x="2040" y="1000"/>
                        </a:lnTo>
                        <a:lnTo>
                          <a:pt x="2040" y="1024"/>
                        </a:lnTo>
                        <a:lnTo>
                          <a:pt x="2040" y="1032"/>
                        </a:lnTo>
                        <a:lnTo>
                          <a:pt x="2040" y="1040"/>
                        </a:lnTo>
                        <a:lnTo>
                          <a:pt x="2048" y="1040"/>
                        </a:lnTo>
                        <a:lnTo>
                          <a:pt x="2080" y="1000"/>
                        </a:lnTo>
                        <a:lnTo>
                          <a:pt x="2080" y="984"/>
                        </a:lnTo>
                        <a:lnTo>
                          <a:pt x="2088" y="968"/>
                        </a:lnTo>
                        <a:lnTo>
                          <a:pt x="2096" y="960"/>
                        </a:lnTo>
                        <a:lnTo>
                          <a:pt x="2112" y="968"/>
                        </a:lnTo>
                        <a:lnTo>
                          <a:pt x="2112" y="960"/>
                        </a:lnTo>
                        <a:lnTo>
                          <a:pt x="2112" y="936"/>
                        </a:lnTo>
                        <a:lnTo>
                          <a:pt x="2136" y="912"/>
                        </a:lnTo>
                        <a:lnTo>
                          <a:pt x="2136" y="920"/>
                        </a:lnTo>
                        <a:lnTo>
                          <a:pt x="2144" y="912"/>
                        </a:lnTo>
                        <a:lnTo>
                          <a:pt x="2152" y="904"/>
                        </a:lnTo>
                        <a:lnTo>
                          <a:pt x="2144" y="888"/>
                        </a:lnTo>
                        <a:lnTo>
                          <a:pt x="2152" y="864"/>
                        </a:lnTo>
                        <a:lnTo>
                          <a:pt x="2168" y="848"/>
                        </a:lnTo>
                        <a:lnTo>
                          <a:pt x="2168" y="864"/>
                        </a:lnTo>
                        <a:lnTo>
                          <a:pt x="2176" y="864"/>
                        </a:lnTo>
                        <a:lnTo>
                          <a:pt x="2184" y="856"/>
                        </a:lnTo>
                        <a:lnTo>
                          <a:pt x="2176" y="840"/>
                        </a:lnTo>
                        <a:lnTo>
                          <a:pt x="2168" y="832"/>
                        </a:lnTo>
                        <a:lnTo>
                          <a:pt x="2168" y="816"/>
                        </a:lnTo>
                        <a:lnTo>
                          <a:pt x="2176" y="800"/>
                        </a:lnTo>
                        <a:lnTo>
                          <a:pt x="2160" y="792"/>
                        </a:lnTo>
                        <a:lnTo>
                          <a:pt x="2160" y="800"/>
                        </a:lnTo>
                        <a:lnTo>
                          <a:pt x="2152" y="784"/>
                        </a:lnTo>
                        <a:lnTo>
                          <a:pt x="2152" y="768"/>
                        </a:lnTo>
                        <a:lnTo>
                          <a:pt x="2160" y="760"/>
                        </a:lnTo>
                        <a:lnTo>
                          <a:pt x="2176" y="744"/>
                        </a:lnTo>
                        <a:lnTo>
                          <a:pt x="2176" y="728"/>
                        </a:lnTo>
                        <a:lnTo>
                          <a:pt x="2192" y="712"/>
                        </a:lnTo>
                        <a:lnTo>
                          <a:pt x="2200" y="712"/>
                        </a:lnTo>
                        <a:lnTo>
                          <a:pt x="2208" y="720"/>
                        </a:lnTo>
                        <a:lnTo>
                          <a:pt x="2216" y="704"/>
                        </a:lnTo>
                        <a:lnTo>
                          <a:pt x="2224" y="696"/>
                        </a:lnTo>
                        <a:lnTo>
                          <a:pt x="2240" y="688"/>
                        </a:lnTo>
                        <a:lnTo>
                          <a:pt x="2240" y="696"/>
                        </a:lnTo>
                        <a:lnTo>
                          <a:pt x="2232" y="704"/>
                        </a:lnTo>
                        <a:lnTo>
                          <a:pt x="2232" y="720"/>
                        </a:lnTo>
                        <a:lnTo>
                          <a:pt x="2240" y="712"/>
                        </a:lnTo>
                        <a:lnTo>
                          <a:pt x="2248" y="696"/>
                        </a:lnTo>
                        <a:lnTo>
                          <a:pt x="2288" y="680"/>
                        </a:lnTo>
                        <a:lnTo>
                          <a:pt x="2304" y="688"/>
                        </a:lnTo>
                        <a:lnTo>
                          <a:pt x="2312" y="696"/>
                        </a:lnTo>
                        <a:lnTo>
                          <a:pt x="2312" y="712"/>
                        </a:lnTo>
                        <a:lnTo>
                          <a:pt x="2320" y="704"/>
                        </a:lnTo>
                        <a:lnTo>
                          <a:pt x="2328" y="696"/>
                        </a:lnTo>
                        <a:lnTo>
                          <a:pt x="2336" y="680"/>
                        </a:lnTo>
                        <a:lnTo>
                          <a:pt x="2360" y="672"/>
                        </a:lnTo>
                        <a:lnTo>
                          <a:pt x="2368" y="656"/>
                        </a:lnTo>
                        <a:lnTo>
                          <a:pt x="2376" y="656"/>
                        </a:lnTo>
                        <a:lnTo>
                          <a:pt x="2384" y="640"/>
                        </a:lnTo>
                        <a:lnTo>
                          <a:pt x="2400" y="640"/>
                        </a:lnTo>
                        <a:lnTo>
                          <a:pt x="2416" y="624"/>
                        </a:lnTo>
                        <a:lnTo>
                          <a:pt x="2440" y="616"/>
                        </a:lnTo>
                        <a:lnTo>
                          <a:pt x="2448" y="608"/>
                        </a:lnTo>
                        <a:lnTo>
                          <a:pt x="2472" y="600"/>
                        </a:lnTo>
                        <a:lnTo>
                          <a:pt x="2480" y="608"/>
                        </a:lnTo>
                        <a:lnTo>
                          <a:pt x="2504" y="616"/>
                        </a:lnTo>
                        <a:lnTo>
                          <a:pt x="2504" y="600"/>
                        </a:lnTo>
                        <a:lnTo>
                          <a:pt x="2512" y="592"/>
                        </a:lnTo>
                        <a:lnTo>
                          <a:pt x="2504" y="584"/>
                        </a:lnTo>
                        <a:lnTo>
                          <a:pt x="2504" y="568"/>
                        </a:lnTo>
                        <a:lnTo>
                          <a:pt x="2496" y="560"/>
                        </a:lnTo>
                        <a:lnTo>
                          <a:pt x="2496" y="536"/>
                        </a:lnTo>
                        <a:lnTo>
                          <a:pt x="2488" y="528"/>
                        </a:lnTo>
                        <a:lnTo>
                          <a:pt x="2488" y="520"/>
                        </a:lnTo>
                        <a:lnTo>
                          <a:pt x="2480" y="520"/>
                        </a:lnTo>
                        <a:lnTo>
                          <a:pt x="2480" y="528"/>
                        </a:lnTo>
                        <a:lnTo>
                          <a:pt x="2464" y="512"/>
                        </a:lnTo>
                        <a:lnTo>
                          <a:pt x="2456" y="512"/>
                        </a:lnTo>
                        <a:lnTo>
                          <a:pt x="2448" y="504"/>
                        </a:lnTo>
                        <a:lnTo>
                          <a:pt x="2440" y="496"/>
                        </a:lnTo>
                        <a:lnTo>
                          <a:pt x="2448" y="496"/>
                        </a:lnTo>
                        <a:lnTo>
                          <a:pt x="2456" y="504"/>
                        </a:lnTo>
                        <a:lnTo>
                          <a:pt x="2456" y="496"/>
                        </a:lnTo>
                        <a:lnTo>
                          <a:pt x="2448" y="488"/>
                        </a:lnTo>
                        <a:lnTo>
                          <a:pt x="2456" y="488"/>
                        </a:lnTo>
                        <a:lnTo>
                          <a:pt x="2472" y="496"/>
                        </a:lnTo>
                        <a:lnTo>
                          <a:pt x="2472" y="504"/>
                        </a:lnTo>
                        <a:lnTo>
                          <a:pt x="2504" y="504"/>
                        </a:lnTo>
                        <a:lnTo>
                          <a:pt x="2512" y="496"/>
                        </a:lnTo>
                        <a:lnTo>
                          <a:pt x="2512" y="488"/>
                        </a:lnTo>
                        <a:lnTo>
                          <a:pt x="2528" y="472"/>
                        </a:lnTo>
                        <a:lnTo>
                          <a:pt x="2528" y="456"/>
                        </a:lnTo>
                        <a:lnTo>
                          <a:pt x="2520" y="440"/>
                        </a:lnTo>
                        <a:lnTo>
                          <a:pt x="2528" y="432"/>
                        </a:lnTo>
                        <a:lnTo>
                          <a:pt x="2536" y="432"/>
                        </a:lnTo>
                        <a:lnTo>
                          <a:pt x="2544" y="424"/>
                        </a:lnTo>
                        <a:lnTo>
                          <a:pt x="2544" y="432"/>
                        </a:lnTo>
                        <a:lnTo>
                          <a:pt x="2544" y="448"/>
                        </a:lnTo>
                        <a:lnTo>
                          <a:pt x="2544" y="456"/>
                        </a:lnTo>
                        <a:lnTo>
                          <a:pt x="2552" y="464"/>
                        </a:lnTo>
                        <a:lnTo>
                          <a:pt x="2568" y="464"/>
                        </a:lnTo>
                        <a:lnTo>
                          <a:pt x="2576" y="464"/>
                        </a:lnTo>
                        <a:lnTo>
                          <a:pt x="2592" y="472"/>
                        </a:lnTo>
                        <a:lnTo>
                          <a:pt x="2600" y="480"/>
                        </a:lnTo>
                        <a:lnTo>
                          <a:pt x="2600" y="504"/>
                        </a:lnTo>
                        <a:lnTo>
                          <a:pt x="2616" y="496"/>
                        </a:lnTo>
                        <a:lnTo>
                          <a:pt x="2632" y="504"/>
                        </a:lnTo>
                        <a:lnTo>
                          <a:pt x="2640" y="520"/>
                        </a:lnTo>
                        <a:lnTo>
                          <a:pt x="2648" y="528"/>
                        </a:lnTo>
                        <a:lnTo>
                          <a:pt x="2672" y="520"/>
                        </a:lnTo>
                        <a:lnTo>
                          <a:pt x="2656" y="512"/>
                        </a:lnTo>
                        <a:lnTo>
                          <a:pt x="2656" y="496"/>
                        </a:lnTo>
                        <a:lnTo>
                          <a:pt x="2672" y="488"/>
                        </a:lnTo>
                        <a:lnTo>
                          <a:pt x="2664" y="480"/>
                        </a:lnTo>
                        <a:lnTo>
                          <a:pt x="2672" y="472"/>
                        </a:lnTo>
                        <a:lnTo>
                          <a:pt x="2672" y="464"/>
                        </a:lnTo>
                        <a:lnTo>
                          <a:pt x="2696" y="464"/>
                        </a:lnTo>
                        <a:lnTo>
                          <a:pt x="2704" y="456"/>
                        </a:lnTo>
                        <a:lnTo>
                          <a:pt x="2712" y="440"/>
                        </a:lnTo>
                        <a:lnTo>
                          <a:pt x="2720" y="440"/>
                        </a:lnTo>
                        <a:lnTo>
                          <a:pt x="2728" y="432"/>
                        </a:lnTo>
                        <a:lnTo>
                          <a:pt x="2696" y="4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13" name="Freeform 270">
                    <a:extLst>
                      <a:ext uri="{FF2B5EF4-FFF2-40B4-BE49-F238E27FC236}">
                        <a16:creationId xmlns:a16="http://schemas.microsoft.com/office/drawing/2014/main" id="{9EA4FF6E-30B2-237A-2F11-0226C361FB35}"/>
                      </a:ext>
                    </a:extLst>
                  </p:cNvPr>
                  <p:cNvSpPr>
                    <a:spLocks/>
                  </p:cNvSpPr>
                  <p:nvPr/>
                </p:nvSpPr>
                <p:spPr bwMode="gray">
                  <a:xfrm>
                    <a:off x="5332" y="1474"/>
                    <a:ext cx="57" cy="23"/>
                  </a:xfrm>
                  <a:custGeom>
                    <a:avLst/>
                    <a:gdLst>
                      <a:gd name="T0" fmla="*/ 11 w 80"/>
                      <a:gd name="T1" fmla="*/ 9 h 32"/>
                      <a:gd name="T2" fmla="*/ 24 w 80"/>
                      <a:gd name="T3" fmla="*/ 12 h 32"/>
                      <a:gd name="T4" fmla="*/ 29 w 80"/>
                      <a:gd name="T5" fmla="*/ 9 h 32"/>
                      <a:gd name="T6" fmla="*/ 29 w 80"/>
                      <a:gd name="T7" fmla="*/ 6 h 32"/>
                      <a:gd name="T8" fmla="*/ 29 w 80"/>
                      <a:gd name="T9" fmla="*/ 3 h 32"/>
                      <a:gd name="T10" fmla="*/ 26 w 80"/>
                      <a:gd name="T11" fmla="*/ 3 h 32"/>
                      <a:gd name="T12" fmla="*/ 24 w 80"/>
                      <a:gd name="T13" fmla="*/ 3 h 32"/>
                      <a:gd name="T14" fmla="*/ 17 w 80"/>
                      <a:gd name="T15" fmla="*/ 3 h 32"/>
                      <a:gd name="T16" fmla="*/ 9 w 80"/>
                      <a:gd name="T17" fmla="*/ 3 h 32"/>
                      <a:gd name="T18" fmla="*/ 3 w 80"/>
                      <a:gd name="T19" fmla="*/ 0 h 32"/>
                      <a:gd name="T20" fmla="*/ 0 w 80"/>
                      <a:gd name="T21" fmla="*/ 3 h 32"/>
                      <a:gd name="T22" fmla="*/ 6 w 80"/>
                      <a:gd name="T23" fmla="*/ 9 h 32"/>
                      <a:gd name="T24" fmla="*/ 11 w 80"/>
                      <a:gd name="T25" fmla="*/ 9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32"/>
                      <a:gd name="T41" fmla="*/ 80 w 80"/>
                      <a:gd name="T42" fmla="*/ 32 h 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32">
                        <a:moveTo>
                          <a:pt x="32" y="24"/>
                        </a:moveTo>
                        <a:lnTo>
                          <a:pt x="64" y="32"/>
                        </a:lnTo>
                        <a:lnTo>
                          <a:pt x="80" y="24"/>
                        </a:lnTo>
                        <a:lnTo>
                          <a:pt x="80" y="16"/>
                        </a:lnTo>
                        <a:lnTo>
                          <a:pt x="80" y="8"/>
                        </a:lnTo>
                        <a:lnTo>
                          <a:pt x="72" y="8"/>
                        </a:lnTo>
                        <a:lnTo>
                          <a:pt x="64" y="8"/>
                        </a:lnTo>
                        <a:lnTo>
                          <a:pt x="48" y="8"/>
                        </a:lnTo>
                        <a:lnTo>
                          <a:pt x="24" y="8"/>
                        </a:lnTo>
                        <a:lnTo>
                          <a:pt x="8" y="0"/>
                        </a:lnTo>
                        <a:lnTo>
                          <a:pt x="0" y="8"/>
                        </a:lnTo>
                        <a:lnTo>
                          <a:pt x="16" y="24"/>
                        </a:lnTo>
                        <a:lnTo>
                          <a:pt x="32"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14" name="Freeform 271">
                    <a:extLst>
                      <a:ext uri="{FF2B5EF4-FFF2-40B4-BE49-F238E27FC236}">
                        <a16:creationId xmlns:a16="http://schemas.microsoft.com/office/drawing/2014/main" id="{6083582C-56BF-6D9A-5500-7FE76866D3B0}"/>
                      </a:ext>
                    </a:extLst>
                  </p:cNvPr>
                  <p:cNvSpPr>
                    <a:spLocks/>
                  </p:cNvSpPr>
                  <p:nvPr/>
                </p:nvSpPr>
                <p:spPr bwMode="gray">
                  <a:xfrm>
                    <a:off x="4787" y="1412"/>
                    <a:ext cx="45" cy="17"/>
                  </a:xfrm>
                  <a:custGeom>
                    <a:avLst/>
                    <a:gdLst>
                      <a:gd name="T0" fmla="*/ 6 w 64"/>
                      <a:gd name="T1" fmla="*/ 6 h 24"/>
                      <a:gd name="T2" fmla="*/ 6 w 64"/>
                      <a:gd name="T3" fmla="*/ 9 h 24"/>
                      <a:gd name="T4" fmla="*/ 11 w 64"/>
                      <a:gd name="T5" fmla="*/ 9 h 24"/>
                      <a:gd name="T6" fmla="*/ 23 w 64"/>
                      <a:gd name="T7" fmla="*/ 9 h 24"/>
                      <a:gd name="T8" fmla="*/ 23 w 64"/>
                      <a:gd name="T9" fmla="*/ 6 h 24"/>
                      <a:gd name="T10" fmla="*/ 19 w 64"/>
                      <a:gd name="T11" fmla="*/ 3 h 24"/>
                      <a:gd name="T12" fmla="*/ 14 w 64"/>
                      <a:gd name="T13" fmla="*/ 0 h 24"/>
                      <a:gd name="T14" fmla="*/ 6 w 64"/>
                      <a:gd name="T15" fmla="*/ 0 h 24"/>
                      <a:gd name="T16" fmla="*/ 3 w 64"/>
                      <a:gd name="T17" fmla="*/ 3 h 24"/>
                      <a:gd name="T18" fmla="*/ 0 w 64"/>
                      <a:gd name="T19" fmla="*/ 6 h 24"/>
                      <a:gd name="T20" fmla="*/ 6 w 64"/>
                      <a:gd name="T21" fmla="*/ 6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
                      <a:gd name="T34" fmla="*/ 0 h 24"/>
                      <a:gd name="T35" fmla="*/ 64 w 64"/>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 h="24">
                        <a:moveTo>
                          <a:pt x="16" y="16"/>
                        </a:moveTo>
                        <a:lnTo>
                          <a:pt x="16" y="24"/>
                        </a:lnTo>
                        <a:lnTo>
                          <a:pt x="32" y="24"/>
                        </a:lnTo>
                        <a:lnTo>
                          <a:pt x="64" y="24"/>
                        </a:lnTo>
                        <a:lnTo>
                          <a:pt x="64" y="16"/>
                        </a:lnTo>
                        <a:lnTo>
                          <a:pt x="56" y="8"/>
                        </a:lnTo>
                        <a:lnTo>
                          <a:pt x="40" y="0"/>
                        </a:lnTo>
                        <a:lnTo>
                          <a:pt x="16" y="0"/>
                        </a:lnTo>
                        <a:lnTo>
                          <a:pt x="8" y="8"/>
                        </a:lnTo>
                        <a:lnTo>
                          <a:pt x="0" y="16"/>
                        </a:lnTo>
                        <a:lnTo>
                          <a:pt x="16"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15" name="Freeform 272">
                    <a:extLst>
                      <a:ext uri="{FF2B5EF4-FFF2-40B4-BE49-F238E27FC236}">
                        <a16:creationId xmlns:a16="http://schemas.microsoft.com/office/drawing/2014/main" id="{4068F923-61DD-99B2-D3A6-2CFD75C83C2C}"/>
                      </a:ext>
                    </a:extLst>
                  </p:cNvPr>
                  <p:cNvSpPr>
                    <a:spLocks/>
                  </p:cNvSpPr>
                  <p:nvPr/>
                </p:nvSpPr>
                <p:spPr bwMode="gray">
                  <a:xfrm>
                    <a:off x="4730" y="1345"/>
                    <a:ext cx="124" cy="45"/>
                  </a:xfrm>
                  <a:custGeom>
                    <a:avLst/>
                    <a:gdLst>
                      <a:gd name="T0" fmla="*/ 6 w 176"/>
                      <a:gd name="T1" fmla="*/ 17 h 64"/>
                      <a:gd name="T2" fmla="*/ 8 w 176"/>
                      <a:gd name="T3" fmla="*/ 17 h 64"/>
                      <a:gd name="T4" fmla="*/ 8 w 176"/>
                      <a:gd name="T5" fmla="*/ 19 h 64"/>
                      <a:gd name="T6" fmla="*/ 19 w 176"/>
                      <a:gd name="T7" fmla="*/ 23 h 64"/>
                      <a:gd name="T8" fmla="*/ 19 w 176"/>
                      <a:gd name="T9" fmla="*/ 19 h 64"/>
                      <a:gd name="T10" fmla="*/ 19 w 176"/>
                      <a:gd name="T11" fmla="*/ 17 h 64"/>
                      <a:gd name="T12" fmla="*/ 23 w 176"/>
                      <a:gd name="T13" fmla="*/ 17 h 64"/>
                      <a:gd name="T14" fmla="*/ 25 w 176"/>
                      <a:gd name="T15" fmla="*/ 17 h 64"/>
                      <a:gd name="T16" fmla="*/ 31 w 176"/>
                      <a:gd name="T17" fmla="*/ 17 h 64"/>
                      <a:gd name="T18" fmla="*/ 36 w 176"/>
                      <a:gd name="T19" fmla="*/ 14 h 64"/>
                      <a:gd name="T20" fmla="*/ 39 w 176"/>
                      <a:gd name="T21" fmla="*/ 14 h 64"/>
                      <a:gd name="T22" fmla="*/ 39 w 176"/>
                      <a:gd name="T23" fmla="*/ 17 h 64"/>
                      <a:gd name="T24" fmla="*/ 44 w 176"/>
                      <a:gd name="T25" fmla="*/ 19 h 64"/>
                      <a:gd name="T26" fmla="*/ 50 w 176"/>
                      <a:gd name="T27" fmla="*/ 17 h 64"/>
                      <a:gd name="T28" fmla="*/ 44 w 176"/>
                      <a:gd name="T29" fmla="*/ 14 h 64"/>
                      <a:gd name="T30" fmla="*/ 39 w 176"/>
                      <a:gd name="T31" fmla="*/ 14 h 64"/>
                      <a:gd name="T32" fmla="*/ 39 w 176"/>
                      <a:gd name="T33" fmla="*/ 8 h 64"/>
                      <a:gd name="T34" fmla="*/ 42 w 176"/>
                      <a:gd name="T35" fmla="*/ 6 h 64"/>
                      <a:gd name="T36" fmla="*/ 44 w 176"/>
                      <a:gd name="T37" fmla="*/ 6 h 64"/>
                      <a:gd name="T38" fmla="*/ 44 w 176"/>
                      <a:gd name="T39" fmla="*/ 8 h 64"/>
                      <a:gd name="T40" fmla="*/ 42 w 176"/>
                      <a:gd name="T41" fmla="*/ 8 h 64"/>
                      <a:gd name="T42" fmla="*/ 42 w 176"/>
                      <a:gd name="T43" fmla="*/ 11 h 64"/>
                      <a:gd name="T44" fmla="*/ 48 w 176"/>
                      <a:gd name="T45" fmla="*/ 14 h 64"/>
                      <a:gd name="T46" fmla="*/ 50 w 176"/>
                      <a:gd name="T47" fmla="*/ 14 h 64"/>
                      <a:gd name="T48" fmla="*/ 53 w 176"/>
                      <a:gd name="T49" fmla="*/ 14 h 64"/>
                      <a:gd name="T50" fmla="*/ 58 w 176"/>
                      <a:gd name="T51" fmla="*/ 11 h 64"/>
                      <a:gd name="T52" fmla="*/ 56 w 176"/>
                      <a:gd name="T53" fmla="*/ 8 h 64"/>
                      <a:gd name="T54" fmla="*/ 61 w 176"/>
                      <a:gd name="T55" fmla="*/ 8 h 64"/>
                      <a:gd name="T56" fmla="*/ 61 w 176"/>
                      <a:gd name="T57" fmla="*/ 6 h 64"/>
                      <a:gd name="T58" fmla="*/ 56 w 176"/>
                      <a:gd name="T59" fmla="*/ 6 h 64"/>
                      <a:gd name="T60" fmla="*/ 50 w 176"/>
                      <a:gd name="T61" fmla="*/ 3 h 64"/>
                      <a:gd name="T62" fmla="*/ 48 w 176"/>
                      <a:gd name="T63" fmla="*/ 6 h 64"/>
                      <a:gd name="T64" fmla="*/ 42 w 176"/>
                      <a:gd name="T65" fmla="*/ 6 h 64"/>
                      <a:gd name="T66" fmla="*/ 39 w 176"/>
                      <a:gd name="T67" fmla="*/ 3 h 64"/>
                      <a:gd name="T68" fmla="*/ 39 w 176"/>
                      <a:gd name="T69" fmla="*/ 0 h 64"/>
                      <a:gd name="T70" fmla="*/ 36 w 176"/>
                      <a:gd name="T71" fmla="*/ 0 h 64"/>
                      <a:gd name="T72" fmla="*/ 34 w 176"/>
                      <a:gd name="T73" fmla="*/ 0 h 64"/>
                      <a:gd name="T74" fmla="*/ 31 w 176"/>
                      <a:gd name="T75" fmla="*/ 3 h 64"/>
                      <a:gd name="T76" fmla="*/ 31 w 176"/>
                      <a:gd name="T77" fmla="*/ 8 h 64"/>
                      <a:gd name="T78" fmla="*/ 27 w 176"/>
                      <a:gd name="T79" fmla="*/ 8 h 64"/>
                      <a:gd name="T80" fmla="*/ 25 w 176"/>
                      <a:gd name="T81" fmla="*/ 6 h 64"/>
                      <a:gd name="T82" fmla="*/ 19 w 176"/>
                      <a:gd name="T83" fmla="*/ 6 h 64"/>
                      <a:gd name="T84" fmla="*/ 19 w 176"/>
                      <a:gd name="T85" fmla="*/ 3 h 64"/>
                      <a:gd name="T86" fmla="*/ 23 w 176"/>
                      <a:gd name="T87" fmla="*/ 3 h 64"/>
                      <a:gd name="T88" fmla="*/ 14 w 176"/>
                      <a:gd name="T89" fmla="*/ 0 h 64"/>
                      <a:gd name="T90" fmla="*/ 8 w 176"/>
                      <a:gd name="T91" fmla="*/ 3 h 64"/>
                      <a:gd name="T92" fmla="*/ 6 w 176"/>
                      <a:gd name="T93" fmla="*/ 3 h 64"/>
                      <a:gd name="T94" fmla="*/ 6 w 176"/>
                      <a:gd name="T95" fmla="*/ 6 h 64"/>
                      <a:gd name="T96" fmla="*/ 3 w 176"/>
                      <a:gd name="T97" fmla="*/ 6 h 64"/>
                      <a:gd name="T98" fmla="*/ 3 w 176"/>
                      <a:gd name="T99" fmla="*/ 11 h 64"/>
                      <a:gd name="T100" fmla="*/ 0 w 176"/>
                      <a:gd name="T101" fmla="*/ 11 h 64"/>
                      <a:gd name="T102" fmla="*/ 6 w 176"/>
                      <a:gd name="T103" fmla="*/ 17 h 6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76"/>
                      <a:gd name="T157" fmla="*/ 0 h 64"/>
                      <a:gd name="T158" fmla="*/ 176 w 176"/>
                      <a:gd name="T159" fmla="*/ 64 h 6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76" h="64">
                        <a:moveTo>
                          <a:pt x="16" y="48"/>
                        </a:moveTo>
                        <a:lnTo>
                          <a:pt x="24" y="48"/>
                        </a:lnTo>
                        <a:lnTo>
                          <a:pt x="24" y="56"/>
                        </a:lnTo>
                        <a:lnTo>
                          <a:pt x="56" y="64"/>
                        </a:lnTo>
                        <a:lnTo>
                          <a:pt x="56" y="56"/>
                        </a:lnTo>
                        <a:lnTo>
                          <a:pt x="56" y="48"/>
                        </a:lnTo>
                        <a:lnTo>
                          <a:pt x="64" y="48"/>
                        </a:lnTo>
                        <a:lnTo>
                          <a:pt x="72" y="48"/>
                        </a:lnTo>
                        <a:lnTo>
                          <a:pt x="88" y="48"/>
                        </a:lnTo>
                        <a:lnTo>
                          <a:pt x="104" y="40"/>
                        </a:lnTo>
                        <a:lnTo>
                          <a:pt x="112" y="40"/>
                        </a:lnTo>
                        <a:lnTo>
                          <a:pt x="112" y="48"/>
                        </a:lnTo>
                        <a:lnTo>
                          <a:pt x="128" y="56"/>
                        </a:lnTo>
                        <a:lnTo>
                          <a:pt x="144" y="48"/>
                        </a:lnTo>
                        <a:lnTo>
                          <a:pt x="128" y="40"/>
                        </a:lnTo>
                        <a:lnTo>
                          <a:pt x="112" y="40"/>
                        </a:lnTo>
                        <a:lnTo>
                          <a:pt x="112" y="24"/>
                        </a:lnTo>
                        <a:lnTo>
                          <a:pt x="120" y="16"/>
                        </a:lnTo>
                        <a:lnTo>
                          <a:pt x="128" y="16"/>
                        </a:lnTo>
                        <a:lnTo>
                          <a:pt x="128" y="24"/>
                        </a:lnTo>
                        <a:lnTo>
                          <a:pt x="120" y="24"/>
                        </a:lnTo>
                        <a:lnTo>
                          <a:pt x="120" y="32"/>
                        </a:lnTo>
                        <a:lnTo>
                          <a:pt x="136" y="40"/>
                        </a:lnTo>
                        <a:lnTo>
                          <a:pt x="144" y="40"/>
                        </a:lnTo>
                        <a:lnTo>
                          <a:pt x="152" y="40"/>
                        </a:lnTo>
                        <a:lnTo>
                          <a:pt x="168" y="32"/>
                        </a:lnTo>
                        <a:lnTo>
                          <a:pt x="160" y="24"/>
                        </a:lnTo>
                        <a:lnTo>
                          <a:pt x="176" y="24"/>
                        </a:lnTo>
                        <a:lnTo>
                          <a:pt x="176" y="16"/>
                        </a:lnTo>
                        <a:lnTo>
                          <a:pt x="160" y="16"/>
                        </a:lnTo>
                        <a:lnTo>
                          <a:pt x="144" y="8"/>
                        </a:lnTo>
                        <a:lnTo>
                          <a:pt x="136" y="16"/>
                        </a:lnTo>
                        <a:lnTo>
                          <a:pt x="120" y="16"/>
                        </a:lnTo>
                        <a:lnTo>
                          <a:pt x="112" y="8"/>
                        </a:lnTo>
                        <a:lnTo>
                          <a:pt x="112" y="0"/>
                        </a:lnTo>
                        <a:lnTo>
                          <a:pt x="104" y="0"/>
                        </a:lnTo>
                        <a:lnTo>
                          <a:pt x="96" y="0"/>
                        </a:lnTo>
                        <a:lnTo>
                          <a:pt x="88" y="8"/>
                        </a:lnTo>
                        <a:lnTo>
                          <a:pt x="88" y="24"/>
                        </a:lnTo>
                        <a:lnTo>
                          <a:pt x="80" y="24"/>
                        </a:lnTo>
                        <a:lnTo>
                          <a:pt x="72" y="16"/>
                        </a:lnTo>
                        <a:lnTo>
                          <a:pt x="56" y="16"/>
                        </a:lnTo>
                        <a:lnTo>
                          <a:pt x="56" y="8"/>
                        </a:lnTo>
                        <a:lnTo>
                          <a:pt x="64" y="8"/>
                        </a:lnTo>
                        <a:lnTo>
                          <a:pt x="40" y="0"/>
                        </a:lnTo>
                        <a:lnTo>
                          <a:pt x="24" y="8"/>
                        </a:lnTo>
                        <a:lnTo>
                          <a:pt x="16" y="8"/>
                        </a:lnTo>
                        <a:lnTo>
                          <a:pt x="16" y="16"/>
                        </a:lnTo>
                        <a:lnTo>
                          <a:pt x="8" y="16"/>
                        </a:lnTo>
                        <a:lnTo>
                          <a:pt x="8" y="32"/>
                        </a:lnTo>
                        <a:lnTo>
                          <a:pt x="0" y="32"/>
                        </a:lnTo>
                        <a:lnTo>
                          <a:pt x="16" y="4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16" name="Freeform 273">
                    <a:extLst>
                      <a:ext uri="{FF2B5EF4-FFF2-40B4-BE49-F238E27FC236}">
                        <a16:creationId xmlns:a16="http://schemas.microsoft.com/office/drawing/2014/main" id="{088ED6FD-E5C0-5C0A-753B-410D14985813}"/>
                      </a:ext>
                    </a:extLst>
                  </p:cNvPr>
                  <p:cNvSpPr>
                    <a:spLocks/>
                  </p:cNvSpPr>
                  <p:nvPr/>
                </p:nvSpPr>
                <p:spPr bwMode="gray">
                  <a:xfrm>
                    <a:off x="4871" y="1362"/>
                    <a:ext cx="68" cy="22"/>
                  </a:xfrm>
                  <a:custGeom>
                    <a:avLst/>
                    <a:gdLst>
                      <a:gd name="T0" fmla="*/ 6 w 96"/>
                      <a:gd name="T1" fmla="*/ 3 h 32"/>
                      <a:gd name="T2" fmla="*/ 6 w 96"/>
                      <a:gd name="T3" fmla="*/ 6 h 32"/>
                      <a:gd name="T4" fmla="*/ 11 w 96"/>
                      <a:gd name="T5" fmla="*/ 6 h 32"/>
                      <a:gd name="T6" fmla="*/ 17 w 96"/>
                      <a:gd name="T7" fmla="*/ 10 h 32"/>
                      <a:gd name="T8" fmla="*/ 26 w 96"/>
                      <a:gd name="T9" fmla="*/ 10 h 32"/>
                      <a:gd name="T10" fmla="*/ 31 w 96"/>
                      <a:gd name="T11" fmla="*/ 8 h 32"/>
                      <a:gd name="T12" fmla="*/ 34 w 96"/>
                      <a:gd name="T13" fmla="*/ 6 h 32"/>
                      <a:gd name="T14" fmla="*/ 31 w 96"/>
                      <a:gd name="T15" fmla="*/ 6 h 32"/>
                      <a:gd name="T16" fmla="*/ 26 w 96"/>
                      <a:gd name="T17" fmla="*/ 3 h 32"/>
                      <a:gd name="T18" fmla="*/ 17 w 96"/>
                      <a:gd name="T19" fmla="*/ 3 h 32"/>
                      <a:gd name="T20" fmla="*/ 17 w 96"/>
                      <a:gd name="T21" fmla="*/ 0 h 32"/>
                      <a:gd name="T22" fmla="*/ 6 w 96"/>
                      <a:gd name="T23" fmla="*/ 0 h 32"/>
                      <a:gd name="T24" fmla="*/ 3 w 96"/>
                      <a:gd name="T25" fmla="*/ 0 h 32"/>
                      <a:gd name="T26" fmla="*/ 0 w 96"/>
                      <a:gd name="T27" fmla="*/ 0 h 32"/>
                      <a:gd name="T28" fmla="*/ 6 w 96"/>
                      <a:gd name="T29" fmla="*/ 3 h 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6"/>
                      <a:gd name="T46" fmla="*/ 0 h 32"/>
                      <a:gd name="T47" fmla="*/ 96 w 96"/>
                      <a:gd name="T48" fmla="*/ 32 h 3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6" h="32">
                        <a:moveTo>
                          <a:pt x="16" y="8"/>
                        </a:moveTo>
                        <a:lnTo>
                          <a:pt x="16" y="16"/>
                        </a:lnTo>
                        <a:lnTo>
                          <a:pt x="32" y="16"/>
                        </a:lnTo>
                        <a:lnTo>
                          <a:pt x="48" y="32"/>
                        </a:lnTo>
                        <a:lnTo>
                          <a:pt x="72" y="32"/>
                        </a:lnTo>
                        <a:lnTo>
                          <a:pt x="88" y="24"/>
                        </a:lnTo>
                        <a:lnTo>
                          <a:pt x="96" y="16"/>
                        </a:lnTo>
                        <a:lnTo>
                          <a:pt x="88" y="16"/>
                        </a:lnTo>
                        <a:lnTo>
                          <a:pt x="72" y="8"/>
                        </a:lnTo>
                        <a:lnTo>
                          <a:pt x="48" y="8"/>
                        </a:lnTo>
                        <a:lnTo>
                          <a:pt x="48" y="0"/>
                        </a:lnTo>
                        <a:lnTo>
                          <a:pt x="16" y="0"/>
                        </a:lnTo>
                        <a:lnTo>
                          <a:pt x="8" y="0"/>
                        </a:lnTo>
                        <a:lnTo>
                          <a:pt x="0" y="0"/>
                        </a:lnTo>
                        <a:lnTo>
                          <a:pt x="1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17" name="Freeform 274">
                    <a:extLst>
                      <a:ext uri="{FF2B5EF4-FFF2-40B4-BE49-F238E27FC236}">
                        <a16:creationId xmlns:a16="http://schemas.microsoft.com/office/drawing/2014/main" id="{B5B64140-0019-EB53-A8DC-F5FFC4EBD239}"/>
                      </a:ext>
                    </a:extLst>
                  </p:cNvPr>
                  <p:cNvSpPr>
                    <a:spLocks/>
                  </p:cNvSpPr>
                  <p:nvPr/>
                </p:nvSpPr>
                <p:spPr bwMode="gray">
                  <a:xfrm>
                    <a:off x="4190" y="1249"/>
                    <a:ext cx="85" cy="51"/>
                  </a:xfrm>
                  <a:custGeom>
                    <a:avLst/>
                    <a:gdLst>
                      <a:gd name="T0" fmla="*/ 6 w 120"/>
                      <a:gd name="T1" fmla="*/ 17 h 72"/>
                      <a:gd name="T2" fmla="*/ 0 w 120"/>
                      <a:gd name="T3" fmla="*/ 20 h 72"/>
                      <a:gd name="T4" fmla="*/ 0 w 120"/>
                      <a:gd name="T5" fmla="*/ 23 h 72"/>
                      <a:gd name="T6" fmla="*/ 3 w 120"/>
                      <a:gd name="T7" fmla="*/ 26 h 72"/>
                      <a:gd name="T8" fmla="*/ 9 w 120"/>
                      <a:gd name="T9" fmla="*/ 23 h 72"/>
                      <a:gd name="T10" fmla="*/ 14 w 120"/>
                      <a:gd name="T11" fmla="*/ 20 h 72"/>
                      <a:gd name="T12" fmla="*/ 20 w 120"/>
                      <a:gd name="T13" fmla="*/ 20 h 72"/>
                      <a:gd name="T14" fmla="*/ 23 w 120"/>
                      <a:gd name="T15" fmla="*/ 20 h 72"/>
                      <a:gd name="T16" fmla="*/ 26 w 120"/>
                      <a:gd name="T17" fmla="*/ 23 h 72"/>
                      <a:gd name="T18" fmla="*/ 28 w 120"/>
                      <a:gd name="T19" fmla="*/ 20 h 72"/>
                      <a:gd name="T20" fmla="*/ 34 w 120"/>
                      <a:gd name="T21" fmla="*/ 20 h 72"/>
                      <a:gd name="T22" fmla="*/ 43 w 120"/>
                      <a:gd name="T23" fmla="*/ 17 h 72"/>
                      <a:gd name="T24" fmla="*/ 43 w 120"/>
                      <a:gd name="T25" fmla="*/ 14 h 72"/>
                      <a:gd name="T26" fmla="*/ 40 w 120"/>
                      <a:gd name="T27" fmla="*/ 11 h 72"/>
                      <a:gd name="T28" fmla="*/ 40 w 120"/>
                      <a:gd name="T29" fmla="*/ 8 h 72"/>
                      <a:gd name="T30" fmla="*/ 34 w 120"/>
                      <a:gd name="T31" fmla="*/ 6 h 72"/>
                      <a:gd name="T32" fmla="*/ 34 w 120"/>
                      <a:gd name="T33" fmla="*/ 3 h 72"/>
                      <a:gd name="T34" fmla="*/ 31 w 120"/>
                      <a:gd name="T35" fmla="*/ 3 h 72"/>
                      <a:gd name="T36" fmla="*/ 28 w 120"/>
                      <a:gd name="T37" fmla="*/ 6 h 72"/>
                      <a:gd name="T38" fmla="*/ 26 w 120"/>
                      <a:gd name="T39" fmla="*/ 6 h 72"/>
                      <a:gd name="T40" fmla="*/ 26 w 120"/>
                      <a:gd name="T41" fmla="*/ 3 h 72"/>
                      <a:gd name="T42" fmla="*/ 28 w 120"/>
                      <a:gd name="T43" fmla="*/ 3 h 72"/>
                      <a:gd name="T44" fmla="*/ 28 w 120"/>
                      <a:gd name="T45" fmla="*/ 0 h 72"/>
                      <a:gd name="T46" fmla="*/ 23 w 120"/>
                      <a:gd name="T47" fmla="*/ 0 h 72"/>
                      <a:gd name="T48" fmla="*/ 23 w 120"/>
                      <a:gd name="T49" fmla="*/ 3 h 72"/>
                      <a:gd name="T50" fmla="*/ 20 w 120"/>
                      <a:gd name="T51" fmla="*/ 3 h 72"/>
                      <a:gd name="T52" fmla="*/ 20 w 120"/>
                      <a:gd name="T53" fmla="*/ 0 h 72"/>
                      <a:gd name="T54" fmla="*/ 17 w 120"/>
                      <a:gd name="T55" fmla="*/ 0 h 72"/>
                      <a:gd name="T56" fmla="*/ 17 w 120"/>
                      <a:gd name="T57" fmla="*/ 3 h 72"/>
                      <a:gd name="T58" fmla="*/ 14 w 120"/>
                      <a:gd name="T59" fmla="*/ 3 h 72"/>
                      <a:gd name="T60" fmla="*/ 11 w 120"/>
                      <a:gd name="T61" fmla="*/ 6 h 72"/>
                      <a:gd name="T62" fmla="*/ 14 w 120"/>
                      <a:gd name="T63" fmla="*/ 6 h 72"/>
                      <a:gd name="T64" fmla="*/ 11 w 120"/>
                      <a:gd name="T65" fmla="*/ 8 h 72"/>
                      <a:gd name="T66" fmla="*/ 11 w 120"/>
                      <a:gd name="T67" fmla="*/ 11 h 72"/>
                      <a:gd name="T68" fmla="*/ 6 w 120"/>
                      <a:gd name="T69" fmla="*/ 11 h 72"/>
                      <a:gd name="T70" fmla="*/ 6 w 120"/>
                      <a:gd name="T71" fmla="*/ 14 h 72"/>
                      <a:gd name="T72" fmla="*/ 6 w 120"/>
                      <a:gd name="T73" fmla="*/ 14 h 72"/>
                      <a:gd name="T74" fmla="*/ 6 w 120"/>
                      <a:gd name="T75" fmla="*/ 17 h 7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20"/>
                      <a:gd name="T115" fmla="*/ 0 h 72"/>
                      <a:gd name="T116" fmla="*/ 120 w 120"/>
                      <a:gd name="T117" fmla="*/ 72 h 7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20" h="72">
                        <a:moveTo>
                          <a:pt x="16" y="48"/>
                        </a:moveTo>
                        <a:lnTo>
                          <a:pt x="0" y="56"/>
                        </a:lnTo>
                        <a:lnTo>
                          <a:pt x="0" y="64"/>
                        </a:lnTo>
                        <a:lnTo>
                          <a:pt x="8" y="72"/>
                        </a:lnTo>
                        <a:lnTo>
                          <a:pt x="24" y="64"/>
                        </a:lnTo>
                        <a:lnTo>
                          <a:pt x="40" y="56"/>
                        </a:lnTo>
                        <a:lnTo>
                          <a:pt x="56" y="56"/>
                        </a:lnTo>
                        <a:lnTo>
                          <a:pt x="64" y="56"/>
                        </a:lnTo>
                        <a:lnTo>
                          <a:pt x="72" y="64"/>
                        </a:lnTo>
                        <a:lnTo>
                          <a:pt x="80" y="56"/>
                        </a:lnTo>
                        <a:lnTo>
                          <a:pt x="96" y="56"/>
                        </a:lnTo>
                        <a:lnTo>
                          <a:pt x="120" y="48"/>
                        </a:lnTo>
                        <a:lnTo>
                          <a:pt x="120" y="40"/>
                        </a:lnTo>
                        <a:lnTo>
                          <a:pt x="112" y="32"/>
                        </a:lnTo>
                        <a:lnTo>
                          <a:pt x="112" y="24"/>
                        </a:lnTo>
                        <a:lnTo>
                          <a:pt x="96" y="16"/>
                        </a:lnTo>
                        <a:lnTo>
                          <a:pt x="96" y="8"/>
                        </a:lnTo>
                        <a:lnTo>
                          <a:pt x="88" y="8"/>
                        </a:lnTo>
                        <a:lnTo>
                          <a:pt x="80" y="16"/>
                        </a:lnTo>
                        <a:lnTo>
                          <a:pt x="72" y="16"/>
                        </a:lnTo>
                        <a:lnTo>
                          <a:pt x="72" y="8"/>
                        </a:lnTo>
                        <a:lnTo>
                          <a:pt x="80" y="8"/>
                        </a:lnTo>
                        <a:lnTo>
                          <a:pt x="80" y="0"/>
                        </a:lnTo>
                        <a:lnTo>
                          <a:pt x="64" y="0"/>
                        </a:lnTo>
                        <a:lnTo>
                          <a:pt x="64" y="8"/>
                        </a:lnTo>
                        <a:lnTo>
                          <a:pt x="56" y="8"/>
                        </a:lnTo>
                        <a:lnTo>
                          <a:pt x="56" y="0"/>
                        </a:lnTo>
                        <a:lnTo>
                          <a:pt x="48" y="0"/>
                        </a:lnTo>
                        <a:lnTo>
                          <a:pt x="48" y="8"/>
                        </a:lnTo>
                        <a:lnTo>
                          <a:pt x="40" y="8"/>
                        </a:lnTo>
                        <a:lnTo>
                          <a:pt x="32" y="16"/>
                        </a:lnTo>
                        <a:lnTo>
                          <a:pt x="40" y="16"/>
                        </a:lnTo>
                        <a:lnTo>
                          <a:pt x="32" y="24"/>
                        </a:lnTo>
                        <a:lnTo>
                          <a:pt x="32" y="32"/>
                        </a:lnTo>
                        <a:lnTo>
                          <a:pt x="16" y="32"/>
                        </a:lnTo>
                        <a:lnTo>
                          <a:pt x="16" y="40"/>
                        </a:lnTo>
                        <a:lnTo>
                          <a:pt x="16" y="4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18" name="Freeform 275">
                    <a:extLst>
                      <a:ext uri="{FF2B5EF4-FFF2-40B4-BE49-F238E27FC236}">
                        <a16:creationId xmlns:a16="http://schemas.microsoft.com/office/drawing/2014/main" id="{59FB655C-3EFA-9CE7-B804-CE534C8049FE}"/>
                      </a:ext>
                    </a:extLst>
                  </p:cNvPr>
                  <p:cNvSpPr>
                    <a:spLocks/>
                  </p:cNvSpPr>
                  <p:nvPr/>
                </p:nvSpPr>
                <p:spPr bwMode="gray">
                  <a:xfrm>
                    <a:off x="4100" y="1221"/>
                    <a:ext cx="101" cy="51"/>
                  </a:xfrm>
                  <a:custGeom>
                    <a:avLst/>
                    <a:gdLst>
                      <a:gd name="T0" fmla="*/ 30 w 144"/>
                      <a:gd name="T1" fmla="*/ 0 h 72"/>
                      <a:gd name="T2" fmla="*/ 22 w 144"/>
                      <a:gd name="T3" fmla="*/ 3 h 72"/>
                      <a:gd name="T4" fmla="*/ 14 w 144"/>
                      <a:gd name="T5" fmla="*/ 3 h 72"/>
                      <a:gd name="T6" fmla="*/ 11 w 144"/>
                      <a:gd name="T7" fmla="*/ 3 h 72"/>
                      <a:gd name="T8" fmla="*/ 8 w 144"/>
                      <a:gd name="T9" fmla="*/ 6 h 72"/>
                      <a:gd name="T10" fmla="*/ 8 w 144"/>
                      <a:gd name="T11" fmla="*/ 8 h 72"/>
                      <a:gd name="T12" fmla="*/ 6 w 144"/>
                      <a:gd name="T13" fmla="*/ 8 h 72"/>
                      <a:gd name="T14" fmla="*/ 3 w 144"/>
                      <a:gd name="T15" fmla="*/ 11 h 72"/>
                      <a:gd name="T16" fmla="*/ 0 w 144"/>
                      <a:gd name="T17" fmla="*/ 11 h 72"/>
                      <a:gd name="T18" fmla="*/ 6 w 144"/>
                      <a:gd name="T19" fmla="*/ 14 h 72"/>
                      <a:gd name="T20" fmla="*/ 8 w 144"/>
                      <a:gd name="T21" fmla="*/ 14 h 72"/>
                      <a:gd name="T22" fmla="*/ 8 w 144"/>
                      <a:gd name="T23" fmla="*/ 17 h 72"/>
                      <a:gd name="T24" fmla="*/ 8 w 144"/>
                      <a:gd name="T25" fmla="*/ 20 h 72"/>
                      <a:gd name="T26" fmla="*/ 14 w 144"/>
                      <a:gd name="T27" fmla="*/ 20 h 72"/>
                      <a:gd name="T28" fmla="*/ 17 w 144"/>
                      <a:gd name="T29" fmla="*/ 20 h 72"/>
                      <a:gd name="T30" fmla="*/ 30 w 144"/>
                      <a:gd name="T31" fmla="*/ 23 h 72"/>
                      <a:gd name="T32" fmla="*/ 30 w 144"/>
                      <a:gd name="T33" fmla="*/ 26 h 72"/>
                      <a:gd name="T34" fmla="*/ 33 w 144"/>
                      <a:gd name="T35" fmla="*/ 26 h 72"/>
                      <a:gd name="T36" fmla="*/ 47 w 144"/>
                      <a:gd name="T37" fmla="*/ 23 h 72"/>
                      <a:gd name="T38" fmla="*/ 41 w 144"/>
                      <a:gd name="T39" fmla="*/ 17 h 72"/>
                      <a:gd name="T40" fmla="*/ 44 w 144"/>
                      <a:gd name="T41" fmla="*/ 17 h 72"/>
                      <a:gd name="T42" fmla="*/ 47 w 144"/>
                      <a:gd name="T43" fmla="*/ 14 h 72"/>
                      <a:gd name="T44" fmla="*/ 50 w 144"/>
                      <a:gd name="T45" fmla="*/ 8 h 72"/>
                      <a:gd name="T46" fmla="*/ 44 w 144"/>
                      <a:gd name="T47" fmla="*/ 3 h 72"/>
                      <a:gd name="T48" fmla="*/ 41 w 144"/>
                      <a:gd name="T49" fmla="*/ 3 h 72"/>
                      <a:gd name="T50" fmla="*/ 36 w 144"/>
                      <a:gd name="T51" fmla="*/ 6 h 72"/>
                      <a:gd name="T52" fmla="*/ 33 w 144"/>
                      <a:gd name="T53" fmla="*/ 6 h 72"/>
                      <a:gd name="T54" fmla="*/ 30 w 144"/>
                      <a:gd name="T55" fmla="*/ 6 h 72"/>
                      <a:gd name="T56" fmla="*/ 36 w 144"/>
                      <a:gd name="T57" fmla="*/ 3 h 72"/>
                      <a:gd name="T58" fmla="*/ 30 w 144"/>
                      <a:gd name="T59" fmla="*/ 0 h 7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4"/>
                      <a:gd name="T91" fmla="*/ 0 h 72"/>
                      <a:gd name="T92" fmla="*/ 144 w 144"/>
                      <a:gd name="T93" fmla="*/ 72 h 7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4" h="72">
                        <a:moveTo>
                          <a:pt x="88" y="0"/>
                        </a:moveTo>
                        <a:lnTo>
                          <a:pt x="64" y="8"/>
                        </a:lnTo>
                        <a:lnTo>
                          <a:pt x="40" y="8"/>
                        </a:lnTo>
                        <a:lnTo>
                          <a:pt x="32" y="8"/>
                        </a:lnTo>
                        <a:lnTo>
                          <a:pt x="24" y="16"/>
                        </a:lnTo>
                        <a:lnTo>
                          <a:pt x="24" y="24"/>
                        </a:lnTo>
                        <a:lnTo>
                          <a:pt x="16" y="24"/>
                        </a:lnTo>
                        <a:lnTo>
                          <a:pt x="8" y="32"/>
                        </a:lnTo>
                        <a:lnTo>
                          <a:pt x="0" y="32"/>
                        </a:lnTo>
                        <a:lnTo>
                          <a:pt x="16" y="40"/>
                        </a:lnTo>
                        <a:lnTo>
                          <a:pt x="24" y="40"/>
                        </a:lnTo>
                        <a:lnTo>
                          <a:pt x="24" y="48"/>
                        </a:lnTo>
                        <a:lnTo>
                          <a:pt x="24" y="56"/>
                        </a:lnTo>
                        <a:lnTo>
                          <a:pt x="40" y="56"/>
                        </a:lnTo>
                        <a:lnTo>
                          <a:pt x="48" y="56"/>
                        </a:lnTo>
                        <a:lnTo>
                          <a:pt x="88" y="64"/>
                        </a:lnTo>
                        <a:lnTo>
                          <a:pt x="88" y="72"/>
                        </a:lnTo>
                        <a:lnTo>
                          <a:pt x="96" y="72"/>
                        </a:lnTo>
                        <a:lnTo>
                          <a:pt x="136" y="64"/>
                        </a:lnTo>
                        <a:lnTo>
                          <a:pt x="120" y="48"/>
                        </a:lnTo>
                        <a:lnTo>
                          <a:pt x="128" y="48"/>
                        </a:lnTo>
                        <a:lnTo>
                          <a:pt x="136" y="40"/>
                        </a:lnTo>
                        <a:lnTo>
                          <a:pt x="144" y="24"/>
                        </a:lnTo>
                        <a:lnTo>
                          <a:pt x="128" y="8"/>
                        </a:lnTo>
                        <a:lnTo>
                          <a:pt x="120" y="8"/>
                        </a:lnTo>
                        <a:lnTo>
                          <a:pt x="104" y="16"/>
                        </a:lnTo>
                        <a:lnTo>
                          <a:pt x="96" y="16"/>
                        </a:lnTo>
                        <a:lnTo>
                          <a:pt x="88" y="16"/>
                        </a:lnTo>
                        <a:lnTo>
                          <a:pt x="104" y="8"/>
                        </a:lnTo>
                        <a:lnTo>
                          <a:pt x="8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19" name="Freeform 276">
                    <a:extLst>
                      <a:ext uri="{FF2B5EF4-FFF2-40B4-BE49-F238E27FC236}">
                        <a16:creationId xmlns:a16="http://schemas.microsoft.com/office/drawing/2014/main" id="{E989E8F3-AC55-14B9-5FB1-17426ACB8205}"/>
                      </a:ext>
                    </a:extLst>
                  </p:cNvPr>
                  <p:cNvSpPr>
                    <a:spLocks/>
                  </p:cNvSpPr>
                  <p:nvPr/>
                </p:nvSpPr>
                <p:spPr bwMode="gray">
                  <a:xfrm>
                    <a:off x="4072" y="1182"/>
                    <a:ext cx="96" cy="45"/>
                  </a:xfrm>
                  <a:custGeom>
                    <a:avLst/>
                    <a:gdLst>
                      <a:gd name="T0" fmla="*/ 3 w 136"/>
                      <a:gd name="T1" fmla="*/ 14 h 64"/>
                      <a:gd name="T2" fmla="*/ 0 w 136"/>
                      <a:gd name="T3" fmla="*/ 17 h 64"/>
                      <a:gd name="T4" fmla="*/ 3 w 136"/>
                      <a:gd name="T5" fmla="*/ 19 h 64"/>
                      <a:gd name="T6" fmla="*/ 8 w 136"/>
                      <a:gd name="T7" fmla="*/ 19 h 64"/>
                      <a:gd name="T8" fmla="*/ 14 w 136"/>
                      <a:gd name="T9" fmla="*/ 23 h 64"/>
                      <a:gd name="T10" fmla="*/ 23 w 136"/>
                      <a:gd name="T11" fmla="*/ 23 h 64"/>
                      <a:gd name="T12" fmla="*/ 25 w 136"/>
                      <a:gd name="T13" fmla="*/ 19 h 64"/>
                      <a:gd name="T14" fmla="*/ 31 w 136"/>
                      <a:gd name="T15" fmla="*/ 19 h 64"/>
                      <a:gd name="T16" fmla="*/ 45 w 136"/>
                      <a:gd name="T17" fmla="*/ 19 h 64"/>
                      <a:gd name="T18" fmla="*/ 42 w 136"/>
                      <a:gd name="T19" fmla="*/ 17 h 64"/>
                      <a:gd name="T20" fmla="*/ 42 w 136"/>
                      <a:gd name="T21" fmla="*/ 14 h 64"/>
                      <a:gd name="T22" fmla="*/ 48 w 136"/>
                      <a:gd name="T23" fmla="*/ 11 h 64"/>
                      <a:gd name="T24" fmla="*/ 48 w 136"/>
                      <a:gd name="T25" fmla="*/ 8 h 64"/>
                      <a:gd name="T26" fmla="*/ 40 w 136"/>
                      <a:gd name="T27" fmla="*/ 6 h 64"/>
                      <a:gd name="T28" fmla="*/ 37 w 136"/>
                      <a:gd name="T29" fmla="*/ 3 h 64"/>
                      <a:gd name="T30" fmla="*/ 34 w 136"/>
                      <a:gd name="T31" fmla="*/ 0 h 64"/>
                      <a:gd name="T32" fmla="*/ 28 w 136"/>
                      <a:gd name="T33" fmla="*/ 0 h 64"/>
                      <a:gd name="T34" fmla="*/ 28 w 136"/>
                      <a:gd name="T35" fmla="*/ 3 h 64"/>
                      <a:gd name="T36" fmla="*/ 14 w 136"/>
                      <a:gd name="T37" fmla="*/ 8 h 64"/>
                      <a:gd name="T38" fmla="*/ 8 w 136"/>
                      <a:gd name="T39" fmla="*/ 11 h 64"/>
                      <a:gd name="T40" fmla="*/ 11 w 136"/>
                      <a:gd name="T41" fmla="*/ 14 h 64"/>
                      <a:gd name="T42" fmla="*/ 8 w 136"/>
                      <a:gd name="T43" fmla="*/ 14 h 64"/>
                      <a:gd name="T44" fmla="*/ 3 w 136"/>
                      <a:gd name="T45" fmla="*/ 14 h 6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6"/>
                      <a:gd name="T70" fmla="*/ 0 h 64"/>
                      <a:gd name="T71" fmla="*/ 136 w 136"/>
                      <a:gd name="T72" fmla="*/ 64 h 6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6" h="64">
                        <a:moveTo>
                          <a:pt x="8" y="40"/>
                        </a:moveTo>
                        <a:lnTo>
                          <a:pt x="0" y="48"/>
                        </a:lnTo>
                        <a:lnTo>
                          <a:pt x="8" y="56"/>
                        </a:lnTo>
                        <a:lnTo>
                          <a:pt x="24" y="56"/>
                        </a:lnTo>
                        <a:lnTo>
                          <a:pt x="40" y="64"/>
                        </a:lnTo>
                        <a:lnTo>
                          <a:pt x="64" y="64"/>
                        </a:lnTo>
                        <a:lnTo>
                          <a:pt x="72" y="56"/>
                        </a:lnTo>
                        <a:lnTo>
                          <a:pt x="88" y="56"/>
                        </a:lnTo>
                        <a:lnTo>
                          <a:pt x="128" y="56"/>
                        </a:lnTo>
                        <a:lnTo>
                          <a:pt x="120" y="48"/>
                        </a:lnTo>
                        <a:lnTo>
                          <a:pt x="120" y="40"/>
                        </a:lnTo>
                        <a:lnTo>
                          <a:pt x="136" y="32"/>
                        </a:lnTo>
                        <a:lnTo>
                          <a:pt x="136" y="24"/>
                        </a:lnTo>
                        <a:lnTo>
                          <a:pt x="112" y="16"/>
                        </a:lnTo>
                        <a:lnTo>
                          <a:pt x="104" y="8"/>
                        </a:lnTo>
                        <a:lnTo>
                          <a:pt x="96" y="0"/>
                        </a:lnTo>
                        <a:lnTo>
                          <a:pt x="80" y="0"/>
                        </a:lnTo>
                        <a:lnTo>
                          <a:pt x="80" y="8"/>
                        </a:lnTo>
                        <a:lnTo>
                          <a:pt x="40" y="24"/>
                        </a:lnTo>
                        <a:lnTo>
                          <a:pt x="24" y="32"/>
                        </a:lnTo>
                        <a:lnTo>
                          <a:pt x="32" y="40"/>
                        </a:lnTo>
                        <a:lnTo>
                          <a:pt x="24" y="40"/>
                        </a:lnTo>
                        <a:lnTo>
                          <a:pt x="8" y="4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20" name="Freeform 277">
                    <a:extLst>
                      <a:ext uri="{FF2B5EF4-FFF2-40B4-BE49-F238E27FC236}">
                        <a16:creationId xmlns:a16="http://schemas.microsoft.com/office/drawing/2014/main" id="{346701FF-6736-1F98-D977-960A769B8248}"/>
                      </a:ext>
                    </a:extLst>
                  </p:cNvPr>
                  <p:cNvSpPr>
                    <a:spLocks/>
                  </p:cNvSpPr>
                  <p:nvPr/>
                </p:nvSpPr>
                <p:spPr bwMode="gray">
                  <a:xfrm>
                    <a:off x="4066" y="1227"/>
                    <a:ext cx="40" cy="16"/>
                  </a:xfrm>
                  <a:custGeom>
                    <a:avLst/>
                    <a:gdLst>
                      <a:gd name="T0" fmla="*/ 17 w 56"/>
                      <a:gd name="T1" fmla="*/ 2 h 24"/>
                      <a:gd name="T2" fmla="*/ 15 w 56"/>
                      <a:gd name="T3" fmla="*/ 2 h 24"/>
                      <a:gd name="T4" fmla="*/ 9 w 56"/>
                      <a:gd name="T5" fmla="*/ 0 h 24"/>
                      <a:gd name="T6" fmla="*/ 0 w 56"/>
                      <a:gd name="T7" fmla="*/ 0 h 24"/>
                      <a:gd name="T8" fmla="*/ 3 w 56"/>
                      <a:gd name="T9" fmla="*/ 0 h 24"/>
                      <a:gd name="T10" fmla="*/ 6 w 56"/>
                      <a:gd name="T11" fmla="*/ 2 h 24"/>
                      <a:gd name="T12" fmla="*/ 6 w 56"/>
                      <a:gd name="T13" fmla="*/ 5 h 24"/>
                      <a:gd name="T14" fmla="*/ 9 w 56"/>
                      <a:gd name="T15" fmla="*/ 5 h 24"/>
                      <a:gd name="T16" fmla="*/ 11 w 56"/>
                      <a:gd name="T17" fmla="*/ 5 h 24"/>
                      <a:gd name="T18" fmla="*/ 9 w 56"/>
                      <a:gd name="T19" fmla="*/ 5 h 24"/>
                      <a:gd name="T20" fmla="*/ 11 w 56"/>
                      <a:gd name="T21" fmla="*/ 7 h 24"/>
                      <a:gd name="T22" fmla="*/ 15 w 56"/>
                      <a:gd name="T23" fmla="*/ 5 h 24"/>
                      <a:gd name="T24" fmla="*/ 21 w 56"/>
                      <a:gd name="T25" fmla="*/ 2 h 24"/>
                      <a:gd name="T26" fmla="*/ 17 w 56"/>
                      <a:gd name="T27" fmla="*/ 2 h 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
                      <a:gd name="T43" fmla="*/ 0 h 24"/>
                      <a:gd name="T44" fmla="*/ 56 w 56"/>
                      <a:gd name="T45" fmla="*/ 24 h 2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 h="24">
                        <a:moveTo>
                          <a:pt x="48" y="8"/>
                        </a:moveTo>
                        <a:lnTo>
                          <a:pt x="40" y="8"/>
                        </a:lnTo>
                        <a:lnTo>
                          <a:pt x="24" y="0"/>
                        </a:lnTo>
                        <a:lnTo>
                          <a:pt x="0" y="0"/>
                        </a:lnTo>
                        <a:lnTo>
                          <a:pt x="8" y="0"/>
                        </a:lnTo>
                        <a:lnTo>
                          <a:pt x="16" y="8"/>
                        </a:lnTo>
                        <a:lnTo>
                          <a:pt x="16" y="16"/>
                        </a:lnTo>
                        <a:lnTo>
                          <a:pt x="24" y="16"/>
                        </a:lnTo>
                        <a:lnTo>
                          <a:pt x="32" y="16"/>
                        </a:lnTo>
                        <a:lnTo>
                          <a:pt x="24" y="16"/>
                        </a:lnTo>
                        <a:lnTo>
                          <a:pt x="32" y="24"/>
                        </a:lnTo>
                        <a:lnTo>
                          <a:pt x="40" y="16"/>
                        </a:lnTo>
                        <a:lnTo>
                          <a:pt x="56" y="8"/>
                        </a:lnTo>
                        <a:lnTo>
                          <a:pt x="48"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21" name="Freeform 278">
                    <a:extLst>
                      <a:ext uri="{FF2B5EF4-FFF2-40B4-BE49-F238E27FC236}">
                        <a16:creationId xmlns:a16="http://schemas.microsoft.com/office/drawing/2014/main" id="{D821C84E-888F-7377-B44F-2624B5FB38AF}"/>
                      </a:ext>
                    </a:extLst>
                  </p:cNvPr>
                  <p:cNvSpPr>
                    <a:spLocks/>
                  </p:cNvSpPr>
                  <p:nvPr/>
                </p:nvSpPr>
                <p:spPr bwMode="gray">
                  <a:xfrm>
                    <a:off x="3526" y="1322"/>
                    <a:ext cx="225" cy="107"/>
                  </a:xfrm>
                  <a:custGeom>
                    <a:avLst/>
                    <a:gdLst>
                      <a:gd name="T0" fmla="*/ 14 w 320"/>
                      <a:gd name="T1" fmla="*/ 48 h 152"/>
                      <a:gd name="T2" fmla="*/ 6 w 320"/>
                      <a:gd name="T3" fmla="*/ 50 h 152"/>
                      <a:gd name="T4" fmla="*/ 14 w 320"/>
                      <a:gd name="T5" fmla="*/ 50 h 152"/>
                      <a:gd name="T6" fmla="*/ 23 w 320"/>
                      <a:gd name="T7" fmla="*/ 53 h 152"/>
                      <a:gd name="T8" fmla="*/ 31 w 320"/>
                      <a:gd name="T9" fmla="*/ 42 h 152"/>
                      <a:gd name="T10" fmla="*/ 36 w 320"/>
                      <a:gd name="T11" fmla="*/ 39 h 152"/>
                      <a:gd name="T12" fmla="*/ 39 w 320"/>
                      <a:gd name="T13" fmla="*/ 36 h 152"/>
                      <a:gd name="T14" fmla="*/ 44 w 320"/>
                      <a:gd name="T15" fmla="*/ 34 h 152"/>
                      <a:gd name="T16" fmla="*/ 50 w 320"/>
                      <a:gd name="T17" fmla="*/ 31 h 152"/>
                      <a:gd name="T18" fmla="*/ 58 w 320"/>
                      <a:gd name="T19" fmla="*/ 25 h 152"/>
                      <a:gd name="T20" fmla="*/ 64 w 320"/>
                      <a:gd name="T21" fmla="*/ 19 h 152"/>
                      <a:gd name="T22" fmla="*/ 72 w 320"/>
                      <a:gd name="T23" fmla="*/ 17 h 152"/>
                      <a:gd name="T24" fmla="*/ 84 w 320"/>
                      <a:gd name="T25" fmla="*/ 17 h 152"/>
                      <a:gd name="T26" fmla="*/ 101 w 320"/>
                      <a:gd name="T27" fmla="*/ 11 h 152"/>
                      <a:gd name="T28" fmla="*/ 108 w 320"/>
                      <a:gd name="T29" fmla="*/ 8 h 152"/>
                      <a:gd name="T30" fmla="*/ 108 w 320"/>
                      <a:gd name="T31" fmla="*/ 3 h 152"/>
                      <a:gd name="T32" fmla="*/ 94 w 320"/>
                      <a:gd name="T33" fmla="*/ 3 h 152"/>
                      <a:gd name="T34" fmla="*/ 89 w 320"/>
                      <a:gd name="T35" fmla="*/ 6 h 152"/>
                      <a:gd name="T36" fmla="*/ 61 w 320"/>
                      <a:gd name="T37" fmla="*/ 11 h 152"/>
                      <a:gd name="T38" fmla="*/ 56 w 320"/>
                      <a:gd name="T39" fmla="*/ 14 h 152"/>
                      <a:gd name="T40" fmla="*/ 48 w 320"/>
                      <a:gd name="T41" fmla="*/ 14 h 152"/>
                      <a:gd name="T42" fmla="*/ 36 w 320"/>
                      <a:gd name="T43" fmla="*/ 17 h 152"/>
                      <a:gd name="T44" fmla="*/ 31 w 320"/>
                      <a:gd name="T45" fmla="*/ 23 h 152"/>
                      <a:gd name="T46" fmla="*/ 19 w 320"/>
                      <a:gd name="T47" fmla="*/ 25 h 152"/>
                      <a:gd name="T48" fmla="*/ 14 w 320"/>
                      <a:gd name="T49" fmla="*/ 25 h 152"/>
                      <a:gd name="T50" fmla="*/ 19 w 320"/>
                      <a:gd name="T51" fmla="*/ 31 h 152"/>
                      <a:gd name="T52" fmla="*/ 17 w 320"/>
                      <a:gd name="T53" fmla="*/ 34 h 152"/>
                      <a:gd name="T54" fmla="*/ 14 w 320"/>
                      <a:gd name="T55" fmla="*/ 36 h 152"/>
                      <a:gd name="T56" fmla="*/ 14 w 320"/>
                      <a:gd name="T57" fmla="*/ 42 h 152"/>
                      <a:gd name="T58" fmla="*/ 8 w 320"/>
                      <a:gd name="T59" fmla="*/ 42 h 152"/>
                      <a:gd name="T60" fmla="*/ 3 w 320"/>
                      <a:gd name="T61" fmla="*/ 44 h 152"/>
                      <a:gd name="T62" fmla="*/ 6 w 320"/>
                      <a:gd name="T63" fmla="*/ 48 h 15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20"/>
                      <a:gd name="T97" fmla="*/ 0 h 152"/>
                      <a:gd name="T98" fmla="*/ 320 w 320"/>
                      <a:gd name="T99" fmla="*/ 152 h 15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20" h="152">
                        <a:moveTo>
                          <a:pt x="32" y="136"/>
                        </a:moveTo>
                        <a:lnTo>
                          <a:pt x="40" y="136"/>
                        </a:lnTo>
                        <a:lnTo>
                          <a:pt x="24" y="136"/>
                        </a:lnTo>
                        <a:lnTo>
                          <a:pt x="16" y="144"/>
                        </a:lnTo>
                        <a:lnTo>
                          <a:pt x="16" y="152"/>
                        </a:lnTo>
                        <a:lnTo>
                          <a:pt x="40" y="144"/>
                        </a:lnTo>
                        <a:lnTo>
                          <a:pt x="48" y="152"/>
                        </a:lnTo>
                        <a:lnTo>
                          <a:pt x="64" y="152"/>
                        </a:lnTo>
                        <a:lnTo>
                          <a:pt x="80" y="128"/>
                        </a:lnTo>
                        <a:lnTo>
                          <a:pt x="88" y="120"/>
                        </a:lnTo>
                        <a:lnTo>
                          <a:pt x="96" y="120"/>
                        </a:lnTo>
                        <a:lnTo>
                          <a:pt x="104" y="112"/>
                        </a:lnTo>
                        <a:lnTo>
                          <a:pt x="104" y="104"/>
                        </a:lnTo>
                        <a:lnTo>
                          <a:pt x="112" y="104"/>
                        </a:lnTo>
                        <a:lnTo>
                          <a:pt x="112" y="96"/>
                        </a:lnTo>
                        <a:lnTo>
                          <a:pt x="128" y="96"/>
                        </a:lnTo>
                        <a:lnTo>
                          <a:pt x="136" y="88"/>
                        </a:lnTo>
                        <a:lnTo>
                          <a:pt x="144" y="88"/>
                        </a:lnTo>
                        <a:lnTo>
                          <a:pt x="144" y="80"/>
                        </a:lnTo>
                        <a:lnTo>
                          <a:pt x="168" y="72"/>
                        </a:lnTo>
                        <a:lnTo>
                          <a:pt x="176" y="64"/>
                        </a:lnTo>
                        <a:lnTo>
                          <a:pt x="184" y="56"/>
                        </a:lnTo>
                        <a:lnTo>
                          <a:pt x="200" y="56"/>
                        </a:lnTo>
                        <a:lnTo>
                          <a:pt x="208" y="48"/>
                        </a:lnTo>
                        <a:lnTo>
                          <a:pt x="224" y="48"/>
                        </a:lnTo>
                        <a:lnTo>
                          <a:pt x="240" y="48"/>
                        </a:lnTo>
                        <a:lnTo>
                          <a:pt x="264" y="40"/>
                        </a:lnTo>
                        <a:lnTo>
                          <a:pt x="288" y="32"/>
                        </a:lnTo>
                        <a:lnTo>
                          <a:pt x="312" y="32"/>
                        </a:lnTo>
                        <a:lnTo>
                          <a:pt x="312" y="24"/>
                        </a:lnTo>
                        <a:lnTo>
                          <a:pt x="320" y="16"/>
                        </a:lnTo>
                        <a:lnTo>
                          <a:pt x="312" y="8"/>
                        </a:lnTo>
                        <a:lnTo>
                          <a:pt x="288" y="0"/>
                        </a:lnTo>
                        <a:lnTo>
                          <a:pt x="272" y="8"/>
                        </a:lnTo>
                        <a:lnTo>
                          <a:pt x="256" y="8"/>
                        </a:lnTo>
                        <a:lnTo>
                          <a:pt x="256" y="16"/>
                        </a:lnTo>
                        <a:lnTo>
                          <a:pt x="200" y="24"/>
                        </a:lnTo>
                        <a:lnTo>
                          <a:pt x="176" y="32"/>
                        </a:lnTo>
                        <a:lnTo>
                          <a:pt x="152" y="32"/>
                        </a:lnTo>
                        <a:lnTo>
                          <a:pt x="160" y="40"/>
                        </a:lnTo>
                        <a:lnTo>
                          <a:pt x="144" y="40"/>
                        </a:lnTo>
                        <a:lnTo>
                          <a:pt x="136" y="40"/>
                        </a:lnTo>
                        <a:lnTo>
                          <a:pt x="120" y="48"/>
                        </a:lnTo>
                        <a:lnTo>
                          <a:pt x="104" y="48"/>
                        </a:lnTo>
                        <a:lnTo>
                          <a:pt x="96" y="48"/>
                        </a:lnTo>
                        <a:lnTo>
                          <a:pt x="88" y="64"/>
                        </a:lnTo>
                        <a:lnTo>
                          <a:pt x="72" y="64"/>
                        </a:lnTo>
                        <a:lnTo>
                          <a:pt x="56" y="72"/>
                        </a:lnTo>
                        <a:lnTo>
                          <a:pt x="48" y="72"/>
                        </a:lnTo>
                        <a:lnTo>
                          <a:pt x="40" y="72"/>
                        </a:lnTo>
                        <a:lnTo>
                          <a:pt x="48" y="80"/>
                        </a:lnTo>
                        <a:lnTo>
                          <a:pt x="56" y="88"/>
                        </a:lnTo>
                        <a:lnTo>
                          <a:pt x="48" y="88"/>
                        </a:lnTo>
                        <a:lnTo>
                          <a:pt x="48" y="96"/>
                        </a:lnTo>
                        <a:lnTo>
                          <a:pt x="56" y="96"/>
                        </a:lnTo>
                        <a:lnTo>
                          <a:pt x="40" y="104"/>
                        </a:lnTo>
                        <a:lnTo>
                          <a:pt x="48" y="112"/>
                        </a:lnTo>
                        <a:lnTo>
                          <a:pt x="40" y="120"/>
                        </a:lnTo>
                        <a:lnTo>
                          <a:pt x="24" y="112"/>
                        </a:lnTo>
                        <a:lnTo>
                          <a:pt x="24" y="120"/>
                        </a:lnTo>
                        <a:lnTo>
                          <a:pt x="16" y="128"/>
                        </a:lnTo>
                        <a:lnTo>
                          <a:pt x="8" y="128"/>
                        </a:lnTo>
                        <a:lnTo>
                          <a:pt x="0" y="128"/>
                        </a:lnTo>
                        <a:lnTo>
                          <a:pt x="16" y="136"/>
                        </a:lnTo>
                        <a:lnTo>
                          <a:pt x="32" y="13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22" name="Freeform 279">
                    <a:extLst>
                      <a:ext uri="{FF2B5EF4-FFF2-40B4-BE49-F238E27FC236}">
                        <a16:creationId xmlns:a16="http://schemas.microsoft.com/office/drawing/2014/main" id="{E3EDE706-D8C6-77AA-2014-4213352B25AD}"/>
                      </a:ext>
                    </a:extLst>
                  </p:cNvPr>
                  <p:cNvSpPr>
                    <a:spLocks/>
                  </p:cNvSpPr>
                  <p:nvPr/>
                </p:nvSpPr>
                <p:spPr bwMode="gray">
                  <a:xfrm>
                    <a:off x="3498" y="1429"/>
                    <a:ext cx="84" cy="79"/>
                  </a:xfrm>
                  <a:custGeom>
                    <a:avLst/>
                    <a:gdLst>
                      <a:gd name="T0" fmla="*/ 3 w 120"/>
                      <a:gd name="T1" fmla="*/ 28 h 112"/>
                      <a:gd name="T2" fmla="*/ 6 w 120"/>
                      <a:gd name="T3" fmla="*/ 25 h 112"/>
                      <a:gd name="T4" fmla="*/ 8 w 120"/>
                      <a:gd name="T5" fmla="*/ 28 h 112"/>
                      <a:gd name="T6" fmla="*/ 11 w 120"/>
                      <a:gd name="T7" fmla="*/ 28 h 112"/>
                      <a:gd name="T8" fmla="*/ 17 w 120"/>
                      <a:gd name="T9" fmla="*/ 28 h 112"/>
                      <a:gd name="T10" fmla="*/ 14 w 120"/>
                      <a:gd name="T11" fmla="*/ 34 h 112"/>
                      <a:gd name="T12" fmla="*/ 14 w 120"/>
                      <a:gd name="T13" fmla="*/ 36 h 112"/>
                      <a:gd name="T14" fmla="*/ 19 w 120"/>
                      <a:gd name="T15" fmla="*/ 36 h 112"/>
                      <a:gd name="T16" fmla="*/ 27 w 120"/>
                      <a:gd name="T17" fmla="*/ 40 h 112"/>
                      <a:gd name="T18" fmla="*/ 33 w 120"/>
                      <a:gd name="T19" fmla="*/ 40 h 112"/>
                      <a:gd name="T20" fmla="*/ 39 w 120"/>
                      <a:gd name="T21" fmla="*/ 36 h 112"/>
                      <a:gd name="T22" fmla="*/ 41 w 120"/>
                      <a:gd name="T23" fmla="*/ 34 h 112"/>
                      <a:gd name="T24" fmla="*/ 27 w 120"/>
                      <a:gd name="T25" fmla="*/ 28 h 112"/>
                      <a:gd name="T26" fmla="*/ 25 w 120"/>
                      <a:gd name="T27" fmla="*/ 23 h 112"/>
                      <a:gd name="T28" fmla="*/ 27 w 120"/>
                      <a:gd name="T29" fmla="*/ 11 h 112"/>
                      <a:gd name="T30" fmla="*/ 30 w 120"/>
                      <a:gd name="T31" fmla="*/ 11 h 112"/>
                      <a:gd name="T32" fmla="*/ 33 w 120"/>
                      <a:gd name="T33" fmla="*/ 3 h 112"/>
                      <a:gd name="T34" fmla="*/ 27 w 120"/>
                      <a:gd name="T35" fmla="*/ 0 h 112"/>
                      <a:gd name="T36" fmla="*/ 14 w 120"/>
                      <a:gd name="T37" fmla="*/ 0 h 112"/>
                      <a:gd name="T38" fmla="*/ 11 w 120"/>
                      <a:gd name="T39" fmla="*/ 6 h 112"/>
                      <a:gd name="T40" fmla="*/ 8 w 120"/>
                      <a:gd name="T41" fmla="*/ 6 h 112"/>
                      <a:gd name="T42" fmla="*/ 6 w 120"/>
                      <a:gd name="T43" fmla="*/ 8 h 112"/>
                      <a:gd name="T44" fmla="*/ 8 w 120"/>
                      <a:gd name="T45" fmla="*/ 11 h 112"/>
                      <a:gd name="T46" fmla="*/ 8 w 120"/>
                      <a:gd name="T47" fmla="*/ 14 h 112"/>
                      <a:gd name="T48" fmla="*/ 6 w 120"/>
                      <a:gd name="T49" fmla="*/ 17 h 112"/>
                      <a:gd name="T50" fmla="*/ 0 w 120"/>
                      <a:gd name="T51" fmla="*/ 17 h 112"/>
                      <a:gd name="T52" fmla="*/ 0 w 120"/>
                      <a:gd name="T53" fmla="*/ 23 h 112"/>
                      <a:gd name="T54" fmla="*/ 0 w 120"/>
                      <a:gd name="T55" fmla="*/ 25 h 112"/>
                      <a:gd name="T56" fmla="*/ 3 w 120"/>
                      <a:gd name="T57" fmla="*/ 28 h 11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0"/>
                      <a:gd name="T88" fmla="*/ 0 h 112"/>
                      <a:gd name="T89" fmla="*/ 120 w 120"/>
                      <a:gd name="T90" fmla="*/ 112 h 11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0" h="112">
                        <a:moveTo>
                          <a:pt x="8" y="80"/>
                        </a:moveTo>
                        <a:lnTo>
                          <a:pt x="16" y="72"/>
                        </a:lnTo>
                        <a:lnTo>
                          <a:pt x="24" y="80"/>
                        </a:lnTo>
                        <a:lnTo>
                          <a:pt x="32" y="80"/>
                        </a:lnTo>
                        <a:lnTo>
                          <a:pt x="48" y="80"/>
                        </a:lnTo>
                        <a:lnTo>
                          <a:pt x="40" y="96"/>
                        </a:lnTo>
                        <a:lnTo>
                          <a:pt x="40" y="104"/>
                        </a:lnTo>
                        <a:lnTo>
                          <a:pt x="56" y="104"/>
                        </a:lnTo>
                        <a:lnTo>
                          <a:pt x="80" y="112"/>
                        </a:lnTo>
                        <a:lnTo>
                          <a:pt x="96" y="112"/>
                        </a:lnTo>
                        <a:lnTo>
                          <a:pt x="112" y="104"/>
                        </a:lnTo>
                        <a:lnTo>
                          <a:pt x="120" y="96"/>
                        </a:lnTo>
                        <a:lnTo>
                          <a:pt x="80" y="80"/>
                        </a:lnTo>
                        <a:lnTo>
                          <a:pt x="72" y="64"/>
                        </a:lnTo>
                        <a:lnTo>
                          <a:pt x="80" y="32"/>
                        </a:lnTo>
                        <a:lnTo>
                          <a:pt x="88" y="32"/>
                        </a:lnTo>
                        <a:lnTo>
                          <a:pt x="96" y="8"/>
                        </a:lnTo>
                        <a:lnTo>
                          <a:pt x="80" y="0"/>
                        </a:lnTo>
                        <a:lnTo>
                          <a:pt x="40" y="0"/>
                        </a:lnTo>
                        <a:lnTo>
                          <a:pt x="32" y="16"/>
                        </a:lnTo>
                        <a:lnTo>
                          <a:pt x="24" y="16"/>
                        </a:lnTo>
                        <a:lnTo>
                          <a:pt x="16" y="24"/>
                        </a:lnTo>
                        <a:lnTo>
                          <a:pt x="24" y="32"/>
                        </a:lnTo>
                        <a:lnTo>
                          <a:pt x="24" y="40"/>
                        </a:lnTo>
                        <a:lnTo>
                          <a:pt x="16" y="48"/>
                        </a:lnTo>
                        <a:lnTo>
                          <a:pt x="0" y="48"/>
                        </a:lnTo>
                        <a:lnTo>
                          <a:pt x="0" y="64"/>
                        </a:lnTo>
                        <a:lnTo>
                          <a:pt x="0" y="72"/>
                        </a:lnTo>
                        <a:lnTo>
                          <a:pt x="8" y="8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23" name="Freeform 280">
                    <a:extLst>
                      <a:ext uri="{FF2B5EF4-FFF2-40B4-BE49-F238E27FC236}">
                        <a16:creationId xmlns:a16="http://schemas.microsoft.com/office/drawing/2014/main" id="{B6015763-1770-A8D0-7C90-75D3F6336B97}"/>
                      </a:ext>
                    </a:extLst>
                  </p:cNvPr>
                  <p:cNvSpPr>
                    <a:spLocks/>
                  </p:cNvSpPr>
                  <p:nvPr/>
                </p:nvSpPr>
                <p:spPr bwMode="gray">
                  <a:xfrm>
                    <a:off x="4803" y="1958"/>
                    <a:ext cx="46" cy="186"/>
                  </a:xfrm>
                  <a:custGeom>
                    <a:avLst/>
                    <a:gdLst>
                      <a:gd name="T0" fmla="*/ 3 w 64"/>
                      <a:gd name="T1" fmla="*/ 34 h 264"/>
                      <a:gd name="T2" fmla="*/ 3 w 64"/>
                      <a:gd name="T3" fmla="*/ 36 h 264"/>
                      <a:gd name="T4" fmla="*/ 3 w 64"/>
                      <a:gd name="T5" fmla="*/ 48 h 264"/>
                      <a:gd name="T6" fmla="*/ 6 w 64"/>
                      <a:gd name="T7" fmla="*/ 53 h 264"/>
                      <a:gd name="T8" fmla="*/ 3 w 64"/>
                      <a:gd name="T9" fmla="*/ 58 h 264"/>
                      <a:gd name="T10" fmla="*/ 3 w 64"/>
                      <a:gd name="T11" fmla="*/ 65 h 264"/>
                      <a:gd name="T12" fmla="*/ 3 w 64"/>
                      <a:gd name="T13" fmla="*/ 70 h 264"/>
                      <a:gd name="T14" fmla="*/ 3 w 64"/>
                      <a:gd name="T15" fmla="*/ 75 h 264"/>
                      <a:gd name="T16" fmla="*/ 3 w 64"/>
                      <a:gd name="T17" fmla="*/ 81 h 264"/>
                      <a:gd name="T18" fmla="*/ 3 w 64"/>
                      <a:gd name="T19" fmla="*/ 92 h 264"/>
                      <a:gd name="T20" fmla="*/ 3 w 64"/>
                      <a:gd name="T21" fmla="*/ 89 h 264"/>
                      <a:gd name="T22" fmla="*/ 6 w 64"/>
                      <a:gd name="T23" fmla="*/ 87 h 264"/>
                      <a:gd name="T24" fmla="*/ 9 w 64"/>
                      <a:gd name="T25" fmla="*/ 87 h 264"/>
                      <a:gd name="T26" fmla="*/ 12 w 64"/>
                      <a:gd name="T27" fmla="*/ 89 h 264"/>
                      <a:gd name="T28" fmla="*/ 15 w 64"/>
                      <a:gd name="T29" fmla="*/ 89 h 264"/>
                      <a:gd name="T30" fmla="*/ 15 w 64"/>
                      <a:gd name="T31" fmla="*/ 84 h 264"/>
                      <a:gd name="T32" fmla="*/ 12 w 64"/>
                      <a:gd name="T33" fmla="*/ 81 h 264"/>
                      <a:gd name="T34" fmla="*/ 9 w 64"/>
                      <a:gd name="T35" fmla="*/ 78 h 264"/>
                      <a:gd name="T36" fmla="*/ 9 w 64"/>
                      <a:gd name="T37" fmla="*/ 70 h 264"/>
                      <a:gd name="T38" fmla="*/ 9 w 64"/>
                      <a:gd name="T39" fmla="*/ 67 h 264"/>
                      <a:gd name="T40" fmla="*/ 12 w 64"/>
                      <a:gd name="T41" fmla="*/ 65 h 264"/>
                      <a:gd name="T42" fmla="*/ 12 w 64"/>
                      <a:gd name="T43" fmla="*/ 56 h 264"/>
                      <a:gd name="T44" fmla="*/ 18 w 64"/>
                      <a:gd name="T45" fmla="*/ 56 h 264"/>
                      <a:gd name="T46" fmla="*/ 21 w 64"/>
                      <a:gd name="T47" fmla="*/ 61 h 264"/>
                      <a:gd name="T48" fmla="*/ 24 w 64"/>
                      <a:gd name="T49" fmla="*/ 61 h 264"/>
                      <a:gd name="T50" fmla="*/ 24 w 64"/>
                      <a:gd name="T51" fmla="*/ 56 h 264"/>
                      <a:gd name="T52" fmla="*/ 18 w 64"/>
                      <a:gd name="T53" fmla="*/ 53 h 264"/>
                      <a:gd name="T54" fmla="*/ 18 w 64"/>
                      <a:gd name="T55" fmla="*/ 44 h 264"/>
                      <a:gd name="T56" fmla="*/ 15 w 64"/>
                      <a:gd name="T57" fmla="*/ 36 h 264"/>
                      <a:gd name="T58" fmla="*/ 12 w 64"/>
                      <a:gd name="T59" fmla="*/ 25 h 264"/>
                      <a:gd name="T60" fmla="*/ 12 w 64"/>
                      <a:gd name="T61" fmla="*/ 17 h 264"/>
                      <a:gd name="T62" fmla="*/ 12 w 64"/>
                      <a:gd name="T63" fmla="*/ 11 h 264"/>
                      <a:gd name="T64" fmla="*/ 12 w 64"/>
                      <a:gd name="T65" fmla="*/ 3 h 264"/>
                      <a:gd name="T66" fmla="*/ 9 w 64"/>
                      <a:gd name="T67" fmla="*/ 0 h 264"/>
                      <a:gd name="T68" fmla="*/ 6 w 64"/>
                      <a:gd name="T69" fmla="*/ 0 h 264"/>
                      <a:gd name="T70" fmla="*/ 6 w 64"/>
                      <a:gd name="T71" fmla="*/ 8 h 264"/>
                      <a:gd name="T72" fmla="*/ 3 w 64"/>
                      <a:gd name="T73" fmla="*/ 8 h 264"/>
                      <a:gd name="T74" fmla="*/ 0 w 64"/>
                      <a:gd name="T75" fmla="*/ 11 h 264"/>
                      <a:gd name="T76" fmla="*/ 3 w 64"/>
                      <a:gd name="T77" fmla="*/ 14 h 264"/>
                      <a:gd name="T78" fmla="*/ 0 w 64"/>
                      <a:gd name="T79" fmla="*/ 23 h 264"/>
                      <a:gd name="T80" fmla="*/ 3 w 64"/>
                      <a:gd name="T81" fmla="*/ 23 h 264"/>
                      <a:gd name="T82" fmla="*/ 0 w 64"/>
                      <a:gd name="T83" fmla="*/ 25 h 264"/>
                      <a:gd name="T84" fmla="*/ 3 w 64"/>
                      <a:gd name="T85" fmla="*/ 34 h 26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4"/>
                      <a:gd name="T130" fmla="*/ 0 h 264"/>
                      <a:gd name="T131" fmla="*/ 64 w 64"/>
                      <a:gd name="T132" fmla="*/ 264 h 26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4" h="264">
                        <a:moveTo>
                          <a:pt x="8" y="96"/>
                        </a:moveTo>
                        <a:lnTo>
                          <a:pt x="8" y="104"/>
                        </a:lnTo>
                        <a:lnTo>
                          <a:pt x="8" y="136"/>
                        </a:lnTo>
                        <a:lnTo>
                          <a:pt x="16" y="152"/>
                        </a:lnTo>
                        <a:lnTo>
                          <a:pt x="8" y="168"/>
                        </a:lnTo>
                        <a:lnTo>
                          <a:pt x="8" y="184"/>
                        </a:lnTo>
                        <a:lnTo>
                          <a:pt x="8" y="200"/>
                        </a:lnTo>
                        <a:lnTo>
                          <a:pt x="8" y="216"/>
                        </a:lnTo>
                        <a:lnTo>
                          <a:pt x="8" y="232"/>
                        </a:lnTo>
                        <a:lnTo>
                          <a:pt x="8" y="264"/>
                        </a:lnTo>
                        <a:lnTo>
                          <a:pt x="8" y="256"/>
                        </a:lnTo>
                        <a:lnTo>
                          <a:pt x="16" y="248"/>
                        </a:lnTo>
                        <a:lnTo>
                          <a:pt x="24" y="248"/>
                        </a:lnTo>
                        <a:lnTo>
                          <a:pt x="32" y="256"/>
                        </a:lnTo>
                        <a:lnTo>
                          <a:pt x="40" y="256"/>
                        </a:lnTo>
                        <a:lnTo>
                          <a:pt x="40" y="240"/>
                        </a:lnTo>
                        <a:lnTo>
                          <a:pt x="32" y="232"/>
                        </a:lnTo>
                        <a:lnTo>
                          <a:pt x="24" y="224"/>
                        </a:lnTo>
                        <a:lnTo>
                          <a:pt x="24" y="200"/>
                        </a:lnTo>
                        <a:lnTo>
                          <a:pt x="24" y="192"/>
                        </a:lnTo>
                        <a:lnTo>
                          <a:pt x="32" y="184"/>
                        </a:lnTo>
                        <a:lnTo>
                          <a:pt x="32" y="160"/>
                        </a:lnTo>
                        <a:lnTo>
                          <a:pt x="48" y="160"/>
                        </a:lnTo>
                        <a:lnTo>
                          <a:pt x="56" y="176"/>
                        </a:lnTo>
                        <a:lnTo>
                          <a:pt x="64" y="176"/>
                        </a:lnTo>
                        <a:lnTo>
                          <a:pt x="64" y="160"/>
                        </a:lnTo>
                        <a:lnTo>
                          <a:pt x="48" y="152"/>
                        </a:lnTo>
                        <a:lnTo>
                          <a:pt x="48" y="128"/>
                        </a:lnTo>
                        <a:lnTo>
                          <a:pt x="40" y="104"/>
                        </a:lnTo>
                        <a:lnTo>
                          <a:pt x="32" y="72"/>
                        </a:lnTo>
                        <a:lnTo>
                          <a:pt x="32" y="48"/>
                        </a:lnTo>
                        <a:lnTo>
                          <a:pt x="32" y="32"/>
                        </a:lnTo>
                        <a:lnTo>
                          <a:pt x="32" y="8"/>
                        </a:lnTo>
                        <a:lnTo>
                          <a:pt x="24" y="0"/>
                        </a:lnTo>
                        <a:lnTo>
                          <a:pt x="16" y="0"/>
                        </a:lnTo>
                        <a:lnTo>
                          <a:pt x="16" y="24"/>
                        </a:lnTo>
                        <a:lnTo>
                          <a:pt x="8" y="24"/>
                        </a:lnTo>
                        <a:lnTo>
                          <a:pt x="0" y="32"/>
                        </a:lnTo>
                        <a:lnTo>
                          <a:pt x="8" y="40"/>
                        </a:lnTo>
                        <a:lnTo>
                          <a:pt x="0" y="64"/>
                        </a:lnTo>
                        <a:lnTo>
                          <a:pt x="8" y="64"/>
                        </a:lnTo>
                        <a:lnTo>
                          <a:pt x="0" y="72"/>
                        </a:lnTo>
                        <a:lnTo>
                          <a:pt x="8" y="9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24" name="Freeform 281">
                    <a:extLst>
                      <a:ext uri="{FF2B5EF4-FFF2-40B4-BE49-F238E27FC236}">
                        <a16:creationId xmlns:a16="http://schemas.microsoft.com/office/drawing/2014/main" id="{3E8222B4-0459-E96D-5CE0-FB81C385CE82}"/>
                      </a:ext>
                    </a:extLst>
                  </p:cNvPr>
                  <p:cNvSpPr>
                    <a:spLocks/>
                  </p:cNvSpPr>
                  <p:nvPr/>
                </p:nvSpPr>
                <p:spPr bwMode="gray">
                  <a:xfrm>
                    <a:off x="3431" y="2127"/>
                    <a:ext cx="112" cy="202"/>
                  </a:xfrm>
                  <a:custGeom>
                    <a:avLst/>
                    <a:gdLst>
                      <a:gd name="T0" fmla="*/ 47 w 160"/>
                      <a:gd name="T1" fmla="*/ 96 h 288"/>
                      <a:gd name="T2" fmla="*/ 30 w 160"/>
                      <a:gd name="T3" fmla="*/ 100 h 288"/>
                      <a:gd name="T4" fmla="*/ 22 w 160"/>
                      <a:gd name="T5" fmla="*/ 91 h 288"/>
                      <a:gd name="T6" fmla="*/ 14 w 160"/>
                      <a:gd name="T7" fmla="*/ 86 h 288"/>
                      <a:gd name="T8" fmla="*/ 14 w 160"/>
                      <a:gd name="T9" fmla="*/ 75 h 288"/>
                      <a:gd name="T10" fmla="*/ 22 w 160"/>
                      <a:gd name="T11" fmla="*/ 63 h 288"/>
                      <a:gd name="T12" fmla="*/ 17 w 160"/>
                      <a:gd name="T13" fmla="*/ 53 h 288"/>
                      <a:gd name="T14" fmla="*/ 8 w 160"/>
                      <a:gd name="T15" fmla="*/ 47 h 288"/>
                      <a:gd name="T16" fmla="*/ 3 w 160"/>
                      <a:gd name="T17" fmla="*/ 30 h 288"/>
                      <a:gd name="T18" fmla="*/ 0 w 160"/>
                      <a:gd name="T19" fmla="*/ 22 h 288"/>
                      <a:gd name="T20" fmla="*/ 6 w 160"/>
                      <a:gd name="T21" fmla="*/ 14 h 288"/>
                      <a:gd name="T22" fmla="*/ 14 w 160"/>
                      <a:gd name="T23" fmla="*/ 6 h 288"/>
                      <a:gd name="T24" fmla="*/ 25 w 160"/>
                      <a:gd name="T25" fmla="*/ 3 h 288"/>
                      <a:gd name="T26" fmla="*/ 27 w 160"/>
                      <a:gd name="T27" fmla="*/ 0 h 288"/>
                      <a:gd name="T28" fmla="*/ 36 w 160"/>
                      <a:gd name="T29" fmla="*/ 0 h 288"/>
                      <a:gd name="T30" fmla="*/ 41 w 160"/>
                      <a:gd name="T31" fmla="*/ 0 h 288"/>
                      <a:gd name="T32" fmla="*/ 44 w 160"/>
                      <a:gd name="T33" fmla="*/ 3 h 288"/>
                      <a:gd name="T34" fmla="*/ 44 w 160"/>
                      <a:gd name="T35" fmla="*/ 8 h 288"/>
                      <a:gd name="T36" fmla="*/ 44 w 160"/>
                      <a:gd name="T37" fmla="*/ 17 h 288"/>
                      <a:gd name="T38" fmla="*/ 30 w 160"/>
                      <a:gd name="T39" fmla="*/ 22 h 288"/>
                      <a:gd name="T40" fmla="*/ 27 w 160"/>
                      <a:gd name="T41" fmla="*/ 25 h 288"/>
                      <a:gd name="T42" fmla="*/ 27 w 160"/>
                      <a:gd name="T43" fmla="*/ 27 h 288"/>
                      <a:gd name="T44" fmla="*/ 30 w 160"/>
                      <a:gd name="T45" fmla="*/ 36 h 288"/>
                      <a:gd name="T46" fmla="*/ 38 w 160"/>
                      <a:gd name="T47" fmla="*/ 39 h 288"/>
                      <a:gd name="T48" fmla="*/ 41 w 160"/>
                      <a:gd name="T49" fmla="*/ 47 h 288"/>
                      <a:gd name="T50" fmla="*/ 44 w 160"/>
                      <a:gd name="T51" fmla="*/ 47 h 288"/>
                      <a:gd name="T52" fmla="*/ 52 w 160"/>
                      <a:gd name="T53" fmla="*/ 53 h 288"/>
                      <a:gd name="T54" fmla="*/ 55 w 160"/>
                      <a:gd name="T55" fmla="*/ 58 h 288"/>
                      <a:gd name="T56" fmla="*/ 44 w 160"/>
                      <a:gd name="T57" fmla="*/ 60 h 288"/>
                      <a:gd name="T58" fmla="*/ 44 w 160"/>
                      <a:gd name="T59" fmla="*/ 67 h 288"/>
                      <a:gd name="T60" fmla="*/ 50 w 160"/>
                      <a:gd name="T61" fmla="*/ 72 h 288"/>
                      <a:gd name="T62" fmla="*/ 50 w 160"/>
                      <a:gd name="T63" fmla="*/ 77 h 288"/>
                      <a:gd name="T64" fmla="*/ 52 w 160"/>
                      <a:gd name="T65" fmla="*/ 94 h 2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0"/>
                      <a:gd name="T100" fmla="*/ 0 h 288"/>
                      <a:gd name="T101" fmla="*/ 160 w 160"/>
                      <a:gd name="T102" fmla="*/ 288 h 28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0" h="288">
                        <a:moveTo>
                          <a:pt x="152" y="272"/>
                        </a:moveTo>
                        <a:lnTo>
                          <a:pt x="136" y="280"/>
                        </a:lnTo>
                        <a:lnTo>
                          <a:pt x="120" y="280"/>
                        </a:lnTo>
                        <a:lnTo>
                          <a:pt x="88" y="288"/>
                        </a:lnTo>
                        <a:lnTo>
                          <a:pt x="72" y="272"/>
                        </a:lnTo>
                        <a:lnTo>
                          <a:pt x="64" y="264"/>
                        </a:lnTo>
                        <a:lnTo>
                          <a:pt x="48" y="256"/>
                        </a:lnTo>
                        <a:lnTo>
                          <a:pt x="40" y="248"/>
                        </a:lnTo>
                        <a:lnTo>
                          <a:pt x="40" y="232"/>
                        </a:lnTo>
                        <a:lnTo>
                          <a:pt x="40" y="216"/>
                        </a:lnTo>
                        <a:lnTo>
                          <a:pt x="64" y="192"/>
                        </a:lnTo>
                        <a:lnTo>
                          <a:pt x="64" y="184"/>
                        </a:lnTo>
                        <a:lnTo>
                          <a:pt x="56" y="168"/>
                        </a:lnTo>
                        <a:lnTo>
                          <a:pt x="48" y="152"/>
                        </a:lnTo>
                        <a:lnTo>
                          <a:pt x="32" y="144"/>
                        </a:lnTo>
                        <a:lnTo>
                          <a:pt x="24" y="136"/>
                        </a:lnTo>
                        <a:lnTo>
                          <a:pt x="16" y="112"/>
                        </a:lnTo>
                        <a:lnTo>
                          <a:pt x="8" y="88"/>
                        </a:lnTo>
                        <a:lnTo>
                          <a:pt x="0" y="80"/>
                        </a:lnTo>
                        <a:lnTo>
                          <a:pt x="0" y="64"/>
                        </a:lnTo>
                        <a:lnTo>
                          <a:pt x="0" y="56"/>
                        </a:lnTo>
                        <a:lnTo>
                          <a:pt x="16" y="40"/>
                        </a:lnTo>
                        <a:lnTo>
                          <a:pt x="32" y="32"/>
                        </a:lnTo>
                        <a:lnTo>
                          <a:pt x="40" y="16"/>
                        </a:lnTo>
                        <a:lnTo>
                          <a:pt x="48" y="16"/>
                        </a:lnTo>
                        <a:lnTo>
                          <a:pt x="72" y="8"/>
                        </a:lnTo>
                        <a:lnTo>
                          <a:pt x="80" y="8"/>
                        </a:lnTo>
                        <a:lnTo>
                          <a:pt x="80" y="0"/>
                        </a:lnTo>
                        <a:lnTo>
                          <a:pt x="88" y="0"/>
                        </a:lnTo>
                        <a:lnTo>
                          <a:pt x="104" y="0"/>
                        </a:lnTo>
                        <a:lnTo>
                          <a:pt x="112" y="0"/>
                        </a:lnTo>
                        <a:lnTo>
                          <a:pt x="120" y="0"/>
                        </a:lnTo>
                        <a:lnTo>
                          <a:pt x="128" y="0"/>
                        </a:lnTo>
                        <a:lnTo>
                          <a:pt x="128" y="8"/>
                        </a:lnTo>
                        <a:lnTo>
                          <a:pt x="128" y="16"/>
                        </a:lnTo>
                        <a:lnTo>
                          <a:pt x="128" y="24"/>
                        </a:lnTo>
                        <a:lnTo>
                          <a:pt x="128" y="40"/>
                        </a:lnTo>
                        <a:lnTo>
                          <a:pt x="128" y="48"/>
                        </a:lnTo>
                        <a:lnTo>
                          <a:pt x="88" y="56"/>
                        </a:lnTo>
                        <a:lnTo>
                          <a:pt x="88" y="64"/>
                        </a:lnTo>
                        <a:lnTo>
                          <a:pt x="88" y="72"/>
                        </a:lnTo>
                        <a:lnTo>
                          <a:pt x="80" y="72"/>
                        </a:lnTo>
                        <a:lnTo>
                          <a:pt x="72" y="64"/>
                        </a:lnTo>
                        <a:lnTo>
                          <a:pt x="80" y="80"/>
                        </a:lnTo>
                        <a:lnTo>
                          <a:pt x="88" y="88"/>
                        </a:lnTo>
                        <a:lnTo>
                          <a:pt x="88" y="104"/>
                        </a:lnTo>
                        <a:lnTo>
                          <a:pt x="96" y="112"/>
                        </a:lnTo>
                        <a:lnTo>
                          <a:pt x="112" y="112"/>
                        </a:lnTo>
                        <a:lnTo>
                          <a:pt x="120" y="120"/>
                        </a:lnTo>
                        <a:lnTo>
                          <a:pt x="120" y="136"/>
                        </a:lnTo>
                        <a:lnTo>
                          <a:pt x="120" y="144"/>
                        </a:lnTo>
                        <a:lnTo>
                          <a:pt x="128" y="136"/>
                        </a:lnTo>
                        <a:lnTo>
                          <a:pt x="144" y="144"/>
                        </a:lnTo>
                        <a:lnTo>
                          <a:pt x="152" y="152"/>
                        </a:lnTo>
                        <a:lnTo>
                          <a:pt x="160" y="160"/>
                        </a:lnTo>
                        <a:lnTo>
                          <a:pt x="160" y="168"/>
                        </a:lnTo>
                        <a:lnTo>
                          <a:pt x="144" y="176"/>
                        </a:lnTo>
                        <a:lnTo>
                          <a:pt x="128" y="176"/>
                        </a:lnTo>
                        <a:lnTo>
                          <a:pt x="120" y="192"/>
                        </a:lnTo>
                        <a:lnTo>
                          <a:pt x="128" y="192"/>
                        </a:lnTo>
                        <a:lnTo>
                          <a:pt x="136" y="192"/>
                        </a:lnTo>
                        <a:lnTo>
                          <a:pt x="144" y="208"/>
                        </a:lnTo>
                        <a:lnTo>
                          <a:pt x="136" y="208"/>
                        </a:lnTo>
                        <a:lnTo>
                          <a:pt x="144" y="224"/>
                        </a:lnTo>
                        <a:lnTo>
                          <a:pt x="152" y="264"/>
                        </a:lnTo>
                        <a:lnTo>
                          <a:pt x="152" y="27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25" name="Freeform 282">
                    <a:extLst>
                      <a:ext uri="{FF2B5EF4-FFF2-40B4-BE49-F238E27FC236}">
                        <a16:creationId xmlns:a16="http://schemas.microsoft.com/office/drawing/2014/main" id="{FA778FD5-D27F-6235-937F-114DACEAAD2E}"/>
                      </a:ext>
                    </a:extLst>
                  </p:cNvPr>
                  <p:cNvSpPr>
                    <a:spLocks/>
                  </p:cNvSpPr>
                  <p:nvPr/>
                </p:nvSpPr>
                <p:spPr bwMode="gray">
                  <a:xfrm>
                    <a:off x="4365" y="1390"/>
                    <a:ext cx="28" cy="17"/>
                  </a:xfrm>
                  <a:custGeom>
                    <a:avLst/>
                    <a:gdLst>
                      <a:gd name="T0" fmla="*/ 3 w 40"/>
                      <a:gd name="T1" fmla="*/ 0 h 24"/>
                      <a:gd name="T2" fmla="*/ 8 w 40"/>
                      <a:gd name="T3" fmla="*/ 0 h 24"/>
                      <a:gd name="T4" fmla="*/ 14 w 40"/>
                      <a:gd name="T5" fmla="*/ 0 h 24"/>
                      <a:gd name="T6" fmla="*/ 14 w 40"/>
                      <a:gd name="T7" fmla="*/ 3 h 24"/>
                      <a:gd name="T8" fmla="*/ 10 w 40"/>
                      <a:gd name="T9" fmla="*/ 3 h 24"/>
                      <a:gd name="T10" fmla="*/ 10 w 40"/>
                      <a:gd name="T11" fmla="*/ 6 h 24"/>
                      <a:gd name="T12" fmla="*/ 6 w 40"/>
                      <a:gd name="T13" fmla="*/ 9 h 24"/>
                      <a:gd name="T14" fmla="*/ 3 w 40"/>
                      <a:gd name="T15" fmla="*/ 6 h 24"/>
                      <a:gd name="T16" fmla="*/ 0 w 40"/>
                      <a:gd name="T17" fmla="*/ 3 h 24"/>
                      <a:gd name="T18" fmla="*/ 3 w 40"/>
                      <a:gd name="T19" fmla="*/ 3 h 24"/>
                      <a:gd name="T20" fmla="*/ 3 w 40"/>
                      <a:gd name="T21" fmla="*/ 0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24"/>
                      <a:gd name="T35" fmla="*/ 40 w 40"/>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24">
                        <a:moveTo>
                          <a:pt x="8" y="0"/>
                        </a:moveTo>
                        <a:lnTo>
                          <a:pt x="24" y="0"/>
                        </a:lnTo>
                        <a:lnTo>
                          <a:pt x="40" y="0"/>
                        </a:lnTo>
                        <a:lnTo>
                          <a:pt x="40" y="8"/>
                        </a:lnTo>
                        <a:lnTo>
                          <a:pt x="32" y="8"/>
                        </a:lnTo>
                        <a:lnTo>
                          <a:pt x="32" y="16"/>
                        </a:lnTo>
                        <a:lnTo>
                          <a:pt x="16" y="24"/>
                        </a:lnTo>
                        <a:lnTo>
                          <a:pt x="8" y="16"/>
                        </a:lnTo>
                        <a:lnTo>
                          <a:pt x="0" y="8"/>
                        </a:lnTo>
                        <a:lnTo>
                          <a:pt x="8" y="8"/>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26" name="Freeform 283">
                    <a:extLst>
                      <a:ext uri="{FF2B5EF4-FFF2-40B4-BE49-F238E27FC236}">
                        <a16:creationId xmlns:a16="http://schemas.microsoft.com/office/drawing/2014/main" id="{B1171276-8E83-8D74-BA99-0F3E66274B03}"/>
                      </a:ext>
                    </a:extLst>
                  </p:cNvPr>
                  <p:cNvSpPr>
                    <a:spLocks/>
                  </p:cNvSpPr>
                  <p:nvPr/>
                </p:nvSpPr>
                <p:spPr bwMode="gray">
                  <a:xfrm>
                    <a:off x="4365" y="1390"/>
                    <a:ext cx="28" cy="17"/>
                  </a:xfrm>
                  <a:custGeom>
                    <a:avLst/>
                    <a:gdLst>
                      <a:gd name="T0" fmla="*/ 3 w 40"/>
                      <a:gd name="T1" fmla="*/ 0 h 24"/>
                      <a:gd name="T2" fmla="*/ 3 w 40"/>
                      <a:gd name="T3" fmla="*/ 3 h 24"/>
                      <a:gd name="T4" fmla="*/ 0 w 40"/>
                      <a:gd name="T5" fmla="*/ 3 h 24"/>
                      <a:gd name="T6" fmla="*/ 3 w 40"/>
                      <a:gd name="T7" fmla="*/ 6 h 24"/>
                      <a:gd name="T8" fmla="*/ 6 w 40"/>
                      <a:gd name="T9" fmla="*/ 9 h 24"/>
                      <a:gd name="T10" fmla="*/ 10 w 40"/>
                      <a:gd name="T11" fmla="*/ 6 h 24"/>
                      <a:gd name="T12" fmla="*/ 10 w 40"/>
                      <a:gd name="T13" fmla="*/ 3 h 24"/>
                      <a:gd name="T14" fmla="*/ 14 w 40"/>
                      <a:gd name="T15" fmla="*/ 3 h 24"/>
                      <a:gd name="T16" fmla="*/ 14 w 40"/>
                      <a:gd name="T17" fmla="*/ 0 h 24"/>
                      <a:gd name="T18" fmla="*/ 8 w 40"/>
                      <a:gd name="T19" fmla="*/ 0 h 24"/>
                      <a:gd name="T20" fmla="*/ 3 w 40"/>
                      <a:gd name="T21" fmla="*/ 0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24"/>
                      <a:gd name="T35" fmla="*/ 40 w 40"/>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24">
                        <a:moveTo>
                          <a:pt x="8" y="0"/>
                        </a:moveTo>
                        <a:lnTo>
                          <a:pt x="8" y="8"/>
                        </a:lnTo>
                        <a:lnTo>
                          <a:pt x="0" y="8"/>
                        </a:lnTo>
                        <a:lnTo>
                          <a:pt x="8" y="16"/>
                        </a:lnTo>
                        <a:lnTo>
                          <a:pt x="16" y="24"/>
                        </a:lnTo>
                        <a:lnTo>
                          <a:pt x="32" y="16"/>
                        </a:lnTo>
                        <a:lnTo>
                          <a:pt x="32" y="8"/>
                        </a:lnTo>
                        <a:lnTo>
                          <a:pt x="40" y="8"/>
                        </a:lnTo>
                        <a:lnTo>
                          <a:pt x="40" y="0"/>
                        </a:lnTo>
                        <a:lnTo>
                          <a:pt x="24" y="0"/>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27" name="Freeform 284">
                    <a:extLst>
                      <a:ext uri="{FF2B5EF4-FFF2-40B4-BE49-F238E27FC236}">
                        <a16:creationId xmlns:a16="http://schemas.microsoft.com/office/drawing/2014/main" id="{E49D2530-6BA9-09B6-892C-2417B5EFA70A}"/>
                      </a:ext>
                    </a:extLst>
                  </p:cNvPr>
                  <p:cNvSpPr>
                    <a:spLocks/>
                  </p:cNvSpPr>
                  <p:nvPr/>
                </p:nvSpPr>
                <p:spPr bwMode="gray">
                  <a:xfrm>
                    <a:off x="4995" y="2042"/>
                    <a:ext cx="17" cy="12"/>
                  </a:xfrm>
                  <a:custGeom>
                    <a:avLst/>
                    <a:gdLst>
                      <a:gd name="T0" fmla="*/ 9 w 24"/>
                      <a:gd name="T1" fmla="*/ 0 h 16"/>
                      <a:gd name="T2" fmla="*/ 9 w 24"/>
                      <a:gd name="T3" fmla="*/ 7 h 16"/>
                      <a:gd name="T4" fmla="*/ 3 w 24"/>
                      <a:gd name="T5" fmla="*/ 7 h 16"/>
                      <a:gd name="T6" fmla="*/ 0 w 24"/>
                      <a:gd name="T7" fmla="*/ 7 h 16"/>
                      <a:gd name="T8" fmla="*/ 6 w 24"/>
                      <a:gd name="T9" fmla="*/ 4 h 16"/>
                      <a:gd name="T10" fmla="*/ 9 w 24"/>
                      <a:gd name="T11" fmla="*/ 0 h 16"/>
                      <a:gd name="T12" fmla="*/ 0 60000 65536"/>
                      <a:gd name="T13" fmla="*/ 0 60000 65536"/>
                      <a:gd name="T14" fmla="*/ 0 60000 65536"/>
                      <a:gd name="T15" fmla="*/ 0 60000 65536"/>
                      <a:gd name="T16" fmla="*/ 0 60000 65536"/>
                      <a:gd name="T17" fmla="*/ 0 60000 65536"/>
                      <a:gd name="T18" fmla="*/ 0 w 24"/>
                      <a:gd name="T19" fmla="*/ 0 h 16"/>
                      <a:gd name="T20" fmla="*/ 24 w 24"/>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4" h="16">
                        <a:moveTo>
                          <a:pt x="24" y="0"/>
                        </a:moveTo>
                        <a:lnTo>
                          <a:pt x="24" y="16"/>
                        </a:lnTo>
                        <a:lnTo>
                          <a:pt x="8" y="16"/>
                        </a:lnTo>
                        <a:lnTo>
                          <a:pt x="0" y="16"/>
                        </a:lnTo>
                        <a:lnTo>
                          <a:pt x="16" y="8"/>
                        </a:lnTo>
                        <a:lnTo>
                          <a:pt x="2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28" name="Rectangle 285">
                    <a:extLst>
                      <a:ext uri="{FF2B5EF4-FFF2-40B4-BE49-F238E27FC236}">
                        <a16:creationId xmlns:a16="http://schemas.microsoft.com/office/drawing/2014/main" id="{0935185C-28C0-8CB9-471A-967E68AB94A2}"/>
                      </a:ext>
                    </a:extLst>
                  </p:cNvPr>
                  <p:cNvSpPr>
                    <a:spLocks noChangeArrowheads="1"/>
                  </p:cNvSpPr>
                  <p:nvPr/>
                </p:nvSpPr>
                <p:spPr bwMode="gray">
                  <a:xfrm>
                    <a:off x="4989" y="2065"/>
                    <a:ext cx="6" cy="5"/>
                  </a:xfrm>
                  <a:prstGeom prst="rect">
                    <a:avLst/>
                  </a:prstGeom>
                  <a:grpFill/>
                  <a:ln w="6350">
                    <a:solidFill>
                      <a:schemeClr val="bg1"/>
                    </a:solidFill>
                    <a:miter lim="800000"/>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29" name="Freeform 286">
                    <a:extLst>
                      <a:ext uri="{FF2B5EF4-FFF2-40B4-BE49-F238E27FC236}">
                        <a16:creationId xmlns:a16="http://schemas.microsoft.com/office/drawing/2014/main" id="{1E0A8E17-F3C2-9501-6A83-66D1A0AC0657}"/>
                      </a:ext>
                    </a:extLst>
                  </p:cNvPr>
                  <p:cNvSpPr>
                    <a:spLocks/>
                  </p:cNvSpPr>
                  <p:nvPr/>
                </p:nvSpPr>
                <p:spPr bwMode="gray">
                  <a:xfrm>
                    <a:off x="4984" y="2076"/>
                    <a:ext cx="5" cy="11"/>
                  </a:xfrm>
                  <a:custGeom>
                    <a:avLst/>
                    <a:gdLst>
                      <a:gd name="T0" fmla="*/ 0 w 8"/>
                      <a:gd name="T1" fmla="*/ 3 h 16"/>
                      <a:gd name="T2" fmla="*/ 0 w 8"/>
                      <a:gd name="T3" fmla="*/ 0 h 16"/>
                      <a:gd name="T4" fmla="*/ 2 w 8"/>
                      <a:gd name="T5" fmla="*/ 0 h 16"/>
                      <a:gd name="T6" fmla="*/ 2 w 8"/>
                      <a:gd name="T7" fmla="*/ 3 h 16"/>
                      <a:gd name="T8" fmla="*/ 0 w 8"/>
                      <a:gd name="T9" fmla="*/ 6 h 16"/>
                      <a:gd name="T10" fmla="*/ 0 w 8"/>
                      <a:gd name="T11" fmla="*/ 3 h 16"/>
                      <a:gd name="T12" fmla="*/ 0 60000 65536"/>
                      <a:gd name="T13" fmla="*/ 0 60000 65536"/>
                      <a:gd name="T14" fmla="*/ 0 60000 65536"/>
                      <a:gd name="T15" fmla="*/ 0 60000 65536"/>
                      <a:gd name="T16" fmla="*/ 0 60000 65536"/>
                      <a:gd name="T17" fmla="*/ 0 60000 65536"/>
                      <a:gd name="T18" fmla="*/ 0 w 8"/>
                      <a:gd name="T19" fmla="*/ 0 h 16"/>
                      <a:gd name="T20" fmla="*/ 8 w 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8" h="16">
                        <a:moveTo>
                          <a:pt x="0" y="8"/>
                        </a:moveTo>
                        <a:lnTo>
                          <a:pt x="0" y="0"/>
                        </a:lnTo>
                        <a:lnTo>
                          <a:pt x="8" y="0"/>
                        </a:lnTo>
                        <a:lnTo>
                          <a:pt x="8" y="8"/>
                        </a:lnTo>
                        <a:lnTo>
                          <a:pt x="0" y="16"/>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30" name="Freeform 287">
                    <a:extLst>
                      <a:ext uri="{FF2B5EF4-FFF2-40B4-BE49-F238E27FC236}">
                        <a16:creationId xmlns:a16="http://schemas.microsoft.com/office/drawing/2014/main" id="{8113DD5C-0231-0D1E-9D31-2AE04E48B7AE}"/>
                      </a:ext>
                    </a:extLst>
                  </p:cNvPr>
                  <p:cNvSpPr>
                    <a:spLocks/>
                  </p:cNvSpPr>
                  <p:nvPr/>
                </p:nvSpPr>
                <p:spPr bwMode="gray">
                  <a:xfrm>
                    <a:off x="3065" y="1907"/>
                    <a:ext cx="79" cy="62"/>
                  </a:xfrm>
                  <a:custGeom>
                    <a:avLst/>
                    <a:gdLst>
                      <a:gd name="T0" fmla="*/ 0 w 112"/>
                      <a:gd name="T1" fmla="*/ 17 h 88"/>
                      <a:gd name="T2" fmla="*/ 6 w 112"/>
                      <a:gd name="T3" fmla="*/ 19 h 88"/>
                      <a:gd name="T4" fmla="*/ 8 w 112"/>
                      <a:gd name="T5" fmla="*/ 19 h 88"/>
                      <a:gd name="T6" fmla="*/ 11 w 112"/>
                      <a:gd name="T7" fmla="*/ 25 h 88"/>
                      <a:gd name="T8" fmla="*/ 14 w 112"/>
                      <a:gd name="T9" fmla="*/ 25 h 88"/>
                      <a:gd name="T10" fmla="*/ 17 w 112"/>
                      <a:gd name="T11" fmla="*/ 27 h 88"/>
                      <a:gd name="T12" fmla="*/ 23 w 112"/>
                      <a:gd name="T13" fmla="*/ 31 h 88"/>
                      <a:gd name="T14" fmla="*/ 25 w 112"/>
                      <a:gd name="T15" fmla="*/ 27 h 88"/>
                      <a:gd name="T16" fmla="*/ 25 w 112"/>
                      <a:gd name="T17" fmla="*/ 25 h 88"/>
                      <a:gd name="T18" fmla="*/ 31 w 112"/>
                      <a:gd name="T19" fmla="*/ 23 h 88"/>
                      <a:gd name="T20" fmla="*/ 34 w 112"/>
                      <a:gd name="T21" fmla="*/ 17 h 88"/>
                      <a:gd name="T22" fmla="*/ 40 w 112"/>
                      <a:gd name="T23" fmla="*/ 11 h 88"/>
                      <a:gd name="T24" fmla="*/ 31 w 112"/>
                      <a:gd name="T25" fmla="*/ 3 h 88"/>
                      <a:gd name="T26" fmla="*/ 20 w 112"/>
                      <a:gd name="T27" fmla="*/ 0 h 88"/>
                      <a:gd name="T28" fmla="*/ 3 w 112"/>
                      <a:gd name="T29" fmla="*/ 0 h 88"/>
                      <a:gd name="T30" fmla="*/ 0 w 112"/>
                      <a:gd name="T31" fmla="*/ 3 h 88"/>
                      <a:gd name="T32" fmla="*/ 0 w 112"/>
                      <a:gd name="T33" fmla="*/ 17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2"/>
                      <a:gd name="T52" fmla="*/ 0 h 88"/>
                      <a:gd name="T53" fmla="*/ 112 w 112"/>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2" h="88">
                        <a:moveTo>
                          <a:pt x="0" y="48"/>
                        </a:moveTo>
                        <a:lnTo>
                          <a:pt x="16" y="56"/>
                        </a:lnTo>
                        <a:lnTo>
                          <a:pt x="24" y="56"/>
                        </a:lnTo>
                        <a:lnTo>
                          <a:pt x="32" y="72"/>
                        </a:lnTo>
                        <a:lnTo>
                          <a:pt x="40" y="72"/>
                        </a:lnTo>
                        <a:lnTo>
                          <a:pt x="48" y="80"/>
                        </a:lnTo>
                        <a:lnTo>
                          <a:pt x="64" y="88"/>
                        </a:lnTo>
                        <a:lnTo>
                          <a:pt x="72" y="80"/>
                        </a:lnTo>
                        <a:lnTo>
                          <a:pt x="72" y="72"/>
                        </a:lnTo>
                        <a:lnTo>
                          <a:pt x="88" y="64"/>
                        </a:lnTo>
                        <a:lnTo>
                          <a:pt x="96" y="48"/>
                        </a:lnTo>
                        <a:lnTo>
                          <a:pt x="112" y="32"/>
                        </a:lnTo>
                        <a:lnTo>
                          <a:pt x="88" y="8"/>
                        </a:lnTo>
                        <a:lnTo>
                          <a:pt x="56" y="0"/>
                        </a:lnTo>
                        <a:lnTo>
                          <a:pt x="8" y="0"/>
                        </a:lnTo>
                        <a:lnTo>
                          <a:pt x="0" y="8"/>
                        </a:lnTo>
                        <a:lnTo>
                          <a:pt x="0" y="4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31" name="Freeform 288">
                    <a:extLst>
                      <a:ext uri="{FF2B5EF4-FFF2-40B4-BE49-F238E27FC236}">
                        <a16:creationId xmlns:a16="http://schemas.microsoft.com/office/drawing/2014/main" id="{A3D07AAC-D271-426B-09C1-9E58067E9B29}"/>
                      </a:ext>
                    </a:extLst>
                  </p:cNvPr>
                  <p:cNvSpPr>
                    <a:spLocks/>
                  </p:cNvSpPr>
                  <p:nvPr/>
                </p:nvSpPr>
                <p:spPr bwMode="gray">
                  <a:xfrm>
                    <a:off x="3048" y="1941"/>
                    <a:ext cx="39" cy="23"/>
                  </a:xfrm>
                  <a:custGeom>
                    <a:avLst/>
                    <a:gdLst>
                      <a:gd name="T0" fmla="*/ 19 w 56"/>
                      <a:gd name="T1" fmla="*/ 9 h 32"/>
                      <a:gd name="T2" fmla="*/ 10 w 56"/>
                      <a:gd name="T3" fmla="*/ 12 h 32"/>
                      <a:gd name="T4" fmla="*/ 3 w 56"/>
                      <a:gd name="T5" fmla="*/ 9 h 32"/>
                      <a:gd name="T6" fmla="*/ 0 w 56"/>
                      <a:gd name="T7" fmla="*/ 9 h 32"/>
                      <a:gd name="T8" fmla="*/ 0 w 56"/>
                      <a:gd name="T9" fmla="*/ 6 h 32"/>
                      <a:gd name="T10" fmla="*/ 0 w 56"/>
                      <a:gd name="T11" fmla="*/ 3 h 32"/>
                      <a:gd name="T12" fmla="*/ 8 w 56"/>
                      <a:gd name="T13" fmla="*/ 3 h 32"/>
                      <a:gd name="T14" fmla="*/ 8 w 56"/>
                      <a:gd name="T15" fmla="*/ 0 h 32"/>
                      <a:gd name="T16" fmla="*/ 14 w 56"/>
                      <a:gd name="T17" fmla="*/ 3 h 32"/>
                      <a:gd name="T18" fmla="*/ 16 w 56"/>
                      <a:gd name="T19" fmla="*/ 3 h 32"/>
                      <a:gd name="T20" fmla="*/ 19 w 56"/>
                      <a:gd name="T21" fmla="*/ 9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
                      <a:gd name="T34" fmla="*/ 0 h 32"/>
                      <a:gd name="T35" fmla="*/ 56 w 56"/>
                      <a:gd name="T36" fmla="*/ 32 h 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 h="32">
                        <a:moveTo>
                          <a:pt x="56" y="24"/>
                        </a:moveTo>
                        <a:lnTo>
                          <a:pt x="32" y="32"/>
                        </a:lnTo>
                        <a:lnTo>
                          <a:pt x="8" y="24"/>
                        </a:lnTo>
                        <a:lnTo>
                          <a:pt x="0" y="24"/>
                        </a:lnTo>
                        <a:lnTo>
                          <a:pt x="0" y="16"/>
                        </a:lnTo>
                        <a:lnTo>
                          <a:pt x="0" y="8"/>
                        </a:lnTo>
                        <a:lnTo>
                          <a:pt x="24" y="8"/>
                        </a:lnTo>
                        <a:lnTo>
                          <a:pt x="24" y="0"/>
                        </a:lnTo>
                        <a:lnTo>
                          <a:pt x="40" y="8"/>
                        </a:lnTo>
                        <a:lnTo>
                          <a:pt x="48" y="8"/>
                        </a:lnTo>
                        <a:lnTo>
                          <a:pt x="56"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32" name="Freeform 289">
                    <a:extLst>
                      <a:ext uri="{FF2B5EF4-FFF2-40B4-BE49-F238E27FC236}">
                        <a16:creationId xmlns:a16="http://schemas.microsoft.com/office/drawing/2014/main" id="{D5B5202E-807B-E88C-DE77-977CD15A5F57}"/>
                      </a:ext>
                    </a:extLst>
                  </p:cNvPr>
                  <p:cNvSpPr>
                    <a:spLocks/>
                  </p:cNvSpPr>
                  <p:nvPr/>
                </p:nvSpPr>
                <p:spPr bwMode="gray">
                  <a:xfrm>
                    <a:off x="3093" y="1823"/>
                    <a:ext cx="62" cy="51"/>
                  </a:xfrm>
                  <a:custGeom>
                    <a:avLst/>
                    <a:gdLst>
                      <a:gd name="T0" fmla="*/ 31 w 88"/>
                      <a:gd name="T1" fmla="*/ 26 h 72"/>
                      <a:gd name="T2" fmla="*/ 23 w 88"/>
                      <a:gd name="T3" fmla="*/ 26 h 72"/>
                      <a:gd name="T4" fmla="*/ 19 w 88"/>
                      <a:gd name="T5" fmla="*/ 26 h 72"/>
                      <a:gd name="T6" fmla="*/ 17 w 88"/>
                      <a:gd name="T7" fmla="*/ 23 h 72"/>
                      <a:gd name="T8" fmla="*/ 14 w 88"/>
                      <a:gd name="T9" fmla="*/ 20 h 72"/>
                      <a:gd name="T10" fmla="*/ 8 w 88"/>
                      <a:gd name="T11" fmla="*/ 23 h 72"/>
                      <a:gd name="T12" fmla="*/ 8 w 88"/>
                      <a:gd name="T13" fmla="*/ 20 h 72"/>
                      <a:gd name="T14" fmla="*/ 3 w 88"/>
                      <a:gd name="T15" fmla="*/ 17 h 72"/>
                      <a:gd name="T16" fmla="*/ 3 w 88"/>
                      <a:gd name="T17" fmla="*/ 11 h 72"/>
                      <a:gd name="T18" fmla="*/ 0 w 88"/>
                      <a:gd name="T19" fmla="*/ 8 h 72"/>
                      <a:gd name="T20" fmla="*/ 3 w 88"/>
                      <a:gd name="T21" fmla="*/ 8 h 72"/>
                      <a:gd name="T22" fmla="*/ 8 w 88"/>
                      <a:gd name="T23" fmla="*/ 0 h 72"/>
                      <a:gd name="T24" fmla="*/ 14 w 88"/>
                      <a:gd name="T25" fmla="*/ 3 h 72"/>
                      <a:gd name="T26" fmla="*/ 19 w 88"/>
                      <a:gd name="T27" fmla="*/ 0 h 72"/>
                      <a:gd name="T28" fmla="*/ 23 w 88"/>
                      <a:gd name="T29" fmla="*/ 0 h 72"/>
                      <a:gd name="T30" fmla="*/ 31 w 88"/>
                      <a:gd name="T31" fmla="*/ 3 h 72"/>
                      <a:gd name="T32" fmla="*/ 27 w 88"/>
                      <a:gd name="T33" fmla="*/ 14 h 72"/>
                      <a:gd name="T34" fmla="*/ 31 w 88"/>
                      <a:gd name="T35" fmla="*/ 20 h 72"/>
                      <a:gd name="T36" fmla="*/ 31 w 88"/>
                      <a:gd name="T37" fmla="*/ 26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8"/>
                      <a:gd name="T58" fmla="*/ 0 h 72"/>
                      <a:gd name="T59" fmla="*/ 88 w 88"/>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8" h="72">
                        <a:moveTo>
                          <a:pt x="88" y="72"/>
                        </a:moveTo>
                        <a:lnTo>
                          <a:pt x="64" y="72"/>
                        </a:lnTo>
                        <a:lnTo>
                          <a:pt x="56" y="72"/>
                        </a:lnTo>
                        <a:lnTo>
                          <a:pt x="48" y="64"/>
                        </a:lnTo>
                        <a:lnTo>
                          <a:pt x="40" y="56"/>
                        </a:lnTo>
                        <a:lnTo>
                          <a:pt x="24" y="64"/>
                        </a:lnTo>
                        <a:lnTo>
                          <a:pt x="24" y="56"/>
                        </a:lnTo>
                        <a:lnTo>
                          <a:pt x="8" y="48"/>
                        </a:lnTo>
                        <a:lnTo>
                          <a:pt x="8" y="32"/>
                        </a:lnTo>
                        <a:lnTo>
                          <a:pt x="0" y="24"/>
                        </a:lnTo>
                        <a:lnTo>
                          <a:pt x="8" y="24"/>
                        </a:lnTo>
                        <a:lnTo>
                          <a:pt x="24" y="0"/>
                        </a:lnTo>
                        <a:lnTo>
                          <a:pt x="40" y="8"/>
                        </a:lnTo>
                        <a:lnTo>
                          <a:pt x="56" y="0"/>
                        </a:lnTo>
                        <a:lnTo>
                          <a:pt x="64" y="0"/>
                        </a:lnTo>
                        <a:lnTo>
                          <a:pt x="88" y="8"/>
                        </a:lnTo>
                        <a:lnTo>
                          <a:pt x="80" y="40"/>
                        </a:lnTo>
                        <a:lnTo>
                          <a:pt x="88" y="56"/>
                        </a:lnTo>
                        <a:lnTo>
                          <a:pt x="88" y="7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33" name="Freeform 290">
                    <a:extLst>
                      <a:ext uri="{FF2B5EF4-FFF2-40B4-BE49-F238E27FC236}">
                        <a16:creationId xmlns:a16="http://schemas.microsoft.com/office/drawing/2014/main" id="{22F9C73D-0608-62D9-8EBB-E7386275FA4A}"/>
                      </a:ext>
                    </a:extLst>
                  </p:cNvPr>
                  <p:cNvSpPr>
                    <a:spLocks/>
                  </p:cNvSpPr>
                  <p:nvPr/>
                </p:nvSpPr>
                <p:spPr bwMode="gray">
                  <a:xfrm>
                    <a:off x="3059" y="1862"/>
                    <a:ext cx="101" cy="68"/>
                  </a:xfrm>
                  <a:custGeom>
                    <a:avLst/>
                    <a:gdLst>
                      <a:gd name="T0" fmla="*/ 50 w 144"/>
                      <a:gd name="T1" fmla="*/ 26 h 96"/>
                      <a:gd name="T2" fmla="*/ 50 w 144"/>
                      <a:gd name="T3" fmla="*/ 17 h 96"/>
                      <a:gd name="T4" fmla="*/ 47 w 144"/>
                      <a:gd name="T5" fmla="*/ 14 h 96"/>
                      <a:gd name="T6" fmla="*/ 47 w 144"/>
                      <a:gd name="T7" fmla="*/ 6 h 96"/>
                      <a:gd name="T8" fmla="*/ 39 w 144"/>
                      <a:gd name="T9" fmla="*/ 6 h 96"/>
                      <a:gd name="T10" fmla="*/ 36 w 144"/>
                      <a:gd name="T11" fmla="*/ 6 h 96"/>
                      <a:gd name="T12" fmla="*/ 33 w 144"/>
                      <a:gd name="T13" fmla="*/ 3 h 96"/>
                      <a:gd name="T14" fmla="*/ 30 w 144"/>
                      <a:gd name="T15" fmla="*/ 0 h 96"/>
                      <a:gd name="T16" fmla="*/ 25 w 144"/>
                      <a:gd name="T17" fmla="*/ 3 h 96"/>
                      <a:gd name="T18" fmla="*/ 25 w 144"/>
                      <a:gd name="T19" fmla="*/ 6 h 96"/>
                      <a:gd name="T20" fmla="*/ 25 w 144"/>
                      <a:gd name="T21" fmla="*/ 14 h 96"/>
                      <a:gd name="T22" fmla="*/ 19 w 144"/>
                      <a:gd name="T23" fmla="*/ 17 h 96"/>
                      <a:gd name="T24" fmla="*/ 17 w 144"/>
                      <a:gd name="T25" fmla="*/ 11 h 96"/>
                      <a:gd name="T26" fmla="*/ 14 w 144"/>
                      <a:gd name="T27" fmla="*/ 6 h 96"/>
                      <a:gd name="T28" fmla="*/ 8 w 144"/>
                      <a:gd name="T29" fmla="*/ 9 h 96"/>
                      <a:gd name="T30" fmla="*/ 3 w 144"/>
                      <a:gd name="T31" fmla="*/ 9 h 96"/>
                      <a:gd name="T32" fmla="*/ 6 w 144"/>
                      <a:gd name="T33" fmla="*/ 17 h 96"/>
                      <a:gd name="T34" fmla="*/ 0 w 144"/>
                      <a:gd name="T35" fmla="*/ 20 h 96"/>
                      <a:gd name="T36" fmla="*/ 0 w 144"/>
                      <a:gd name="T37" fmla="*/ 23 h 96"/>
                      <a:gd name="T38" fmla="*/ 3 w 144"/>
                      <a:gd name="T39" fmla="*/ 26 h 96"/>
                      <a:gd name="T40" fmla="*/ 6 w 144"/>
                      <a:gd name="T41" fmla="*/ 23 h 96"/>
                      <a:gd name="T42" fmla="*/ 22 w 144"/>
                      <a:gd name="T43" fmla="*/ 23 h 96"/>
                      <a:gd name="T44" fmla="*/ 33 w 144"/>
                      <a:gd name="T45" fmla="*/ 26 h 96"/>
                      <a:gd name="T46" fmla="*/ 41 w 144"/>
                      <a:gd name="T47" fmla="*/ 34 h 96"/>
                      <a:gd name="T48" fmla="*/ 44 w 144"/>
                      <a:gd name="T49" fmla="*/ 34 h 96"/>
                      <a:gd name="T50" fmla="*/ 50 w 144"/>
                      <a:gd name="T51" fmla="*/ 26 h 9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4"/>
                      <a:gd name="T79" fmla="*/ 0 h 96"/>
                      <a:gd name="T80" fmla="*/ 144 w 144"/>
                      <a:gd name="T81" fmla="*/ 96 h 9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4" h="96">
                        <a:moveTo>
                          <a:pt x="144" y="72"/>
                        </a:moveTo>
                        <a:lnTo>
                          <a:pt x="144" y="48"/>
                        </a:lnTo>
                        <a:lnTo>
                          <a:pt x="136" y="40"/>
                        </a:lnTo>
                        <a:lnTo>
                          <a:pt x="136" y="16"/>
                        </a:lnTo>
                        <a:lnTo>
                          <a:pt x="112" y="16"/>
                        </a:lnTo>
                        <a:lnTo>
                          <a:pt x="104" y="16"/>
                        </a:lnTo>
                        <a:lnTo>
                          <a:pt x="96" y="8"/>
                        </a:lnTo>
                        <a:lnTo>
                          <a:pt x="88" y="0"/>
                        </a:lnTo>
                        <a:lnTo>
                          <a:pt x="72" y="8"/>
                        </a:lnTo>
                        <a:lnTo>
                          <a:pt x="72" y="16"/>
                        </a:lnTo>
                        <a:lnTo>
                          <a:pt x="72" y="40"/>
                        </a:lnTo>
                        <a:lnTo>
                          <a:pt x="56" y="48"/>
                        </a:lnTo>
                        <a:lnTo>
                          <a:pt x="48" y="32"/>
                        </a:lnTo>
                        <a:lnTo>
                          <a:pt x="40" y="16"/>
                        </a:lnTo>
                        <a:lnTo>
                          <a:pt x="24" y="24"/>
                        </a:lnTo>
                        <a:lnTo>
                          <a:pt x="8" y="24"/>
                        </a:lnTo>
                        <a:lnTo>
                          <a:pt x="16" y="48"/>
                        </a:lnTo>
                        <a:lnTo>
                          <a:pt x="0" y="56"/>
                        </a:lnTo>
                        <a:lnTo>
                          <a:pt x="0" y="64"/>
                        </a:lnTo>
                        <a:lnTo>
                          <a:pt x="8" y="72"/>
                        </a:lnTo>
                        <a:lnTo>
                          <a:pt x="16" y="64"/>
                        </a:lnTo>
                        <a:lnTo>
                          <a:pt x="64" y="64"/>
                        </a:lnTo>
                        <a:lnTo>
                          <a:pt x="96" y="72"/>
                        </a:lnTo>
                        <a:lnTo>
                          <a:pt x="120" y="96"/>
                        </a:lnTo>
                        <a:lnTo>
                          <a:pt x="128" y="96"/>
                        </a:lnTo>
                        <a:lnTo>
                          <a:pt x="144" y="7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134" name="Freeform 291">
                    <a:extLst>
                      <a:ext uri="{FF2B5EF4-FFF2-40B4-BE49-F238E27FC236}">
                        <a16:creationId xmlns:a16="http://schemas.microsoft.com/office/drawing/2014/main" id="{4D9FE7E3-0B16-A61B-28A7-1978A488A837}"/>
                      </a:ext>
                    </a:extLst>
                  </p:cNvPr>
                  <p:cNvSpPr>
                    <a:spLocks/>
                  </p:cNvSpPr>
                  <p:nvPr/>
                </p:nvSpPr>
                <p:spPr bwMode="gray">
                  <a:xfrm>
                    <a:off x="3053" y="2228"/>
                    <a:ext cx="102" cy="45"/>
                  </a:xfrm>
                  <a:custGeom>
                    <a:avLst/>
                    <a:gdLst>
                      <a:gd name="T0" fmla="*/ 51 w 144"/>
                      <a:gd name="T1" fmla="*/ 0 h 64"/>
                      <a:gd name="T2" fmla="*/ 48 w 144"/>
                      <a:gd name="T3" fmla="*/ 0 h 64"/>
                      <a:gd name="T4" fmla="*/ 42 w 144"/>
                      <a:gd name="T5" fmla="*/ 0 h 64"/>
                      <a:gd name="T6" fmla="*/ 40 w 144"/>
                      <a:gd name="T7" fmla="*/ 6 h 64"/>
                      <a:gd name="T8" fmla="*/ 37 w 144"/>
                      <a:gd name="T9" fmla="*/ 6 h 64"/>
                      <a:gd name="T10" fmla="*/ 34 w 144"/>
                      <a:gd name="T11" fmla="*/ 6 h 64"/>
                      <a:gd name="T12" fmla="*/ 28 w 144"/>
                      <a:gd name="T13" fmla="*/ 3 h 64"/>
                      <a:gd name="T14" fmla="*/ 26 w 144"/>
                      <a:gd name="T15" fmla="*/ 6 h 64"/>
                      <a:gd name="T16" fmla="*/ 20 w 144"/>
                      <a:gd name="T17" fmla="*/ 6 h 64"/>
                      <a:gd name="T18" fmla="*/ 17 w 144"/>
                      <a:gd name="T19" fmla="*/ 6 h 64"/>
                      <a:gd name="T20" fmla="*/ 14 w 144"/>
                      <a:gd name="T21" fmla="*/ 11 h 64"/>
                      <a:gd name="T22" fmla="*/ 6 w 144"/>
                      <a:gd name="T23" fmla="*/ 11 h 64"/>
                      <a:gd name="T24" fmla="*/ 6 w 144"/>
                      <a:gd name="T25" fmla="*/ 14 h 64"/>
                      <a:gd name="T26" fmla="*/ 3 w 144"/>
                      <a:gd name="T27" fmla="*/ 19 h 64"/>
                      <a:gd name="T28" fmla="*/ 0 w 144"/>
                      <a:gd name="T29" fmla="*/ 23 h 64"/>
                      <a:gd name="T30" fmla="*/ 51 w 144"/>
                      <a:gd name="T31" fmla="*/ 0 h 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4"/>
                      <a:gd name="T49" fmla="*/ 0 h 64"/>
                      <a:gd name="T50" fmla="*/ 144 w 144"/>
                      <a:gd name="T51" fmla="*/ 64 h 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4" h="64">
                        <a:moveTo>
                          <a:pt x="144" y="0"/>
                        </a:moveTo>
                        <a:lnTo>
                          <a:pt x="136" y="0"/>
                        </a:lnTo>
                        <a:lnTo>
                          <a:pt x="120" y="0"/>
                        </a:lnTo>
                        <a:lnTo>
                          <a:pt x="112" y="16"/>
                        </a:lnTo>
                        <a:lnTo>
                          <a:pt x="104" y="16"/>
                        </a:lnTo>
                        <a:lnTo>
                          <a:pt x="96" y="16"/>
                        </a:lnTo>
                        <a:lnTo>
                          <a:pt x="80" y="8"/>
                        </a:lnTo>
                        <a:lnTo>
                          <a:pt x="72" y="16"/>
                        </a:lnTo>
                        <a:lnTo>
                          <a:pt x="56" y="16"/>
                        </a:lnTo>
                        <a:lnTo>
                          <a:pt x="48" y="16"/>
                        </a:lnTo>
                        <a:lnTo>
                          <a:pt x="40" y="32"/>
                        </a:lnTo>
                        <a:lnTo>
                          <a:pt x="16" y="32"/>
                        </a:lnTo>
                        <a:lnTo>
                          <a:pt x="16" y="40"/>
                        </a:lnTo>
                        <a:lnTo>
                          <a:pt x="8" y="56"/>
                        </a:lnTo>
                        <a:lnTo>
                          <a:pt x="0" y="64"/>
                        </a:lnTo>
                        <a:lnTo>
                          <a:pt x="14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grpSp>
            <p:grpSp>
              <p:nvGrpSpPr>
                <p:cNvPr id="937" name="Group 292">
                  <a:extLst>
                    <a:ext uri="{FF2B5EF4-FFF2-40B4-BE49-F238E27FC236}">
                      <a16:creationId xmlns:a16="http://schemas.microsoft.com/office/drawing/2014/main" id="{B1206CFF-7978-F8FC-AFD5-7109CB94DB1F}"/>
                    </a:ext>
                  </a:extLst>
                </p:cNvPr>
                <p:cNvGrpSpPr>
                  <a:grpSpLocks/>
                </p:cNvGrpSpPr>
                <p:nvPr/>
              </p:nvGrpSpPr>
              <p:grpSpPr bwMode="gray">
                <a:xfrm>
                  <a:off x="4173346" y="3599045"/>
                  <a:ext cx="1241932" cy="1247052"/>
                  <a:chOff x="2519" y="2273"/>
                  <a:chExt cx="1148" cy="1153"/>
                </a:xfrm>
                <a:grpFill/>
              </p:grpSpPr>
              <p:sp>
                <p:nvSpPr>
                  <p:cNvPr id="967" name="Freeform 293">
                    <a:extLst>
                      <a:ext uri="{FF2B5EF4-FFF2-40B4-BE49-F238E27FC236}">
                        <a16:creationId xmlns:a16="http://schemas.microsoft.com/office/drawing/2014/main" id="{28FDC73C-F482-1302-493B-2C6788248EAE}"/>
                      </a:ext>
                    </a:extLst>
                  </p:cNvPr>
                  <p:cNvSpPr>
                    <a:spLocks/>
                  </p:cNvSpPr>
                  <p:nvPr/>
                </p:nvSpPr>
                <p:spPr bwMode="gray">
                  <a:xfrm>
                    <a:off x="2997" y="3213"/>
                    <a:ext cx="231" cy="213"/>
                  </a:xfrm>
                  <a:custGeom>
                    <a:avLst/>
                    <a:gdLst>
                      <a:gd name="T0" fmla="*/ 0 w 328"/>
                      <a:gd name="T1" fmla="*/ 53 h 304"/>
                      <a:gd name="T2" fmla="*/ 0 w 328"/>
                      <a:gd name="T3" fmla="*/ 55 h 304"/>
                      <a:gd name="T4" fmla="*/ 6 w 328"/>
                      <a:gd name="T5" fmla="*/ 63 h 304"/>
                      <a:gd name="T6" fmla="*/ 11 w 328"/>
                      <a:gd name="T7" fmla="*/ 71 h 304"/>
                      <a:gd name="T8" fmla="*/ 14 w 328"/>
                      <a:gd name="T9" fmla="*/ 83 h 304"/>
                      <a:gd name="T10" fmla="*/ 14 w 328"/>
                      <a:gd name="T11" fmla="*/ 88 h 304"/>
                      <a:gd name="T12" fmla="*/ 11 w 328"/>
                      <a:gd name="T13" fmla="*/ 91 h 304"/>
                      <a:gd name="T14" fmla="*/ 14 w 328"/>
                      <a:gd name="T15" fmla="*/ 94 h 304"/>
                      <a:gd name="T16" fmla="*/ 25 w 328"/>
                      <a:gd name="T17" fmla="*/ 104 h 304"/>
                      <a:gd name="T18" fmla="*/ 27 w 328"/>
                      <a:gd name="T19" fmla="*/ 102 h 304"/>
                      <a:gd name="T20" fmla="*/ 34 w 328"/>
                      <a:gd name="T21" fmla="*/ 99 h 304"/>
                      <a:gd name="T22" fmla="*/ 42 w 328"/>
                      <a:gd name="T23" fmla="*/ 99 h 304"/>
                      <a:gd name="T24" fmla="*/ 48 w 328"/>
                      <a:gd name="T25" fmla="*/ 96 h 304"/>
                      <a:gd name="T26" fmla="*/ 61 w 328"/>
                      <a:gd name="T27" fmla="*/ 99 h 304"/>
                      <a:gd name="T28" fmla="*/ 65 w 328"/>
                      <a:gd name="T29" fmla="*/ 96 h 304"/>
                      <a:gd name="T30" fmla="*/ 70 w 328"/>
                      <a:gd name="T31" fmla="*/ 96 h 304"/>
                      <a:gd name="T32" fmla="*/ 78 w 328"/>
                      <a:gd name="T33" fmla="*/ 91 h 304"/>
                      <a:gd name="T34" fmla="*/ 87 w 328"/>
                      <a:gd name="T35" fmla="*/ 83 h 304"/>
                      <a:gd name="T36" fmla="*/ 92 w 328"/>
                      <a:gd name="T37" fmla="*/ 80 h 304"/>
                      <a:gd name="T38" fmla="*/ 98 w 328"/>
                      <a:gd name="T39" fmla="*/ 71 h 304"/>
                      <a:gd name="T40" fmla="*/ 101 w 328"/>
                      <a:gd name="T41" fmla="*/ 63 h 304"/>
                      <a:gd name="T42" fmla="*/ 106 w 328"/>
                      <a:gd name="T43" fmla="*/ 55 h 304"/>
                      <a:gd name="T44" fmla="*/ 111 w 328"/>
                      <a:gd name="T45" fmla="*/ 50 h 304"/>
                      <a:gd name="T46" fmla="*/ 111 w 328"/>
                      <a:gd name="T47" fmla="*/ 44 h 304"/>
                      <a:gd name="T48" fmla="*/ 115 w 328"/>
                      <a:gd name="T49" fmla="*/ 41 h 304"/>
                      <a:gd name="T50" fmla="*/ 115 w 328"/>
                      <a:gd name="T51" fmla="*/ 39 h 304"/>
                      <a:gd name="T52" fmla="*/ 109 w 328"/>
                      <a:gd name="T53" fmla="*/ 36 h 304"/>
                      <a:gd name="T54" fmla="*/ 106 w 328"/>
                      <a:gd name="T55" fmla="*/ 27 h 304"/>
                      <a:gd name="T56" fmla="*/ 109 w 328"/>
                      <a:gd name="T57" fmla="*/ 19 h 304"/>
                      <a:gd name="T58" fmla="*/ 106 w 328"/>
                      <a:gd name="T59" fmla="*/ 3 h 304"/>
                      <a:gd name="T60" fmla="*/ 95 w 328"/>
                      <a:gd name="T61" fmla="*/ 0 h 304"/>
                      <a:gd name="T62" fmla="*/ 89 w 328"/>
                      <a:gd name="T63" fmla="*/ 3 h 304"/>
                      <a:gd name="T64" fmla="*/ 87 w 328"/>
                      <a:gd name="T65" fmla="*/ 3 h 304"/>
                      <a:gd name="T66" fmla="*/ 78 w 328"/>
                      <a:gd name="T67" fmla="*/ 8 h 304"/>
                      <a:gd name="T68" fmla="*/ 75 w 328"/>
                      <a:gd name="T69" fmla="*/ 11 h 304"/>
                      <a:gd name="T70" fmla="*/ 67 w 328"/>
                      <a:gd name="T71" fmla="*/ 14 h 304"/>
                      <a:gd name="T72" fmla="*/ 67 w 328"/>
                      <a:gd name="T73" fmla="*/ 22 h 304"/>
                      <a:gd name="T74" fmla="*/ 61 w 328"/>
                      <a:gd name="T75" fmla="*/ 27 h 304"/>
                      <a:gd name="T76" fmla="*/ 56 w 328"/>
                      <a:gd name="T77" fmla="*/ 30 h 304"/>
                      <a:gd name="T78" fmla="*/ 53 w 328"/>
                      <a:gd name="T79" fmla="*/ 27 h 304"/>
                      <a:gd name="T80" fmla="*/ 48 w 328"/>
                      <a:gd name="T81" fmla="*/ 27 h 304"/>
                      <a:gd name="T82" fmla="*/ 39 w 328"/>
                      <a:gd name="T83" fmla="*/ 36 h 304"/>
                      <a:gd name="T84" fmla="*/ 34 w 328"/>
                      <a:gd name="T85" fmla="*/ 36 h 304"/>
                      <a:gd name="T86" fmla="*/ 31 w 328"/>
                      <a:gd name="T87" fmla="*/ 25 h 304"/>
                      <a:gd name="T88" fmla="*/ 25 w 328"/>
                      <a:gd name="T89" fmla="*/ 19 h 304"/>
                      <a:gd name="T90" fmla="*/ 25 w 328"/>
                      <a:gd name="T91" fmla="*/ 53 h 304"/>
                      <a:gd name="T92" fmla="*/ 17 w 328"/>
                      <a:gd name="T93" fmla="*/ 55 h 304"/>
                      <a:gd name="T94" fmla="*/ 11 w 328"/>
                      <a:gd name="T95" fmla="*/ 53 h 304"/>
                      <a:gd name="T96" fmla="*/ 8 w 328"/>
                      <a:gd name="T97" fmla="*/ 50 h 304"/>
                      <a:gd name="T98" fmla="*/ 6 w 328"/>
                      <a:gd name="T99" fmla="*/ 50 h 304"/>
                      <a:gd name="T100" fmla="*/ 3 w 328"/>
                      <a:gd name="T101" fmla="*/ 50 h 304"/>
                      <a:gd name="T102" fmla="*/ 0 w 328"/>
                      <a:gd name="T103" fmla="*/ 53 h 30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28"/>
                      <a:gd name="T157" fmla="*/ 0 h 304"/>
                      <a:gd name="T158" fmla="*/ 328 w 328"/>
                      <a:gd name="T159" fmla="*/ 304 h 30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28" h="304">
                        <a:moveTo>
                          <a:pt x="0" y="152"/>
                        </a:moveTo>
                        <a:lnTo>
                          <a:pt x="0" y="160"/>
                        </a:lnTo>
                        <a:lnTo>
                          <a:pt x="16" y="184"/>
                        </a:lnTo>
                        <a:lnTo>
                          <a:pt x="32" y="208"/>
                        </a:lnTo>
                        <a:lnTo>
                          <a:pt x="40" y="240"/>
                        </a:lnTo>
                        <a:lnTo>
                          <a:pt x="40" y="256"/>
                        </a:lnTo>
                        <a:lnTo>
                          <a:pt x="32" y="264"/>
                        </a:lnTo>
                        <a:lnTo>
                          <a:pt x="40" y="272"/>
                        </a:lnTo>
                        <a:lnTo>
                          <a:pt x="72" y="304"/>
                        </a:lnTo>
                        <a:lnTo>
                          <a:pt x="80" y="296"/>
                        </a:lnTo>
                        <a:lnTo>
                          <a:pt x="96" y="288"/>
                        </a:lnTo>
                        <a:lnTo>
                          <a:pt x="120" y="288"/>
                        </a:lnTo>
                        <a:lnTo>
                          <a:pt x="136" y="280"/>
                        </a:lnTo>
                        <a:lnTo>
                          <a:pt x="176" y="288"/>
                        </a:lnTo>
                        <a:lnTo>
                          <a:pt x="184" y="280"/>
                        </a:lnTo>
                        <a:lnTo>
                          <a:pt x="200" y="280"/>
                        </a:lnTo>
                        <a:lnTo>
                          <a:pt x="224" y="264"/>
                        </a:lnTo>
                        <a:lnTo>
                          <a:pt x="248" y="240"/>
                        </a:lnTo>
                        <a:lnTo>
                          <a:pt x="264" y="232"/>
                        </a:lnTo>
                        <a:lnTo>
                          <a:pt x="280" y="208"/>
                        </a:lnTo>
                        <a:lnTo>
                          <a:pt x="288" y="184"/>
                        </a:lnTo>
                        <a:lnTo>
                          <a:pt x="304" y="160"/>
                        </a:lnTo>
                        <a:lnTo>
                          <a:pt x="320" y="144"/>
                        </a:lnTo>
                        <a:lnTo>
                          <a:pt x="320" y="128"/>
                        </a:lnTo>
                        <a:lnTo>
                          <a:pt x="328" y="120"/>
                        </a:lnTo>
                        <a:lnTo>
                          <a:pt x="328" y="112"/>
                        </a:lnTo>
                        <a:lnTo>
                          <a:pt x="312" y="104"/>
                        </a:lnTo>
                        <a:lnTo>
                          <a:pt x="304" y="80"/>
                        </a:lnTo>
                        <a:lnTo>
                          <a:pt x="312" y="56"/>
                        </a:lnTo>
                        <a:lnTo>
                          <a:pt x="304" y="8"/>
                        </a:lnTo>
                        <a:lnTo>
                          <a:pt x="272" y="0"/>
                        </a:lnTo>
                        <a:lnTo>
                          <a:pt x="256" y="8"/>
                        </a:lnTo>
                        <a:lnTo>
                          <a:pt x="248" y="8"/>
                        </a:lnTo>
                        <a:lnTo>
                          <a:pt x="224" y="24"/>
                        </a:lnTo>
                        <a:lnTo>
                          <a:pt x="216" y="32"/>
                        </a:lnTo>
                        <a:lnTo>
                          <a:pt x="192" y="40"/>
                        </a:lnTo>
                        <a:lnTo>
                          <a:pt x="192" y="64"/>
                        </a:lnTo>
                        <a:lnTo>
                          <a:pt x="176" y="80"/>
                        </a:lnTo>
                        <a:lnTo>
                          <a:pt x="160" y="88"/>
                        </a:lnTo>
                        <a:lnTo>
                          <a:pt x="152" y="80"/>
                        </a:lnTo>
                        <a:lnTo>
                          <a:pt x="136" y="80"/>
                        </a:lnTo>
                        <a:lnTo>
                          <a:pt x="112" y="104"/>
                        </a:lnTo>
                        <a:lnTo>
                          <a:pt x="96" y="104"/>
                        </a:lnTo>
                        <a:lnTo>
                          <a:pt x="88" y="72"/>
                        </a:lnTo>
                        <a:lnTo>
                          <a:pt x="72" y="56"/>
                        </a:lnTo>
                        <a:lnTo>
                          <a:pt x="72" y="152"/>
                        </a:lnTo>
                        <a:lnTo>
                          <a:pt x="48" y="160"/>
                        </a:lnTo>
                        <a:lnTo>
                          <a:pt x="32" y="152"/>
                        </a:lnTo>
                        <a:lnTo>
                          <a:pt x="24" y="144"/>
                        </a:lnTo>
                        <a:lnTo>
                          <a:pt x="16" y="144"/>
                        </a:lnTo>
                        <a:lnTo>
                          <a:pt x="8" y="144"/>
                        </a:lnTo>
                        <a:lnTo>
                          <a:pt x="0" y="15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68" name="Freeform 294">
                    <a:extLst>
                      <a:ext uri="{FF2B5EF4-FFF2-40B4-BE49-F238E27FC236}">
                        <a16:creationId xmlns:a16="http://schemas.microsoft.com/office/drawing/2014/main" id="{D2932195-42EB-FC5F-2129-58D9E6B9809A}"/>
                      </a:ext>
                    </a:extLst>
                  </p:cNvPr>
                  <p:cNvSpPr>
                    <a:spLocks/>
                  </p:cNvSpPr>
                  <p:nvPr/>
                </p:nvSpPr>
                <p:spPr bwMode="gray">
                  <a:xfrm>
                    <a:off x="3380" y="3066"/>
                    <a:ext cx="101" cy="209"/>
                  </a:xfrm>
                  <a:custGeom>
                    <a:avLst/>
                    <a:gdLst>
                      <a:gd name="T0" fmla="*/ 41 w 144"/>
                      <a:gd name="T1" fmla="*/ 0 h 296"/>
                      <a:gd name="T2" fmla="*/ 44 w 144"/>
                      <a:gd name="T3" fmla="*/ 0 h 296"/>
                      <a:gd name="T4" fmla="*/ 44 w 144"/>
                      <a:gd name="T5" fmla="*/ 3 h 296"/>
                      <a:gd name="T6" fmla="*/ 44 w 144"/>
                      <a:gd name="T7" fmla="*/ 8 h 296"/>
                      <a:gd name="T8" fmla="*/ 50 w 144"/>
                      <a:gd name="T9" fmla="*/ 23 h 296"/>
                      <a:gd name="T10" fmla="*/ 50 w 144"/>
                      <a:gd name="T11" fmla="*/ 28 h 296"/>
                      <a:gd name="T12" fmla="*/ 44 w 144"/>
                      <a:gd name="T13" fmla="*/ 28 h 296"/>
                      <a:gd name="T14" fmla="*/ 44 w 144"/>
                      <a:gd name="T15" fmla="*/ 37 h 296"/>
                      <a:gd name="T16" fmla="*/ 44 w 144"/>
                      <a:gd name="T17" fmla="*/ 40 h 296"/>
                      <a:gd name="T18" fmla="*/ 39 w 144"/>
                      <a:gd name="T19" fmla="*/ 59 h 296"/>
                      <a:gd name="T20" fmla="*/ 36 w 144"/>
                      <a:gd name="T21" fmla="*/ 71 h 296"/>
                      <a:gd name="T22" fmla="*/ 30 w 144"/>
                      <a:gd name="T23" fmla="*/ 79 h 296"/>
                      <a:gd name="T24" fmla="*/ 30 w 144"/>
                      <a:gd name="T25" fmla="*/ 92 h 296"/>
                      <a:gd name="T26" fmla="*/ 25 w 144"/>
                      <a:gd name="T27" fmla="*/ 99 h 296"/>
                      <a:gd name="T28" fmla="*/ 19 w 144"/>
                      <a:gd name="T29" fmla="*/ 101 h 296"/>
                      <a:gd name="T30" fmla="*/ 14 w 144"/>
                      <a:gd name="T31" fmla="*/ 105 h 296"/>
                      <a:gd name="T32" fmla="*/ 8 w 144"/>
                      <a:gd name="T33" fmla="*/ 101 h 296"/>
                      <a:gd name="T34" fmla="*/ 6 w 144"/>
                      <a:gd name="T35" fmla="*/ 96 h 296"/>
                      <a:gd name="T36" fmla="*/ 3 w 144"/>
                      <a:gd name="T37" fmla="*/ 88 h 296"/>
                      <a:gd name="T38" fmla="*/ 0 w 144"/>
                      <a:gd name="T39" fmla="*/ 82 h 296"/>
                      <a:gd name="T40" fmla="*/ 0 w 144"/>
                      <a:gd name="T41" fmla="*/ 73 h 296"/>
                      <a:gd name="T42" fmla="*/ 6 w 144"/>
                      <a:gd name="T43" fmla="*/ 65 h 296"/>
                      <a:gd name="T44" fmla="*/ 8 w 144"/>
                      <a:gd name="T45" fmla="*/ 51 h 296"/>
                      <a:gd name="T46" fmla="*/ 6 w 144"/>
                      <a:gd name="T47" fmla="*/ 48 h 296"/>
                      <a:gd name="T48" fmla="*/ 6 w 144"/>
                      <a:gd name="T49" fmla="*/ 37 h 296"/>
                      <a:gd name="T50" fmla="*/ 8 w 144"/>
                      <a:gd name="T51" fmla="*/ 31 h 296"/>
                      <a:gd name="T52" fmla="*/ 14 w 144"/>
                      <a:gd name="T53" fmla="*/ 31 h 296"/>
                      <a:gd name="T54" fmla="*/ 14 w 144"/>
                      <a:gd name="T55" fmla="*/ 28 h 296"/>
                      <a:gd name="T56" fmla="*/ 19 w 144"/>
                      <a:gd name="T57" fmla="*/ 28 h 296"/>
                      <a:gd name="T58" fmla="*/ 22 w 144"/>
                      <a:gd name="T59" fmla="*/ 25 h 296"/>
                      <a:gd name="T60" fmla="*/ 27 w 144"/>
                      <a:gd name="T61" fmla="*/ 23 h 296"/>
                      <a:gd name="T62" fmla="*/ 30 w 144"/>
                      <a:gd name="T63" fmla="*/ 20 h 296"/>
                      <a:gd name="T64" fmla="*/ 33 w 144"/>
                      <a:gd name="T65" fmla="*/ 17 h 296"/>
                      <a:gd name="T66" fmla="*/ 33 w 144"/>
                      <a:gd name="T67" fmla="*/ 14 h 296"/>
                      <a:gd name="T68" fmla="*/ 36 w 144"/>
                      <a:gd name="T69" fmla="*/ 11 h 296"/>
                      <a:gd name="T70" fmla="*/ 39 w 144"/>
                      <a:gd name="T71" fmla="*/ 3 h 296"/>
                      <a:gd name="T72" fmla="*/ 41 w 144"/>
                      <a:gd name="T73" fmla="*/ 0 h 2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44"/>
                      <a:gd name="T112" fmla="*/ 0 h 296"/>
                      <a:gd name="T113" fmla="*/ 144 w 144"/>
                      <a:gd name="T114" fmla="*/ 296 h 2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44" h="296">
                        <a:moveTo>
                          <a:pt x="120" y="0"/>
                        </a:moveTo>
                        <a:lnTo>
                          <a:pt x="128" y="0"/>
                        </a:lnTo>
                        <a:lnTo>
                          <a:pt x="128" y="8"/>
                        </a:lnTo>
                        <a:lnTo>
                          <a:pt x="128" y="24"/>
                        </a:lnTo>
                        <a:lnTo>
                          <a:pt x="144" y="64"/>
                        </a:lnTo>
                        <a:lnTo>
                          <a:pt x="144" y="80"/>
                        </a:lnTo>
                        <a:lnTo>
                          <a:pt x="128" y="80"/>
                        </a:lnTo>
                        <a:lnTo>
                          <a:pt x="128" y="104"/>
                        </a:lnTo>
                        <a:lnTo>
                          <a:pt x="128" y="112"/>
                        </a:lnTo>
                        <a:lnTo>
                          <a:pt x="112" y="168"/>
                        </a:lnTo>
                        <a:lnTo>
                          <a:pt x="104" y="200"/>
                        </a:lnTo>
                        <a:lnTo>
                          <a:pt x="88" y="224"/>
                        </a:lnTo>
                        <a:lnTo>
                          <a:pt x="88" y="264"/>
                        </a:lnTo>
                        <a:lnTo>
                          <a:pt x="72" y="280"/>
                        </a:lnTo>
                        <a:lnTo>
                          <a:pt x="56" y="288"/>
                        </a:lnTo>
                        <a:lnTo>
                          <a:pt x="40" y="296"/>
                        </a:lnTo>
                        <a:lnTo>
                          <a:pt x="24" y="288"/>
                        </a:lnTo>
                        <a:lnTo>
                          <a:pt x="16" y="272"/>
                        </a:lnTo>
                        <a:lnTo>
                          <a:pt x="8" y="248"/>
                        </a:lnTo>
                        <a:lnTo>
                          <a:pt x="0" y="232"/>
                        </a:lnTo>
                        <a:lnTo>
                          <a:pt x="0" y="208"/>
                        </a:lnTo>
                        <a:lnTo>
                          <a:pt x="16" y="184"/>
                        </a:lnTo>
                        <a:lnTo>
                          <a:pt x="24" y="144"/>
                        </a:lnTo>
                        <a:lnTo>
                          <a:pt x="16" y="136"/>
                        </a:lnTo>
                        <a:lnTo>
                          <a:pt x="16" y="104"/>
                        </a:lnTo>
                        <a:lnTo>
                          <a:pt x="24" y="88"/>
                        </a:lnTo>
                        <a:lnTo>
                          <a:pt x="40" y="88"/>
                        </a:lnTo>
                        <a:lnTo>
                          <a:pt x="40" y="80"/>
                        </a:lnTo>
                        <a:lnTo>
                          <a:pt x="56" y="80"/>
                        </a:lnTo>
                        <a:lnTo>
                          <a:pt x="64" y="72"/>
                        </a:lnTo>
                        <a:lnTo>
                          <a:pt x="80" y="64"/>
                        </a:lnTo>
                        <a:lnTo>
                          <a:pt x="88" y="56"/>
                        </a:lnTo>
                        <a:lnTo>
                          <a:pt x="96" y="48"/>
                        </a:lnTo>
                        <a:lnTo>
                          <a:pt x="96" y="40"/>
                        </a:lnTo>
                        <a:lnTo>
                          <a:pt x="104" y="32"/>
                        </a:lnTo>
                        <a:lnTo>
                          <a:pt x="112" y="8"/>
                        </a:lnTo>
                        <a:lnTo>
                          <a:pt x="12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69" name="Freeform 295">
                    <a:extLst>
                      <a:ext uri="{FF2B5EF4-FFF2-40B4-BE49-F238E27FC236}">
                        <a16:creationId xmlns:a16="http://schemas.microsoft.com/office/drawing/2014/main" id="{3AF589B7-43AF-384C-3EF6-03B28C7331B6}"/>
                      </a:ext>
                    </a:extLst>
                  </p:cNvPr>
                  <p:cNvSpPr>
                    <a:spLocks/>
                  </p:cNvSpPr>
                  <p:nvPr/>
                </p:nvSpPr>
                <p:spPr bwMode="gray">
                  <a:xfrm>
                    <a:off x="3245" y="2419"/>
                    <a:ext cx="11" cy="6"/>
                  </a:xfrm>
                  <a:custGeom>
                    <a:avLst/>
                    <a:gdLst>
                      <a:gd name="T0" fmla="*/ 3 w 16"/>
                      <a:gd name="T1" fmla="*/ 0 h 8"/>
                      <a:gd name="T2" fmla="*/ 0 w 16"/>
                      <a:gd name="T3" fmla="*/ 0 h 8"/>
                      <a:gd name="T4" fmla="*/ 3 w 16"/>
                      <a:gd name="T5" fmla="*/ 4 h 8"/>
                      <a:gd name="T6" fmla="*/ 6 w 16"/>
                      <a:gd name="T7" fmla="*/ 0 h 8"/>
                      <a:gd name="T8" fmla="*/ 3 w 16"/>
                      <a:gd name="T9" fmla="*/ 0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8" y="0"/>
                        </a:moveTo>
                        <a:lnTo>
                          <a:pt x="0" y="0"/>
                        </a:lnTo>
                        <a:lnTo>
                          <a:pt x="8" y="8"/>
                        </a:lnTo>
                        <a:lnTo>
                          <a:pt x="16" y="0"/>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70" name="Freeform 296">
                    <a:extLst>
                      <a:ext uri="{FF2B5EF4-FFF2-40B4-BE49-F238E27FC236}">
                        <a16:creationId xmlns:a16="http://schemas.microsoft.com/office/drawing/2014/main" id="{96654146-6FB5-302C-5D77-673FF7BCA9C6}"/>
                      </a:ext>
                    </a:extLst>
                  </p:cNvPr>
                  <p:cNvSpPr>
                    <a:spLocks/>
                  </p:cNvSpPr>
                  <p:nvPr/>
                </p:nvSpPr>
                <p:spPr bwMode="gray">
                  <a:xfrm>
                    <a:off x="2586" y="2526"/>
                    <a:ext cx="242" cy="220"/>
                  </a:xfrm>
                  <a:custGeom>
                    <a:avLst/>
                    <a:gdLst>
                      <a:gd name="T0" fmla="*/ 56 w 344"/>
                      <a:gd name="T1" fmla="*/ 0 h 312"/>
                      <a:gd name="T2" fmla="*/ 39 w 344"/>
                      <a:gd name="T3" fmla="*/ 0 h 312"/>
                      <a:gd name="T4" fmla="*/ 48 w 344"/>
                      <a:gd name="T5" fmla="*/ 70 h 312"/>
                      <a:gd name="T6" fmla="*/ 23 w 344"/>
                      <a:gd name="T7" fmla="*/ 70 h 312"/>
                      <a:gd name="T8" fmla="*/ 19 w 344"/>
                      <a:gd name="T9" fmla="*/ 67 h 312"/>
                      <a:gd name="T10" fmla="*/ 17 w 344"/>
                      <a:gd name="T11" fmla="*/ 70 h 312"/>
                      <a:gd name="T12" fmla="*/ 11 w 344"/>
                      <a:gd name="T13" fmla="*/ 70 h 312"/>
                      <a:gd name="T14" fmla="*/ 8 w 344"/>
                      <a:gd name="T15" fmla="*/ 73 h 312"/>
                      <a:gd name="T16" fmla="*/ 6 w 344"/>
                      <a:gd name="T17" fmla="*/ 70 h 312"/>
                      <a:gd name="T18" fmla="*/ 3 w 344"/>
                      <a:gd name="T19" fmla="*/ 70 h 312"/>
                      <a:gd name="T20" fmla="*/ 0 w 344"/>
                      <a:gd name="T21" fmla="*/ 75 h 312"/>
                      <a:gd name="T22" fmla="*/ 3 w 344"/>
                      <a:gd name="T23" fmla="*/ 87 h 312"/>
                      <a:gd name="T24" fmla="*/ 6 w 344"/>
                      <a:gd name="T25" fmla="*/ 90 h 312"/>
                      <a:gd name="T26" fmla="*/ 6 w 344"/>
                      <a:gd name="T27" fmla="*/ 95 h 312"/>
                      <a:gd name="T28" fmla="*/ 14 w 344"/>
                      <a:gd name="T29" fmla="*/ 98 h 312"/>
                      <a:gd name="T30" fmla="*/ 19 w 344"/>
                      <a:gd name="T31" fmla="*/ 98 h 312"/>
                      <a:gd name="T32" fmla="*/ 23 w 344"/>
                      <a:gd name="T33" fmla="*/ 95 h 312"/>
                      <a:gd name="T34" fmla="*/ 25 w 344"/>
                      <a:gd name="T35" fmla="*/ 98 h 312"/>
                      <a:gd name="T36" fmla="*/ 31 w 344"/>
                      <a:gd name="T37" fmla="*/ 109 h 312"/>
                      <a:gd name="T38" fmla="*/ 36 w 344"/>
                      <a:gd name="T39" fmla="*/ 109 h 312"/>
                      <a:gd name="T40" fmla="*/ 39 w 344"/>
                      <a:gd name="T41" fmla="*/ 104 h 312"/>
                      <a:gd name="T42" fmla="*/ 44 w 344"/>
                      <a:gd name="T43" fmla="*/ 109 h 312"/>
                      <a:gd name="T44" fmla="*/ 50 w 344"/>
                      <a:gd name="T45" fmla="*/ 109 h 312"/>
                      <a:gd name="T46" fmla="*/ 50 w 344"/>
                      <a:gd name="T47" fmla="*/ 101 h 312"/>
                      <a:gd name="T48" fmla="*/ 53 w 344"/>
                      <a:gd name="T49" fmla="*/ 98 h 312"/>
                      <a:gd name="T50" fmla="*/ 53 w 344"/>
                      <a:gd name="T51" fmla="*/ 95 h 312"/>
                      <a:gd name="T52" fmla="*/ 58 w 344"/>
                      <a:gd name="T53" fmla="*/ 90 h 312"/>
                      <a:gd name="T54" fmla="*/ 58 w 344"/>
                      <a:gd name="T55" fmla="*/ 87 h 312"/>
                      <a:gd name="T56" fmla="*/ 64 w 344"/>
                      <a:gd name="T57" fmla="*/ 87 h 312"/>
                      <a:gd name="T58" fmla="*/ 72 w 344"/>
                      <a:gd name="T59" fmla="*/ 78 h 312"/>
                      <a:gd name="T60" fmla="*/ 75 w 344"/>
                      <a:gd name="T61" fmla="*/ 78 h 312"/>
                      <a:gd name="T62" fmla="*/ 78 w 344"/>
                      <a:gd name="T63" fmla="*/ 73 h 312"/>
                      <a:gd name="T64" fmla="*/ 86 w 344"/>
                      <a:gd name="T65" fmla="*/ 73 h 312"/>
                      <a:gd name="T66" fmla="*/ 89 w 344"/>
                      <a:gd name="T67" fmla="*/ 75 h 312"/>
                      <a:gd name="T68" fmla="*/ 98 w 344"/>
                      <a:gd name="T69" fmla="*/ 75 h 312"/>
                      <a:gd name="T70" fmla="*/ 103 w 344"/>
                      <a:gd name="T71" fmla="*/ 73 h 312"/>
                      <a:gd name="T72" fmla="*/ 111 w 344"/>
                      <a:gd name="T73" fmla="*/ 73 h 312"/>
                      <a:gd name="T74" fmla="*/ 120 w 344"/>
                      <a:gd name="T75" fmla="*/ 42 h 312"/>
                      <a:gd name="T76" fmla="*/ 108 w 344"/>
                      <a:gd name="T77" fmla="*/ 44 h 312"/>
                      <a:gd name="T78" fmla="*/ 108 w 344"/>
                      <a:gd name="T79" fmla="*/ 39 h 312"/>
                      <a:gd name="T80" fmla="*/ 106 w 344"/>
                      <a:gd name="T81" fmla="*/ 36 h 312"/>
                      <a:gd name="T82" fmla="*/ 103 w 344"/>
                      <a:gd name="T83" fmla="*/ 36 h 312"/>
                      <a:gd name="T84" fmla="*/ 98 w 344"/>
                      <a:gd name="T85" fmla="*/ 36 h 312"/>
                      <a:gd name="T86" fmla="*/ 94 w 344"/>
                      <a:gd name="T87" fmla="*/ 31 h 312"/>
                      <a:gd name="T88" fmla="*/ 58 w 344"/>
                      <a:gd name="T89" fmla="*/ 0 h 312"/>
                      <a:gd name="T90" fmla="*/ 56 w 344"/>
                      <a:gd name="T91" fmla="*/ 0 h 31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44"/>
                      <a:gd name="T139" fmla="*/ 0 h 312"/>
                      <a:gd name="T140" fmla="*/ 344 w 344"/>
                      <a:gd name="T141" fmla="*/ 312 h 31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44" h="312">
                        <a:moveTo>
                          <a:pt x="160" y="0"/>
                        </a:moveTo>
                        <a:lnTo>
                          <a:pt x="112" y="0"/>
                        </a:lnTo>
                        <a:lnTo>
                          <a:pt x="136" y="200"/>
                        </a:lnTo>
                        <a:lnTo>
                          <a:pt x="64" y="200"/>
                        </a:lnTo>
                        <a:lnTo>
                          <a:pt x="56" y="192"/>
                        </a:lnTo>
                        <a:lnTo>
                          <a:pt x="48" y="200"/>
                        </a:lnTo>
                        <a:lnTo>
                          <a:pt x="32" y="200"/>
                        </a:lnTo>
                        <a:lnTo>
                          <a:pt x="24" y="208"/>
                        </a:lnTo>
                        <a:lnTo>
                          <a:pt x="16" y="200"/>
                        </a:lnTo>
                        <a:lnTo>
                          <a:pt x="8" y="200"/>
                        </a:lnTo>
                        <a:lnTo>
                          <a:pt x="0" y="216"/>
                        </a:lnTo>
                        <a:lnTo>
                          <a:pt x="8" y="248"/>
                        </a:lnTo>
                        <a:lnTo>
                          <a:pt x="16" y="256"/>
                        </a:lnTo>
                        <a:lnTo>
                          <a:pt x="16" y="272"/>
                        </a:lnTo>
                        <a:lnTo>
                          <a:pt x="40" y="280"/>
                        </a:lnTo>
                        <a:lnTo>
                          <a:pt x="56" y="280"/>
                        </a:lnTo>
                        <a:lnTo>
                          <a:pt x="64" y="272"/>
                        </a:lnTo>
                        <a:lnTo>
                          <a:pt x="72" y="280"/>
                        </a:lnTo>
                        <a:lnTo>
                          <a:pt x="88" y="312"/>
                        </a:lnTo>
                        <a:lnTo>
                          <a:pt x="104" y="312"/>
                        </a:lnTo>
                        <a:lnTo>
                          <a:pt x="112" y="296"/>
                        </a:lnTo>
                        <a:lnTo>
                          <a:pt x="128" y="312"/>
                        </a:lnTo>
                        <a:lnTo>
                          <a:pt x="144" y="312"/>
                        </a:lnTo>
                        <a:lnTo>
                          <a:pt x="144" y="288"/>
                        </a:lnTo>
                        <a:lnTo>
                          <a:pt x="152" y="280"/>
                        </a:lnTo>
                        <a:lnTo>
                          <a:pt x="152" y="272"/>
                        </a:lnTo>
                        <a:lnTo>
                          <a:pt x="168" y="256"/>
                        </a:lnTo>
                        <a:lnTo>
                          <a:pt x="168" y="248"/>
                        </a:lnTo>
                        <a:lnTo>
                          <a:pt x="184" y="248"/>
                        </a:lnTo>
                        <a:lnTo>
                          <a:pt x="208" y="224"/>
                        </a:lnTo>
                        <a:lnTo>
                          <a:pt x="216" y="224"/>
                        </a:lnTo>
                        <a:lnTo>
                          <a:pt x="224" y="208"/>
                        </a:lnTo>
                        <a:lnTo>
                          <a:pt x="248" y="208"/>
                        </a:lnTo>
                        <a:lnTo>
                          <a:pt x="256" y="216"/>
                        </a:lnTo>
                        <a:lnTo>
                          <a:pt x="280" y="216"/>
                        </a:lnTo>
                        <a:lnTo>
                          <a:pt x="296" y="208"/>
                        </a:lnTo>
                        <a:lnTo>
                          <a:pt x="320" y="208"/>
                        </a:lnTo>
                        <a:lnTo>
                          <a:pt x="344" y="120"/>
                        </a:lnTo>
                        <a:lnTo>
                          <a:pt x="312" y="128"/>
                        </a:lnTo>
                        <a:lnTo>
                          <a:pt x="312" y="112"/>
                        </a:lnTo>
                        <a:lnTo>
                          <a:pt x="304" y="104"/>
                        </a:lnTo>
                        <a:lnTo>
                          <a:pt x="296" y="104"/>
                        </a:lnTo>
                        <a:lnTo>
                          <a:pt x="280" y="104"/>
                        </a:lnTo>
                        <a:lnTo>
                          <a:pt x="272" y="88"/>
                        </a:lnTo>
                        <a:lnTo>
                          <a:pt x="168" y="0"/>
                        </a:lnTo>
                        <a:lnTo>
                          <a:pt x="16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71" name="Freeform 297">
                    <a:extLst>
                      <a:ext uri="{FF2B5EF4-FFF2-40B4-BE49-F238E27FC236}">
                        <a16:creationId xmlns:a16="http://schemas.microsoft.com/office/drawing/2014/main" id="{8637323C-10A5-EDFA-05E4-08924AE479F5}"/>
                      </a:ext>
                    </a:extLst>
                  </p:cNvPr>
                  <p:cNvSpPr>
                    <a:spLocks/>
                  </p:cNvSpPr>
                  <p:nvPr/>
                </p:nvSpPr>
                <p:spPr bwMode="gray">
                  <a:xfrm>
                    <a:off x="2688" y="2672"/>
                    <a:ext cx="107" cy="85"/>
                  </a:xfrm>
                  <a:custGeom>
                    <a:avLst/>
                    <a:gdLst>
                      <a:gd name="T0" fmla="*/ 39 w 152"/>
                      <a:gd name="T1" fmla="*/ 3 h 120"/>
                      <a:gd name="T2" fmla="*/ 39 w 152"/>
                      <a:gd name="T3" fmla="*/ 9 h 120"/>
                      <a:gd name="T4" fmla="*/ 42 w 152"/>
                      <a:gd name="T5" fmla="*/ 11 h 120"/>
                      <a:gd name="T6" fmla="*/ 44 w 152"/>
                      <a:gd name="T7" fmla="*/ 11 h 120"/>
                      <a:gd name="T8" fmla="*/ 48 w 152"/>
                      <a:gd name="T9" fmla="*/ 17 h 120"/>
                      <a:gd name="T10" fmla="*/ 53 w 152"/>
                      <a:gd name="T11" fmla="*/ 20 h 120"/>
                      <a:gd name="T12" fmla="*/ 53 w 152"/>
                      <a:gd name="T13" fmla="*/ 23 h 120"/>
                      <a:gd name="T14" fmla="*/ 53 w 152"/>
                      <a:gd name="T15" fmla="*/ 26 h 120"/>
                      <a:gd name="T16" fmla="*/ 42 w 152"/>
                      <a:gd name="T17" fmla="*/ 31 h 120"/>
                      <a:gd name="T18" fmla="*/ 36 w 152"/>
                      <a:gd name="T19" fmla="*/ 31 h 120"/>
                      <a:gd name="T20" fmla="*/ 34 w 152"/>
                      <a:gd name="T21" fmla="*/ 28 h 120"/>
                      <a:gd name="T22" fmla="*/ 31 w 152"/>
                      <a:gd name="T23" fmla="*/ 31 h 120"/>
                      <a:gd name="T24" fmla="*/ 25 w 152"/>
                      <a:gd name="T25" fmla="*/ 28 h 120"/>
                      <a:gd name="T26" fmla="*/ 19 w 152"/>
                      <a:gd name="T27" fmla="*/ 28 h 120"/>
                      <a:gd name="T28" fmla="*/ 17 w 152"/>
                      <a:gd name="T29" fmla="*/ 40 h 120"/>
                      <a:gd name="T30" fmla="*/ 8 w 152"/>
                      <a:gd name="T31" fmla="*/ 40 h 120"/>
                      <a:gd name="T32" fmla="*/ 6 w 152"/>
                      <a:gd name="T33" fmla="*/ 43 h 120"/>
                      <a:gd name="T34" fmla="*/ 0 w 152"/>
                      <a:gd name="T35" fmla="*/ 37 h 120"/>
                      <a:gd name="T36" fmla="*/ 0 w 152"/>
                      <a:gd name="T37" fmla="*/ 28 h 120"/>
                      <a:gd name="T38" fmla="*/ 3 w 152"/>
                      <a:gd name="T39" fmla="*/ 26 h 120"/>
                      <a:gd name="T40" fmla="*/ 3 w 152"/>
                      <a:gd name="T41" fmla="*/ 23 h 120"/>
                      <a:gd name="T42" fmla="*/ 8 w 152"/>
                      <a:gd name="T43" fmla="*/ 17 h 120"/>
                      <a:gd name="T44" fmla="*/ 8 w 152"/>
                      <a:gd name="T45" fmla="*/ 14 h 120"/>
                      <a:gd name="T46" fmla="*/ 14 w 152"/>
                      <a:gd name="T47" fmla="*/ 14 h 120"/>
                      <a:gd name="T48" fmla="*/ 23 w 152"/>
                      <a:gd name="T49" fmla="*/ 6 h 120"/>
                      <a:gd name="T50" fmla="*/ 25 w 152"/>
                      <a:gd name="T51" fmla="*/ 6 h 120"/>
                      <a:gd name="T52" fmla="*/ 27 w 152"/>
                      <a:gd name="T53" fmla="*/ 0 h 120"/>
                      <a:gd name="T54" fmla="*/ 36 w 152"/>
                      <a:gd name="T55" fmla="*/ 0 h 120"/>
                      <a:gd name="T56" fmla="*/ 39 w 152"/>
                      <a:gd name="T57" fmla="*/ 3 h 12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52"/>
                      <a:gd name="T88" fmla="*/ 0 h 120"/>
                      <a:gd name="T89" fmla="*/ 152 w 152"/>
                      <a:gd name="T90" fmla="*/ 120 h 12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52" h="120">
                        <a:moveTo>
                          <a:pt x="112" y="8"/>
                        </a:moveTo>
                        <a:lnTo>
                          <a:pt x="112" y="24"/>
                        </a:lnTo>
                        <a:lnTo>
                          <a:pt x="120" y="32"/>
                        </a:lnTo>
                        <a:lnTo>
                          <a:pt x="128" y="32"/>
                        </a:lnTo>
                        <a:lnTo>
                          <a:pt x="136" y="48"/>
                        </a:lnTo>
                        <a:lnTo>
                          <a:pt x="152" y="56"/>
                        </a:lnTo>
                        <a:lnTo>
                          <a:pt x="152" y="64"/>
                        </a:lnTo>
                        <a:lnTo>
                          <a:pt x="152" y="72"/>
                        </a:lnTo>
                        <a:lnTo>
                          <a:pt x="120" y="88"/>
                        </a:lnTo>
                        <a:lnTo>
                          <a:pt x="104" y="88"/>
                        </a:lnTo>
                        <a:lnTo>
                          <a:pt x="96" y="80"/>
                        </a:lnTo>
                        <a:lnTo>
                          <a:pt x="88" y="88"/>
                        </a:lnTo>
                        <a:lnTo>
                          <a:pt x="72" y="80"/>
                        </a:lnTo>
                        <a:lnTo>
                          <a:pt x="56" y="80"/>
                        </a:lnTo>
                        <a:lnTo>
                          <a:pt x="48" y="112"/>
                        </a:lnTo>
                        <a:lnTo>
                          <a:pt x="24" y="112"/>
                        </a:lnTo>
                        <a:lnTo>
                          <a:pt x="16" y="120"/>
                        </a:lnTo>
                        <a:lnTo>
                          <a:pt x="0" y="104"/>
                        </a:lnTo>
                        <a:lnTo>
                          <a:pt x="0" y="80"/>
                        </a:lnTo>
                        <a:lnTo>
                          <a:pt x="8" y="72"/>
                        </a:lnTo>
                        <a:lnTo>
                          <a:pt x="8" y="64"/>
                        </a:lnTo>
                        <a:lnTo>
                          <a:pt x="24" y="48"/>
                        </a:lnTo>
                        <a:lnTo>
                          <a:pt x="24" y="40"/>
                        </a:lnTo>
                        <a:lnTo>
                          <a:pt x="40" y="40"/>
                        </a:lnTo>
                        <a:lnTo>
                          <a:pt x="64" y="16"/>
                        </a:lnTo>
                        <a:lnTo>
                          <a:pt x="72" y="16"/>
                        </a:lnTo>
                        <a:lnTo>
                          <a:pt x="80" y="0"/>
                        </a:lnTo>
                        <a:lnTo>
                          <a:pt x="104" y="0"/>
                        </a:lnTo>
                        <a:lnTo>
                          <a:pt x="112"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72" name="Freeform 298">
                    <a:extLst>
                      <a:ext uri="{FF2B5EF4-FFF2-40B4-BE49-F238E27FC236}">
                        <a16:creationId xmlns:a16="http://schemas.microsoft.com/office/drawing/2014/main" id="{068929FE-3F51-3400-3602-97F7857FF4F6}"/>
                      </a:ext>
                    </a:extLst>
                  </p:cNvPr>
                  <p:cNvSpPr>
                    <a:spLocks/>
                  </p:cNvSpPr>
                  <p:nvPr/>
                </p:nvSpPr>
                <p:spPr bwMode="gray">
                  <a:xfrm>
                    <a:off x="2930" y="2959"/>
                    <a:ext cx="22" cy="17"/>
                  </a:xfrm>
                  <a:custGeom>
                    <a:avLst/>
                    <a:gdLst>
                      <a:gd name="T0" fmla="*/ 0 w 32"/>
                      <a:gd name="T1" fmla="*/ 3 h 24"/>
                      <a:gd name="T2" fmla="*/ 8 w 32"/>
                      <a:gd name="T3" fmla="*/ 0 h 24"/>
                      <a:gd name="T4" fmla="*/ 10 w 32"/>
                      <a:gd name="T5" fmla="*/ 0 h 24"/>
                      <a:gd name="T6" fmla="*/ 10 w 32"/>
                      <a:gd name="T7" fmla="*/ 3 h 24"/>
                      <a:gd name="T8" fmla="*/ 8 w 32"/>
                      <a:gd name="T9" fmla="*/ 6 h 24"/>
                      <a:gd name="T10" fmla="*/ 3 w 32"/>
                      <a:gd name="T11" fmla="*/ 9 h 24"/>
                      <a:gd name="T12" fmla="*/ 0 w 32"/>
                      <a:gd name="T13" fmla="*/ 3 h 24"/>
                      <a:gd name="T14" fmla="*/ 0 60000 65536"/>
                      <a:gd name="T15" fmla="*/ 0 60000 65536"/>
                      <a:gd name="T16" fmla="*/ 0 60000 65536"/>
                      <a:gd name="T17" fmla="*/ 0 60000 65536"/>
                      <a:gd name="T18" fmla="*/ 0 60000 65536"/>
                      <a:gd name="T19" fmla="*/ 0 60000 65536"/>
                      <a:gd name="T20" fmla="*/ 0 60000 65536"/>
                      <a:gd name="T21" fmla="*/ 0 w 32"/>
                      <a:gd name="T22" fmla="*/ 0 h 24"/>
                      <a:gd name="T23" fmla="*/ 32 w 3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4">
                        <a:moveTo>
                          <a:pt x="0" y="8"/>
                        </a:moveTo>
                        <a:lnTo>
                          <a:pt x="24" y="0"/>
                        </a:lnTo>
                        <a:lnTo>
                          <a:pt x="32" y="0"/>
                        </a:lnTo>
                        <a:lnTo>
                          <a:pt x="32" y="8"/>
                        </a:lnTo>
                        <a:lnTo>
                          <a:pt x="24" y="16"/>
                        </a:lnTo>
                        <a:lnTo>
                          <a:pt x="8" y="24"/>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73" name="Freeform 299">
                    <a:extLst>
                      <a:ext uri="{FF2B5EF4-FFF2-40B4-BE49-F238E27FC236}">
                        <a16:creationId xmlns:a16="http://schemas.microsoft.com/office/drawing/2014/main" id="{64191298-54E8-97E9-BFC9-BF42850402AC}"/>
                      </a:ext>
                    </a:extLst>
                  </p:cNvPr>
                  <p:cNvSpPr>
                    <a:spLocks/>
                  </p:cNvSpPr>
                  <p:nvPr/>
                </p:nvSpPr>
                <p:spPr bwMode="gray">
                  <a:xfrm>
                    <a:off x="3082" y="3010"/>
                    <a:ext cx="157" cy="141"/>
                  </a:xfrm>
                  <a:custGeom>
                    <a:avLst/>
                    <a:gdLst>
                      <a:gd name="T0" fmla="*/ 6 w 224"/>
                      <a:gd name="T1" fmla="*/ 65 h 200"/>
                      <a:gd name="T2" fmla="*/ 8 w 224"/>
                      <a:gd name="T3" fmla="*/ 67 h 200"/>
                      <a:gd name="T4" fmla="*/ 17 w 224"/>
                      <a:gd name="T5" fmla="*/ 67 h 200"/>
                      <a:gd name="T6" fmla="*/ 22 w 224"/>
                      <a:gd name="T7" fmla="*/ 67 h 200"/>
                      <a:gd name="T8" fmla="*/ 25 w 224"/>
                      <a:gd name="T9" fmla="*/ 70 h 200"/>
                      <a:gd name="T10" fmla="*/ 30 w 224"/>
                      <a:gd name="T11" fmla="*/ 70 h 200"/>
                      <a:gd name="T12" fmla="*/ 36 w 224"/>
                      <a:gd name="T13" fmla="*/ 65 h 200"/>
                      <a:gd name="T14" fmla="*/ 39 w 224"/>
                      <a:gd name="T15" fmla="*/ 65 h 200"/>
                      <a:gd name="T16" fmla="*/ 44 w 224"/>
                      <a:gd name="T17" fmla="*/ 61 h 200"/>
                      <a:gd name="T18" fmla="*/ 44 w 224"/>
                      <a:gd name="T19" fmla="*/ 56 h 200"/>
                      <a:gd name="T20" fmla="*/ 47 w 224"/>
                      <a:gd name="T21" fmla="*/ 56 h 200"/>
                      <a:gd name="T22" fmla="*/ 53 w 224"/>
                      <a:gd name="T23" fmla="*/ 53 h 200"/>
                      <a:gd name="T24" fmla="*/ 55 w 224"/>
                      <a:gd name="T25" fmla="*/ 48 h 200"/>
                      <a:gd name="T26" fmla="*/ 58 w 224"/>
                      <a:gd name="T27" fmla="*/ 48 h 200"/>
                      <a:gd name="T28" fmla="*/ 63 w 224"/>
                      <a:gd name="T29" fmla="*/ 44 h 200"/>
                      <a:gd name="T30" fmla="*/ 67 w 224"/>
                      <a:gd name="T31" fmla="*/ 44 h 200"/>
                      <a:gd name="T32" fmla="*/ 74 w 224"/>
                      <a:gd name="T33" fmla="*/ 42 h 200"/>
                      <a:gd name="T34" fmla="*/ 74 w 224"/>
                      <a:gd name="T35" fmla="*/ 27 h 200"/>
                      <a:gd name="T36" fmla="*/ 77 w 224"/>
                      <a:gd name="T37" fmla="*/ 27 h 200"/>
                      <a:gd name="T38" fmla="*/ 77 w 224"/>
                      <a:gd name="T39" fmla="*/ 14 h 200"/>
                      <a:gd name="T40" fmla="*/ 71 w 224"/>
                      <a:gd name="T41" fmla="*/ 8 h 200"/>
                      <a:gd name="T42" fmla="*/ 63 w 224"/>
                      <a:gd name="T43" fmla="*/ 6 h 200"/>
                      <a:gd name="T44" fmla="*/ 58 w 224"/>
                      <a:gd name="T45" fmla="*/ 0 h 200"/>
                      <a:gd name="T46" fmla="*/ 53 w 224"/>
                      <a:gd name="T47" fmla="*/ 3 h 200"/>
                      <a:gd name="T48" fmla="*/ 47 w 224"/>
                      <a:gd name="T49" fmla="*/ 3 h 200"/>
                      <a:gd name="T50" fmla="*/ 44 w 224"/>
                      <a:gd name="T51" fmla="*/ 6 h 200"/>
                      <a:gd name="T52" fmla="*/ 41 w 224"/>
                      <a:gd name="T53" fmla="*/ 23 h 200"/>
                      <a:gd name="T54" fmla="*/ 44 w 224"/>
                      <a:gd name="T55" fmla="*/ 27 h 200"/>
                      <a:gd name="T56" fmla="*/ 47 w 224"/>
                      <a:gd name="T57" fmla="*/ 27 h 200"/>
                      <a:gd name="T58" fmla="*/ 50 w 224"/>
                      <a:gd name="T59" fmla="*/ 25 h 200"/>
                      <a:gd name="T60" fmla="*/ 53 w 224"/>
                      <a:gd name="T61" fmla="*/ 27 h 200"/>
                      <a:gd name="T62" fmla="*/ 53 w 224"/>
                      <a:gd name="T63" fmla="*/ 36 h 200"/>
                      <a:gd name="T64" fmla="*/ 50 w 224"/>
                      <a:gd name="T65" fmla="*/ 39 h 200"/>
                      <a:gd name="T66" fmla="*/ 33 w 224"/>
                      <a:gd name="T67" fmla="*/ 23 h 200"/>
                      <a:gd name="T68" fmla="*/ 30 w 224"/>
                      <a:gd name="T69" fmla="*/ 23 h 200"/>
                      <a:gd name="T70" fmla="*/ 27 w 224"/>
                      <a:gd name="T71" fmla="*/ 25 h 200"/>
                      <a:gd name="T72" fmla="*/ 25 w 224"/>
                      <a:gd name="T73" fmla="*/ 25 h 200"/>
                      <a:gd name="T74" fmla="*/ 22 w 224"/>
                      <a:gd name="T75" fmla="*/ 23 h 200"/>
                      <a:gd name="T76" fmla="*/ 19 w 224"/>
                      <a:gd name="T77" fmla="*/ 19 h 200"/>
                      <a:gd name="T78" fmla="*/ 19 w 224"/>
                      <a:gd name="T79" fmla="*/ 23 h 200"/>
                      <a:gd name="T80" fmla="*/ 17 w 224"/>
                      <a:gd name="T81" fmla="*/ 23 h 200"/>
                      <a:gd name="T82" fmla="*/ 14 w 224"/>
                      <a:gd name="T83" fmla="*/ 23 h 200"/>
                      <a:gd name="T84" fmla="*/ 11 w 224"/>
                      <a:gd name="T85" fmla="*/ 34 h 200"/>
                      <a:gd name="T86" fmla="*/ 0 w 224"/>
                      <a:gd name="T87" fmla="*/ 34 h 200"/>
                      <a:gd name="T88" fmla="*/ 0 w 224"/>
                      <a:gd name="T89" fmla="*/ 61 h 200"/>
                      <a:gd name="T90" fmla="*/ 6 w 224"/>
                      <a:gd name="T91" fmla="*/ 65 h 20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24"/>
                      <a:gd name="T139" fmla="*/ 0 h 200"/>
                      <a:gd name="T140" fmla="*/ 224 w 224"/>
                      <a:gd name="T141" fmla="*/ 200 h 20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24" h="200">
                        <a:moveTo>
                          <a:pt x="16" y="184"/>
                        </a:moveTo>
                        <a:lnTo>
                          <a:pt x="24" y="192"/>
                        </a:lnTo>
                        <a:lnTo>
                          <a:pt x="48" y="192"/>
                        </a:lnTo>
                        <a:lnTo>
                          <a:pt x="64" y="192"/>
                        </a:lnTo>
                        <a:lnTo>
                          <a:pt x="72" y="200"/>
                        </a:lnTo>
                        <a:lnTo>
                          <a:pt x="88" y="200"/>
                        </a:lnTo>
                        <a:lnTo>
                          <a:pt x="104" y="184"/>
                        </a:lnTo>
                        <a:lnTo>
                          <a:pt x="112" y="184"/>
                        </a:lnTo>
                        <a:lnTo>
                          <a:pt x="128" y="176"/>
                        </a:lnTo>
                        <a:lnTo>
                          <a:pt x="128" y="160"/>
                        </a:lnTo>
                        <a:lnTo>
                          <a:pt x="136" y="160"/>
                        </a:lnTo>
                        <a:lnTo>
                          <a:pt x="152" y="152"/>
                        </a:lnTo>
                        <a:lnTo>
                          <a:pt x="160" y="136"/>
                        </a:lnTo>
                        <a:lnTo>
                          <a:pt x="168" y="136"/>
                        </a:lnTo>
                        <a:lnTo>
                          <a:pt x="184" y="128"/>
                        </a:lnTo>
                        <a:lnTo>
                          <a:pt x="192" y="128"/>
                        </a:lnTo>
                        <a:lnTo>
                          <a:pt x="216" y="120"/>
                        </a:lnTo>
                        <a:lnTo>
                          <a:pt x="216" y="80"/>
                        </a:lnTo>
                        <a:lnTo>
                          <a:pt x="224" y="80"/>
                        </a:lnTo>
                        <a:lnTo>
                          <a:pt x="224" y="40"/>
                        </a:lnTo>
                        <a:lnTo>
                          <a:pt x="208" y="24"/>
                        </a:lnTo>
                        <a:lnTo>
                          <a:pt x="184" y="16"/>
                        </a:lnTo>
                        <a:lnTo>
                          <a:pt x="168" y="0"/>
                        </a:lnTo>
                        <a:lnTo>
                          <a:pt x="152" y="8"/>
                        </a:lnTo>
                        <a:lnTo>
                          <a:pt x="136" y="8"/>
                        </a:lnTo>
                        <a:lnTo>
                          <a:pt x="128" y="16"/>
                        </a:lnTo>
                        <a:lnTo>
                          <a:pt x="120" y="64"/>
                        </a:lnTo>
                        <a:lnTo>
                          <a:pt x="128" y="80"/>
                        </a:lnTo>
                        <a:lnTo>
                          <a:pt x="136" y="80"/>
                        </a:lnTo>
                        <a:lnTo>
                          <a:pt x="144" y="72"/>
                        </a:lnTo>
                        <a:lnTo>
                          <a:pt x="152" y="80"/>
                        </a:lnTo>
                        <a:lnTo>
                          <a:pt x="152" y="104"/>
                        </a:lnTo>
                        <a:lnTo>
                          <a:pt x="144" y="112"/>
                        </a:lnTo>
                        <a:lnTo>
                          <a:pt x="96" y="64"/>
                        </a:lnTo>
                        <a:lnTo>
                          <a:pt x="88" y="64"/>
                        </a:lnTo>
                        <a:lnTo>
                          <a:pt x="80" y="72"/>
                        </a:lnTo>
                        <a:lnTo>
                          <a:pt x="72" y="72"/>
                        </a:lnTo>
                        <a:lnTo>
                          <a:pt x="64" y="64"/>
                        </a:lnTo>
                        <a:lnTo>
                          <a:pt x="56" y="56"/>
                        </a:lnTo>
                        <a:lnTo>
                          <a:pt x="56" y="64"/>
                        </a:lnTo>
                        <a:lnTo>
                          <a:pt x="48" y="64"/>
                        </a:lnTo>
                        <a:lnTo>
                          <a:pt x="40" y="64"/>
                        </a:lnTo>
                        <a:lnTo>
                          <a:pt x="32" y="96"/>
                        </a:lnTo>
                        <a:lnTo>
                          <a:pt x="0" y="96"/>
                        </a:lnTo>
                        <a:lnTo>
                          <a:pt x="0" y="176"/>
                        </a:lnTo>
                        <a:lnTo>
                          <a:pt x="16" y="18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74" name="Freeform 300">
                    <a:extLst>
                      <a:ext uri="{FF2B5EF4-FFF2-40B4-BE49-F238E27FC236}">
                        <a16:creationId xmlns:a16="http://schemas.microsoft.com/office/drawing/2014/main" id="{1D6EB903-031C-94D2-145A-88DD3F5A70F8}"/>
                      </a:ext>
                    </a:extLst>
                  </p:cNvPr>
                  <p:cNvSpPr>
                    <a:spLocks/>
                  </p:cNvSpPr>
                  <p:nvPr/>
                </p:nvSpPr>
                <p:spPr bwMode="gray">
                  <a:xfrm>
                    <a:off x="3177" y="2903"/>
                    <a:ext cx="28" cy="23"/>
                  </a:xfrm>
                  <a:custGeom>
                    <a:avLst/>
                    <a:gdLst>
                      <a:gd name="T0" fmla="*/ 0 w 40"/>
                      <a:gd name="T1" fmla="*/ 3 h 32"/>
                      <a:gd name="T2" fmla="*/ 6 w 40"/>
                      <a:gd name="T3" fmla="*/ 3 h 32"/>
                      <a:gd name="T4" fmla="*/ 8 w 40"/>
                      <a:gd name="T5" fmla="*/ 0 h 32"/>
                      <a:gd name="T6" fmla="*/ 10 w 40"/>
                      <a:gd name="T7" fmla="*/ 0 h 32"/>
                      <a:gd name="T8" fmla="*/ 14 w 40"/>
                      <a:gd name="T9" fmla="*/ 3 h 32"/>
                      <a:gd name="T10" fmla="*/ 10 w 40"/>
                      <a:gd name="T11" fmla="*/ 6 h 32"/>
                      <a:gd name="T12" fmla="*/ 8 w 40"/>
                      <a:gd name="T13" fmla="*/ 9 h 32"/>
                      <a:gd name="T14" fmla="*/ 8 w 40"/>
                      <a:gd name="T15" fmla="*/ 12 h 32"/>
                      <a:gd name="T16" fmla="*/ 6 w 40"/>
                      <a:gd name="T17" fmla="*/ 12 h 32"/>
                      <a:gd name="T18" fmla="*/ 3 w 40"/>
                      <a:gd name="T19" fmla="*/ 12 h 32"/>
                      <a:gd name="T20" fmla="*/ 0 w 40"/>
                      <a:gd name="T21" fmla="*/ 12 h 32"/>
                      <a:gd name="T22" fmla="*/ 0 w 40"/>
                      <a:gd name="T23" fmla="*/ 3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
                      <a:gd name="T37" fmla="*/ 0 h 32"/>
                      <a:gd name="T38" fmla="*/ 40 w 40"/>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 h="32">
                        <a:moveTo>
                          <a:pt x="0" y="8"/>
                        </a:moveTo>
                        <a:lnTo>
                          <a:pt x="16" y="8"/>
                        </a:lnTo>
                        <a:lnTo>
                          <a:pt x="24" y="0"/>
                        </a:lnTo>
                        <a:lnTo>
                          <a:pt x="32" y="0"/>
                        </a:lnTo>
                        <a:lnTo>
                          <a:pt x="40" y="8"/>
                        </a:lnTo>
                        <a:lnTo>
                          <a:pt x="32" y="16"/>
                        </a:lnTo>
                        <a:lnTo>
                          <a:pt x="24" y="24"/>
                        </a:lnTo>
                        <a:lnTo>
                          <a:pt x="24" y="32"/>
                        </a:lnTo>
                        <a:lnTo>
                          <a:pt x="16" y="32"/>
                        </a:lnTo>
                        <a:lnTo>
                          <a:pt x="8" y="32"/>
                        </a:lnTo>
                        <a:lnTo>
                          <a:pt x="0" y="32"/>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75" name="Freeform 301">
                    <a:extLst>
                      <a:ext uri="{FF2B5EF4-FFF2-40B4-BE49-F238E27FC236}">
                        <a16:creationId xmlns:a16="http://schemas.microsoft.com/office/drawing/2014/main" id="{DA7422D8-19B2-A431-3237-93A526DDF233}"/>
                      </a:ext>
                    </a:extLst>
                  </p:cNvPr>
                  <p:cNvSpPr>
                    <a:spLocks/>
                  </p:cNvSpPr>
                  <p:nvPr/>
                </p:nvSpPr>
                <p:spPr bwMode="gray">
                  <a:xfrm>
                    <a:off x="3228" y="3027"/>
                    <a:ext cx="39" cy="112"/>
                  </a:xfrm>
                  <a:custGeom>
                    <a:avLst/>
                    <a:gdLst>
                      <a:gd name="T0" fmla="*/ 0 w 56"/>
                      <a:gd name="T1" fmla="*/ 0 h 160"/>
                      <a:gd name="T2" fmla="*/ 6 w 56"/>
                      <a:gd name="T3" fmla="*/ 6 h 160"/>
                      <a:gd name="T4" fmla="*/ 6 w 56"/>
                      <a:gd name="T5" fmla="*/ 19 h 160"/>
                      <a:gd name="T6" fmla="*/ 3 w 56"/>
                      <a:gd name="T7" fmla="*/ 19 h 160"/>
                      <a:gd name="T8" fmla="*/ 3 w 56"/>
                      <a:gd name="T9" fmla="*/ 33 h 160"/>
                      <a:gd name="T10" fmla="*/ 6 w 56"/>
                      <a:gd name="T11" fmla="*/ 33 h 160"/>
                      <a:gd name="T12" fmla="*/ 8 w 56"/>
                      <a:gd name="T13" fmla="*/ 36 h 160"/>
                      <a:gd name="T14" fmla="*/ 10 w 56"/>
                      <a:gd name="T15" fmla="*/ 36 h 160"/>
                      <a:gd name="T16" fmla="*/ 10 w 56"/>
                      <a:gd name="T17" fmla="*/ 41 h 160"/>
                      <a:gd name="T18" fmla="*/ 10 w 56"/>
                      <a:gd name="T19" fmla="*/ 47 h 160"/>
                      <a:gd name="T20" fmla="*/ 10 w 56"/>
                      <a:gd name="T21" fmla="*/ 52 h 160"/>
                      <a:gd name="T22" fmla="*/ 16 w 56"/>
                      <a:gd name="T23" fmla="*/ 55 h 160"/>
                      <a:gd name="T24" fmla="*/ 19 w 56"/>
                      <a:gd name="T25" fmla="*/ 55 h 160"/>
                      <a:gd name="T26" fmla="*/ 16 w 56"/>
                      <a:gd name="T27" fmla="*/ 50 h 160"/>
                      <a:gd name="T28" fmla="*/ 19 w 56"/>
                      <a:gd name="T29" fmla="*/ 44 h 160"/>
                      <a:gd name="T30" fmla="*/ 19 w 56"/>
                      <a:gd name="T31" fmla="*/ 36 h 160"/>
                      <a:gd name="T32" fmla="*/ 16 w 56"/>
                      <a:gd name="T33" fmla="*/ 30 h 160"/>
                      <a:gd name="T34" fmla="*/ 14 w 56"/>
                      <a:gd name="T35" fmla="*/ 25 h 160"/>
                      <a:gd name="T36" fmla="*/ 14 w 56"/>
                      <a:gd name="T37" fmla="*/ 17 h 160"/>
                      <a:gd name="T38" fmla="*/ 14 w 56"/>
                      <a:gd name="T39" fmla="*/ 6 h 160"/>
                      <a:gd name="T40" fmla="*/ 10 w 56"/>
                      <a:gd name="T41" fmla="*/ 0 h 160"/>
                      <a:gd name="T42" fmla="*/ 6 w 56"/>
                      <a:gd name="T43" fmla="*/ 0 h 160"/>
                      <a:gd name="T44" fmla="*/ 0 w 56"/>
                      <a:gd name="T45" fmla="*/ 0 h 16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6"/>
                      <a:gd name="T70" fmla="*/ 0 h 160"/>
                      <a:gd name="T71" fmla="*/ 56 w 56"/>
                      <a:gd name="T72" fmla="*/ 160 h 16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6" h="160">
                        <a:moveTo>
                          <a:pt x="0" y="0"/>
                        </a:moveTo>
                        <a:lnTo>
                          <a:pt x="16" y="16"/>
                        </a:lnTo>
                        <a:lnTo>
                          <a:pt x="16" y="56"/>
                        </a:lnTo>
                        <a:lnTo>
                          <a:pt x="8" y="56"/>
                        </a:lnTo>
                        <a:lnTo>
                          <a:pt x="8" y="96"/>
                        </a:lnTo>
                        <a:lnTo>
                          <a:pt x="16" y="96"/>
                        </a:lnTo>
                        <a:lnTo>
                          <a:pt x="24" y="104"/>
                        </a:lnTo>
                        <a:lnTo>
                          <a:pt x="32" y="104"/>
                        </a:lnTo>
                        <a:lnTo>
                          <a:pt x="32" y="120"/>
                        </a:lnTo>
                        <a:lnTo>
                          <a:pt x="32" y="136"/>
                        </a:lnTo>
                        <a:lnTo>
                          <a:pt x="32" y="152"/>
                        </a:lnTo>
                        <a:lnTo>
                          <a:pt x="48" y="160"/>
                        </a:lnTo>
                        <a:lnTo>
                          <a:pt x="56" y="160"/>
                        </a:lnTo>
                        <a:lnTo>
                          <a:pt x="48" y="144"/>
                        </a:lnTo>
                        <a:lnTo>
                          <a:pt x="56" y="128"/>
                        </a:lnTo>
                        <a:lnTo>
                          <a:pt x="56" y="104"/>
                        </a:lnTo>
                        <a:lnTo>
                          <a:pt x="48" y="88"/>
                        </a:lnTo>
                        <a:lnTo>
                          <a:pt x="40" y="72"/>
                        </a:lnTo>
                        <a:lnTo>
                          <a:pt x="40" y="48"/>
                        </a:lnTo>
                        <a:lnTo>
                          <a:pt x="40" y="16"/>
                        </a:lnTo>
                        <a:lnTo>
                          <a:pt x="32" y="0"/>
                        </a:lnTo>
                        <a:lnTo>
                          <a:pt x="16" y="0"/>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76" name="Freeform 302">
                    <a:extLst>
                      <a:ext uri="{FF2B5EF4-FFF2-40B4-BE49-F238E27FC236}">
                        <a16:creationId xmlns:a16="http://schemas.microsoft.com/office/drawing/2014/main" id="{5E7EFBD7-12DC-AC19-AF03-65E50C897CC0}"/>
                      </a:ext>
                    </a:extLst>
                  </p:cNvPr>
                  <p:cNvSpPr>
                    <a:spLocks/>
                  </p:cNvSpPr>
                  <p:nvPr/>
                </p:nvSpPr>
                <p:spPr bwMode="gray">
                  <a:xfrm>
                    <a:off x="3194" y="3269"/>
                    <a:ext cx="23" cy="34"/>
                  </a:xfrm>
                  <a:custGeom>
                    <a:avLst/>
                    <a:gdLst>
                      <a:gd name="T0" fmla="*/ 12 w 32"/>
                      <a:gd name="T1" fmla="*/ 9 h 48"/>
                      <a:gd name="T2" fmla="*/ 9 w 32"/>
                      <a:gd name="T3" fmla="*/ 17 h 48"/>
                      <a:gd name="T4" fmla="*/ 3 w 32"/>
                      <a:gd name="T5" fmla="*/ 17 h 48"/>
                      <a:gd name="T6" fmla="*/ 0 w 32"/>
                      <a:gd name="T7" fmla="*/ 11 h 48"/>
                      <a:gd name="T8" fmla="*/ 3 w 32"/>
                      <a:gd name="T9" fmla="*/ 0 h 48"/>
                      <a:gd name="T10" fmla="*/ 6 w 32"/>
                      <a:gd name="T11" fmla="*/ 0 h 48"/>
                      <a:gd name="T12" fmla="*/ 9 w 32"/>
                      <a:gd name="T13" fmla="*/ 0 h 48"/>
                      <a:gd name="T14" fmla="*/ 12 w 32"/>
                      <a:gd name="T15" fmla="*/ 9 h 48"/>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48"/>
                      <a:gd name="T26" fmla="*/ 32 w 32"/>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48">
                        <a:moveTo>
                          <a:pt x="32" y="24"/>
                        </a:moveTo>
                        <a:lnTo>
                          <a:pt x="24" y="48"/>
                        </a:lnTo>
                        <a:lnTo>
                          <a:pt x="8" y="48"/>
                        </a:lnTo>
                        <a:lnTo>
                          <a:pt x="0" y="32"/>
                        </a:lnTo>
                        <a:lnTo>
                          <a:pt x="8" y="0"/>
                        </a:lnTo>
                        <a:lnTo>
                          <a:pt x="16" y="0"/>
                        </a:lnTo>
                        <a:lnTo>
                          <a:pt x="24" y="0"/>
                        </a:lnTo>
                        <a:lnTo>
                          <a:pt x="32"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77" name="Freeform 303">
                    <a:extLst>
                      <a:ext uri="{FF2B5EF4-FFF2-40B4-BE49-F238E27FC236}">
                        <a16:creationId xmlns:a16="http://schemas.microsoft.com/office/drawing/2014/main" id="{41534AE4-949E-B749-5C9B-FF70F8ACA887}"/>
                      </a:ext>
                    </a:extLst>
                  </p:cNvPr>
                  <p:cNvSpPr>
                    <a:spLocks/>
                  </p:cNvSpPr>
                  <p:nvPr/>
                </p:nvSpPr>
                <p:spPr bwMode="gray">
                  <a:xfrm>
                    <a:off x="3144" y="3320"/>
                    <a:ext cx="39" cy="33"/>
                  </a:xfrm>
                  <a:custGeom>
                    <a:avLst/>
                    <a:gdLst>
                      <a:gd name="T0" fmla="*/ 19 w 56"/>
                      <a:gd name="T1" fmla="*/ 0 h 48"/>
                      <a:gd name="T2" fmla="*/ 19 w 56"/>
                      <a:gd name="T3" fmla="*/ 6 h 48"/>
                      <a:gd name="T4" fmla="*/ 14 w 56"/>
                      <a:gd name="T5" fmla="*/ 10 h 48"/>
                      <a:gd name="T6" fmla="*/ 14 w 56"/>
                      <a:gd name="T7" fmla="*/ 13 h 48"/>
                      <a:gd name="T8" fmla="*/ 6 w 56"/>
                      <a:gd name="T9" fmla="*/ 16 h 48"/>
                      <a:gd name="T10" fmla="*/ 0 w 56"/>
                      <a:gd name="T11" fmla="*/ 10 h 48"/>
                      <a:gd name="T12" fmla="*/ 0 w 56"/>
                      <a:gd name="T13" fmla="*/ 8 h 48"/>
                      <a:gd name="T14" fmla="*/ 8 w 56"/>
                      <a:gd name="T15" fmla="*/ 0 h 48"/>
                      <a:gd name="T16" fmla="*/ 19 w 56"/>
                      <a:gd name="T17" fmla="*/ 0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6"/>
                      <a:gd name="T28" fmla="*/ 0 h 48"/>
                      <a:gd name="T29" fmla="*/ 56 w 56"/>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6" h="48">
                        <a:moveTo>
                          <a:pt x="56" y="0"/>
                        </a:moveTo>
                        <a:lnTo>
                          <a:pt x="56" y="16"/>
                        </a:lnTo>
                        <a:lnTo>
                          <a:pt x="40" y="32"/>
                        </a:lnTo>
                        <a:lnTo>
                          <a:pt x="40" y="40"/>
                        </a:lnTo>
                        <a:lnTo>
                          <a:pt x="16" y="48"/>
                        </a:lnTo>
                        <a:lnTo>
                          <a:pt x="0" y="32"/>
                        </a:lnTo>
                        <a:lnTo>
                          <a:pt x="0" y="24"/>
                        </a:lnTo>
                        <a:lnTo>
                          <a:pt x="24" y="0"/>
                        </a:lnTo>
                        <a:lnTo>
                          <a:pt x="5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78" name="Freeform 304">
                    <a:extLst>
                      <a:ext uri="{FF2B5EF4-FFF2-40B4-BE49-F238E27FC236}">
                        <a16:creationId xmlns:a16="http://schemas.microsoft.com/office/drawing/2014/main" id="{33B23E7B-440F-DACF-79F2-1F30B066DEBB}"/>
                      </a:ext>
                    </a:extLst>
                  </p:cNvPr>
                  <p:cNvSpPr>
                    <a:spLocks/>
                  </p:cNvSpPr>
                  <p:nvPr/>
                </p:nvSpPr>
                <p:spPr bwMode="gray">
                  <a:xfrm>
                    <a:off x="3189" y="3038"/>
                    <a:ext cx="151" cy="253"/>
                  </a:xfrm>
                  <a:custGeom>
                    <a:avLst/>
                    <a:gdLst>
                      <a:gd name="T0" fmla="*/ 19 w 216"/>
                      <a:gd name="T1" fmla="*/ 125 h 360"/>
                      <a:gd name="T2" fmla="*/ 19 w 216"/>
                      <a:gd name="T3" fmla="*/ 119 h 360"/>
                      <a:gd name="T4" fmla="*/ 19 w 216"/>
                      <a:gd name="T5" fmla="*/ 117 h 360"/>
                      <a:gd name="T6" fmla="*/ 22 w 216"/>
                      <a:gd name="T7" fmla="*/ 114 h 360"/>
                      <a:gd name="T8" fmla="*/ 36 w 216"/>
                      <a:gd name="T9" fmla="*/ 108 h 360"/>
                      <a:gd name="T10" fmla="*/ 38 w 216"/>
                      <a:gd name="T11" fmla="*/ 100 h 360"/>
                      <a:gd name="T12" fmla="*/ 36 w 216"/>
                      <a:gd name="T13" fmla="*/ 86 h 360"/>
                      <a:gd name="T14" fmla="*/ 33 w 216"/>
                      <a:gd name="T15" fmla="*/ 72 h 360"/>
                      <a:gd name="T16" fmla="*/ 33 w 216"/>
                      <a:gd name="T17" fmla="*/ 70 h 360"/>
                      <a:gd name="T18" fmla="*/ 38 w 216"/>
                      <a:gd name="T19" fmla="*/ 64 h 360"/>
                      <a:gd name="T20" fmla="*/ 43 w 216"/>
                      <a:gd name="T21" fmla="*/ 61 h 360"/>
                      <a:gd name="T22" fmla="*/ 46 w 216"/>
                      <a:gd name="T23" fmla="*/ 58 h 360"/>
                      <a:gd name="T24" fmla="*/ 52 w 216"/>
                      <a:gd name="T25" fmla="*/ 53 h 360"/>
                      <a:gd name="T26" fmla="*/ 66 w 216"/>
                      <a:gd name="T27" fmla="*/ 47 h 360"/>
                      <a:gd name="T28" fmla="*/ 74 w 216"/>
                      <a:gd name="T29" fmla="*/ 36 h 360"/>
                      <a:gd name="T30" fmla="*/ 74 w 216"/>
                      <a:gd name="T31" fmla="*/ 19 h 360"/>
                      <a:gd name="T32" fmla="*/ 74 w 216"/>
                      <a:gd name="T33" fmla="*/ 14 h 360"/>
                      <a:gd name="T34" fmla="*/ 74 w 216"/>
                      <a:gd name="T35" fmla="*/ 0 h 360"/>
                      <a:gd name="T36" fmla="*/ 69 w 216"/>
                      <a:gd name="T37" fmla="*/ 3 h 360"/>
                      <a:gd name="T38" fmla="*/ 66 w 216"/>
                      <a:gd name="T39" fmla="*/ 6 h 360"/>
                      <a:gd name="T40" fmla="*/ 63 w 216"/>
                      <a:gd name="T41" fmla="*/ 6 h 360"/>
                      <a:gd name="T42" fmla="*/ 57 w 216"/>
                      <a:gd name="T43" fmla="*/ 11 h 360"/>
                      <a:gd name="T44" fmla="*/ 52 w 216"/>
                      <a:gd name="T45" fmla="*/ 11 h 360"/>
                      <a:gd name="T46" fmla="*/ 50 w 216"/>
                      <a:gd name="T47" fmla="*/ 11 h 360"/>
                      <a:gd name="T48" fmla="*/ 43 w 216"/>
                      <a:gd name="T49" fmla="*/ 11 h 360"/>
                      <a:gd name="T50" fmla="*/ 33 w 216"/>
                      <a:gd name="T51" fmla="*/ 11 h 360"/>
                      <a:gd name="T52" fmla="*/ 33 w 216"/>
                      <a:gd name="T53" fmla="*/ 19 h 360"/>
                      <a:gd name="T54" fmla="*/ 36 w 216"/>
                      <a:gd name="T55" fmla="*/ 25 h 360"/>
                      <a:gd name="T56" fmla="*/ 38 w 216"/>
                      <a:gd name="T57" fmla="*/ 31 h 360"/>
                      <a:gd name="T58" fmla="*/ 38 w 216"/>
                      <a:gd name="T59" fmla="*/ 39 h 360"/>
                      <a:gd name="T60" fmla="*/ 36 w 216"/>
                      <a:gd name="T61" fmla="*/ 44 h 360"/>
                      <a:gd name="T62" fmla="*/ 38 w 216"/>
                      <a:gd name="T63" fmla="*/ 50 h 360"/>
                      <a:gd name="T64" fmla="*/ 36 w 216"/>
                      <a:gd name="T65" fmla="*/ 50 h 360"/>
                      <a:gd name="T66" fmla="*/ 30 w 216"/>
                      <a:gd name="T67" fmla="*/ 47 h 360"/>
                      <a:gd name="T68" fmla="*/ 30 w 216"/>
                      <a:gd name="T69" fmla="*/ 41 h 360"/>
                      <a:gd name="T70" fmla="*/ 30 w 216"/>
                      <a:gd name="T71" fmla="*/ 36 h 360"/>
                      <a:gd name="T72" fmla="*/ 30 w 216"/>
                      <a:gd name="T73" fmla="*/ 31 h 360"/>
                      <a:gd name="T74" fmla="*/ 27 w 216"/>
                      <a:gd name="T75" fmla="*/ 31 h 360"/>
                      <a:gd name="T76" fmla="*/ 24 w 216"/>
                      <a:gd name="T77" fmla="*/ 27 h 360"/>
                      <a:gd name="T78" fmla="*/ 22 w 216"/>
                      <a:gd name="T79" fmla="*/ 27 h 360"/>
                      <a:gd name="T80" fmla="*/ 14 w 216"/>
                      <a:gd name="T81" fmla="*/ 31 h 360"/>
                      <a:gd name="T82" fmla="*/ 10 w 216"/>
                      <a:gd name="T83" fmla="*/ 31 h 360"/>
                      <a:gd name="T84" fmla="*/ 6 w 216"/>
                      <a:gd name="T85" fmla="*/ 33 h 360"/>
                      <a:gd name="T86" fmla="*/ 3 w 216"/>
                      <a:gd name="T87" fmla="*/ 33 h 360"/>
                      <a:gd name="T88" fmla="*/ 0 w 216"/>
                      <a:gd name="T89" fmla="*/ 39 h 360"/>
                      <a:gd name="T90" fmla="*/ 17 w 216"/>
                      <a:gd name="T91" fmla="*/ 44 h 360"/>
                      <a:gd name="T92" fmla="*/ 19 w 216"/>
                      <a:gd name="T93" fmla="*/ 50 h 360"/>
                      <a:gd name="T94" fmla="*/ 22 w 216"/>
                      <a:gd name="T95" fmla="*/ 58 h 360"/>
                      <a:gd name="T96" fmla="*/ 19 w 216"/>
                      <a:gd name="T97" fmla="*/ 61 h 360"/>
                      <a:gd name="T98" fmla="*/ 19 w 216"/>
                      <a:gd name="T99" fmla="*/ 67 h 360"/>
                      <a:gd name="T100" fmla="*/ 22 w 216"/>
                      <a:gd name="T101" fmla="*/ 70 h 360"/>
                      <a:gd name="T102" fmla="*/ 22 w 216"/>
                      <a:gd name="T103" fmla="*/ 72 h 360"/>
                      <a:gd name="T104" fmla="*/ 14 w 216"/>
                      <a:gd name="T105" fmla="*/ 77 h 360"/>
                      <a:gd name="T106" fmla="*/ 14 w 216"/>
                      <a:gd name="T107" fmla="*/ 86 h 360"/>
                      <a:gd name="T108" fmla="*/ 10 w 216"/>
                      <a:gd name="T109" fmla="*/ 89 h 360"/>
                      <a:gd name="T110" fmla="*/ 14 w 216"/>
                      <a:gd name="T111" fmla="*/ 105 h 360"/>
                      <a:gd name="T112" fmla="*/ 10 w 216"/>
                      <a:gd name="T113" fmla="*/ 114 h 360"/>
                      <a:gd name="T114" fmla="*/ 14 w 216"/>
                      <a:gd name="T115" fmla="*/ 122 h 360"/>
                      <a:gd name="T116" fmla="*/ 19 w 216"/>
                      <a:gd name="T117" fmla="*/ 125 h 36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6"/>
                      <a:gd name="T178" fmla="*/ 0 h 360"/>
                      <a:gd name="T179" fmla="*/ 216 w 216"/>
                      <a:gd name="T180" fmla="*/ 360 h 36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6" h="360">
                        <a:moveTo>
                          <a:pt x="56" y="360"/>
                        </a:moveTo>
                        <a:lnTo>
                          <a:pt x="56" y="344"/>
                        </a:lnTo>
                        <a:lnTo>
                          <a:pt x="56" y="336"/>
                        </a:lnTo>
                        <a:lnTo>
                          <a:pt x="64" y="328"/>
                        </a:lnTo>
                        <a:lnTo>
                          <a:pt x="104" y="312"/>
                        </a:lnTo>
                        <a:lnTo>
                          <a:pt x="112" y="288"/>
                        </a:lnTo>
                        <a:lnTo>
                          <a:pt x="104" y="248"/>
                        </a:lnTo>
                        <a:lnTo>
                          <a:pt x="96" y="208"/>
                        </a:lnTo>
                        <a:lnTo>
                          <a:pt x="96" y="200"/>
                        </a:lnTo>
                        <a:lnTo>
                          <a:pt x="112" y="184"/>
                        </a:lnTo>
                        <a:lnTo>
                          <a:pt x="128" y="176"/>
                        </a:lnTo>
                        <a:lnTo>
                          <a:pt x="136" y="168"/>
                        </a:lnTo>
                        <a:lnTo>
                          <a:pt x="152" y="152"/>
                        </a:lnTo>
                        <a:lnTo>
                          <a:pt x="192" y="136"/>
                        </a:lnTo>
                        <a:lnTo>
                          <a:pt x="216" y="104"/>
                        </a:lnTo>
                        <a:lnTo>
                          <a:pt x="216" y="56"/>
                        </a:lnTo>
                        <a:lnTo>
                          <a:pt x="216" y="40"/>
                        </a:lnTo>
                        <a:lnTo>
                          <a:pt x="216" y="0"/>
                        </a:lnTo>
                        <a:lnTo>
                          <a:pt x="200" y="8"/>
                        </a:lnTo>
                        <a:lnTo>
                          <a:pt x="192" y="16"/>
                        </a:lnTo>
                        <a:lnTo>
                          <a:pt x="184" y="16"/>
                        </a:lnTo>
                        <a:lnTo>
                          <a:pt x="168" y="32"/>
                        </a:lnTo>
                        <a:lnTo>
                          <a:pt x="152" y="32"/>
                        </a:lnTo>
                        <a:lnTo>
                          <a:pt x="144" y="32"/>
                        </a:lnTo>
                        <a:lnTo>
                          <a:pt x="128" y="32"/>
                        </a:lnTo>
                        <a:lnTo>
                          <a:pt x="96" y="32"/>
                        </a:lnTo>
                        <a:lnTo>
                          <a:pt x="96" y="56"/>
                        </a:lnTo>
                        <a:lnTo>
                          <a:pt x="104" y="72"/>
                        </a:lnTo>
                        <a:lnTo>
                          <a:pt x="112" y="88"/>
                        </a:lnTo>
                        <a:lnTo>
                          <a:pt x="112" y="112"/>
                        </a:lnTo>
                        <a:lnTo>
                          <a:pt x="104" y="128"/>
                        </a:lnTo>
                        <a:lnTo>
                          <a:pt x="112" y="144"/>
                        </a:lnTo>
                        <a:lnTo>
                          <a:pt x="104" y="144"/>
                        </a:lnTo>
                        <a:lnTo>
                          <a:pt x="88" y="136"/>
                        </a:lnTo>
                        <a:lnTo>
                          <a:pt x="88" y="120"/>
                        </a:lnTo>
                        <a:lnTo>
                          <a:pt x="88" y="104"/>
                        </a:lnTo>
                        <a:lnTo>
                          <a:pt x="88" y="88"/>
                        </a:lnTo>
                        <a:lnTo>
                          <a:pt x="80" y="88"/>
                        </a:lnTo>
                        <a:lnTo>
                          <a:pt x="72" y="80"/>
                        </a:lnTo>
                        <a:lnTo>
                          <a:pt x="64" y="80"/>
                        </a:lnTo>
                        <a:lnTo>
                          <a:pt x="40" y="88"/>
                        </a:lnTo>
                        <a:lnTo>
                          <a:pt x="32" y="88"/>
                        </a:lnTo>
                        <a:lnTo>
                          <a:pt x="16" y="96"/>
                        </a:lnTo>
                        <a:lnTo>
                          <a:pt x="8" y="96"/>
                        </a:lnTo>
                        <a:lnTo>
                          <a:pt x="0" y="112"/>
                        </a:lnTo>
                        <a:lnTo>
                          <a:pt x="48" y="128"/>
                        </a:lnTo>
                        <a:lnTo>
                          <a:pt x="56" y="144"/>
                        </a:lnTo>
                        <a:lnTo>
                          <a:pt x="64" y="168"/>
                        </a:lnTo>
                        <a:lnTo>
                          <a:pt x="56" y="176"/>
                        </a:lnTo>
                        <a:lnTo>
                          <a:pt x="56" y="192"/>
                        </a:lnTo>
                        <a:lnTo>
                          <a:pt x="64" y="200"/>
                        </a:lnTo>
                        <a:lnTo>
                          <a:pt x="64" y="208"/>
                        </a:lnTo>
                        <a:lnTo>
                          <a:pt x="40" y="224"/>
                        </a:lnTo>
                        <a:lnTo>
                          <a:pt x="40" y="248"/>
                        </a:lnTo>
                        <a:lnTo>
                          <a:pt x="32" y="256"/>
                        </a:lnTo>
                        <a:lnTo>
                          <a:pt x="40" y="304"/>
                        </a:lnTo>
                        <a:lnTo>
                          <a:pt x="32" y="328"/>
                        </a:lnTo>
                        <a:lnTo>
                          <a:pt x="40" y="352"/>
                        </a:lnTo>
                        <a:lnTo>
                          <a:pt x="56" y="36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79" name="Freeform 305">
                    <a:extLst>
                      <a:ext uri="{FF2B5EF4-FFF2-40B4-BE49-F238E27FC236}">
                        <a16:creationId xmlns:a16="http://schemas.microsoft.com/office/drawing/2014/main" id="{64ACD797-E377-8F73-C2D6-31382473E0C1}"/>
                      </a:ext>
                    </a:extLst>
                  </p:cNvPr>
                  <p:cNvSpPr>
                    <a:spLocks/>
                  </p:cNvSpPr>
                  <p:nvPr/>
                </p:nvSpPr>
                <p:spPr bwMode="gray">
                  <a:xfrm>
                    <a:off x="3245" y="2824"/>
                    <a:ext cx="112" cy="130"/>
                  </a:xfrm>
                  <a:custGeom>
                    <a:avLst/>
                    <a:gdLst>
                      <a:gd name="T0" fmla="*/ 38 w 160"/>
                      <a:gd name="T1" fmla="*/ 65 h 184"/>
                      <a:gd name="T2" fmla="*/ 41 w 160"/>
                      <a:gd name="T3" fmla="*/ 59 h 184"/>
                      <a:gd name="T4" fmla="*/ 44 w 160"/>
                      <a:gd name="T5" fmla="*/ 54 h 184"/>
                      <a:gd name="T6" fmla="*/ 47 w 160"/>
                      <a:gd name="T7" fmla="*/ 51 h 184"/>
                      <a:gd name="T8" fmla="*/ 47 w 160"/>
                      <a:gd name="T9" fmla="*/ 48 h 184"/>
                      <a:gd name="T10" fmla="*/ 52 w 160"/>
                      <a:gd name="T11" fmla="*/ 45 h 184"/>
                      <a:gd name="T12" fmla="*/ 55 w 160"/>
                      <a:gd name="T13" fmla="*/ 42 h 184"/>
                      <a:gd name="T14" fmla="*/ 52 w 160"/>
                      <a:gd name="T15" fmla="*/ 40 h 184"/>
                      <a:gd name="T16" fmla="*/ 52 w 160"/>
                      <a:gd name="T17" fmla="*/ 8 h 184"/>
                      <a:gd name="T18" fmla="*/ 55 w 160"/>
                      <a:gd name="T19" fmla="*/ 3 h 184"/>
                      <a:gd name="T20" fmla="*/ 44 w 160"/>
                      <a:gd name="T21" fmla="*/ 3 h 184"/>
                      <a:gd name="T22" fmla="*/ 36 w 160"/>
                      <a:gd name="T23" fmla="*/ 6 h 184"/>
                      <a:gd name="T24" fmla="*/ 30 w 160"/>
                      <a:gd name="T25" fmla="*/ 6 h 184"/>
                      <a:gd name="T26" fmla="*/ 17 w 160"/>
                      <a:gd name="T27" fmla="*/ 0 h 184"/>
                      <a:gd name="T28" fmla="*/ 14 w 160"/>
                      <a:gd name="T29" fmla="*/ 0 h 184"/>
                      <a:gd name="T30" fmla="*/ 0 w 160"/>
                      <a:gd name="T31" fmla="*/ 0 h 184"/>
                      <a:gd name="T32" fmla="*/ 3 w 160"/>
                      <a:gd name="T33" fmla="*/ 6 h 184"/>
                      <a:gd name="T34" fmla="*/ 8 w 160"/>
                      <a:gd name="T35" fmla="*/ 17 h 184"/>
                      <a:gd name="T36" fmla="*/ 8 w 160"/>
                      <a:gd name="T37" fmla="*/ 23 h 184"/>
                      <a:gd name="T38" fmla="*/ 0 w 160"/>
                      <a:gd name="T39" fmla="*/ 28 h 184"/>
                      <a:gd name="T40" fmla="*/ 0 w 160"/>
                      <a:gd name="T41" fmla="*/ 40 h 184"/>
                      <a:gd name="T42" fmla="*/ 10 w 160"/>
                      <a:gd name="T43" fmla="*/ 45 h 184"/>
                      <a:gd name="T44" fmla="*/ 25 w 160"/>
                      <a:gd name="T45" fmla="*/ 51 h 184"/>
                      <a:gd name="T46" fmla="*/ 25 w 160"/>
                      <a:gd name="T47" fmla="*/ 54 h 184"/>
                      <a:gd name="T48" fmla="*/ 25 w 160"/>
                      <a:gd name="T49" fmla="*/ 59 h 184"/>
                      <a:gd name="T50" fmla="*/ 38 w 160"/>
                      <a:gd name="T51" fmla="*/ 65 h 18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0"/>
                      <a:gd name="T79" fmla="*/ 0 h 184"/>
                      <a:gd name="T80" fmla="*/ 160 w 160"/>
                      <a:gd name="T81" fmla="*/ 184 h 18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0" h="184">
                        <a:moveTo>
                          <a:pt x="112" y="184"/>
                        </a:moveTo>
                        <a:lnTo>
                          <a:pt x="120" y="168"/>
                        </a:lnTo>
                        <a:lnTo>
                          <a:pt x="128" y="152"/>
                        </a:lnTo>
                        <a:lnTo>
                          <a:pt x="136" y="144"/>
                        </a:lnTo>
                        <a:lnTo>
                          <a:pt x="136" y="136"/>
                        </a:lnTo>
                        <a:lnTo>
                          <a:pt x="152" y="128"/>
                        </a:lnTo>
                        <a:lnTo>
                          <a:pt x="160" y="120"/>
                        </a:lnTo>
                        <a:lnTo>
                          <a:pt x="152" y="112"/>
                        </a:lnTo>
                        <a:lnTo>
                          <a:pt x="152" y="24"/>
                        </a:lnTo>
                        <a:lnTo>
                          <a:pt x="160" y="8"/>
                        </a:lnTo>
                        <a:lnTo>
                          <a:pt x="128" y="8"/>
                        </a:lnTo>
                        <a:lnTo>
                          <a:pt x="104" y="16"/>
                        </a:lnTo>
                        <a:lnTo>
                          <a:pt x="88" y="16"/>
                        </a:lnTo>
                        <a:lnTo>
                          <a:pt x="48" y="0"/>
                        </a:lnTo>
                        <a:lnTo>
                          <a:pt x="40" y="0"/>
                        </a:lnTo>
                        <a:lnTo>
                          <a:pt x="0" y="0"/>
                        </a:lnTo>
                        <a:lnTo>
                          <a:pt x="8" y="16"/>
                        </a:lnTo>
                        <a:lnTo>
                          <a:pt x="24" y="48"/>
                        </a:lnTo>
                        <a:lnTo>
                          <a:pt x="24" y="64"/>
                        </a:lnTo>
                        <a:lnTo>
                          <a:pt x="0" y="80"/>
                        </a:lnTo>
                        <a:lnTo>
                          <a:pt x="0" y="112"/>
                        </a:lnTo>
                        <a:lnTo>
                          <a:pt x="32" y="128"/>
                        </a:lnTo>
                        <a:lnTo>
                          <a:pt x="72" y="144"/>
                        </a:lnTo>
                        <a:lnTo>
                          <a:pt x="72" y="152"/>
                        </a:lnTo>
                        <a:lnTo>
                          <a:pt x="72" y="168"/>
                        </a:lnTo>
                        <a:lnTo>
                          <a:pt x="112" y="18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80" name="Freeform 306">
                    <a:extLst>
                      <a:ext uri="{FF2B5EF4-FFF2-40B4-BE49-F238E27FC236}">
                        <a16:creationId xmlns:a16="http://schemas.microsoft.com/office/drawing/2014/main" id="{2467009D-8A0F-33B8-BE15-358ADF69C433}"/>
                      </a:ext>
                    </a:extLst>
                  </p:cNvPr>
                  <p:cNvSpPr>
                    <a:spLocks/>
                  </p:cNvSpPr>
                  <p:nvPr/>
                </p:nvSpPr>
                <p:spPr bwMode="gray">
                  <a:xfrm>
                    <a:off x="3357" y="2706"/>
                    <a:ext cx="23" cy="28"/>
                  </a:xfrm>
                  <a:custGeom>
                    <a:avLst/>
                    <a:gdLst>
                      <a:gd name="T0" fmla="*/ 0 w 32"/>
                      <a:gd name="T1" fmla="*/ 6 h 40"/>
                      <a:gd name="T2" fmla="*/ 0 w 32"/>
                      <a:gd name="T3" fmla="*/ 10 h 40"/>
                      <a:gd name="T4" fmla="*/ 3 w 32"/>
                      <a:gd name="T5" fmla="*/ 14 h 40"/>
                      <a:gd name="T6" fmla="*/ 6 w 32"/>
                      <a:gd name="T7" fmla="*/ 14 h 40"/>
                      <a:gd name="T8" fmla="*/ 12 w 32"/>
                      <a:gd name="T9" fmla="*/ 10 h 40"/>
                      <a:gd name="T10" fmla="*/ 6 w 32"/>
                      <a:gd name="T11" fmla="*/ 8 h 40"/>
                      <a:gd name="T12" fmla="*/ 12 w 32"/>
                      <a:gd name="T13" fmla="*/ 6 h 40"/>
                      <a:gd name="T14" fmla="*/ 12 w 32"/>
                      <a:gd name="T15" fmla="*/ 0 h 40"/>
                      <a:gd name="T16" fmla="*/ 9 w 32"/>
                      <a:gd name="T17" fmla="*/ 0 h 40"/>
                      <a:gd name="T18" fmla="*/ 6 w 32"/>
                      <a:gd name="T19" fmla="*/ 0 h 40"/>
                      <a:gd name="T20" fmla="*/ 3 w 32"/>
                      <a:gd name="T21" fmla="*/ 3 h 40"/>
                      <a:gd name="T22" fmla="*/ 0 w 32"/>
                      <a:gd name="T23" fmla="*/ 6 h 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
                      <a:gd name="T37" fmla="*/ 0 h 40"/>
                      <a:gd name="T38" fmla="*/ 32 w 32"/>
                      <a:gd name="T39" fmla="*/ 40 h 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 h="40">
                        <a:moveTo>
                          <a:pt x="0" y="16"/>
                        </a:moveTo>
                        <a:lnTo>
                          <a:pt x="0" y="32"/>
                        </a:lnTo>
                        <a:lnTo>
                          <a:pt x="8" y="40"/>
                        </a:lnTo>
                        <a:lnTo>
                          <a:pt x="16" y="40"/>
                        </a:lnTo>
                        <a:lnTo>
                          <a:pt x="32" y="32"/>
                        </a:lnTo>
                        <a:lnTo>
                          <a:pt x="16" y="24"/>
                        </a:lnTo>
                        <a:lnTo>
                          <a:pt x="32" y="16"/>
                        </a:lnTo>
                        <a:lnTo>
                          <a:pt x="32" y="0"/>
                        </a:lnTo>
                        <a:lnTo>
                          <a:pt x="24" y="0"/>
                        </a:lnTo>
                        <a:lnTo>
                          <a:pt x="16" y="0"/>
                        </a:lnTo>
                        <a:lnTo>
                          <a:pt x="8" y="8"/>
                        </a:lnTo>
                        <a:lnTo>
                          <a:pt x="0"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81" name="Freeform 307">
                    <a:extLst>
                      <a:ext uri="{FF2B5EF4-FFF2-40B4-BE49-F238E27FC236}">
                        <a16:creationId xmlns:a16="http://schemas.microsoft.com/office/drawing/2014/main" id="{5EF3E61C-E87D-1DCC-AEC1-6C9809B32ECD}"/>
                      </a:ext>
                    </a:extLst>
                  </p:cNvPr>
                  <p:cNvSpPr>
                    <a:spLocks/>
                  </p:cNvSpPr>
                  <p:nvPr/>
                </p:nvSpPr>
                <p:spPr bwMode="gray">
                  <a:xfrm>
                    <a:off x="3115" y="2419"/>
                    <a:ext cx="152" cy="152"/>
                  </a:xfrm>
                  <a:custGeom>
                    <a:avLst/>
                    <a:gdLst>
                      <a:gd name="T0" fmla="*/ 3 w 216"/>
                      <a:gd name="T1" fmla="*/ 0 h 216"/>
                      <a:gd name="T2" fmla="*/ 8 w 216"/>
                      <a:gd name="T3" fmla="*/ 0 h 216"/>
                      <a:gd name="T4" fmla="*/ 14 w 216"/>
                      <a:gd name="T5" fmla="*/ 0 h 216"/>
                      <a:gd name="T6" fmla="*/ 19 w 216"/>
                      <a:gd name="T7" fmla="*/ 3 h 216"/>
                      <a:gd name="T8" fmla="*/ 27 w 216"/>
                      <a:gd name="T9" fmla="*/ 6 h 216"/>
                      <a:gd name="T10" fmla="*/ 34 w 216"/>
                      <a:gd name="T11" fmla="*/ 3 h 216"/>
                      <a:gd name="T12" fmla="*/ 36 w 216"/>
                      <a:gd name="T13" fmla="*/ 3 h 216"/>
                      <a:gd name="T14" fmla="*/ 39 w 216"/>
                      <a:gd name="T15" fmla="*/ 0 h 216"/>
                      <a:gd name="T16" fmla="*/ 42 w 216"/>
                      <a:gd name="T17" fmla="*/ 0 h 216"/>
                      <a:gd name="T18" fmla="*/ 44 w 216"/>
                      <a:gd name="T19" fmla="*/ 0 h 216"/>
                      <a:gd name="T20" fmla="*/ 50 w 216"/>
                      <a:gd name="T21" fmla="*/ 3 h 216"/>
                      <a:gd name="T22" fmla="*/ 53 w 216"/>
                      <a:gd name="T23" fmla="*/ 3 h 216"/>
                      <a:gd name="T24" fmla="*/ 58 w 216"/>
                      <a:gd name="T25" fmla="*/ 3 h 216"/>
                      <a:gd name="T26" fmla="*/ 64 w 216"/>
                      <a:gd name="T27" fmla="*/ 0 h 216"/>
                      <a:gd name="T28" fmla="*/ 67 w 216"/>
                      <a:gd name="T29" fmla="*/ 3 h 216"/>
                      <a:gd name="T30" fmla="*/ 67 w 216"/>
                      <a:gd name="T31" fmla="*/ 8 h 216"/>
                      <a:gd name="T32" fmla="*/ 70 w 216"/>
                      <a:gd name="T33" fmla="*/ 14 h 216"/>
                      <a:gd name="T34" fmla="*/ 67 w 216"/>
                      <a:gd name="T35" fmla="*/ 23 h 216"/>
                      <a:gd name="T36" fmla="*/ 67 w 216"/>
                      <a:gd name="T37" fmla="*/ 27 h 216"/>
                      <a:gd name="T38" fmla="*/ 64 w 216"/>
                      <a:gd name="T39" fmla="*/ 27 h 216"/>
                      <a:gd name="T40" fmla="*/ 58 w 216"/>
                      <a:gd name="T41" fmla="*/ 23 h 216"/>
                      <a:gd name="T42" fmla="*/ 56 w 216"/>
                      <a:gd name="T43" fmla="*/ 17 h 216"/>
                      <a:gd name="T44" fmla="*/ 56 w 216"/>
                      <a:gd name="T45" fmla="*/ 11 h 216"/>
                      <a:gd name="T46" fmla="*/ 53 w 216"/>
                      <a:gd name="T47" fmla="*/ 8 h 216"/>
                      <a:gd name="T48" fmla="*/ 53 w 216"/>
                      <a:gd name="T49" fmla="*/ 11 h 216"/>
                      <a:gd name="T50" fmla="*/ 53 w 216"/>
                      <a:gd name="T51" fmla="*/ 23 h 216"/>
                      <a:gd name="T52" fmla="*/ 58 w 216"/>
                      <a:gd name="T53" fmla="*/ 27 h 216"/>
                      <a:gd name="T54" fmla="*/ 61 w 216"/>
                      <a:gd name="T55" fmla="*/ 31 h 216"/>
                      <a:gd name="T56" fmla="*/ 64 w 216"/>
                      <a:gd name="T57" fmla="*/ 36 h 216"/>
                      <a:gd name="T58" fmla="*/ 70 w 216"/>
                      <a:gd name="T59" fmla="*/ 48 h 216"/>
                      <a:gd name="T60" fmla="*/ 72 w 216"/>
                      <a:gd name="T61" fmla="*/ 56 h 216"/>
                      <a:gd name="T62" fmla="*/ 75 w 216"/>
                      <a:gd name="T63" fmla="*/ 64 h 216"/>
                      <a:gd name="T64" fmla="*/ 70 w 216"/>
                      <a:gd name="T65" fmla="*/ 70 h 216"/>
                      <a:gd name="T66" fmla="*/ 64 w 216"/>
                      <a:gd name="T67" fmla="*/ 72 h 216"/>
                      <a:gd name="T68" fmla="*/ 64 w 216"/>
                      <a:gd name="T69" fmla="*/ 75 h 216"/>
                      <a:gd name="T70" fmla="*/ 61 w 216"/>
                      <a:gd name="T71" fmla="*/ 75 h 216"/>
                      <a:gd name="T72" fmla="*/ 58 w 216"/>
                      <a:gd name="T73" fmla="*/ 72 h 216"/>
                      <a:gd name="T74" fmla="*/ 25 w 216"/>
                      <a:gd name="T75" fmla="*/ 75 h 216"/>
                      <a:gd name="T76" fmla="*/ 3 w 216"/>
                      <a:gd name="T77" fmla="*/ 72 h 216"/>
                      <a:gd name="T78" fmla="*/ 3 w 216"/>
                      <a:gd name="T79" fmla="*/ 56 h 216"/>
                      <a:gd name="T80" fmla="*/ 3 w 216"/>
                      <a:gd name="T81" fmla="*/ 23 h 216"/>
                      <a:gd name="T82" fmla="*/ 0 w 216"/>
                      <a:gd name="T83" fmla="*/ 8 h 216"/>
                      <a:gd name="T84" fmla="*/ 3 w 216"/>
                      <a:gd name="T85" fmla="*/ 6 h 216"/>
                      <a:gd name="T86" fmla="*/ 3 w 216"/>
                      <a:gd name="T87" fmla="*/ 0 h 2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16"/>
                      <a:gd name="T133" fmla="*/ 0 h 216"/>
                      <a:gd name="T134" fmla="*/ 216 w 216"/>
                      <a:gd name="T135" fmla="*/ 216 h 2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16" h="216">
                        <a:moveTo>
                          <a:pt x="8" y="0"/>
                        </a:moveTo>
                        <a:lnTo>
                          <a:pt x="24" y="0"/>
                        </a:lnTo>
                        <a:lnTo>
                          <a:pt x="40" y="0"/>
                        </a:lnTo>
                        <a:lnTo>
                          <a:pt x="56" y="8"/>
                        </a:lnTo>
                        <a:lnTo>
                          <a:pt x="80" y="16"/>
                        </a:lnTo>
                        <a:lnTo>
                          <a:pt x="96" y="8"/>
                        </a:lnTo>
                        <a:lnTo>
                          <a:pt x="104" y="8"/>
                        </a:lnTo>
                        <a:lnTo>
                          <a:pt x="112" y="0"/>
                        </a:lnTo>
                        <a:lnTo>
                          <a:pt x="120" y="0"/>
                        </a:lnTo>
                        <a:lnTo>
                          <a:pt x="128" y="0"/>
                        </a:lnTo>
                        <a:lnTo>
                          <a:pt x="144" y="8"/>
                        </a:lnTo>
                        <a:lnTo>
                          <a:pt x="152" y="8"/>
                        </a:lnTo>
                        <a:lnTo>
                          <a:pt x="168" y="8"/>
                        </a:lnTo>
                        <a:lnTo>
                          <a:pt x="184" y="0"/>
                        </a:lnTo>
                        <a:lnTo>
                          <a:pt x="192" y="8"/>
                        </a:lnTo>
                        <a:lnTo>
                          <a:pt x="192" y="24"/>
                        </a:lnTo>
                        <a:lnTo>
                          <a:pt x="200" y="40"/>
                        </a:lnTo>
                        <a:lnTo>
                          <a:pt x="192" y="64"/>
                        </a:lnTo>
                        <a:lnTo>
                          <a:pt x="192" y="80"/>
                        </a:lnTo>
                        <a:lnTo>
                          <a:pt x="184" y="80"/>
                        </a:lnTo>
                        <a:lnTo>
                          <a:pt x="168" y="64"/>
                        </a:lnTo>
                        <a:lnTo>
                          <a:pt x="160" y="48"/>
                        </a:lnTo>
                        <a:lnTo>
                          <a:pt x="160" y="32"/>
                        </a:lnTo>
                        <a:lnTo>
                          <a:pt x="152" y="24"/>
                        </a:lnTo>
                        <a:lnTo>
                          <a:pt x="152" y="32"/>
                        </a:lnTo>
                        <a:lnTo>
                          <a:pt x="152" y="64"/>
                        </a:lnTo>
                        <a:lnTo>
                          <a:pt x="168" y="80"/>
                        </a:lnTo>
                        <a:lnTo>
                          <a:pt x="176" y="88"/>
                        </a:lnTo>
                        <a:lnTo>
                          <a:pt x="184" y="104"/>
                        </a:lnTo>
                        <a:lnTo>
                          <a:pt x="200" y="136"/>
                        </a:lnTo>
                        <a:lnTo>
                          <a:pt x="208" y="160"/>
                        </a:lnTo>
                        <a:lnTo>
                          <a:pt x="216" y="184"/>
                        </a:lnTo>
                        <a:lnTo>
                          <a:pt x="200" y="200"/>
                        </a:lnTo>
                        <a:lnTo>
                          <a:pt x="184" y="208"/>
                        </a:lnTo>
                        <a:lnTo>
                          <a:pt x="184" y="216"/>
                        </a:lnTo>
                        <a:lnTo>
                          <a:pt x="176" y="216"/>
                        </a:lnTo>
                        <a:lnTo>
                          <a:pt x="168" y="208"/>
                        </a:lnTo>
                        <a:lnTo>
                          <a:pt x="72" y="216"/>
                        </a:lnTo>
                        <a:lnTo>
                          <a:pt x="8" y="208"/>
                        </a:lnTo>
                        <a:lnTo>
                          <a:pt x="8" y="160"/>
                        </a:lnTo>
                        <a:lnTo>
                          <a:pt x="8" y="64"/>
                        </a:lnTo>
                        <a:lnTo>
                          <a:pt x="0" y="24"/>
                        </a:lnTo>
                        <a:lnTo>
                          <a:pt x="8" y="16"/>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82" name="Freeform 308">
                    <a:extLst>
                      <a:ext uri="{FF2B5EF4-FFF2-40B4-BE49-F238E27FC236}">
                        <a16:creationId xmlns:a16="http://schemas.microsoft.com/office/drawing/2014/main" id="{91A69476-163A-A5F6-48C6-B68384A3808B}"/>
                      </a:ext>
                    </a:extLst>
                  </p:cNvPr>
                  <p:cNvSpPr>
                    <a:spLocks/>
                  </p:cNvSpPr>
                  <p:nvPr/>
                </p:nvSpPr>
                <p:spPr bwMode="gray">
                  <a:xfrm>
                    <a:off x="3082" y="2549"/>
                    <a:ext cx="230" cy="287"/>
                  </a:xfrm>
                  <a:custGeom>
                    <a:avLst/>
                    <a:gdLst>
                      <a:gd name="T0" fmla="*/ 14 w 328"/>
                      <a:gd name="T1" fmla="*/ 25 h 408"/>
                      <a:gd name="T2" fmla="*/ 19 w 328"/>
                      <a:gd name="T3" fmla="*/ 25 h 408"/>
                      <a:gd name="T4" fmla="*/ 19 w 328"/>
                      <a:gd name="T5" fmla="*/ 8 h 408"/>
                      <a:gd name="T6" fmla="*/ 41 w 328"/>
                      <a:gd name="T7" fmla="*/ 11 h 408"/>
                      <a:gd name="T8" fmla="*/ 74 w 328"/>
                      <a:gd name="T9" fmla="*/ 8 h 408"/>
                      <a:gd name="T10" fmla="*/ 77 w 328"/>
                      <a:gd name="T11" fmla="*/ 11 h 408"/>
                      <a:gd name="T12" fmla="*/ 80 w 328"/>
                      <a:gd name="T13" fmla="*/ 11 h 408"/>
                      <a:gd name="T14" fmla="*/ 80 w 328"/>
                      <a:gd name="T15" fmla="*/ 8 h 408"/>
                      <a:gd name="T16" fmla="*/ 86 w 328"/>
                      <a:gd name="T17" fmla="*/ 6 h 408"/>
                      <a:gd name="T18" fmla="*/ 91 w 328"/>
                      <a:gd name="T19" fmla="*/ 0 h 408"/>
                      <a:gd name="T20" fmla="*/ 100 w 328"/>
                      <a:gd name="T21" fmla="*/ 8 h 408"/>
                      <a:gd name="T22" fmla="*/ 102 w 328"/>
                      <a:gd name="T23" fmla="*/ 14 h 408"/>
                      <a:gd name="T24" fmla="*/ 102 w 328"/>
                      <a:gd name="T25" fmla="*/ 25 h 408"/>
                      <a:gd name="T26" fmla="*/ 102 w 328"/>
                      <a:gd name="T27" fmla="*/ 31 h 408"/>
                      <a:gd name="T28" fmla="*/ 113 w 328"/>
                      <a:gd name="T29" fmla="*/ 39 h 408"/>
                      <a:gd name="T30" fmla="*/ 102 w 328"/>
                      <a:gd name="T31" fmla="*/ 48 h 408"/>
                      <a:gd name="T32" fmla="*/ 96 w 328"/>
                      <a:gd name="T33" fmla="*/ 56 h 408"/>
                      <a:gd name="T34" fmla="*/ 96 w 328"/>
                      <a:gd name="T35" fmla="*/ 67 h 408"/>
                      <a:gd name="T36" fmla="*/ 96 w 328"/>
                      <a:gd name="T37" fmla="*/ 81 h 408"/>
                      <a:gd name="T38" fmla="*/ 88 w 328"/>
                      <a:gd name="T39" fmla="*/ 84 h 408"/>
                      <a:gd name="T40" fmla="*/ 88 w 328"/>
                      <a:gd name="T41" fmla="*/ 89 h 408"/>
                      <a:gd name="T42" fmla="*/ 80 w 328"/>
                      <a:gd name="T43" fmla="*/ 92 h 408"/>
                      <a:gd name="T44" fmla="*/ 80 w 328"/>
                      <a:gd name="T45" fmla="*/ 103 h 408"/>
                      <a:gd name="T46" fmla="*/ 74 w 328"/>
                      <a:gd name="T47" fmla="*/ 108 h 408"/>
                      <a:gd name="T48" fmla="*/ 86 w 328"/>
                      <a:gd name="T49" fmla="*/ 122 h 408"/>
                      <a:gd name="T50" fmla="*/ 88 w 328"/>
                      <a:gd name="T51" fmla="*/ 131 h 408"/>
                      <a:gd name="T52" fmla="*/ 94 w 328"/>
                      <a:gd name="T53" fmla="*/ 136 h 408"/>
                      <a:gd name="T54" fmla="*/ 80 w 328"/>
                      <a:gd name="T55" fmla="*/ 136 h 408"/>
                      <a:gd name="T56" fmla="*/ 74 w 328"/>
                      <a:gd name="T57" fmla="*/ 142 h 408"/>
                      <a:gd name="T58" fmla="*/ 67 w 328"/>
                      <a:gd name="T59" fmla="*/ 142 h 408"/>
                      <a:gd name="T60" fmla="*/ 60 w 328"/>
                      <a:gd name="T61" fmla="*/ 142 h 408"/>
                      <a:gd name="T62" fmla="*/ 58 w 328"/>
                      <a:gd name="T63" fmla="*/ 142 h 408"/>
                      <a:gd name="T64" fmla="*/ 53 w 328"/>
                      <a:gd name="T65" fmla="*/ 136 h 408"/>
                      <a:gd name="T66" fmla="*/ 47 w 328"/>
                      <a:gd name="T67" fmla="*/ 136 h 408"/>
                      <a:gd name="T68" fmla="*/ 44 w 328"/>
                      <a:gd name="T69" fmla="*/ 136 h 408"/>
                      <a:gd name="T70" fmla="*/ 41 w 328"/>
                      <a:gd name="T71" fmla="*/ 136 h 408"/>
                      <a:gd name="T72" fmla="*/ 39 w 328"/>
                      <a:gd name="T73" fmla="*/ 136 h 408"/>
                      <a:gd name="T74" fmla="*/ 36 w 328"/>
                      <a:gd name="T75" fmla="*/ 134 h 408"/>
                      <a:gd name="T76" fmla="*/ 33 w 328"/>
                      <a:gd name="T77" fmla="*/ 131 h 408"/>
                      <a:gd name="T78" fmla="*/ 27 w 328"/>
                      <a:gd name="T79" fmla="*/ 125 h 408"/>
                      <a:gd name="T80" fmla="*/ 25 w 328"/>
                      <a:gd name="T81" fmla="*/ 120 h 408"/>
                      <a:gd name="T82" fmla="*/ 19 w 328"/>
                      <a:gd name="T83" fmla="*/ 114 h 408"/>
                      <a:gd name="T84" fmla="*/ 17 w 328"/>
                      <a:gd name="T85" fmla="*/ 114 h 408"/>
                      <a:gd name="T86" fmla="*/ 14 w 328"/>
                      <a:gd name="T87" fmla="*/ 108 h 408"/>
                      <a:gd name="T88" fmla="*/ 11 w 328"/>
                      <a:gd name="T89" fmla="*/ 108 h 408"/>
                      <a:gd name="T90" fmla="*/ 11 w 328"/>
                      <a:gd name="T91" fmla="*/ 98 h 408"/>
                      <a:gd name="T92" fmla="*/ 6 w 328"/>
                      <a:gd name="T93" fmla="*/ 92 h 408"/>
                      <a:gd name="T94" fmla="*/ 8 w 328"/>
                      <a:gd name="T95" fmla="*/ 92 h 408"/>
                      <a:gd name="T96" fmla="*/ 8 w 328"/>
                      <a:gd name="T97" fmla="*/ 89 h 408"/>
                      <a:gd name="T98" fmla="*/ 3 w 328"/>
                      <a:gd name="T99" fmla="*/ 84 h 408"/>
                      <a:gd name="T100" fmla="*/ 3 w 328"/>
                      <a:gd name="T101" fmla="*/ 81 h 408"/>
                      <a:gd name="T102" fmla="*/ 0 w 328"/>
                      <a:gd name="T103" fmla="*/ 78 h 408"/>
                      <a:gd name="T104" fmla="*/ 0 w 328"/>
                      <a:gd name="T105" fmla="*/ 75 h 408"/>
                      <a:gd name="T106" fmla="*/ 3 w 328"/>
                      <a:gd name="T107" fmla="*/ 64 h 408"/>
                      <a:gd name="T108" fmla="*/ 3 w 328"/>
                      <a:gd name="T109" fmla="*/ 61 h 408"/>
                      <a:gd name="T110" fmla="*/ 3 w 328"/>
                      <a:gd name="T111" fmla="*/ 56 h 408"/>
                      <a:gd name="T112" fmla="*/ 14 w 328"/>
                      <a:gd name="T113" fmla="*/ 56 h 408"/>
                      <a:gd name="T114" fmla="*/ 14 w 328"/>
                      <a:gd name="T115" fmla="*/ 25 h 4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28"/>
                      <a:gd name="T175" fmla="*/ 0 h 408"/>
                      <a:gd name="T176" fmla="*/ 328 w 328"/>
                      <a:gd name="T177" fmla="*/ 408 h 4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28" h="408">
                        <a:moveTo>
                          <a:pt x="40" y="72"/>
                        </a:moveTo>
                        <a:lnTo>
                          <a:pt x="56" y="72"/>
                        </a:lnTo>
                        <a:lnTo>
                          <a:pt x="56" y="24"/>
                        </a:lnTo>
                        <a:lnTo>
                          <a:pt x="120" y="32"/>
                        </a:lnTo>
                        <a:lnTo>
                          <a:pt x="216" y="24"/>
                        </a:lnTo>
                        <a:lnTo>
                          <a:pt x="224" y="32"/>
                        </a:lnTo>
                        <a:lnTo>
                          <a:pt x="232" y="32"/>
                        </a:lnTo>
                        <a:lnTo>
                          <a:pt x="232" y="24"/>
                        </a:lnTo>
                        <a:lnTo>
                          <a:pt x="248" y="16"/>
                        </a:lnTo>
                        <a:lnTo>
                          <a:pt x="264" y="0"/>
                        </a:lnTo>
                        <a:lnTo>
                          <a:pt x="288" y="24"/>
                        </a:lnTo>
                        <a:lnTo>
                          <a:pt x="296" y="40"/>
                        </a:lnTo>
                        <a:lnTo>
                          <a:pt x="296" y="72"/>
                        </a:lnTo>
                        <a:lnTo>
                          <a:pt x="296" y="88"/>
                        </a:lnTo>
                        <a:lnTo>
                          <a:pt x="328" y="112"/>
                        </a:lnTo>
                        <a:lnTo>
                          <a:pt x="296" y="136"/>
                        </a:lnTo>
                        <a:lnTo>
                          <a:pt x="280" y="160"/>
                        </a:lnTo>
                        <a:lnTo>
                          <a:pt x="280" y="192"/>
                        </a:lnTo>
                        <a:lnTo>
                          <a:pt x="280" y="232"/>
                        </a:lnTo>
                        <a:lnTo>
                          <a:pt x="256" y="240"/>
                        </a:lnTo>
                        <a:lnTo>
                          <a:pt x="256" y="256"/>
                        </a:lnTo>
                        <a:lnTo>
                          <a:pt x="232" y="264"/>
                        </a:lnTo>
                        <a:lnTo>
                          <a:pt x="232" y="296"/>
                        </a:lnTo>
                        <a:lnTo>
                          <a:pt x="216" y="312"/>
                        </a:lnTo>
                        <a:lnTo>
                          <a:pt x="248" y="352"/>
                        </a:lnTo>
                        <a:lnTo>
                          <a:pt x="256" y="376"/>
                        </a:lnTo>
                        <a:lnTo>
                          <a:pt x="272" y="392"/>
                        </a:lnTo>
                        <a:lnTo>
                          <a:pt x="232" y="392"/>
                        </a:lnTo>
                        <a:lnTo>
                          <a:pt x="216" y="408"/>
                        </a:lnTo>
                        <a:lnTo>
                          <a:pt x="192" y="408"/>
                        </a:lnTo>
                        <a:lnTo>
                          <a:pt x="176" y="408"/>
                        </a:lnTo>
                        <a:lnTo>
                          <a:pt x="168" y="408"/>
                        </a:lnTo>
                        <a:lnTo>
                          <a:pt x="152" y="392"/>
                        </a:lnTo>
                        <a:lnTo>
                          <a:pt x="136" y="392"/>
                        </a:lnTo>
                        <a:lnTo>
                          <a:pt x="128" y="392"/>
                        </a:lnTo>
                        <a:lnTo>
                          <a:pt x="120" y="392"/>
                        </a:lnTo>
                        <a:lnTo>
                          <a:pt x="112" y="392"/>
                        </a:lnTo>
                        <a:lnTo>
                          <a:pt x="104" y="384"/>
                        </a:lnTo>
                        <a:lnTo>
                          <a:pt x="96" y="376"/>
                        </a:lnTo>
                        <a:lnTo>
                          <a:pt x="80" y="360"/>
                        </a:lnTo>
                        <a:lnTo>
                          <a:pt x="72" y="344"/>
                        </a:lnTo>
                        <a:lnTo>
                          <a:pt x="56" y="328"/>
                        </a:lnTo>
                        <a:lnTo>
                          <a:pt x="48" y="328"/>
                        </a:lnTo>
                        <a:lnTo>
                          <a:pt x="40" y="312"/>
                        </a:lnTo>
                        <a:lnTo>
                          <a:pt x="32" y="312"/>
                        </a:lnTo>
                        <a:lnTo>
                          <a:pt x="32" y="280"/>
                        </a:lnTo>
                        <a:lnTo>
                          <a:pt x="16" y="264"/>
                        </a:lnTo>
                        <a:lnTo>
                          <a:pt x="24" y="264"/>
                        </a:lnTo>
                        <a:lnTo>
                          <a:pt x="24" y="256"/>
                        </a:lnTo>
                        <a:lnTo>
                          <a:pt x="8" y="240"/>
                        </a:lnTo>
                        <a:lnTo>
                          <a:pt x="8" y="232"/>
                        </a:lnTo>
                        <a:lnTo>
                          <a:pt x="0" y="224"/>
                        </a:lnTo>
                        <a:lnTo>
                          <a:pt x="0" y="216"/>
                        </a:lnTo>
                        <a:lnTo>
                          <a:pt x="8" y="184"/>
                        </a:lnTo>
                        <a:lnTo>
                          <a:pt x="8" y="176"/>
                        </a:lnTo>
                        <a:lnTo>
                          <a:pt x="8" y="160"/>
                        </a:lnTo>
                        <a:lnTo>
                          <a:pt x="40" y="160"/>
                        </a:lnTo>
                        <a:lnTo>
                          <a:pt x="40" y="7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83" name="Freeform 309">
                    <a:extLst>
                      <a:ext uri="{FF2B5EF4-FFF2-40B4-BE49-F238E27FC236}">
                        <a16:creationId xmlns:a16="http://schemas.microsoft.com/office/drawing/2014/main" id="{6ABE88B7-7BE0-06D0-8240-AFBB6DA8E188}"/>
                      </a:ext>
                    </a:extLst>
                  </p:cNvPr>
                  <p:cNvSpPr>
                    <a:spLocks/>
                  </p:cNvSpPr>
                  <p:nvPr/>
                </p:nvSpPr>
                <p:spPr bwMode="gray">
                  <a:xfrm>
                    <a:off x="3279" y="2627"/>
                    <a:ext cx="90" cy="91"/>
                  </a:xfrm>
                  <a:custGeom>
                    <a:avLst/>
                    <a:gdLst>
                      <a:gd name="T0" fmla="*/ 44 w 128"/>
                      <a:gd name="T1" fmla="*/ 41 h 128"/>
                      <a:gd name="T2" fmla="*/ 41 w 128"/>
                      <a:gd name="T3" fmla="*/ 43 h 128"/>
                      <a:gd name="T4" fmla="*/ 39 w 128"/>
                      <a:gd name="T5" fmla="*/ 46 h 128"/>
                      <a:gd name="T6" fmla="*/ 34 w 128"/>
                      <a:gd name="T7" fmla="*/ 34 h 128"/>
                      <a:gd name="T8" fmla="*/ 25 w 128"/>
                      <a:gd name="T9" fmla="*/ 29 h 128"/>
                      <a:gd name="T10" fmla="*/ 19 w 128"/>
                      <a:gd name="T11" fmla="*/ 26 h 128"/>
                      <a:gd name="T12" fmla="*/ 0 w 128"/>
                      <a:gd name="T13" fmla="*/ 29 h 128"/>
                      <a:gd name="T14" fmla="*/ 0 w 128"/>
                      <a:gd name="T15" fmla="*/ 17 h 128"/>
                      <a:gd name="T16" fmla="*/ 6 w 128"/>
                      <a:gd name="T17" fmla="*/ 9 h 128"/>
                      <a:gd name="T18" fmla="*/ 17 w 128"/>
                      <a:gd name="T19" fmla="*/ 0 h 128"/>
                      <a:gd name="T20" fmla="*/ 19 w 128"/>
                      <a:gd name="T21" fmla="*/ 11 h 128"/>
                      <a:gd name="T22" fmla="*/ 23 w 128"/>
                      <a:gd name="T23" fmla="*/ 20 h 128"/>
                      <a:gd name="T24" fmla="*/ 27 w 128"/>
                      <a:gd name="T25" fmla="*/ 23 h 128"/>
                      <a:gd name="T26" fmla="*/ 36 w 128"/>
                      <a:gd name="T27" fmla="*/ 29 h 128"/>
                      <a:gd name="T28" fmla="*/ 44 w 128"/>
                      <a:gd name="T29" fmla="*/ 41 h 12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8"/>
                      <a:gd name="T46" fmla="*/ 0 h 128"/>
                      <a:gd name="T47" fmla="*/ 128 w 128"/>
                      <a:gd name="T48" fmla="*/ 128 h 12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8" h="128">
                        <a:moveTo>
                          <a:pt x="128" y="112"/>
                        </a:moveTo>
                        <a:lnTo>
                          <a:pt x="120" y="120"/>
                        </a:lnTo>
                        <a:lnTo>
                          <a:pt x="112" y="128"/>
                        </a:lnTo>
                        <a:lnTo>
                          <a:pt x="96" y="96"/>
                        </a:lnTo>
                        <a:lnTo>
                          <a:pt x="72" y="80"/>
                        </a:lnTo>
                        <a:lnTo>
                          <a:pt x="56" y="72"/>
                        </a:lnTo>
                        <a:lnTo>
                          <a:pt x="0" y="80"/>
                        </a:lnTo>
                        <a:lnTo>
                          <a:pt x="0" y="48"/>
                        </a:lnTo>
                        <a:lnTo>
                          <a:pt x="16" y="24"/>
                        </a:lnTo>
                        <a:lnTo>
                          <a:pt x="48" y="0"/>
                        </a:lnTo>
                        <a:lnTo>
                          <a:pt x="56" y="32"/>
                        </a:lnTo>
                        <a:lnTo>
                          <a:pt x="64" y="56"/>
                        </a:lnTo>
                        <a:lnTo>
                          <a:pt x="80" y="64"/>
                        </a:lnTo>
                        <a:lnTo>
                          <a:pt x="104" y="80"/>
                        </a:lnTo>
                        <a:lnTo>
                          <a:pt x="128" y="11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84" name="Freeform 310">
                    <a:extLst>
                      <a:ext uri="{FF2B5EF4-FFF2-40B4-BE49-F238E27FC236}">
                        <a16:creationId xmlns:a16="http://schemas.microsoft.com/office/drawing/2014/main" id="{210D5294-9736-990B-55A1-3D324F85CF92}"/>
                      </a:ext>
                    </a:extLst>
                  </p:cNvPr>
                  <p:cNvSpPr>
                    <a:spLocks/>
                  </p:cNvSpPr>
                  <p:nvPr/>
                </p:nvSpPr>
                <p:spPr bwMode="gray">
                  <a:xfrm>
                    <a:off x="3234" y="2678"/>
                    <a:ext cx="219" cy="158"/>
                  </a:xfrm>
                  <a:custGeom>
                    <a:avLst/>
                    <a:gdLst>
                      <a:gd name="T0" fmla="*/ 19 w 312"/>
                      <a:gd name="T1" fmla="*/ 73 h 224"/>
                      <a:gd name="T2" fmla="*/ 14 w 312"/>
                      <a:gd name="T3" fmla="*/ 67 h 224"/>
                      <a:gd name="T4" fmla="*/ 11 w 312"/>
                      <a:gd name="T5" fmla="*/ 59 h 224"/>
                      <a:gd name="T6" fmla="*/ 0 w 312"/>
                      <a:gd name="T7" fmla="*/ 44 h 224"/>
                      <a:gd name="T8" fmla="*/ 6 w 312"/>
                      <a:gd name="T9" fmla="*/ 40 h 224"/>
                      <a:gd name="T10" fmla="*/ 6 w 312"/>
                      <a:gd name="T11" fmla="*/ 28 h 224"/>
                      <a:gd name="T12" fmla="*/ 14 w 312"/>
                      <a:gd name="T13" fmla="*/ 25 h 224"/>
                      <a:gd name="T14" fmla="*/ 14 w 312"/>
                      <a:gd name="T15" fmla="*/ 20 h 224"/>
                      <a:gd name="T16" fmla="*/ 22 w 312"/>
                      <a:gd name="T17" fmla="*/ 17 h 224"/>
                      <a:gd name="T18" fmla="*/ 22 w 312"/>
                      <a:gd name="T19" fmla="*/ 3 h 224"/>
                      <a:gd name="T20" fmla="*/ 41 w 312"/>
                      <a:gd name="T21" fmla="*/ 0 h 224"/>
                      <a:gd name="T22" fmla="*/ 47 w 312"/>
                      <a:gd name="T23" fmla="*/ 3 h 224"/>
                      <a:gd name="T24" fmla="*/ 55 w 312"/>
                      <a:gd name="T25" fmla="*/ 8 h 224"/>
                      <a:gd name="T26" fmla="*/ 61 w 312"/>
                      <a:gd name="T27" fmla="*/ 20 h 224"/>
                      <a:gd name="T28" fmla="*/ 61 w 312"/>
                      <a:gd name="T29" fmla="*/ 25 h 224"/>
                      <a:gd name="T30" fmla="*/ 64 w 312"/>
                      <a:gd name="T31" fmla="*/ 28 h 224"/>
                      <a:gd name="T32" fmla="*/ 67 w 312"/>
                      <a:gd name="T33" fmla="*/ 28 h 224"/>
                      <a:gd name="T34" fmla="*/ 69 w 312"/>
                      <a:gd name="T35" fmla="*/ 34 h 224"/>
                      <a:gd name="T36" fmla="*/ 72 w 312"/>
                      <a:gd name="T37" fmla="*/ 40 h 224"/>
                      <a:gd name="T38" fmla="*/ 75 w 312"/>
                      <a:gd name="T39" fmla="*/ 40 h 224"/>
                      <a:gd name="T40" fmla="*/ 83 w 312"/>
                      <a:gd name="T41" fmla="*/ 44 h 224"/>
                      <a:gd name="T42" fmla="*/ 102 w 312"/>
                      <a:gd name="T43" fmla="*/ 48 h 224"/>
                      <a:gd name="T44" fmla="*/ 108 w 312"/>
                      <a:gd name="T45" fmla="*/ 44 h 224"/>
                      <a:gd name="T46" fmla="*/ 105 w 312"/>
                      <a:gd name="T47" fmla="*/ 51 h 224"/>
                      <a:gd name="T48" fmla="*/ 83 w 312"/>
                      <a:gd name="T49" fmla="*/ 70 h 224"/>
                      <a:gd name="T50" fmla="*/ 67 w 312"/>
                      <a:gd name="T51" fmla="*/ 73 h 224"/>
                      <a:gd name="T52" fmla="*/ 61 w 312"/>
                      <a:gd name="T53" fmla="*/ 75 h 224"/>
                      <a:gd name="T54" fmla="*/ 50 w 312"/>
                      <a:gd name="T55" fmla="*/ 75 h 224"/>
                      <a:gd name="T56" fmla="*/ 41 w 312"/>
                      <a:gd name="T57" fmla="*/ 78 h 224"/>
                      <a:gd name="T58" fmla="*/ 36 w 312"/>
                      <a:gd name="T59" fmla="*/ 78 h 224"/>
                      <a:gd name="T60" fmla="*/ 22 w 312"/>
                      <a:gd name="T61" fmla="*/ 73 h 224"/>
                      <a:gd name="T62" fmla="*/ 19 w 312"/>
                      <a:gd name="T63" fmla="*/ 73 h 22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12"/>
                      <a:gd name="T97" fmla="*/ 0 h 224"/>
                      <a:gd name="T98" fmla="*/ 312 w 312"/>
                      <a:gd name="T99" fmla="*/ 224 h 22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12" h="224">
                        <a:moveTo>
                          <a:pt x="56" y="208"/>
                        </a:moveTo>
                        <a:lnTo>
                          <a:pt x="40" y="192"/>
                        </a:lnTo>
                        <a:lnTo>
                          <a:pt x="32" y="168"/>
                        </a:lnTo>
                        <a:lnTo>
                          <a:pt x="0" y="128"/>
                        </a:lnTo>
                        <a:lnTo>
                          <a:pt x="16" y="112"/>
                        </a:lnTo>
                        <a:lnTo>
                          <a:pt x="16" y="80"/>
                        </a:lnTo>
                        <a:lnTo>
                          <a:pt x="40" y="72"/>
                        </a:lnTo>
                        <a:lnTo>
                          <a:pt x="40" y="56"/>
                        </a:lnTo>
                        <a:lnTo>
                          <a:pt x="64" y="48"/>
                        </a:lnTo>
                        <a:lnTo>
                          <a:pt x="64" y="8"/>
                        </a:lnTo>
                        <a:lnTo>
                          <a:pt x="120" y="0"/>
                        </a:lnTo>
                        <a:lnTo>
                          <a:pt x="136" y="8"/>
                        </a:lnTo>
                        <a:lnTo>
                          <a:pt x="160" y="24"/>
                        </a:lnTo>
                        <a:lnTo>
                          <a:pt x="176" y="56"/>
                        </a:lnTo>
                        <a:lnTo>
                          <a:pt x="176" y="72"/>
                        </a:lnTo>
                        <a:lnTo>
                          <a:pt x="184" y="80"/>
                        </a:lnTo>
                        <a:lnTo>
                          <a:pt x="192" y="80"/>
                        </a:lnTo>
                        <a:lnTo>
                          <a:pt x="200" y="96"/>
                        </a:lnTo>
                        <a:lnTo>
                          <a:pt x="208" y="112"/>
                        </a:lnTo>
                        <a:lnTo>
                          <a:pt x="216" y="112"/>
                        </a:lnTo>
                        <a:lnTo>
                          <a:pt x="240" y="128"/>
                        </a:lnTo>
                        <a:lnTo>
                          <a:pt x="296" y="136"/>
                        </a:lnTo>
                        <a:lnTo>
                          <a:pt x="312" y="128"/>
                        </a:lnTo>
                        <a:lnTo>
                          <a:pt x="304" y="144"/>
                        </a:lnTo>
                        <a:lnTo>
                          <a:pt x="240" y="200"/>
                        </a:lnTo>
                        <a:lnTo>
                          <a:pt x="192" y="208"/>
                        </a:lnTo>
                        <a:lnTo>
                          <a:pt x="176" y="216"/>
                        </a:lnTo>
                        <a:lnTo>
                          <a:pt x="144" y="216"/>
                        </a:lnTo>
                        <a:lnTo>
                          <a:pt x="120" y="224"/>
                        </a:lnTo>
                        <a:lnTo>
                          <a:pt x="104" y="224"/>
                        </a:lnTo>
                        <a:lnTo>
                          <a:pt x="64" y="208"/>
                        </a:lnTo>
                        <a:lnTo>
                          <a:pt x="56" y="20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85" name="Freeform 311">
                    <a:extLst>
                      <a:ext uri="{FF2B5EF4-FFF2-40B4-BE49-F238E27FC236}">
                        <a16:creationId xmlns:a16="http://schemas.microsoft.com/office/drawing/2014/main" id="{1C006D0F-4631-6B83-E8D0-EBA47CE85252}"/>
                      </a:ext>
                    </a:extLst>
                  </p:cNvPr>
                  <p:cNvSpPr>
                    <a:spLocks/>
                  </p:cNvSpPr>
                  <p:nvPr/>
                </p:nvSpPr>
                <p:spPr bwMode="gray">
                  <a:xfrm>
                    <a:off x="3352" y="2718"/>
                    <a:ext cx="140" cy="191"/>
                  </a:xfrm>
                  <a:custGeom>
                    <a:avLst/>
                    <a:gdLst>
                      <a:gd name="T0" fmla="*/ 3 w 200"/>
                      <a:gd name="T1" fmla="*/ 94 h 272"/>
                      <a:gd name="T2" fmla="*/ 10 w 200"/>
                      <a:gd name="T3" fmla="*/ 86 h 272"/>
                      <a:gd name="T4" fmla="*/ 14 w 200"/>
                      <a:gd name="T5" fmla="*/ 80 h 272"/>
                      <a:gd name="T6" fmla="*/ 22 w 200"/>
                      <a:gd name="T7" fmla="*/ 75 h 272"/>
                      <a:gd name="T8" fmla="*/ 30 w 200"/>
                      <a:gd name="T9" fmla="*/ 69 h 272"/>
                      <a:gd name="T10" fmla="*/ 36 w 200"/>
                      <a:gd name="T11" fmla="*/ 64 h 272"/>
                      <a:gd name="T12" fmla="*/ 41 w 200"/>
                      <a:gd name="T13" fmla="*/ 58 h 272"/>
                      <a:gd name="T14" fmla="*/ 50 w 200"/>
                      <a:gd name="T15" fmla="*/ 47 h 272"/>
                      <a:gd name="T16" fmla="*/ 52 w 200"/>
                      <a:gd name="T17" fmla="*/ 44 h 272"/>
                      <a:gd name="T18" fmla="*/ 55 w 200"/>
                      <a:gd name="T19" fmla="*/ 39 h 272"/>
                      <a:gd name="T20" fmla="*/ 55 w 200"/>
                      <a:gd name="T21" fmla="*/ 33 h 272"/>
                      <a:gd name="T22" fmla="*/ 66 w 200"/>
                      <a:gd name="T23" fmla="*/ 22 h 272"/>
                      <a:gd name="T24" fmla="*/ 66 w 200"/>
                      <a:gd name="T25" fmla="*/ 14 h 272"/>
                      <a:gd name="T26" fmla="*/ 69 w 200"/>
                      <a:gd name="T27" fmla="*/ 3 h 272"/>
                      <a:gd name="T28" fmla="*/ 66 w 200"/>
                      <a:gd name="T29" fmla="*/ 0 h 272"/>
                      <a:gd name="T30" fmla="*/ 63 w 200"/>
                      <a:gd name="T31" fmla="*/ 0 h 272"/>
                      <a:gd name="T32" fmla="*/ 60 w 200"/>
                      <a:gd name="T33" fmla="*/ 3 h 272"/>
                      <a:gd name="T34" fmla="*/ 50 w 200"/>
                      <a:gd name="T35" fmla="*/ 6 h 272"/>
                      <a:gd name="T36" fmla="*/ 44 w 200"/>
                      <a:gd name="T37" fmla="*/ 6 h 272"/>
                      <a:gd name="T38" fmla="*/ 38 w 200"/>
                      <a:gd name="T39" fmla="*/ 8 h 272"/>
                      <a:gd name="T40" fmla="*/ 27 w 200"/>
                      <a:gd name="T41" fmla="*/ 11 h 272"/>
                      <a:gd name="T42" fmla="*/ 25 w 200"/>
                      <a:gd name="T43" fmla="*/ 11 h 272"/>
                      <a:gd name="T44" fmla="*/ 19 w 200"/>
                      <a:gd name="T45" fmla="*/ 11 h 272"/>
                      <a:gd name="T46" fmla="*/ 14 w 200"/>
                      <a:gd name="T47" fmla="*/ 6 h 272"/>
                      <a:gd name="T48" fmla="*/ 8 w 200"/>
                      <a:gd name="T49" fmla="*/ 8 h 272"/>
                      <a:gd name="T50" fmla="*/ 10 w 200"/>
                      <a:gd name="T51" fmla="*/ 14 h 272"/>
                      <a:gd name="T52" fmla="*/ 14 w 200"/>
                      <a:gd name="T53" fmla="*/ 19 h 272"/>
                      <a:gd name="T54" fmla="*/ 17 w 200"/>
                      <a:gd name="T55" fmla="*/ 19 h 272"/>
                      <a:gd name="T56" fmla="*/ 25 w 200"/>
                      <a:gd name="T57" fmla="*/ 25 h 272"/>
                      <a:gd name="T58" fmla="*/ 44 w 200"/>
                      <a:gd name="T59" fmla="*/ 27 h 272"/>
                      <a:gd name="T60" fmla="*/ 50 w 200"/>
                      <a:gd name="T61" fmla="*/ 25 h 272"/>
                      <a:gd name="T62" fmla="*/ 47 w 200"/>
                      <a:gd name="T63" fmla="*/ 31 h 272"/>
                      <a:gd name="T64" fmla="*/ 25 w 200"/>
                      <a:gd name="T65" fmla="*/ 50 h 272"/>
                      <a:gd name="T66" fmla="*/ 8 w 200"/>
                      <a:gd name="T67" fmla="*/ 53 h 272"/>
                      <a:gd name="T68" fmla="*/ 3 w 200"/>
                      <a:gd name="T69" fmla="*/ 55 h 272"/>
                      <a:gd name="T70" fmla="*/ 0 w 200"/>
                      <a:gd name="T71" fmla="*/ 61 h 272"/>
                      <a:gd name="T72" fmla="*/ 0 w 200"/>
                      <a:gd name="T73" fmla="*/ 91 h 272"/>
                      <a:gd name="T74" fmla="*/ 0 w 200"/>
                      <a:gd name="T75" fmla="*/ 94 h 272"/>
                      <a:gd name="T76" fmla="*/ 3 w 200"/>
                      <a:gd name="T77" fmla="*/ 94 h 27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00"/>
                      <a:gd name="T118" fmla="*/ 0 h 272"/>
                      <a:gd name="T119" fmla="*/ 200 w 200"/>
                      <a:gd name="T120" fmla="*/ 272 h 272"/>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00" h="272">
                        <a:moveTo>
                          <a:pt x="8" y="272"/>
                        </a:moveTo>
                        <a:lnTo>
                          <a:pt x="32" y="248"/>
                        </a:lnTo>
                        <a:lnTo>
                          <a:pt x="40" y="232"/>
                        </a:lnTo>
                        <a:lnTo>
                          <a:pt x="64" y="216"/>
                        </a:lnTo>
                        <a:lnTo>
                          <a:pt x="88" y="200"/>
                        </a:lnTo>
                        <a:lnTo>
                          <a:pt x="104" y="184"/>
                        </a:lnTo>
                        <a:lnTo>
                          <a:pt x="120" y="168"/>
                        </a:lnTo>
                        <a:lnTo>
                          <a:pt x="144" y="136"/>
                        </a:lnTo>
                        <a:lnTo>
                          <a:pt x="152" y="128"/>
                        </a:lnTo>
                        <a:lnTo>
                          <a:pt x="160" y="112"/>
                        </a:lnTo>
                        <a:lnTo>
                          <a:pt x="160" y="96"/>
                        </a:lnTo>
                        <a:lnTo>
                          <a:pt x="192" y="64"/>
                        </a:lnTo>
                        <a:lnTo>
                          <a:pt x="192" y="40"/>
                        </a:lnTo>
                        <a:lnTo>
                          <a:pt x="200" y="8"/>
                        </a:lnTo>
                        <a:lnTo>
                          <a:pt x="192" y="0"/>
                        </a:lnTo>
                        <a:lnTo>
                          <a:pt x="184" y="0"/>
                        </a:lnTo>
                        <a:lnTo>
                          <a:pt x="176" y="8"/>
                        </a:lnTo>
                        <a:lnTo>
                          <a:pt x="144" y="16"/>
                        </a:lnTo>
                        <a:lnTo>
                          <a:pt x="128" y="16"/>
                        </a:lnTo>
                        <a:lnTo>
                          <a:pt x="112" y="24"/>
                        </a:lnTo>
                        <a:lnTo>
                          <a:pt x="80" y="32"/>
                        </a:lnTo>
                        <a:lnTo>
                          <a:pt x="72" y="32"/>
                        </a:lnTo>
                        <a:lnTo>
                          <a:pt x="56" y="32"/>
                        </a:lnTo>
                        <a:lnTo>
                          <a:pt x="40" y="16"/>
                        </a:lnTo>
                        <a:lnTo>
                          <a:pt x="24" y="24"/>
                        </a:lnTo>
                        <a:lnTo>
                          <a:pt x="32" y="40"/>
                        </a:lnTo>
                        <a:lnTo>
                          <a:pt x="40" y="56"/>
                        </a:lnTo>
                        <a:lnTo>
                          <a:pt x="48" y="56"/>
                        </a:lnTo>
                        <a:lnTo>
                          <a:pt x="72" y="72"/>
                        </a:lnTo>
                        <a:lnTo>
                          <a:pt x="128" y="80"/>
                        </a:lnTo>
                        <a:lnTo>
                          <a:pt x="144" y="72"/>
                        </a:lnTo>
                        <a:lnTo>
                          <a:pt x="136" y="88"/>
                        </a:lnTo>
                        <a:lnTo>
                          <a:pt x="72" y="144"/>
                        </a:lnTo>
                        <a:lnTo>
                          <a:pt x="24" y="152"/>
                        </a:lnTo>
                        <a:lnTo>
                          <a:pt x="8" y="160"/>
                        </a:lnTo>
                        <a:lnTo>
                          <a:pt x="0" y="176"/>
                        </a:lnTo>
                        <a:lnTo>
                          <a:pt x="0" y="264"/>
                        </a:lnTo>
                        <a:lnTo>
                          <a:pt x="0" y="272"/>
                        </a:lnTo>
                        <a:lnTo>
                          <a:pt x="8" y="27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86" name="Freeform 312">
                    <a:extLst>
                      <a:ext uri="{FF2B5EF4-FFF2-40B4-BE49-F238E27FC236}">
                        <a16:creationId xmlns:a16="http://schemas.microsoft.com/office/drawing/2014/main" id="{F28765D9-E848-BBCC-98B2-BFFBE886BD01}"/>
                      </a:ext>
                    </a:extLst>
                  </p:cNvPr>
                  <p:cNvSpPr>
                    <a:spLocks/>
                  </p:cNvSpPr>
                  <p:nvPr/>
                </p:nvSpPr>
                <p:spPr bwMode="gray">
                  <a:xfrm>
                    <a:off x="2767" y="2549"/>
                    <a:ext cx="225" cy="169"/>
                  </a:xfrm>
                  <a:custGeom>
                    <a:avLst/>
                    <a:gdLst>
                      <a:gd name="T0" fmla="*/ 84 w 320"/>
                      <a:gd name="T1" fmla="*/ 0 h 240"/>
                      <a:gd name="T2" fmla="*/ 39 w 320"/>
                      <a:gd name="T3" fmla="*/ 31 h 240"/>
                      <a:gd name="T4" fmla="*/ 31 w 320"/>
                      <a:gd name="T5" fmla="*/ 31 h 240"/>
                      <a:gd name="T6" fmla="*/ 23 w 320"/>
                      <a:gd name="T7" fmla="*/ 61 h 240"/>
                      <a:gd name="T8" fmla="*/ 14 w 320"/>
                      <a:gd name="T9" fmla="*/ 61 h 240"/>
                      <a:gd name="T10" fmla="*/ 8 w 320"/>
                      <a:gd name="T11" fmla="*/ 65 h 240"/>
                      <a:gd name="T12" fmla="*/ 0 w 320"/>
                      <a:gd name="T13" fmla="*/ 65 h 240"/>
                      <a:gd name="T14" fmla="*/ 0 w 320"/>
                      <a:gd name="T15" fmla="*/ 70 h 240"/>
                      <a:gd name="T16" fmla="*/ 3 w 320"/>
                      <a:gd name="T17" fmla="*/ 73 h 240"/>
                      <a:gd name="T18" fmla="*/ 6 w 320"/>
                      <a:gd name="T19" fmla="*/ 73 h 240"/>
                      <a:gd name="T20" fmla="*/ 8 w 320"/>
                      <a:gd name="T21" fmla="*/ 78 h 240"/>
                      <a:gd name="T22" fmla="*/ 14 w 320"/>
                      <a:gd name="T23" fmla="*/ 81 h 240"/>
                      <a:gd name="T24" fmla="*/ 14 w 320"/>
                      <a:gd name="T25" fmla="*/ 84 h 240"/>
                      <a:gd name="T26" fmla="*/ 19 w 320"/>
                      <a:gd name="T27" fmla="*/ 84 h 240"/>
                      <a:gd name="T28" fmla="*/ 23 w 320"/>
                      <a:gd name="T29" fmla="*/ 84 h 240"/>
                      <a:gd name="T30" fmla="*/ 25 w 320"/>
                      <a:gd name="T31" fmla="*/ 75 h 240"/>
                      <a:gd name="T32" fmla="*/ 31 w 320"/>
                      <a:gd name="T33" fmla="*/ 70 h 240"/>
                      <a:gd name="T34" fmla="*/ 41 w 320"/>
                      <a:gd name="T35" fmla="*/ 73 h 240"/>
                      <a:gd name="T36" fmla="*/ 48 w 320"/>
                      <a:gd name="T37" fmla="*/ 78 h 240"/>
                      <a:gd name="T38" fmla="*/ 56 w 320"/>
                      <a:gd name="T39" fmla="*/ 78 h 240"/>
                      <a:gd name="T40" fmla="*/ 61 w 320"/>
                      <a:gd name="T41" fmla="*/ 78 h 240"/>
                      <a:gd name="T42" fmla="*/ 67 w 320"/>
                      <a:gd name="T43" fmla="*/ 78 h 240"/>
                      <a:gd name="T44" fmla="*/ 70 w 320"/>
                      <a:gd name="T45" fmla="*/ 73 h 240"/>
                      <a:gd name="T46" fmla="*/ 84 w 320"/>
                      <a:gd name="T47" fmla="*/ 75 h 240"/>
                      <a:gd name="T48" fmla="*/ 94 w 320"/>
                      <a:gd name="T49" fmla="*/ 73 h 240"/>
                      <a:gd name="T50" fmla="*/ 94 w 320"/>
                      <a:gd name="T51" fmla="*/ 61 h 240"/>
                      <a:gd name="T52" fmla="*/ 108 w 320"/>
                      <a:gd name="T53" fmla="*/ 48 h 240"/>
                      <a:gd name="T54" fmla="*/ 108 w 320"/>
                      <a:gd name="T55" fmla="*/ 27 h 240"/>
                      <a:gd name="T56" fmla="*/ 111 w 320"/>
                      <a:gd name="T57" fmla="*/ 23 h 240"/>
                      <a:gd name="T58" fmla="*/ 105 w 320"/>
                      <a:gd name="T59" fmla="*/ 14 h 240"/>
                      <a:gd name="T60" fmla="*/ 103 w 320"/>
                      <a:gd name="T61" fmla="*/ 6 h 240"/>
                      <a:gd name="T62" fmla="*/ 86 w 320"/>
                      <a:gd name="T63" fmla="*/ 0 h 240"/>
                      <a:gd name="T64" fmla="*/ 84 w 320"/>
                      <a:gd name="T65" fmla="*/ 0 h 2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20"/>
                      <a:gd name="T100" fmla="*/ 0 h 240"/>
                      <a:gd name="T101" fmla="*/ 320 w 320"/>
                      <a:gd name="T102" fmla="*/ 240 h 24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20" h="240">
                        <a:moveTo>
                          <a:pt x="240" y="0"/>
                        </a:moveTo>
                        <a:lnTo>
                          <a:pt x="112" y="88"/>
                        </a:lnTo>
                        <a:lnTo>
                          <a:pt x="88" y="88"/>
                        </a:lnTo>
                        <a:lnTo>
                          <a:pt x="64" y="176"/>
                        </a:lnTo>
                        <a:lnTo>
                          <a:pt x="40" y="176"/>
                        </a:lnTo>
                        <a:lnTo>
                          <a:pt x="24" y="184"/>
                        </a:lnTo>
                        <a:lnTo>
                          <a:pt x="0" y="184"/>
                        </a:lnTo>
                        <a:lnTo>
                          <a:pt x="0" y="200"/>
                        </a:lnTo>
                        <a:lnTo>
                          <a:pt x="8" y="208"/>
                        </a:lnTo>
                        <a:lnTo>
                          <a:pt x="16" y="208"/>
                        </a:lnTo>
                        <a:lnTo>
                          <a:pt x="24" y="224"/>
                        </a:lnTo>
                        <a:lnTo>
                          <a:pt x="40" y="232"/>
                        </a:lnTo>
                        <a:lnTo>
                          <a:pt x="40" y="240"/>
                        </a:lnTo>
                        <a:lnTo>
                          <a:pt x="56" y="240"/>
                        </a:lnTo>
                        <a:lnTo>
                          <a:pt x="64" y="240"/>
                        </a:lnTo>
                        <a:lnTo>
                          <a:pt x="72" y="216"/>
                        </a:lnTo>
                        <a:lnTo>
                          <a:pt x="88" y="200"/>
                        </a:lnTo>
                        <a:lnTo>
                          <a:pt x="120" y="208"/>
                        </a:lnTo>
                        <a:lnTo>
                          <a:pt x="136" y="224"/>
                        </a:lnTo>
                        <a:lnTo>
                          <a:pt x="160" y="224"/>
                        </a:lnTo>
                        <a:lnTo>
                          <a:pt x="176" y="224"/>
                        </a:lnTo>
                        <a:lnTo>
                          <a:pt x="192" y="224"/>
                        </a:lnTo>
                        <a:lnTo>
                          <a:pt x="200" y="208"/>
                        </a:lnTo>
                        <a:lnTo>
                          <a:pt x="240" y="216"/>
                        </a:lnTo>
                        <a:lnTo>
                          <a:pt x="272" y="208"/>
                        </a:lnTo>
                        <a:lnTo>
                          <a:pt x="272" y="176"/>
                        </a:lnTo>
                        <a:lnTo>
                          <a:pt x="312" y="136"/>
                        </a:lnTo>
                        <a:lnTo>
                          <a:pt x="312" y="80"/>
                        </a:lnTo>
                        <a:lnTo>
                          <a:pt x="320" y="64"/>
                        </a:lnTo>
                        <a:lnTo>
                          <a:pt x="304" y="40"/>
                        </a:lnTo>
                        <a:lnTo>
                          <a:pt x="296" y="16"/>
                        </a:lnTo>
                        <a:lnTo>
                          <a:pt x="248" y="0"/>
                        </a:lnTo>
                        <a:lnTo>
                          <a:pt x="24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87" name="Freeform 313">
                    <a:extLst>
                      <a:ext uri="{FF2B5EF4-FFF2-40B4-BE49-F238E27FC236}">
                        <a16:creationId xmlns:a16="http://schemas.microsoft.com/office/drawing/2014/main" id="{53C3A63F-BF2F-EA0E-3561-D91EA92209CF}"/>
                      </a:ext>
                    </a:extLst>
                  </p:cNvPr>
                  <p:cNvSpPr>
                    <a:spLocks/>
                  </p:cNvSpPr>
                  <p:nvPr/>
                </p:nvSpPr>
                <p:spPr bwMode="gray">
                  <a:xfrm>
                    <a:off x="2525" y="2689"/>
                    <a:ext cx="39" cy="17"/>
                  </a:xfrm>
                  <a:custGeom>
                    <a:avLst/>
                    <a:gdLst>
                      <a:gd name="T0" fmla="*/ 0 w 56"/>
                      <a:gd name="T1" fmla="*/ 9 h 24"/>
                      <a:gd name="T2" fmla="*/ 0 w 56"/>
                      <a:gd name="T3" fmla="*/ 3 h 24"/>
                      <a:gd name="T4" fmla="*/ 10 w 56"/>
                      <a:gd name="T5" fmla="*/ 0 h 24"/>
                      <a:gd name="T6" fmla="*/ 19 w 56"/>
                      <a:gd name="T7" fmla="*/ 3 h 24"/>
                      <a:gd name="T8" fmla="*/ 19 w 56"/>
                      <a:gd name="T9" fmla="*/ 6 h 24"/>
                      <a:gd name="T10" fmla="*/ 16 w 56"/>
                      <a:gd name="T11" fmla="*/ 9 h 24"/>
                      <a:gd name="T12" fmla="*/ 10 w 56"/>
                      <a:gd name="T13" fmla="*/ 6 h 24"/>
                      <a:gd name="T14" fmla="*/ 0 w 56"/>
                      <a:gd name="T15" fmla="*/ 9 h 24"/>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24"/>
                      <a:gd name="T26" fmla="*/ 56 w 56"/>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24">
                        <a:moveTo>
                          <a:pt x="0" y="24"/>
                        </a:moveTo>
                        <a:lnTo>
                          <a:pt x="0" y="8"/>
                        </a:lnTo>
                        <a:lnTo>
                          <a:pt x="32" y="0"/>
                        </a:lnTo>
                        <a:lnTo>
                          <a:pt x="56" y="8"/>
                        </a:lnTo>
                        <a:lnTo>
                          <a:pt x="56" y="16"/>
                        </a:lnTo>
                        <a:lnTo>
                          <a:pt x="48" y="24"/>
                        </a:lnTo>
                        <a:lnTo>
                          <a:pt x="32" y="16"/>
                        </a:lnTo>
                        <a:lnTo>
                          <a:pt x="0"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88" name="Freeform 314">
                    <a:extLst>
                      <a:ext uri="{FF2B5EF4-FFF2-40B4-BE49-F238E27FC236}">
                        <a16:creationId xmlns:a16="http://schemas.microsoft.com/office/drawing/2014/main" id="{677465DE-3A9F-4254-BF18-81774B592585}"/>
                      </a:ext>
                    </a:extLst>
                  </p:cNvPr>
                  <p:cNvSpPr>
                    <a:spLocks/>
                  </p:cNvSpPr>
                  <p:nvPr/>
                </p:nvSpPr>
                <p:spPr bwMode="gray">
                  <a:xfrm>
                    <a:off x="2519" y="2644"/>
                    <a:ext cx="79" cy="74"/>
                  </a:xfrm>
                  <a:custGeom>
                    <a:avLst/>
                    <a:gdLst>
                      <a:gd name="T0" fmla="*/ 0 w 112"/>
                      <a:gd name="T1" fmla="*/ 34 h 104"/>
                      <a:gd name="T2" fmla="*/ 3 w 112"/>
                      <a:gd name="T3" fmla="*/ 32 h 104"/>
                      <a:gd name="T4" fmla="*/ 14 w 112"/>
                      <a:gd name="T5" fmla="*/ 29 h 104"/>
                      <a:gd name="T6" fmla="*/ 20 w 112"/>
                      <a:gd name="T7" fmla="*/ 32 h 104"/>
                      <a:gd name="T8" fmla="*/ 23 w 112"/>
                      <a:gd name="T9" fmla="*/ 29 h 104"/>
                      <a:gd name="T10" fmla="*/ 23 w 112"/>
                      <a:gd name="T11" fmla="*/ 26 h 104"/>
                      <a:gd name="T12" fmla="*/ 14 w 112"/>
                      <a:gd name="T13" fmla="*/ 23 h 104"/>
                      <a:gd name="T14" fmla="*/ 3 w 112"/>
                      <a:gd name="T15" fmla="*/ 26 h 104"/>
                      <a:gd name="T16" fmla="*/ 0 w 112"/>
                      <a:gd name="T17" fmla="*/ 23 h 104"/>
                      <a:gd name="T18" fmla="*/ 0 w 112"/>
                      <a:gd name="T19" fmla="*/ 17 h 104"/>
                      <a:gd name="T20" fmla="*/ 3 w 112"/>
                      <a:gd name="T21" fmla="*/ 11 h 104"/>
                      <a:gd name="T22" fmla="*/ 6 w 112"/>
                      <a:gd name="T23" fmla="*/ 3 h 104"/>
                      <a:gd name="T24" fmla="*/ 8 w 112"/>
                      <a:gd name="T25" fmla="*/ 0 h 104"/>
                      <a:gd name="T26" fmla="*/ 17 w 112"/>
                      <a:gd name="T27" fmla="*/ 3 h 104"/>
                      <a:gd name="T28" fmla="*/ 23 w 112"/>
                      <a:gd name="T29" fmla="*/ 6 h 104"/>
                      <a:gd name="T30" fmla="*/ 25 w 112"/>
                      <a:gd name="T31" fmla="*/ 9 h 104"/>
                      <a:gd name="T32" fmla="*/ 34 w 112"/>
                      <a:gd name="T33" fmla="*/ 17 h 104"/>
                      <a:gd name="T34" fmla="*/ 36 w 112"/>
                      <a:gd name="T35" fmla="*/ 29 h 104"/>
                      <a:gd name="T36" fmla="*/ 40 w 112"/>
                      <a:gd name="T37" fmla="*/ 32 h 104"/>
                      <a:gd name="T38" fmla="*/ 40 w 112"/>
                      <a:gd name="T39" fmla="*/ 38 h 104"/>
                      <a:gd name="T40" fmla="*/ 28 w 112"/>
                      <a:gd name="T41" fmla="*/ 34 h 104"/>
                      <a:gd name="T42" fmla="*/ 23 w 112"/>
                      <a:gd name="T43" fmla="*/ 34 h 104"/>
                      <a:gd name="T44" fmla="*/ 11 w 112"/>
                      <a:gd name="T45" fmla="*/ 34 h 104"/>
                      <a:gd name="T46" fmla="*/ 3 w 112"/>
                      <a:gd name="T47" fmla="*/ 38 h 104"/>
                      <a:gd name="T48" fmla="*/ 3 w 112"/>
                      <a:gd name="T49" fmla="*/ 34 h 104"/>
                      <a:gd name="T50" fmla="*/ 3 w 112"/>
                      <a:gd name="T51" fmla="*/ 32 h 104"/>
                      <a:gd name="T52" fmla="*/ 0 w 112"/>
                      <a:gd name="T53" fmla="*/ 34 h 10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12"/>
                      <a:gd name="T82" fmla="*/ 0 h 104"/>
                      <a:gd name="T83" fmla="*/ 112 w 112"/>
                      <a:gd name="T84" fmla="*/ 104 h 10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12" h="104">
                        <a:moveTo>
                          <a:pt x="0" y="96"/>
                        </a:moveTo>
                        <a:lnTo>
                          <a:pt x="8" y="88"/>
                        </a:lnTo>
                        <a:lnTo>
                          <a:pt x="40" y="80"/>
                        </a:lnTo>
                        <a:lnTo>
                          <a:pt x="56" y="88"/>
                        </a:lnTo>
                        <a:lnTo>
                          <a:pt x="64" y="80"/>
                        </a:lnTo>
                        <a:lnTo>
                          <a:pt x="64" y="72"/>
                        </a:lnTo>
                        <a:lnTo>
                          <a:pt x="40" y="64"/>
                        </a:lnTo>
                        <a:lnTo>
                          <a:pt x="8" y="72"/>
                        </a:lnTo>
                        <a:lnTo>
                          <a:pt x="0" y="64"/>
                        </a:lnTo>
                        <a:lnTo>
                          <a:pt x="0" y="48"/>
                        </a:lnTo>
                        <a:lnTo>
                          <a:pt x="8" y="32"/>
                        </a:lnTo>
                        <a:lnTo>
                          <a:pt x="16" y="8"/>
                        </a:lnTo>
                        <a:lnTo>
                          <a:pt x="24" y="0"/>
                        </a:lnTo>
                        <a:lnTo>
                          <a:pt x="48" y="8"/>
                        </a:lnTo>
                        <a:lnTo>
                          <a:pt x="64" y="16"/>
                        </a:lnTo>
                        <a:lnTo>
                          <a:pt x="72" y="24"/>
                        </a:lnTo>
                        <a:lnTo>
                          <a:pt x="96" y="48"/>
                        </a:lnTo>
                        <a:lnTo>
                          <a:pt x="104" y="80"/>
                        </a:lnTo>
                        <a:lnTo>
                          <a:pt x="112" y="88"/>
                        </a:lnTo>
                        <a:lnTo>
                          <a:pt x="112" y="104"/>
                        </a:lnTo>
                        <a:lnTo>
                          <a:pt x="80" y="96"/>
                        </a:lnTo>
                        <a:lnTo>
                          <a:pt x="64" y="96"/>
                        </a:lnTo>
                        <a:lnTo>
                          <a:pt x="32" y="96"/>
                        </a:lnTo>
                        <a:lnTo>
                          <a:pt x="8" y="104"/>
                        </a:lnTo>
                        <a:lnTo>
                          <a:pt x="8" y="96"/>
                        </a:lnTo>
                        <a:lnTo>
                          <a:pt x="8" y="88"/>
                        </a:lnTo>
                        <a:lnTo>
                          <a:pt x="0" y="9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89" name="Freeform 315">
                    <a:extLst>
                      <a:ext uri="{FF2B5EF4-FFF2-40B4-BE49-F238E27FC236}">
                        <a16:creationId xmlns:a16="http://schemas.microsoft.com/office/drawing/2014/main" id="{184FE397-7B24-48D9-89F1-0FFE3E9EADDA}"/>
                      </a:ext>
                    </a:extLst>
                  </p:cNvPr>
                  <p:cNvSpPr>
                    <a:spLocks/>
                  </p:cNvSpPr>
                  <p:nvPr/>
                </p:nvSpPr>
                <p:spPr bwMode="gray">
                  <a:xfrm>
                    <a:off x="2525" y="2712"/>
                    <a:ext cx="39" cy="22"/>
                  </a:xfrm>
                  <a:custGeom>
                    <a:avLst/>
                    <a:gdLst>
                      <a:gd name="T0" fmla="*/ 8 w 56"/>
                      <a:gd name="T1" fmla="*/ 10 h 32"/>
                      <a:gd name="T2" fmla="*/ 8 w 56"/>
                      <a:gd name="T3" fmla="*/ 6 h 32"/>
                      <a:gd name="T4" fmla="*/ 3 w 56"/>
                      <a:gd name="T5" fmla="*/ 3 h 32"/>
                      <a:gd name="T6" fmla="*/ 0 w 56"/>
                      <a:gd name="T7" fmla="*/ 3 h 32"/>
                      <a:gd name="T8" fmla="*/ 8 w 56"/>
                      <a:gd name="T9" fmla="*/ 0 h 32"/>
                      <a:gd name="T10" fmla="*/ 19 w 56"/>
                      <a:gd name="T11" fmla="*/ 0 h 32"/>
                      <a:gd name="T12" fmla="*/ 19 w 56"/>
                      <a:gd name="T13" fmla="*/ 8 h 32"/>
                      <a:gd name="T14" fmla="*/ 14 w 56"/>
                      <a:gd name="T15" fmla="*/ 8 h 32"/>
                      <a:gd name="T16" fmla="*/ 8 w 56"/>
                      <a:gd name="T17" fmla="*/ 1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6"/>
                      <a:gd name="T28" fmla="*/ 0 h 32"/>
                      <a:gd name="T29" fmla="*/ 56 w 56"/>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6" h="32">
                        <a:moveTo>
                          <a:pt x="24" y="32"/>
                        </a:moveTo>
                        <a:lnTo>
                          <a:pt x="24" y="16"/>
                        </a:lnTo>
                        <a:lnTo>
                          <a:pt x="8" y="8"/>
                        </a:lnTo>
                        <a:lnTo>
                          <a:pt x="0" y="8"/>
                        </a:lnTo>
                        <a:lnTo>
                          <a:pt x="24" y="0"/>
                        </a:lnTo>
                        <a:lnTo>
                          <a:pt x="56" y="0"/>
                        </a:lnTo>
                        <a:lnTo>
                          <a:pt x="56" y="24"/>
                        </a:lnTo>
                        <a:lnTo>
                          <a:pt x="40" y="24"/>
                        </a:lnTo>
                        <a:lnTo>
                          <a:pt x="24" y="3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90" name="Freeform 316">
                    <a:extLst>
                      <a:ext uri="{FF2B5EF4-FFF2-40B4-BE49-F238E27FC236}">
                        <a16:creationId xmlns:a16="http://schemas.microsoft.com/office/drawing/2014/main" id="{DAA4433F-538F-A295-A6FB-32D97779196C}"/>
                      </a:ext>
                    </a:extLst>
                  </p:cNvPr>
                  <p:cNvSpPr>
                    <a:spLocks/>
                  </p:cNvSpPr>
                  <p:nvPr/>
                </p:nvSpPr>
                <p:spPr bwMode="gray">
                  <a:xfrm>
                    <a:off x="2541" y="2712"/>
                    <a:ext cx="107" cy="73"/>
                  </a:xfrm>
                  <a:custGeom>
                    <a:avLst/>
                    <a:gdLst>
                      <a:gd name="T0" fmla="*/ 14 w 152"/>
                      <a:gd name="T1" fmla="*/ 22 h 104"/>
                      <a:gd name="T2" fmla="*/ 3 w 152"/>
                      <a:gd name="T3" fmla="*/ 11 h 104"/>
                      <a:gd name="T4" fmla="*/ 0 w 152"/>
                      <a:gd name="T5" fmla="*/ 11 h 104"/>
                      <a:gd name="T6" fmla="*/ 6 w 152"/>
                      <a:gd name="T7" fmla="*/ 8 h 104"/>
                      <a:gd name="T8" fmla="*/ 11 w 152"/>
                      <a:gd name="T9" fmla="*/ 8 h 104"/>
                      <a:gd name="T10" fmla="*/ 11 w 152"/>
                      <a:gd name="T11" fmla="*/ 0 h 104"/>
                      <a:gd name="T12" fmla="*/ 17 w 152"/>
                      <a:gd name="T13" fmla="*/ 0 h 104"/>
                      <a:gd name="T14" fmla="*/ 27 w 152"/>
                      <a:gd name="T15" fmla="*/ 3 h 104"/>
                      <a:gd name="T16" fmla="*/ 36 w 152"/>
                      <a:gd name="T17" fmla="*/ 6 h 104"/>
                      <a:gd name="T18" fmla="*/ 42 w 152"/>
                      <a:gd name="T19" fmla="*/ 6 h 104"/>
                      <a:gd name="T20" fmla="*/ 44 w 152"/>
                      <a:gd name="T21" fmla="*/ 3 h 104"/>
                      <a:gd name="T22" fmla="*/ 48 w 152"/>
                      <a:gd name="T23" fmla="*/ 6 h 104"/>
                      <a:gd name="T24" fmla="*/ 53 w 152"/>
                      <a:gd name="T25" fmla="*/ 17 h 104"/>
                      <a:gd name="T26" fmla="*/ 53 w 152"/>
                      <a:gd name="T27" fmla="*/ 27 h 104"/>
                      <a:gd name="T28" fmla="*/ 50 w 152"/>
                      <a:gd name="T29" fmla="*/ 33 h 104"/>
                      <a:gd name="T30" fmla="*/ 50 w 152"/>
                      <a:gd name="T31" fmla="*/ 36 h 104"/>
                      <a:gd name="T32" fmla="*/ 42 w 152"/>
                      <a:gd name="T33" fmla="*/ 36 h 104"/>
                      <a:gd name="T34" fmla="*/ 42 w 152"/>
                      <a:gd name="T35" fmla="*/ 33 h 104"/>
                      <a:gd name="T36" fmla="*/ 36 w 152"/>
                      <a:gd name="T37" fmla="*/ 31 h 104"/>
                      <a:gd name="T38" fmla="*/ 34 w 152"/>
                      <a:gd name="T39" fmla="*/ 27 h 104"/>
                      <a:gd name="T40" fmla="*/ 31 w 152"/>
                      <a:gd name="T41" fmla="*/ 31 h 104"/>
                      <a:gd name="T42" fmla="*/ 31 w 152"/>
                      <a:gd name="T43" fmla="*/ 27 h 104"/>
                      <a:gd name="T44" fmla="*/ 31 w 152"/>
                      <a:gd name="T45" fmla="*/ 22 h 104"/>
                      <a:gd name="T46" fmla="*/ 27 w 152"/>
                      <a:gd name="T47" fmla="*/ 19 h 104"/>
                      <a:gd name="T48" fmla="*/ 19 w 152"/>
                      <a:gd name="T49" fmla="*/ 19 h 104"/>
                      <a:gd name="T50" fmla="*/ 14 w 152"/>
                      <a:gd name="T51" fmla="*/ 22 h 10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2"/>
                      <a:gd name="T79" fmla="*/ 0 h 104"/>
                      <a:gd name="T80" fmla="*/ 152 w 152"/>
                      <a:gd name="T81" fmla="*/ 104 h 10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2" h="104">
                        <a:moveTo>
                          <a:pt x="40" y="64"/>
                        </a:moveTo>
                        <a:lnTo>
                          <a:pt x="8" y="32"/>
                        </a:lnTo>
                        <a:lnTo>
                          <a:pt x="0" y="32"/>
                        </a:lnTo>
                        <a:lnTo>
                          <a:pt x="16" y="24"/>
                        </a:lnTo>
                        <a:lnTo>
                          <a:pt x="32" y="24"/>
                        </a:lnTo>
                        <a:lnTo>
                          <a:pt x="32" y="0"/>
                        </a:lnTo>
                        <a:lnTo>
                          <a:pt x="48" y="0"/>
                        </a:lnTo>
                        <a:lnTo>
                          <a:pt x="80" y="8"/>
                        </a:lnTo>
                        <a:lnTo>
                          <a:pt x="104" y="16"/>
                        </a:lnTo>
                        <a:lnTo>
                          <a:pt x="120" y="16"/>
                        </a:lnTo>
                        <a:lnTo>
                          <a:pt x="128" y="8"/>
                        </a:lnTo>
                        <a:lnTo>
                          <a:pt x="136" y="16"/>
                        </a:lnTo>
                        <a:lnTo>
                          <a:pt x="152" y="48"/>
                        </a:lnTo>
                        <a:lnTo>
                          <a:pt x="152" y="80"/>
                        </a:lnTo>
                        <a:lnTo>
                          <a:pt x="144" y="96"/>
                        </a:lnTo>
                        <a:lnTo>
                          <a:pt x="144" y="104"/>
                        </a:lnTo>
                        <a:lnTo>
                          <a:pt x="120" y="104"/>
                        </a:lnTo>
                        <a:lnTo>
                          <a:pt x="120" y="96"/>
                        </a:lnTo>
                        <a:lnTo>
                          <a:pt x="104" y="88"/>
                        </a:lnTo>
                        <a:lnTo>
                          <a:pt x="96" y="80"/>
                        </a:lnTo>
                        <a:lnTo>
                          <a:pt x="88" y="88"/>
                        </a:lnTo>
                        <a:lnTo>
                          <a:pt x="88" y="80"/>
                        </a:lnTo>
                        <a:lnTo>
                          <a:pt x="88" y="64"/>
                        </a:lnTo>
                        <a:lnTo>
                          <a:pt x="80" y="56"/>
                        </a:lnTo>
                        <a:lnTo>
                          <a:pt x="56" y="56"/>
                        </a:lnTo>
                        <a:lnTo>
                          <a:pt x="40" y="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91" name="Freeform 317">
                    <a:extLst>
                      <a:ext uri="{FF2B5EF4-FFF2-40B4-BE49-F238E27FC236}">
                        <a16:creationId xmlns:a16="http://schemas.microsoft.com/office/drawing/2014/main" id="{55F44EFD-CCFC-5630-5163-2CD21FD81432}"/>
                      </a:ext>
                    </a:extLst>
                  </p:cNvPr>
                  <p:cNvSpPr>
                    <a:spLocks/>
                  </p:cNvSpPr>
                  <p:nvPr/>
                </p:nvSpPr>
                <p:spPr bwMode="gray">
                  <a:xfrm>
                    <a:off x="2570" y="2751"/>
                    <a:ext cx="45" cy="45"/>
                  </a:xfrm>
                  <a:custGeom>
                    <a:avLst/>
                    <a:gdLst>
                      <a:gd name="T0" fmla="*/ 14 w 64"/>
                      <a:gd name="T1" fmla="*/ 23 h 64"/>
                      <a:gd name="T2" fmla="*/ 6 w 64"/>
                      <a:gd name="T3" fmla="*/ 17 h 64"/>
                      <a:gd name="T4" fmla="*/ 3 w 64"/>
                      <a:gd name="T5" fmla="*/ 11 h 64"/>
                      <a:gd name="T6" fmla="*/ 0 w 64"/>
                      <a:gd name="T7" fmla="*/ 3 h 64"/>
                      <a:gd name="T8" fmla="*/ 6 w 64"/>
                      <a:gd name="T9" fmla="*/ 0 h 64"/>
                      <a:gd name="T10" fmla="*/ 14 w 64"/>
                      <a:gd name="T11" fmla="*/ 0 h 64"/>
                      <a:gd name="T12" fmla="*/ 17 w 64"/>
                      <a:gd name="T13" fmla="*/ 3 h 64"/>
                      <a:gd name="T14" fmla="*/ 17 w 64"/>
                      <a:gd name="T15" fmla="*/ 8 h 64"/>
                      <a:gd name="T16" fmla="*/ 17 w 64"/>
                      <a:gd name="T17" fmla="*/ 11 h 64"/>
                      <a:gd name="T18" fmla="*/ 19 w 64"/>
                      <a:gd name="T19" fmla="*/ 8 h 64"/>
                      <a:gd name="T20" fmla="*/ 23 w 64"/>
                      <a:gd name="T21" fmla="*/ 11 h 64"/>
                      <a:gd name="T22" fmla="*/ 14 w 64"/>
                      <a:gd name="T23" fmla="*/ 23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
                      <a:gd name="T37" fmla="*/ 0 h 64"/>
                      <a:gd name="T38" fmla="*/ 64 w 64"/>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 h="64">
                        <a:moveTo>
                          <a:pt x="40" y="64"/>
                        </a:moveTo>
                        <a:lnTo>
                          <a:pt x="16" y="48"/>
                        </a:lnTo>
                        <a:lnTo>
                          <a:pt x="8" y="32"/>
                        </a:lnTo>
                        <a:lnTo>
                          <a:pt x="0" y="8"/>
                        </a:lnTo>
                        <a:lnTo>
                          <a:pt x="16" y="0"/>
                        </a:lnTo>
                        <a:lnTo>
                          <a:pt x="40" y="0"/>
                        </a:lnTo>
                        <a:lnTo>
                          <a:pt x="48" y="8"/>
                        </a:lnTo>
                        <a:lnTo>
                          <a:pt x="48" y="24"/>
                        </a:lnTo>
                        <a:lnTo>
                          <a:pt x="48" y="32"/>
                        </a:lnTo>
                        <a:lnTo>
                          <a:pt x="56" y="24"/>
                        </a:lnTo>
                        <a:lnTo>
                          <a:pt x="64" y="32"/>
                        </a:lnTo>
                        <a:lnTo>
                          <a:pt x="40" y="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92" name="Freeform 318">
                    <a:extLst>
                      <a:ext uri="{FF2B5EF4-FFF2-40B4-BE49-F238E27FC236}">
                        <a16:creationId xmlns:a16="http://schemas.microsoft.com/office/drawing/2014/main" id="{F24DCAD5-E747-718A-6EC1-96978685EF52}"/>
                      </a:ext>
                    </a:extLst>
                  </p:cNvPr>
                  <p:cNvSpPr>
                    <a:spLocks/>
                  </p:cNvSpPr>
                  <p:nvPr/>
                </p:nvSpPr>
                <p:spPr bwMode="gray">
                  <a:xfrm>
                    <a:off x="2800" y="2689"/>
                    <a:ext cx="169" cy="141"/>
                  </a:xfrm>
                  <a:custGeom>
                    <a:avLst/>
                    <a:gdLst>
                      <a:gd name="T0" fmla="*/ 78 w 240"/>
                      <a:gd name="T1" fmla="*/ 3 h 200"/>
                      <a:gd name="T2" fmla="*/ 81 w 240"/>
                      <a:gd name="T3" fmla="*/ 6 h 200"/>
                      <a:gd name="T4" fmla="*/ 81 w 240"/>
                      <a:gd name="T5" fmla="*/ 8 h 200"/>
                      <a:gd name="T6" fmla="*/ 84 w 240"/>
                      <a:gd name="T7" fmla="*/ 19 h 200"/>
                      <a:gd name="T8" fmla="*/ 78 w 240"/>
                      <a:gd name="T9" fmla="*/ 23 h 200"/>
                      <a:gd name="T10" fmla="*/ 73 w 240"/>
                      <a:gd name="T11" fmla="*/ 34 h 200"/>
                      <a:gd name="T12" fmla="*/ 70 w 240"/>
                      <a:gd name="T13" fmla="*/ 36 h 200"/>
                      <a:gd name="T14" fmla="*/ 67 w 240"/>
                      <a:gd name="T15" fmla="*/ 51 h 200"/>
                      <a:gd name="T16" fmla="*/ 61 w 240"/>
                      <a:gd name="T17" fmla="*/ 53 h 200"/>
                      <a:gd name="T18" fmla="*/ 58 w 240"/>
                      <a:gd name="T19" fmla="*/ 51 h 200"/>
                      <a:gd name="T20" fmla="*/ 53 w 240"/>
                      <a:gd name="T21" fmla="*/ 51 h 200"/>
                      <a:gd name="T22" fmla="*/ 44 w 240"/>
                      <a:gd name="T23" fmla="*/ 61 h 200"/>
                      <a:gd name="T24" fmla="*/ 42 w 240"/>
                      <a:gd name="T25" fmla="*/ 70 h 200"/>
                      <a:gd name="T26" fmla="*/ 25 w 240"/>
                      <a:gd name="T27" fmla="*/ 70 h 200"/>
                      <a:gd name="T28" fmla="*/ 23 w 240"/>
                      <a:gd name="T29" fmla="*/ 67 h 200"/>
                      <a:gd name="T30" fmla="*/ 19 w 240"/>
                      <a:gd name="T31" fmla="*/ 65 h 200"/>
                      <a:gd name="T32" fmla="*/ 11 w 240"/>
                      <a:gd name="T33" fmla="*/ 56 h 200"/>
                      <a:gd name="T34" fmla="*/ 3 w 240"/>
                      <a:gd name="T35" fmla="*/ 56 h 200"/>
                      <a:gd name="T36" fmla="*/ 0 w 240"/>
                      <a:gd name="T37" fmla="*/ 36 h 200"/>
                      <a:gd name="T38" fmla="*/ 6 w 240"/>
                      <a:gd name="T39" fmla="*/ 31 h 200"/>
                      <a:gd name="T40" fmla="*/ 6 w 240"/>
                      <a:gd name="T41" fmla="*/ 23 h 200"/>
                      <a:gd name="T42" fmla="*/ 3 w 240"/>
                      <a:gd name="T43" fmla="*/ 14 h 200"/>
                      <a:gd name="T44" fmla="*/ 6 w 240"/>
                      <a:gd name="T45" fmla="*/ 14 h 200"/>
                      <a:gd name="T46" fmla="*/ 8 w 240"/>
                      <a:gd name="T47" fmla="*/ 6 h 200"/>
                      <a:gd name="T48" fmla="*/ 14 w 240"/>
                      <a:gd name="T49" fmla="*/ 0 h 200"/>
                      <a:gd name="T50" fmla="*/ 25 w 240"/>
                      <a:gd name="T51" fmla="*/ 3 h 200"/>
                      <a:gd name="T52" fmla="*/ 31 w 240"/>
                      <a:gd name="T53" fmla="*/ 8 h 200"/>
                      <a:gd name="T54" fmla="*/ 39 w 240"/>
                      <a:gd name="T55" fmla="*/ 8 h 200"/>
                      <a:gd name="T56" fmla="*/ 44 w 240"/>
                      <a:gd name="T57" fmla="*/ 8 h 200"/>
                      <a:gd name="T58" fmla="*/ 50 w 240"/>
                      <a:gd name="T59" fmla="*/ 8 h 200"/>
                      <a:gd name="T60" fmla="*/ 53 w 240"/>
                      <a:gd name="T61" fmla="*/ 3 h 200"/>
                      <a:gd name="T62" fmla="*/ 67 w 240"/>
                      <a:gd name="T63" fmla="*/ 6 h 200"/>
                      <a:gd name="T64" fmla="*/ 78 w 240"/>
                      <a:gd name="T65" fmla="*/ 3 h 20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40"/>
                      <a:gd name="T100" fmla="*/ 0 h 200"/>
                      <a:gd name="T101" fmla="*/ 240 w 240"/>
                      <a:gd name="T102" fmla="*/ 200 h 20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40" h="200">
                        <a:moveTo>
                          <a:pt x="224" y="8"/>
                        </a:moveTo>
                        <a:lnTo>
                          <a:pt x="232" y="16"/>
                        </a:lnTo>
                        <a:lnTo>
                          <a:pt x="232" y="24"/>
                        </a:lnTo>
                        <a:lnTo>
                          <a:pt x="240" y="56"/>
                        </a:lnTo>
                        <a:lnTo>
                          <a:pt x="224" y="64"/>
                        </a:lnTo>
                        <a:lnTo>
                          <a:pt x="208" y="96"/>
                        </a:lnTo>
                        <a:lnTo>
                          <a:pt x="200" y="104"/>
                        </a:lnTo>
                        <a:lnTo>
                          <a:pt x="192" y="144"/>
                        </a:lnTo>
                        <a:lnTo>
                          <a:pt x="176" y="152"/>
                        </a:lnTo>
                        <a:lnTo>
                          <a:pt x="168" y="144"/>
                        </a:lnTo>
                        <a:lnTo>
                          <a:pt x="152" y="144"/>
                        </a:lnTo>
                        <a:lnTo>
                          <a:pt x="128" y="176"/>
                        </a:lnTo>
                        <a:lnTo>
                          <a:pt x="120" y="200"/>
                        </a:lnTo>
                        <a:lnTo>
                          <a:pt x="72" y="200"/>
                        </a:lnTo>
                        <a:lnTo>
                          <a:pt x="64" y="192"/>
                        </a:lnTo>
                        <a:lnTo>
                          <a:pt x="56" y="184"/>
                        </a:lnTo>
                        <a:lnTo>
                          <a:pt x="32" y="160"/>
                        </a:lnTo>
                        <a:lnTo>
                          <a:pt x="8" y="160"/>
                        </a:lnTo>
                        <a:lnTo>
                          <a:pt x="0" y="104"/>
                        </a:lnTo>
                        <a:lnTo>
                          <a:pt x="16" y="88"/>
                        </a:lnTo>
                        <a:lnTo>
                          <a:pt x="16" y="64"/>
                        </a:lnTo>
                        <a:lnTo>
                          <a:pt x="8" y="40"/>
                        </a:lnTo>
                        <a:lnTo>
                          <a:pt x="16" y="40"/>
                        </a:lnTo>
                        <a:lnTo>
                          <a:pt x="24" y="16"/>
                        </a:lnTo>
                        <a:lnTo>
                          <a:pt x="40" y="0"/>
                        </a:lnTo>
                        <a:lnTo>
                          <a:pt x="72" y="8"/>
                        </a:lnTo>
                        <a:lnTo>
                          <a:pt x="88" y="24"/>
                        </a:lnTo>
                        <a:lnTo>
                          <a:pt x="112" y="24"/>
                        </a:lnTo>
                        <a:lnTo>
                          <a:pt x="128" y="24"/>
                        </a:lnTo>
                        <a:lnTo>
                          <a:pt x="144" y="24"/>
                        </a:lnTo>
                        <a:lnTo>
                          <a:pt x="152" y="8"/>
                        </a:lnTo>
                        <a:lnTo>
                          <a:pt x="192" y="16"/>
                        </a:lnTo>
                        <a:lnTo>
                          <a:pt x="224"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93" name="Freeform 319">
                    <a:extLst>
                      <a:ext uri="{FF2B5EF4-FFF2-40B4-BE49-F238E27FC236}">
                        <a16:creationId xmlns:a16="http://schemas.microsoft.com/office/drawing/2014/main" id="{3E1AB0F0-3F8A-781B-5C5C-0C016786846A}"/>
                      </a:ext>
                    </a:extLst>
                  </p:cNvPr>
                  <p:cNvSpPr>
                    <a:spLocks/>
                  </p:cNvSpPr>
                  <p:nvPr/>
                </p:nvSpPr>
                <p:spPr bwMode="gray">
                  <a:xfrm>
                    <a:off x="2772" y="2718"/>
                    <a:ext cx="40" cy="84"/>
                  </a:xfrm>
                  <a:custGeom>
                    <a:avLst/>
                    <a:gdLst>
                      <a:gd name="T0" fmla="*/ 0 w 56"/>
                      <a:gd name="T1" fmla="*/ 8 h 120"/>
                      <a:gd name="T2" fmla="*/ 11 w 56"/>
                      <a:gd name="T3" fmla="*/ 3 h 120"/>
                      <a:gd name="T4" fmla="*/ 11 w 56"/>
                      <a:gd name="T5" fmla="*/ 0 h 120"/>
                      <a:gd name="T6" fmla="*/ 17 w 56"/>
                      <a:gd name="T7" fmla="*/ 0 h 120"/>
                      <a:gd name="T8" fmla="*/ 21 w 56"/>
                      <a:gd name="T9" fmla="*/ 8 h 120"/>
                      <a:gd name="T10" fmla="*/ 21 w 56"/>
                      <a:gd name="T11" fmla="*/ 17 h 120"/>
                      <a:gd name="T12" fmla="*/ 15 w 56"/>
                      <a:gd name="T13" fmla="*/ 22 h 120"/>
                      <a:gd name="T14" fmla="*/ 17 w 56"/>
                      <a:gd name="T15" fmla="*/ 41 h 120"/>
                      <a:gd name="T16" fmla="*/ 9 w 56"/>
                      <a:gd name="T17" fmla="*/ 41 h 120"/>
                      <a:gd name="T18" fmla="*/ 9 w 56"/>
                      <a:gd name="T19" fmla="*/ 22 h 120"/>
                      <a:gd name="T20" fmla="*/ 3 w 56"/>
                      <a:gd name="T21" fmla="*/ 17 h 120"/>
                      <a:gd name="T22" fmla="*/ 0 w 56"/>
                      <a:gd name="T23" fmla="*/ 14 h 120"/>
                      <a:gd name="T24" fmla="*/ 0 w 56"/>
                      <a:gd name="T25" fmla="*/ 8 h 1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
                      <a:gd name="T40" fmla="*/ 0 h 120"/>
                      <a:gd name="T41" fmla="*/ 56 w 56"/>
                      <a:gd name="T42" fmla="*/ 120 h 1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 h="120">
                        <a:moveTo>
                          <a:pt x="0" y="24"/>
                        </a:moveTo>
                        <a:lnTo>
                          <a:pt x="32" y="8"/>
                        </a:lnTo>
                        <a:lnTo>
                          <a:pt x="32" y="0"/>
                        </a:lnTo>
                        <a:lnTo>
                          <a:pt x="48" y="0"/>
                        </a:lnTo>
                        <a:lnTo>
                          <a:pt x="56" y="24"/>
                        </a:lnTo>
                        <a:lnTo>
                          <a:pt x="56" y="48"/>
                        </a:lnTo>
                        <a:lnTo>
                          <a:pt x="40" y="64"/>
                        </a:lnTo>
                        <a:lnTo>
                          <a:pt x="48" y="120"/>
                        </a:lnTo>
                        <a:lnTo>
                          <a:pt x="24" y="120"/>
                        </a:lnTo>
                        <a:lnTo>
                          <a:pt x="24" y="64"/>
                        </a:lnTo>
                        <a:lnTo>
                          <a:pt x="8" y="48"/>
                        </a:lnTo>
                        <a:lnTo>
                          <a:pt x="0" y="40"/>
                        </a:lnTo>
                        <a:lnTo>
                          <a:pt x="0"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94" name="Freeform 320">
                    <a:extLst>
                      <a:ext uri="{FF2B5EF4-FFF2-40B4-BE49-F238E27FC236}">
                        <a16:creationId xmlns:a16="http://schemas.microsoft.com/office/drawing/2014/main" id="{FD7B0FA9-4832-0D87-5CE7-E06106D3ACEB}"/>
                      </a:ext>
                    </a:extLst>
                  </p:cNvPr>
                  <p:cNvSpPr>
                    <a:spLocks/>
                  </p:cNvSpPr>
                  <p:nvPr/>
                </p:nvSpPr>
                <p:spPr bwMode="gray">
                  <a:xfrm>
                    <a:off x="2761" y="2734"/>
                    <a:ext cx="28" cy="74"/>
                  </a:xfrm>
                  <a:custGeom>
                    <a:avLst/>
                    <a:gdLst>
                      <a:gd name="T0" fmla="*/ 6 w 40"/>
                      <a:gd name="T1" fmla="*/ 0 h 104"/>
                      <a:gd name="T2" fmla="*/ 6 w 40"/>
                      <a:gd name="T3" fmla="*/ 6 h 104"/>
                      <a:gd name="T4" fmla="*/ 8 w 40"/>
                      <a:gd name="T5" fmla="*/ 9 h 104"/>
                      <a:gd name="T6" fmla="*/ 14 w 40"/>
                      <a:gd name="T7" fmla="*/ 14 h 104"/>
                      <a:gd name="T8" fmla="*/ 14 w 40"/>
                      <a:gd name="T9" fmla="*/ 34 h 104"/>
                      <a:gd name="T10" fmla="*/ 6 w 40"/>
                      <a:gd name="T11" fmla="*/ 38 h 104"/>
                      <a:gd name="T12" fmla="*/ 6 w 40"/>
                      <a:gd name="T13" fmla="*/ 32 h 104"/>
                      <a:gd name="T14" fmla="*/ 6 w 40"/>
                      <a:gd name="T15" fmla="*/ 29 h 104"/>
                      <a:gd name="T16" fmla="*/ 6 w 40"/>
                      <a:gd name="T17" fmla="*/ 26 h 104"/>
                      <a:gd name="T18" fmla="*/ 3 w 40"/>
                      <a:gd name="T19" fmla="*/ 23 h 104"/>
                      <a:gd name="T20" fmla="*/ 3 w 40"/>
                      <a:gd name="T21" fmla="*/ 9 h 104"/>
                      <a:gd name="T22" fmla="*/ 0 w 40"/>
                      <a:gd name="T23" fmla="*/ 0 h 104"/>
                      <a:gd name="T24" fmla="*/ 6 w 40"/>
                      <a:gd name="T25" fmla="*/ 0 h 10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104"/>
                      <a:gd name="T41" fmla="*/ 40 w 40"/>
                      <a:gd name="T42" fmla="*/ 104 h 10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104">
                        <a:moveTo>
                          <a:pt x="16" y="0"/>
                        </a:moveTo>
                        <a:lnTo>
                          <a:pt x="16" y="16"/>
                        </a:lnTo>
                        <a:lnTo>
                          <a:pt x="24" y="24"/>
                        </a:lnTo>
                        <a:lnTo>
                          <a:pt x="40" y="40"/>
                        </a:lnTo>
                        <a:lnTo>
                          <a:pt x="40" y="96"/>
                        </a:lnTo>
                        <a:lnTo>
                          <a:pt x="16" y="104"/>
                        </a:lnTo>
                        <a:lnTo>
                          <a:pt x="16" y="88"/>
                        </a:lnTo>
                        <a:lnTo>
                          <a:pt x="16" y="80"/>
                        </a:lnTo>
                        <a:lnTo>
                          <a:pt x="16" y="72"/>
                        </a:lnTo>
                        <a:lnTo>
                          <a:pt x="8" y="64"/>
                        </a:lnTo>
                        <a:lnTo>
                          <a:pt x="8" y="24"/>
                        </a:lnTo>
                        <a:lnTo>
                          <a:pt x="0" y="0"/>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95" name="Freeform 321">
                    <a:extLst>
                      <a:ext uri="{FF2B5EF4-FFF2-40B4-BE49-F238E27FC236}">
                        <a16:creationId xmlns:a16="http://schemas.microsoft.com/office/drawing/2014/main" id="{FAC2E63D-327D-619E-1981-D35CAEF54781}"/>
                      </a:ext>
                    </a:extLst>
                  </p:cNvPr>
                  <p:cNvSpPr>
                    <a:spLocks/>
                  </p:cNvSpPr>
                  <p:nvPr/>
                </p:nvSpPr>
                <p:spPr bwMode="gray">
                  <a:xfrm>
                    <a:off x="2716" y="2729"/>
                    <a:ext cx="56" cy="95"/>
                  </a:xfrm>
                  <a:custGeom>
                    <a:avLst/>
                    <a:gdLst>
                      <a:gd name="T0" fmla="*/ 22 w 80"/>
                      <a:gd name="T1" fmla="*/ 3 h 136"/>
                      <a:gd name="T2" fmla="*/ 25 w 80"/>
                      <a:gd name="T3" fmla="*/ 10 h 136"/>
                      <a:gd name="T4" fmla="*/ 25 w 80"/>
                      <a:gd name="T5" fmla="*/ 24 h 136"/>
                      <a:gd name="T6" fmla="*/ 27 w 80"/>
                      <a:gd name="T7" fmla="*/ 27 h 136"/>
                      <a:gd name="T8" fmla="*/ 27 w 80"/>
                      <a:gd name="T9" fmla="*/ 30 h 136"/>
                      <a:gd name="T10" fmla="*/ 27 w 80"/>
                      <a:gd name="T11" fmla="*/ 33 h 136"/>
                      <a:gd name="T12" fmla="*/ 27 w 80"/>
                      <a:gd name="T13" fmla="*/ 38 h 136"/>
                      <a:gd name="T14" fmla="*/ 22 w 80"/>
                      <a:gd name="T15" fmla="*/ 41 h 136"/>
                      <a:gd name="T16" fmla="*/ 8 w 80"/>
                      <a:gd name="T17" fmla="*/ 46 h 136"/>
                      <a:gd name="T18" fmla="*/ 6 w 80"/>
                      <a:gd name="T19" fmla="*/ 43 h 136"/>
                      <a:gd name="T20" fmla="*/ 3 w 80"/>
                      <a:gd name="T21" fmla="*/ 38 h 136"/>
                      <a:gd name="T22" fmla="*/ 0 w 80"/>
                      <a:gd name="T23" fmla="*/ 36 h 136"/>
                      <a:gd name="T24" fmla="*/ 6 w 80"/>
                      <a:gd name="T25" fmla="*/ 24 h 136"/>
                      <a:gd name="T26" fmla="*/ 6 w 80"/>
                      <a:gd name="T27" fmla="*/ 19 h 136"/>
                      <a:gd name="T28" fmla="*/ 3 w 80"/>
                      <a:gd name="T29" fmla="*/ 10 h 136"/>
                      <a:gd name="T30" fmla="*/ 6 w 80"/>
                      <a:gd name="T31" fmla="*/ 0 h 136"/>
                      <a:gd name="T32" fmla="*/ 10 w 80"/>
                      <a:gd name="T33" fmla="*/ 0 h 136"/>
                      <a:gd name="T34" fmla="*/ 17 w 80"/>
                      <a:gd name="T35" fmla="*/ 3 h 136"/>
                      <a:gd name="T36" fmla="*/ 19 w 80"/>
                      <a:gd name="T37" fmla="*/ 0 h 136"/>
                      <a:gd name="T38" fmla="*/ 22 w 80"/>
                      <a:gd name="T39" fmla="*/ 3 h 1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0"/>
                      <a:gd name="T61" fmla="*/ 0 h 136"/>
                      <a:gd name="T62" fmla="*/ 80 w 80"/>
                      <a:gd name="T63" fmla="*/ 136 h 1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0" h="136">
                        <a:moveTo>
                          <a:pt x="64" y="8"/>
                        </a:moveTo>
                        <a:lnTo>
                          <a:pt x="72" y="32"/>
                        </a:lnTo>
                        <a:lnTo>
                          <a:pt x="72" y="72"/>
                        </a:lnTo>
                        <a:lnTo>
                          <a:pt x="80" y="80"/>
                        </a:lnTo>
                        <a:lnTo>
                          <a:pt x="80" y="88"/>
                        </a:lnTo>
                        <a:lnTo>
                          <a:pt x="80" y="96"/>
                        </a:lnTo>
                        <a:lnTo>
                          <a:pt x="80" y="112"/>
                        </a:lnTo>
                        <a:lnTo>
                          <a:pt x="64" y="120"/>
                        </a:lnTo>
                        <a:lnTo>
                          <a:pt x="24" y="136"/>
                        </a:lnTo>
                        <a:lnTo>
                          <a:pt x="16" y="128"/>
                        </a:lnTo>
                        <a:lnTo>
                          <a:pt x="8" y="112"/>
                        </a:lnTo>
                        <a:lnTo>
                          <a:pt x="0" y="104"/>
                        </a:lnTo>
                        <a:lnTo>
                          <a:pt x="16" y="72"/>
                        </a:lnTo>
                        <a:lnTo>
                          <a:pt x="16" y="56"/>
                        </a:lnTo>
                        <a:lnTo>
                          <a:pt x="8" y="32"/>
                        </a:lnTo>
                        <a:lnTo>
                          <a:pt x="16" y="0"/>
                        </a:lnTo>
                        <a:lnTo>
                          <a:pt x="32" y="0"/>
                        </a:lnTo>
                        <a:lnTo>
                          <a:pt x="48" y="8"/>
                        </a:lnTo>
                        <a:lnTo>
                          <a:pt x="56" y="0"/>
                        </a:lnTo>
                        <a:lnTo>
                          <a:pt x="64"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96" name="Freeform 322">
                    <a:extLst>
                      <a:ext uri="{FF2B5EF4-FFF2-40B4-BE49-F238E27FC236}">
                        <a16:creationId xmlns:a16="http://schemas.microsoft.com/office/drawing/2014/main" id="{C589E4D7-BA4B-70A3-FEB5-F02BE847181A}"/>
                      </a:ext>
                    </a:extLst>
                  </p:cNvPr>
                  <p:cNvSpPr>
                    <a:spLocks/>
                  </p:cNvSpPr>
                  <p:nvPr/>
                </p:nvSpPr>
                <p:spPr bwMode="gray">
                  <a:xfrm>
                    <a:off x="2643" y="2734"/>
                    <a:ext cx="84" cy="96"/>
                  </a:xfrm>
                  <a:custGeom>
                    <a:avLst/>
                    <a:gdLst>
                      <a:gd name="T0" fmla="*/ 41 w 120"/>
                      <a:gd name="T1" fmla="*/ 42 h 136"/>
                      <a:gd name="T2" fmla="*/ 39 w 120"/>
                      <a:gd name="T3" fmla="*/ 37 h 136"/>
                      <a:gd name="T4" fmla="*/ 36 w 120"/>
                      <a:gd name="T5" fmla="*/ 34 h 136"/>
                      <a:gd name="T6" fmla="*/ 41 w 120"/>
                      <a:gd name="T7" fmla="*/ 23 h 136"/>
                      <a:gd name="T8" fmla="*/ 41 w 120"/>
                      <a:gd name="T9" fmla="*/ 17 h 136"/>
                      <a:gd name="T10" fmla="*/ 39 w 120"/>
                      <a:gd name="T11" fmla="*/ 8 h 136"/>
                      <a:gd name="T12" fmla="*/ 30 w 120"/>
                      <a:gd name="T13" fmla="*/ 8 h 136"/>
                      <a:gd name="T14" fmla="*/ 27 w 120"/>
                      <a:gd name="T15" fmla="*/ 11 h 136"/>
                      <a:gd name="T16" fmla="*/ 22 w 120"/>
                      <a:gd name="T17" fmla="*/ 6 h 136"/>
                      <a:gd name="T18" fmla="*/ 17 w 120"/>
                      <a:gd name="T19" fmla="*/ 6 h 136"/>
                      <a:gd name="T20" fmla="*/ 11 w 120"/>
                      <a:gd name="T21" fmla="*/ 0 h 136"/>
                      <a:gd name="T22" fmla="*/ 8 w 120"/>
                      <a:gd name="T23" fmla="*/ 6 h 136"/>
                      <a:gd name="T24" fmla="*/ 3 w 120"/>
                      <a:gd name="T25" fmla="*/ 6 h 136"/>
                      <a:gd name="T26" fmla="*/ 3 w 120"/>
                      <a:gd name="T27" fmla="*/ 17 h 136"/>
                      <a:gd name="T28" fmla="*/ 0 w 120"/>
                      <a:gd name="T29" fmla="*/ 23 h 136"/>
                      <a:gd name="T30" fmla="*/ 0 w 120"/>
                      <a:gd name="T31" fmla="*/ 25 h 136"/>
                      <a:gd name="T32" fmla="*/ 0 w 120"/>
                      <a:gd name="T33" fmla="*/ 34 h 136"/>
                      <a:gd name="T34" fmla="*/ 6 w 120"/>
                      <a:gd name="T35" fmla="*/ 37 h 136"/>
                      <a:gd name="T36" fmla="*/ 6 w 120"/>
                      <a:gd name="T37" fmla="*/ 42 h 136"/>
                      <a:gd name="T38" fmla="*/ 3 w 120"/>
                      <a:gd name="T39" fmla="*/ 48 h 136"/>
                      <a:gd name="T40" fmla="*/ 11 w 120"/>
                      <a:gd name="T41" fmla="*/ 48 h 136"/>
                      <a:gd name="T42" fmla="*/ 22 w 120"/>
                      <a:gd name="T43" fmla="*/ 45 h 136"/>
                      <a:gd name="T44" fmla="*/ 30 w 120"/>
                      <a:gd name="T45" fmla="*/ 42 h 136"/>
                      <a:gd name="T46" fmla="*/ 41 w 120"/>
                      <a:gd name="T47" fmla="*/ 42 h 1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20"/>
                      <a:gd name="T73" fmla="*/ 0 h 136"/>
                      <a:gd name="T74" fmla="*/ 120 w 120"/>
                      <a:gd name="T75" fmla="*/ 136 h 1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20" h="136">
                        <a:moveTo>
                          <a:pt x="120" y="120"/>
                        </a:moveTo>
                        <a:lnTo>
                          <a:pt x="112" y="104"/>
                        </a:lnTo>
                        <a:lnTo>
                          <a:pt x="104" y="96"/>
                        </a:lnTo>
                        <a:lnTo>
                          <a:pt x="120" y="64"/>
                        </a:lnTo>
                        <a:lnTo>
                          <a:pt x="120" y="48"/>
                        </a:lnTo>
                        <a:lnTo>
                          <a:pt x="112" y="24"/>
                        </a:lnTo>
                        <a:lnTo>
                          <a:pt x="88" y="24"/>
                        </a:lnTo>
                        <a:lnTo>
                          <a:pt x="80" y="32"/>
                        </a:lnTo>
                        <a:lnTo>
                          <a:pt x="64" y="16"/>
                        </a:lnTo>
                        <a:lnTo>
                          <a:pt x="48" y="16"/>
                        </a:lnTo>
                        <a:lnTo>
                          <a:pt x="32" y="0"/>
                        </a:lnTo>
                        <a:lnTo>
                          <a:pt x="24" y="16"/>
                        </a:lnTo>
                        <a:lnTo>
                          <a:pt x="8" y="16"/>
                        </a:lnTo>
                        <a:lnTo>
                          <a:pt x="8" y="48"/>
                        </a:lnTo>
                        <a:lnTo>
                          <a:pt x="0" y="64"/>
                        </a:lnTo>
                        <a:lnTo>
                          <a:pt x="0" y="72"/>
                        </a:lnTo>
                        <a:lnTo>
                          <a:pt x="0" y="96"/>
                        </a:lnTo>
                        <a:lnTo>
                          <a:pt x="16" y="104"/>
                        </a:lnTo>
                        <a:lnTo>
                          <a:pt x="16" y="120"/>
                        </a:lnTo>
                        <a:lnTo>
                          <a:pt x="8" y="136"/>
                        </a:lnTo>
                        <a:lnTo>
                          <a:pt x="32" y="136"/>
                        </a:lnTo>
                        <a:lnTo>
                          <a:pt x="64" y="128"/>
                        </a:lnTo>
                        <a:lnTo>
                          <a:pt x="88" y="120"/>
                        </a:lnTo>
                        <a:lnTo>
                          <a:pt x="120" y="12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97" name="Freeform 323">
                    <a:extLst>
                      <a:ext uri="{FF2B5EF4-FFF2-40B4-BE49-F238E27FC236}">
                        <a16:creationId xmlns:a16="http://schemas.microsoft.com/office/drawing/2014/main" id="{9EFD347F-93F7-22D2-429E-E73448361378}"/>
                      </a:ext>
                    </a:extLst>
                  </p:cNvPr>
                  <p:cNvSpPr>
                    <a:spLocks/>
                  </p:cNvSpPr>
                  <p:nvPr/>
                </p:nvSpPr>
                <p:spPr bwMode="gray">
                  <a:xfrm>
                    <a:off x="2885" y="2701"/>
                    <a:ext cx="101" cy="163"/>
                  </a:xfrm>
                  <a:custGeom>
                    <a:avLst/>
                    <a:gdLst>
                      <a:gd name="T0" fmla="*/ 0 w 144"/>
                      <a:gd name="T1" fmla="*/ 64 h 232"/>
                      <a:gd name="T2" fmla="*/ 6 w 144"/>
                      <a:gd name="T3" fmla="*/ 67 h 232"/>
                      <a:gd name="T4" fmla="*/ 8 w 144"/>
                      <a:gd name="T5" fmla="*/ 72 h 232"/>
                      <a:gd name="T6" fmla="*/ 8 w 144"/>
                      <a:gd name="T7" fmla="*/ 77 h 232"/>
                      <a:gd name="T8" fmla="*/ 19 w 144"/>
                      <a:gd name="T9" fmla="*/ 77 h 232"/>
                      <a:gd name="T10" fmla="*/ 30 w 144"/>
                      <a:gd name="T11" fmla="*/ 77 h 232"/>
                      <a:gd name="T12" fmla="*/ 41 w 144"/>
                      <a:gd name="T13" fmla="*/ 77 h 232"/>
                      <a:gd name="T14" fmla="*/ 44 w 144"/>
                      <a:gd name="T15" fmla="*/ 81 h 232"/>
                      <a:gd name="T16" fmla="*/ 50 w 144"/>
                      <a:gd name="T17" fmla="*/ 75 h 232"/>
                      <a:gd name="T18" fmla="*/ 41 w 144"/>
                      <a:gd name="T19" fmla="*/ 58 h 232"/>
                      <a:gd name="T20" fmla="*/ 41 w 144"/>
                      <a:gd name="T21" fmla="*/ 53 h 232"/>
                      <a:gd name="T22" fmla="*/ 50 w 144"/>
                      <a:gd name="T23" fmla="*/ 41 h 232"/>
                      <a:gd name="T24" fmla="*/ 44 w 144"/>
                      <a:gd name="T25" fmla="*/ 33 h 232"/>
                      <a:gd name="T26" fmla="*/ 39 w 144"/>
                      <a:gd name="T27" fmla="*/ 27 h 232"/>
                      <a:gd name="T28" fmla="*/ 39 w 144"/>
                      <a:gd name="T29" fmla="*/ 25 h 232"/>
                      <a:gd name="T30" fmla="*/ 47 w 144"/>
                      <a:gd name="T31" fmla="*/ 22 h 232"/>
                      <a:gd name="T32" fmla="*/ 47 w 144"/>
                      <a:gd name="T33" fmla="*/ 8 h 232"/>
                      <a:gd name="T34" fmla="*/ 41 w 144"/>
                      <a:gd name="T35" fmla="*/ 0 h 232"/>
                      <a:gd name="T36" fmla="*/ 39 w 144"/>
                      <a:gd name="T37" fmla="*/ 0 h 232"/>
                      <a:gd name="T38" fmla="*/ 39 w 144"/>
                      <a:gd name="T39" fmla="*/ 3 h 232"/>
                      <a:gd name="T40" fmla="*/ 41 w 144"/>
                      <a:gd name="T41" fmla="*/ 14 h 232"/>
                      <a:gd name="T42" fmla="*/ 36 w 144"/>
                      <a:gd name="T43" fmla="*/ 17 h 232"/>
                      <a:gd name="T44" fmla="*/ 30 w 144"/>
                      <a:gd name="T45" fmla="*/ 27 h 232"/>
                      <a:gd name="T46" fmla="*/ 27 w 144"/>
                      <a:gd name="T47" fmla="*/ 31 h 232"/>
                      <a:gd name="T48" fmla="*/ 25 w 144"/>
                      <a:gd name="T49" fmla="*/ 44 h 232"/>
                      <a:gd name="T50" fmla="*/ 19 w 144"/>
                      <a:gd name="T51" fmla="*/ 47 h 232"/>
                      <a:gd name="T52" fmla="*/ 17 w 144"/>
                      <a:gd name="T53" fmla="*/ 44 h 232"/>
                      <a:gd name="T54" fmla="*/ 11 w 144"/>
                      <a:gd name="T55" fmla="*/ 44 h 232"/>
                      <a:gd name="T56" fmla="*/ 3 w 144"/>
                      <a:gd name="T57" fmla="*/ 56 h 232"/>
                      <a:gd name="T58" fmla="*/ 0 w 144"/>
                      <a:gd name="T59" fmla="*/ 64 h 2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4"/>
                      <a:gd name="T91" fmla="*/ 0 h 232"/>
                      <a:gd name="T92" fmla="*/ 144 w 144"/>
                      <a:gd name="T93" fmla="*/ 232 h 2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4" h="232">
                        <a:moveTo>
                          <a:pt x="0" y="184"/>
                        </a:moveTo>
                        <a:lnTo>
                          <a:pt x="16" y="192"/>
                        </a:lnTo>
                        <a:lnTo>
                          <a:pt x="24" y="208"/>
                        </a:lnTo>
                        <a:lnTo>
                          <a:pt x="24" y="224"/>
                        </a:lnTo>
                        <a:lnTo>
                          <a:pt x="56" y="224"/>
                        </a:lnTo>
                        <a:lnTo>
                          <a:pt x="88" y="224"/>
                        </a:lnTo>
                        <a:lnTo>
                          <a:pt x="120" y="224"/>
                        </a:lnTo>
                        <a:lnTo>
                          <a:pt x="128" y="232"/>
                        </a:lnTo>
                        <a:lnTo>
                          <a:pt x="144" y="216"/>
                        </a:lnTo>
                        <a:lnTo>
                          <a:pt x="120" y="168"/>
                        </a:lnTo>
                        <a:lnTo>
                          <a:pt x="120" y="152"/>
                        </a:lnTo>
                        <a:lnTo>
                          <a:pt x="144" y="120"/>
                        </a:lnTo>
                        <a:lnTo>
                          <a:pt x="128" y="96"/>
                        </a:lnTo>
                        <a:lnTo>
                          <a:pt x="112" y="80"/>
                        </a:lnTo>
                        <a:lnTo>
                          <a:pt x="112" y="72"/>
                        </a:lnTo>
                        <a:lnTo>
                          <a:pt x="136" y="64"/>
                        </a:lnTo>
                        <a:lnTo>
                          <a:pt x="136" y="24"/>
                        </a:lnTo>
                        <a:lnTo>
                          <a:pt x="120" y="0"/>
                        </a:lnTo>
                        <a:lnTo>
                          <a:pt x="112" y="0"/>
                        </a:lnTo>
                        <a:lnTo>
                          <a:pt x="112" y="8"/>
                        </a:lnTo>
                        <a:lnTo>
                          <a:pt x="120" y="40"/>
                        </a:lnTo>
                        <a:lnTo>
                          <a:pt x="104" y="48"/>
                        </a:lnTo>
                        <a:lnTo>
                          <a:pt x="88" y="80"/>
                        </a:lnTo>
                        <a:lnTo>
                          <a:pt x="80" y="88"/>
                        </a:lnTo>
                        <a:lnTo>
                          <a:pt x="72" y="128"/>
                        </a:lnTo>
                        <a:lnTo>
                          <a:pt x="56" y="136"/>
                        </a:lnTo>
                        <a:lnTo>
                          <a:pt x="48" y="128"/>
                        </a:lnTo>
                        <a:lnTo>
                          <a:pt x="32" y="128"/>
                        </a:lnTo>
                        <a:lnTo>
                          <a:pt x="8" y="160"/>
                        </a:lnTo>
                        <a:lnTo>
                          <a:pt x="0" y="18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98" name="Freeform 324">
                    <a:extLst>
                      <a:ext uri="{FF2B5EF4-FFF2-40B4-BE49-F238E27FC236}">
                        <a16:creationId xmlns:a16="http://schemas.microsoft.com/office/drawing/2014/main" id="{B506D52C-BA0A-F97A-E540-2548452F32F2}"/>
                      </a:ext>
                    </a:extLst>
                  </p:cNvPr>
                  <p:cNvSpPr>
                    <a:spLocks/>
                  </p:cNvSpPr>
                  <p:nvPr/>
                </p:nvSpPr>
                <p:spPr bwMode="gray">
                  <a:xfrm>
                    <a:off x="2969" y="2718"/>
                    <a:ext cx="186" cy="135"/>
                  </a:xfrm>
                  <a:custGeom>
                    <a:avLst/>
                    <a:gdLst>
                      <a:gd name="T0" fmla="*/ 8 w 264"/>
                      <a:gd name="T1" fmla="*/ 67 h 192"/>
                      <a:gd name="T2" fmla="*/ 0 w 264"/>
                      <a:gd name="T3" fmla="*/ 50 h 192"/>
                      <a:gd name="T4" fmla="*/ 0 w 264"/>
                      <a:gd name="T5" fmla="*/ 44 h 192"/>
                      <a:gd name="T6" fmla="*/ 8 w 264"/>
                      <a:gd name="T7" fmla="*/ 34 h 192"/>
                      <a:gd name="T8" fmla="*/ 31 w 264"/>
                      <a:gd name="T9" fmla="*/ 31 h 192"/>
                      <a:gd name="T10" fmla="*/ 34 w 264"/>
                      <a:gd name="T11" fmla="*/ 23 h 192"/>
                      <a:gd name="T12" fmla="*/ 42 w 264"/>
                      <a:gd name="T13" fmla="*/ 23 h 192"/>
                      <a:gd name="T14" fmla="*/ 53 w 264"/>
                      <a:gd name="T15" fmla="*/ 11 h 192"/>
                      <a:gd name="T16" fmla="*/ 53 w 264"/>
                      <a:gd name="T17" fmla="*/ 3 h 192"/>
                      <a:gd name="T18" fmla="*/ 58 w 264"/>
                      <a:gd name="T19" fmla="*/ 0 h 192"/>
                      <a:gd name="T20" fmla="*/ 65 w 264"/>
                      <a:gd name="T21" fmla="*/ 6 h 192"/>
                      <a:gd name="T22" fmla="*/ 65 w 264"/>
                      <a:gd name="T23" fmla="*/ 8 h 192"/>
                      <a:gd name="T24" fmla="*/ 61 w 264"/>
                      <a:gd name="T25" fmla="*/ 8 h 192"/>
                      <a:gd name="T26" fmla="*/ 67 w 264"/>
                      <a:gd name="T27" fmla="*/ 14 h 192"/>
                      <a:gd name="T28" fmla="*/ 67 w 264"/>
                      <a:gd name="T29" fmla="*/ 25 h 192"/>
                      <a:gd name="T30" fmla="*/ 70 w 264"/>
                      <a:gd name="T31" fmla="*/ 25 h 192"/>
                      <a:gd name="T32" fmla="*/ 73 w 264"/>
                      <a:gd name="T33" fmla="*/ 31 h 192"/>
                      <a:gd name="T34" fmla="*/ 75 w 264"/>
                      <a:gd name="T35" fmla="*/ 31 h 192"/>
                      <a:gd name="T36" fmla="*/ 81 w 264"/>
                      <a:gd name="T37" fmla="*/ 36 h 192"/>
                      <a:gd name="T38" fmla="*/ 84 w 264"/>
                      <a:gd name="T39" fmla="*/ 41 h 192"/>
                      <a:gd name="T40" fmla="*/ 89 w 264"/>
                      <a:gd name="T41" fmla="*/ 48 h 192"/>
                      <a:gd name="T42" fmla="*/ 92 w 264"/>
                      <a:gd name="T43" fmla="*/ 50 h 192"/>
                      <a:gd name="T44" fmla="*/ 81 w 264"/>
                      <a:gd name="T45" fmla="*/ 48 h 192"/>
                      <a:gd name="T46" fmla="*/ 61 w 264"/>
                      <a:gd name="T47" fmla="*/ 56 h 192"/>
                      <a:gd name="T48" fmla="*/ 56 w 264"/>
                      <a:gd name="T49" fmla="*/ 58 h 192"/>
                      <a:gd name="T50" fmla="*/ 44 w 264"/>
                      <a:gd name="T51" fmla="*/ 56 h 192"/>
                      <a:gd name="T52" fmla="*/ 39 w 264"/>
                      <a:gd name="T53" fmla="*/ 50 h 192"/>
                      <a:gd name="T54" fmla="*/ 27 w 264"/>
                      <a:gd name="T55" fmla="*/ 53 h 192"/>
                      <a:gd name="T56" fmla="*/ 27 w 264"/>
                      <a:gd name="T57" fmla="*/ 58 h 192"/>
                      <a:gd name="T58" fmla="*/ 23 w 264"/>
                      <a:gd name="T59" fmla="*/ 61 h 192"/>
                      <a:gd name="T60" fmla="*/ 17 w 264"/>
                      <a:gd name="T61" fmla="*/ 58 h 192"/>
                      <a:gd name="T62" fmla="*/ 11 w 264"/>
                      <a:gd name="T63" fmla="*/ 61 h 192"/>
                      <a:gd name="T64" fmla="*/ 8 w 264"/>
                      <a:gd name="T65" fmla="*/ 67 h 1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64"/>
                      <a:gd name="T100" fmla="*/ 0 h 192"/>
                      <a:gd name="T101" fmla="*/ 264 w 264"/>
                      <a:gd name="T102" fmla="*/ 192 h 1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64" h="192">
                        <a:moveTo>
                          <a:pt x="24" y="192"/>
                        </a:moveTo>
                        <a:lnTo>
                          <a:pt x="0" y="144"/>
                        </a:lnTo>
                        <a:lnTo>
                          <a:pt x="0" y="128"/>
                        </a:lnTo>
                        <a:lnTo>
                          <a:pt x="24" y="96"/>
                        </a:lnTo>
                        <a:lnTo>
                          <a:pt x="88" y="88"/>
                        </a:lnTo>
                        <a:lnTo>
                          <a:pt x="96" y="64"/>
                        </a:lnTo>
                        <a:lnTo>
                          <a:pt x="120" y="64"/>
                        </a:lnTo>
                        <a:lnTo>
                          <a:pt x="152" y="32"/>
                        </a:lnTo>
                        <a:lnTo>
                          <a:pt x="152" y="8"/>
                        </a:lnTo>
                        <a:lnTo>
                          <a:pt x="168" y="0"/>
                        </a:lnTo>
                        <a:lnTo>
                          <a:pt x="184" y="16"/>
                        </a:lnTo>
                        <a:lnTo>
                          <a:pt x="184" y="24"/>
                        </a:lnTo>
                        <a:lnTo>
                          <a:pt x="176" y="24"/>
                        </a:lnTo>
                        <a:lnTo>
                          <a:pt x="192" y="40"/>
                        </a:lnTo>
                        <a:lnTo>
                          <a:pt x="192" y="72"/>
                        </a:lnTo>
                        <a:lnTo>
                          <a:pt x="200" y="72"/>
                        </a:lnTo>
                        <a:lnTo>
                          <a:pt x="208" y="88"/>
                        </a:lnTo>
                        <a:lnTo>
                          <a:pt x="216" y="88"/>
                        </a:lnTo>
                        <a:lnTo>
                          <a:pt x="232" y="104"/>
                        </a:lnTo>
                        <a:lnTo>
                          <a:pt x="240" y="120"/>
                        </a:lnTo>
                        <a:lnTo>
                          <a:pt x="256" y="136"/>
                        </a:lnTo>
                        <a:lnTo>
                          <a:pt x="264" y="144"/>
                        </a:lnTo>
                        <a:lnTo>
                          <a:pt x="232" y="136"/>
                        </a:lnTo>
                        <a:lnTo>
                          <a:pt x="176" y="160"/>
                        </a:lnTo>
                        <a:lnTo>
                          <a:pt x="160" y="168"/>
                        </a:lnTo>
                        <a:lnTo>
                          <a:pt x="128" y="160"/>
                        </a:lnTo>
                        <a:lnTo>
                          <a:pt x="112" y="144"/>
                        </a:lnTo>
                        <a:lnTo>
                          <a:pt x="80" y="152"/>
                        </a:lnTo>
                        <a:lnTo>
                          <a:pt x="80" y="168"/>
                        </a:lnTo>
                        <a:lnTo>
                          <a:pt x="64" y="176"/>
                        </a:lnTo>
                        <a:lnTo>
                          <a:pt x="48" y="168"/>
                        </a:lnTo>
                        <a:lnTo>
                          <a:pt x="32" y="176"/>
                        </a:lnTo>
                        <a:lnTo>
                          <a:pt x="24" y="19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99" name="Freeform 325">
                    <a:extLst>
                      <a:ext uri="{FF2B5EF4-FFF2-40B4-BE49-F238E27FC236}">
                        <a16:creationId xmlns:a16="http://schemas.microsoft.com/office/drawing/2014/main" id="{B923C6E8-7468-9AC7-7803-F5033A81765E}"/>
                      </a:ext>
                    </a:extLst>
                  </p:cNvPr>
                  <p:cNvSpPr>
                    <a:spLocks/>
                  </p:cNvSpPr>
                  <p:nvPr/>
                </p:nvSpPr>
                <p:spPr bwMode="gray">
                  <a:xfrm>
                    <a:off x="2958" y="2543"/>
                    <a:ext cx="152" cy="242"/>
                  </a:xfrm>
                  <a:custGeom>
                    <a:avLst/>
                    <a:gdLst>
                      <a:gd name="T0" fmla="*/ 14 w 216"/>
                      <a:gd name="T1" fmla="*/ 120 h 344"/>
                      <a:gd name="T2" fmla="*/ 8 w 216"/>
                      <a:gd name="T3" fmla="*/ 111 h 344"/>
                      <a:gd name="T4" fmla="*/ 3 w 216"/>
                      <a:gd name="T5" fmla="*/ 106 h 344"/>
                      <a:gd name="T6" fmla="*/ 3 w 216"/>
                      <a:gd name="T7" fmla="*/ 103 h 344"/>
                      <a:gd name="T8" fmla="*/ 11 w 216"/>
                      <a:gd name="T9" fmla="*/ 101 h 344"/>
                      <a:gd name="T10" fmla="*/ 11 w 216"/>
                      <a:gd name="T11" fmla="*/ 86 h 344"/>
                      <a:gd name="T12" fmla="*/ 6 w 216"/>
                      <a:gd name="T13" fmla="*/ 78 h 344"/>
                      <a:gd name="T14" fmla="*/ 3 w 216"/>
                      <a:gd name="T15" fmla="*/ 78 h 344"/>
                      <a:gd name="T16" fmla="*/ 0 w 216"/>
                      <a:gd name="T17" fmla="*/ 75 h 344"/>
                      <a:gd name="T18" fmla="*/ 0 w 216"/>
                      <a:gd name="T19" fmla="*/ 64 h 344"/>
                      <a:gd name="T20" fmla="*/ 14 w 216"/>
                      <a:gd name="T21" fmla="*/ 50 h 344"/>
                      <a:gd name="T22" fmla="*/ 14 w 216"/>
                      <a:gd name="T23" fmla="*/ 31 h 344"/>
                      <a:gd name="T24" fmla="*/ 17 w 216"/>
                      <a:gd name="T25" fmla="*/ 25 h 344"/>
                      <a:gd name="T26" fmla="*/ 11 w 216"/>
                      <a:gd name="T27" fmla="*/ 17 h 344"/>
                      <a:gd name="T28" fmla="*/ 8 w 216"/>
                      <a:gd name="T29" fmla="*/ 8 h 344"/>
                      <a:gd name="T30" fmla="*/ 19 w 216"/>
                      <a:gd name="T31" fmla="*/ 0 h 344"/>
                      <a:gd name="T32" fmla="*/ 75 w 216"/>
                      <a:gd name="T33" fmla="*/ 27 h 344"/>
                      <a:gd name="T34" fmla="*/ 75 w 216"/>
                      <a:gd name="T35" fmla="*/ 58 h 344"/>
                      <a:gd name="T36" fmla="*/ 64 w 216"/>
                      <a:gd name="T37" fmla="*/ 58 h 344"/>
                      <a:gd name="T38" fmla="*/ 64 w 216"/>
                      <a:gd name="T39" fmla="*/ 64 h 344"/>
                      <a:gd name="T40" fmla="*/ 64 w 216"/>
                      <a:gd name="T41" fmla="*/ 67 h 344"/>
                      <a:gd name="T42" fmla="*/ 61 w 216"/>
                      <a:gd name="T43" fmla="*/ 78 h 344"/>
                      <a:gd name="T44" fmla="*/ 61 w 216"/>
                      <a:gd name="T45" fmla="*/ 81 h 344"/>
                      <a:gd name="T46" fmla="*/ 64 w 216"/>
                      <a:gd name="T47" fmla="*/ 84 h 344"/>
                      <a:gd name="T48" fmla="*/ 64 w 216"/>
                      <a:gd name="T49" fmla="*/ 86 h 344"/>
                      <a:gd name="T50" fmla="*/ 58 w 216"/>
                      <a:gd name="T51" fmla="*/ 89 h 344"/>
                      <a:gd name="T52" fmla="*/ 58 w 216"/>
                      <a:gd name="T53" fmla="*/ 98 h 344"/>
                      <a:gd name="T54" fmla="*/ 48 w 216"/>
                      <a:gd name="T55" fmla="*/ 108 h 344"/>
                      <a:gd name="T56" fmla="*/ 39 w 216"/>
                      <a:gd name="T57" fmla="*/ 108 h 344"/>
                      <a:gd name="T58" fmla="*/ 36 w 216"/>
                      <a:gd name="T59" fmla="*/ 117 h 344"/>
                      <a:gd name="T60" fmla="*/ 14 w 216"/>
                      <a:gd name="T61" fmla="*/ 120 h 34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16"/>
                      <a:gd name="T94" fmla="*/ 0 h 344"/>
                      <a:gd name="T95" fmla="*/ 216 w 216"/>
                      <a:gd name="T96" fmla="*/ 344 h 34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16" h="344">
                        <a:moveTo>
                          <a:pt x="40" y="344"/>
                        </a:moveTo>
                        <a:lnTo>
                          <a:pt x="24" y="320"/>
                        </a:lnTo>
                        <a:lnTo>
                          <a:pt x="8" y="304"/>
                        </a:lnTo>
                        <a:lnTo>
                          <a:pt x="8" y="296"/>
                        </a:lnTo>
                        <a:lnTo>
                          <a:pt x="32" y="288"/>
                        </a:lnTo>
                        <a:lnTo>
                          <a:pt x="32" y="248"/>
                        </a:lnTo>
                        <a:lnTo>
                          <a:pt x="16" y="224"/>
                        </a:lnTo>
                        <a:lnTo>
                          <a:pt x="8" y="224"/>
                        </a:lnTo>
                        <a:lnTo>
                          <a:pt x="0" y="216"/>
                        </a:lnTo>
                        <a:lnTo>
                          <a:pt x="0" y="184"/>
                        </a:lnTo>
                        <a:lnTo>
                          <a:pt x="40" y="144"/>
                        </a:lnTo>
                        <a:lnTo>
                          <a:pt x="40" y="88"/>
                        </a:lnTo>
                        <a:lnTo>
                          <a:pt x="48" y="72"/>
                        </a:lnTo>
                        <a:lnTo>
                          <a:pt x="32" y="48"/>
                        </a:lnTo>
                        <a:lnTo>
                          <a:pt x="24" y="24"/>
                        </a:lnTo>
                        <a:lnTo>
                          <a:pt x="56" y="0"/>
                        </a:lnTo>
                        <a:lnTo>
                          <a:pt x="216" y="80"/>
                        </a:lnTo>
                        <a:lnTo>
                          <a:pt x="216" y="168"/>
                        </a:lnTo>
                        <a:lnTo>
                          <a:pt x="184" y="168"/>
                        </a:lnTo>
                        <a:lnTo>
                          <a:pt x="184" y="184"/>
                        </a:lnTo>
                        <a:lnTo>
                          <a:pt x="184" y="192"/>
                        </a:lnTo>
                        <a:lnTo>
                          <a:pt x="176" y="224"/>
                        </a:lnTo>
                        <a:lnTo>
                          <a:pt x="176" y="232"/>
                        </a:lnTo>
                        <a:lnTo>
                          <a:pt x="184" y="240"/>
                        </a:lnTo>
                        <a:lnTo>
                          <a:pt x="184" y="248"/>
                        </a:lnTo>
                        <a:lnTo>
                          <a:pt x="168" y="256"/>
                        </a:lnTo>
                        <a:lnTo>
                          <a:pt x="168" y="280"/>
                        </a:lnTo>
                        <a:lnTo>
                          <a:pt x="136" y="312"/>
                        </a:lnTo>
                        <a:lnTo>
                          <a:pt x="112" y="312"/>
                        </a:lnTo>
                        <a:lnTo>
                          <a:pt x="104" y="336"/>
                        </a:lnTo>
                        <a:lnTo>
                          <a:pt x="40" y="34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00" name="Freeform 326">
                    <a:extLst>
                      <a:ext uri="{FF2B5EF4-FFF2-40B4-BE49-F238E27FC236}">
                        <a16:creationId xmlns:a16="http://schemas.microsoft.com/office/drawing/2014/main" id="{E09D636B-BE03-E586-FE2E-1BD371C22221}"/>
                      </a:ext>
                    </a:extLst>
                  </p:cNvPr>
                  <p:cNvSpPr>
                    <a:spLocks/>
                  </p:cNvSpPr>
                  <p:nvPr/>
                </p:nvSpPr>
                <p:spPr bwMode="gray">
                  <a:xfrm>
                    <a:off x="2890" y="2858"/>
                    <a:ext cx="79" cy="101"/>
                  </a:xfrm>
                  <a:custGeom>
                    <a:avLst/>
                    <a:gdLst>
                      <a:gd name="T0" fmla="*/ 20 w 112"/>
                      <a:gd name="T1" fmla="*/ 50 h 144"/>
                      <a:gd name="T2" fmla="*/ 11 w 112"/>
                      <a:gd name="T3" fmla="*/ 39 h 144"/>
                      <a:gd name="T4" fmla="*/ 6 w 112"/>
                      <a:gd name="T5" fmla="*/ 33 h 144"/>
                      <a:gd name="T6" fmla="*/ 0 w 112"/>
                      <a:gd name="T7" fmla="*/ 25 h 144"/>
                      <a:gd name="T8" fmla="*/ 6 w 112"/>
                      <a:gd name="T9" fmla="*/ 17 h 144"/>
                      <a:gd name="T10" fmla="*/ 3 w 112"/>
                      <a:gd name="T11" fmla="*/ 11 h 144"/>
                      <a:gd name="T12" fmla="*/ 6 w 112"/>
                      <a:gd name="T13" fmla="*/ 8 h 144"/>
                      <a:gd name="T14" fmla="*/ 17 w 112"/>
                      <a:gd name="T15" fmla="*/ 8 h 144"/>
                      <a:gd name="T16" fmla="*/ 17 w 112"/>
                      <a:gd name="T17" fmla="*/ 0 h 144"/>
                      <a:gd name="T18" fmla="*/ 28 w 112"/>
                      <a:gd name="T19" fmla="*/ 0 h 144"/>
                      <a:gd name="T20" fmla="*/ 25 w 112"/>
                      <a:gd name="T21" fmla="*/ 6 h 144"/>
                      <a:gd name="T22" fmla="*/ 34 w 112"/>
                      <a:gd name="T23" fmla="*/ 11 h 144"/>
                      <a:gd name="T24" fmla="*/ 40 w 112"/>
                      <a:gd name="T25" fmla="*/ 8 h 144"/>
                      <a:gd name="T26" fmla="*/ 40 w 112"/>
                      <a:gd name="T27" fmla="*/ 14 h 144"/>
                      <a:gd name="T28" fmla="*/ 36 w 112"/>
                      <a:gd name="T29" fmla="*/ 17 h 144"/>
                      <a:gd name="T30" fmla="*/ 34 w 112"/>
                      <a:gd name="T31" fmla="*/ 22 h 144"/>
                      <a:gd name="T32" fmla="*/ 36 w 112"/>
                      <a:gd name="T33" fmla="*/ 25 h 144"/>
                      <a:gd name="T34" fmla="*/ 40 w 112"/>
                      <a:gd name="T35" fmla="*/ 25 h 144"/>
                      <a:gd name="T36" fmla="*/ 36 w 112"/>
                      <a:gd name="T37" fmla="*/ 39 h 144"/>
                      <a:gd name="T38" fmla="*/ 31 w 112"/>
                      <a:gd name="T39" fmla="*/ 33 h 144"/>
                      <a:gd name="T40" fmla="*/ 28 w 112"/>
                      <a:gd name="T41" fmla="*/ 30 h 144"/>
                      <a:gd name="T42" fmla="*/ 23 w 112"/>
                      <a:gd name="T43" fmla="*/ 27 h 144"/>
                      <a:gd name="T44" fmla="*/ 23 w 112"/>
                      <a:gd name="T45" fmla="*/ 33 h 144"/>
                      <a:gd name="T46" fmla="*/ 20 w 112"/>
                      <a:gd name="T47" fmla="*/ 36 h 144"/>
                      <a:gd name="T48" fmla="*/ 17 w 112"/>
                      <a:gd name="T49" fmla="*/ 36 h 144"/>
                      <a:gd name="T50" fmla="*/ 20 w 112"/>
                      <a:gd name="T51" fmla="*/ 39 h 144"/>
                      <a:gd name="T52" fmla="*/ 25 w 112"/>
                      <a:gd name="T53" fmla="*/ 44 h 144"/>
                      <a:gd name="T54" fmla="*/ 20 w 112"/>
                      <a:gd name="T55" fmla="*/ 50 h 14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
                      <a:gd name="T85" fmla="*/ 0 h 144"/>
                      <a:gd name="T86" fmla="*/ 112 w 112"/>
                      <a:gd name="T87" fmla="*/ 144 h 14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 h="144">
                        <a:moveTo>
                          <a:pt x="56" y="144"/>
                        </a:moveTo>
                        <a:lnTo>
                          <a:pt x="32" y="112"/>
                        </a:lnTo>
                        <a:lnTo>
                          <a:pt x="16" y="96"/>
                        </a:lnTo>
                        <a:lnTo>
                          <a:pt x="0" y="72"/>
                        </a:lnTo>
                        <a:lnTo>
                          <a:pt x="16" y="48"/>
                        </a:lnTo>
                        <a:lnTo>
                          <a:pt x="8" y="32"/>
                        </a:lnTo>
                        <a:lnTo>
                          <a:pt x="16" y="24"/>
                        </a:lnTo>
                        <a:lnTo>
                          <a:pt x="48" y="24"/>
                        </a:lnTo>
                        <a:lnTo>
                          <a:pt x="48" y="0"/>
                        </a:lnTo>
                        <a:lnTo>
                          <a:pt x="80" y="0"/>
                        </a:lnTo>
                        <a:lnTo>
                          <a:pt x="72" y="16"/>
                        </a:lnTo>
                        <a:lnTo>
                          <a:pt x="96" y="32"/>
                        </a:lnTo>
                        <a:lnTo>
                          <a:pt x="112" y="24"/>
                        </a:lnTo>
                        <a:lnTo>
                          <a:pt x="112" y="40"/>
                        </a:lnTo>
                        <a:lnTo>
                          <a:pt x="104" y="48"/>
                        </a:lnTo>
                        <a:lnTo>
                          <a:pt x="96" y="64"/>
                        </a:lnTo>
                        <a:lnTo>
                          <a:pt x="104" y="72"/>
                        </a:lnTo>
                        <a:lnTo>
                          <a:pt x="112" y="72"/>
                        </a:lnTo>
                        <a:lnTo>
                          <a:pt x="104" y="112"/>
                        </a:lnTo>
                        <a:lnTo>
                          <a:pt x="88" y="96"/>
                        </a:lnTo>
                        <a:lnTo>
                          <a:pt x="80" y="88"/>
                        </a:lnTo>
                        <a:lnTo>
                          <a:pt x="64" y="80"/>
                        </a:lnTo>
                        <a:lnTo>
                          <a:pt x="64" y="96"/>
                        </a:lnTo>
                        <a:lnTo>
                          <a:pt x="56" y="104"/>
                        </a:lnTo>
                        <a:lnTo>
                          <a:pt x="48" y="104"/>
                        </a:lnTo>
                        <a:lnTo>
                          <a:pt x="56" y="112"/>
                        </a:lnTo>
                        <a:lnTo>
                          <a:pt x="72" y="128"/>
                        </a:lnTo>
                        <a:lnTo>
                          <a:pt x="56" y="14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01" name="Freeform 327">
                    <a:extLst>
                      <a:ext uri="{FF2B5EF4-FFF2-40B4-BE49-F238E27FC236}">
                        <a16:creationId xmlns:a16="http://schemas.microsoft.com/office/drawing/2014/main" id="{55070CE4-2DA7-4C5F-B861-BBEC3401850A}"/>
                      </a:ext>
                    </a:extLst>
                  </p:cNvPr>
                  <p:cNvSpPr>
                    <a:spLocks/>
                  </p:cNvSpPr>
                  <p:nvPr/>
                </p:nvSpPr>
                <p:spPr bwMode="gray">
                  <a:xfrm>
                    <a:off x="2930" y="2976"/>
                    <a:ext cx="180" cy="175"/>
                  </a:xfrm>
                  <a:custGeom>
                    <a:avLst/>
                    <a:gdLst>
                      <a:gd name="T0" fmla="*/ 0 w 256"/>
                      <a:gd name="T1" fmla="*/ 84 h 248"/>
                      <a:gd name="T2" fmla="*/ 0 w 256"/>
                      <a:gd name="T3" fmla="*/ 78 h 248"/>
                      <a:gd name="T4" fmla="*/ 3 w 256"/>
                      <a:gd name="T5" fmla="*/ 70 h 248"/>
                      <a:gd name="T6" fmla="*/ 8 w 256"/>
                      <a:gd name="T7" fmla="*/ 54 h 248"/>
                      <a:gd name="T8" fmla="*/ 11 w 256"/>
                      <a:gd name="T9" fmla="*/ 51 h 248"/>
                      <a:gd name="T10" fmla="*/ 17 w 256"/>
                      <a:gd name="T11" fmla="*/ 42 h 248"/>
                      <a:gd name="T12" fmla="*/ 14 w 256"/>
                      <a:gd name="T13" fmla="*/ 34 h 248"/>
                      <a:gd name="T14" fmla="*/ 11 w 256"/>
                      <a:gd name="T15" fmla="*/ 28 h 248"/>
                      <a:gd name="T16" fmla="*/ 11 w 256"/>
                      <a:gd name="T17" fmla="*/ 17 h 248"/>
                      <a:gd name="T18" fmla="*/ 8 w 256"/>
                      <a:gd name="T19" fmla="*/ 11 h 248"/>
                      <a:gd name="T20" fmla="*/ 6 w 256"/>
                      <a:gd name="T21" fmla="*/ 6 h 248"/>
                      <a:gd name="T22" fmla="*/ 8 w 256"/>
                      <a:gd name="T23" fmla="*/ 3 h 248"/>
                      <a:gd name="T24" fmla="*/ 36 w 256"/>
                      <a:gd name="T25" fmla="*/ 0 h 248"/>
                      <a:gd name="T26" fmla="*/ 39 w 256"/>
                      <a:gd name="T27" fmla="*/ 8 h 248"/>
                      <a:gd name="T28" fmla="*/ 44 w 256"/>
                      <a:gd name="T29" fmla="*/ 14 h 248"/>
                      <a:gd name="T30" fmla="*/ 56 w 256"/>
                      <a:gd name="T31" fmla="*/ 14 h 248"/>
                      <a:gd name="T32" fmla="*/ 56 w 256"/>
                      <a:gd name="T33" fmla="*/ 8 h 248"/>
                      <a:gd name="T34" fmla="*/ 61 w 256"/>
                      <a:gd name="T35" fmla="*/ 8 h 248"/>
                      <a:gd name="T36" fmla="*/ 67 w 256"/>
                      <a:gd name="T37" fmla="*/ 11 h 248"/>
                      <a:gd name="T38" fmla="*/ 72 w 256"/>
                      <a:gd name="T39" fmla="*/ 11 h 248"/>
                      <a:gd name="T40" fmla="*/ 75 w 256"/>
                      <a:gd name="T41" fmla="*/ 31 h 248"/>
                      <a:gd name="T42" fmla="*/ 78 w 256"/>
                      <a:gd name="T43" fmla="*/ 37 h 248"/>
                      <a:gd name="T44" fmla="*/ 89 w 256"/>
                      <a:gd name="T45" fmla="*/ 37 h 248"/>
                      <a:gd name="T46" fmla="*/ 89 w 256"/>
                      <a:gd name="T47" fmla="*/ 40 h 248"/>
                      <a:gd name="T48" fmla="*/ 86 w 256"/>
                      <a:gd name="T49" fmla="*/ 51 h 248"/>
                      <a:gd name="T50" fmla="*/ 75 w 256"/>
                      <a:gd name="T51" fmla="*/ 51 h 248"/>
                      <a:gd name="T52" fmla="*/ 75 w 256"/>
                      <a:gd name="T53" fmla="*/ 78 h 248"/>
                      <a:gd name="T54" fmla="*/ 81 w 256"/>
                      <a:gd name="T55" fmla="*/ 82 h 248"/>
                      <a:gd name="T56" fmla="*/ 75 w 256"/>
                      <a:gd name="T57" fmla="*/ 87 h 248"/>
                      <a:gd name="T58" fmla="*/ 67 w 256"/>
                      <a:gd name="T59" fmla="*/ 87 h 248"/>
                      <a:gd name="T60" fmla="*/ 58 w 256"/>
                      <a:gd name="T61" fmla="*/ 87 h 248"/>
                      <a:gd name="T62" fmla="*/ 53 w 256"/>
                      <a:gd name="T63" fmla="*/ 87 h 248"/>
                      <a:gd name="T64" fmla="*/ 44 w 256"/>
                      <a:gd name="T65" fmla="*/ 82 h 248"/>
                      <a:gd name="T66" fmla="*/ 25 w 256"/>
                      <a:gd name="T67" fmla="*/ 82 h 248"/>
                      <a:gd name="T68" fmla="*/ 17 w 256"/>
                      <a:gd name="T69" fmla="*/ 84 h 248"/>
                      <a:gd name="T70" fmla="*/ 14 w 256"/>
                      <a:gd name="T71" fmla="*/ 82 h 248"/>
                      <a:gd name="T72" fmla="*/ 6 w 256"/>
                      <a:gd name="T73" fmla="*/ 82 h 248"/>
                      <a:gd name="T74" fmla="*/ 0 w 256"/>
                      <a:gd name="T75" fmla="*/ 84 h 24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56"/>
                      <a:gd name="T115" fmla="*/ 0 h 248"/>
                      <a:gd name="T116" fmla="*/ 256 w 256"/>
                      <a:gd name="T117" fmla="*/ 248 h 24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56" h="248">
                        <a:moveTo>
                          <a:pt x="0" y="240"/>
                        </a:moveTo>
                        <a:lnTo>
                          <a:pt x="0" y="224"/>
                        </a:lnTo>
                        <a:lnTo>
                          <a:pt x="8" y="200"/>
                        </a:lnTo>
                        <a:lnTo>
                          <a:pt x="24" y="152"/>
                        </a:lnTo>
                        <a:lnTo>
                          <a:pt x="32" y="144"/>
                        </a:lnTo>
                        <a:lnTo>
                          <a:pt x="48" y="120"/>
                        </a:lnTo>
                        <a:lnTo>
                          <a:pt x="40" y="96"/>
                        </a:lnTo>
                        <a:lnTo>
                          <a:pt x="32" y="80"/>
                        </a:lnTo>
                        <a:lnTo>
                          <a:pt x="32" y="48"/>
                        </a:lnTo>
                        <a:lnTo>
                          <a:pt x="24" y="32"/>
                        </a:lnTo>
                        <a:lnTo>
                          <a:pt x="16" y="16"/>
                        </a:lnTo>
                        <a:lnTo>
                          <a:pt x="24" y="8"/>
                        </a:lnTo>
                        <a:lnTo>
                          <a:pt x="104" y="0"/>
                        </a:lnTo>
                        <a:lnTo>
                          <a:pt x="112" y="24"/>
                        </a:lnTo>
                        <a:lnTo>
                          <a:pt x="128" y="40"/>
                        </a:lnTo>
                        <a:lnTo>
                          <a:pt x="160" y="40"/>
                        </a:lnTo>
                        <a:lnTo>
                          <a:pt x="160" y="24"/>
                        </a:lnTo>
                        <a:lnTo>
                          <a:pt x="176" y="24"/>
                        </a:lnTo>
                        <a:lnTo>
                          <a:pt x="192" y="32"/>
                        </a:lnTo>
                        <a:lnTo>
                          <a:pt x="208" y="32"/>
                        </a:lnTo>
                        <a:lnTo>
                          <a:pt x="216" y="88"/>
                        </a:lnTo>
                        <a:lnTo>
                          <a:pt x="224" y="104"/>
                        </a:lnTo>
                        <a:lnTo>
                          <a:pt x="256" y="104"/>
                        </a:lnTo>
                        <a:lnTo>
                          <a:pt x="256" y="112"/>
                        </a:lnTo>
                        <a:lnTo>
                          <a:pt x="248" y="144"/>
                        </a:lnTo>
                        <a:lnTo>
                          <a:pt x="216" y="144"/>
                        </a:lnTo>
                        <a:lnTo>
                          <a:pt x="216" y="224"/>
                        </a:lnTo>
                        <a:lnTo>
                          <a:pt x="232" y="232"/>
                        </a:lnTo>
                        <a:lnTo>
                          <a:pt x="216" y="248"/>
                        </a:lnTo>
                        <a:lnTo>
                          <a:pt x="192" y="248"/>
                        </a:lnTo>
                        <a:lnTo>
                          <a:pt x="168" y="248"/>
                        </a:lnTo>
                        <a:lnTo>
                          <a:pt x="152" y="248"/>
                        </a:lnTo>
                        <a:lnTo>
                          <a:pt x="128" y="232"/>
                        </a:lnTo>
                        <a:lnTo>
                          <a:pt x="72" y="232"/>
                        </a:lnTo>
                        <a:lnTo>
                          <a:pt x="48" y="240"/>
                        </a:lnTo>
                        <a:lnTo>
                          <a:pt x="40" y="232"/>
                        </a:lnTo>
                        <a:lnTo>
                          <a:pt x="16" y="232"/>
                        </a:lnTo>
                        <a:lnTo>
                          <a:pt x="0" y="24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02" name="Freeform 328">
                    <a:extLst>
                      <a:ext uri="{FF2B5EF4-FFF2-40B4-BE49-F238E27FC236}">
                        <a16:creationId xmlns:a16="http://schemas.microsoft.com/office/drawing/2014/main" id="{F4BFC239-D24E-A0E1-F046-9CA2B3242230}"/>
                      </a:ext>
                    </a:extLst>
                  </p:cNvPr>
                  <p:cNvSpPr>
                    <a:spLocks/>
                  </p:cNvSpPr>
                  <p:nvPr/>
                </p:nvSpPr>
                <p:spPr bwMode="gray">
                  <a:xfrm>
                    <a:off x="2935" y="2813"/>
                    <a:ext cx="265" cy="276"/>
                  </a:xfrm>
                  <a:custGeom>
                    <a:avLst/>
                    <a:gdLst>
                      <a:gd name="T0" fmla="*/ 126 w 376"/>
                      <a:gd name="T1" fmla="*/ 101 h 392"/>
                      <a:gd name="T2" fmla="*/ 118 w 376"/>
                      <a:gd name="T3" fmla="*/ 103 h 392"/>
                      <a:gd name="T4" fmla="*/ 118 w 376"/>
                      <a:gd name="T5" fmla="*/ 125 h 392"/>
                      <a:gd name="T6" fmla="*/ 123 w 376"/>
                      <a:gd name="T7" fmla="*/ 123 h 392"/>
                      <a:gd name="T8" fmla="*/ 126 w 376"/>
                      <a:gd name="T9" fmla="*/ 134 h 392"/>
                      <a:gd name="T10" fmla="*/ 106 w 376"/>
                      <a:gd name="T11" fmla="*/ 120 h 392"/>
                      <a:gd name="T12" fmla="*/ 101 w 376"/>
                      <a:gd name="T13" fmla="*/ 123 h 392"/>
                      <a:gd name="T14" fmla="*/ 95 w 376"/>
                      <a:gd name="T15" fmla="*/ 120 h 392"/>
                      <a:gd name="T16" fmla="*/ 92 w 376"/>
                      <a:gd name="T17" fmla="*/ 120 h 392"/>
                      <a:gd name="T18" fmla="*/ 87 w 376"/>
                      <a:gd name="T19" fmla="*/ 120 h 392"/>
                      <a:gd name="T20" fmla="*/ 75 w 376"/>
                      <a:gd name="T21" fmla="*/ 118 h 392"/>
                      <a:gd name="T22" fmla="*/ 70 w 376"/>
                      <a:gd name="T23" fmla="*/ 92 h 392"/>
                      <a:gd name="T24" fmla="*/ 58 w 376"/>
                      <a:gd name="T25" fmla="*/ 89 h 392"/>
                      <a:gd name="T26" fmla="*/ 53 w 376"/>
                      <a:gd name="T27" fmla="*/ 95 h 392"/>
                      <a:gd name="T28" fmla="*/ 36 w 376"/>
                      <a:gd name="T29" fmla="*/ 89 h 392"/>
                      <a:gd name="T30" fmla="*/ 6 w 376"/>
                      <a:gd name="T31" fmla="*/ 84 h 392"/>
                      <a:gd name="T32" fmla="*/ 6 w 376"/>
                      <a:gd name="T33" fmla="*/ 78 h 392"/>
                      <a:gd name="T34" fmla="*/ 11 w 376"/>
                      <a:gd name="T35" fmla="*/ 73 h 392"/>
                      <a:gd name="T36" fmla="*/ 14 w 376"/>
                      <a:gd name="T37" fmla="*/ 75 h 392"/>
                      <a:gd name="T38" fmla="*/ 31 w 376"/>
                      <a:gd name="T39" fmla="*/ 50 h 392"/>
                      <a:gd name="T40" fmla="*/ 39 w 376"/>
                      <a:gd name="T41" fmla="*/ 39 h 392"/>
                      <a:gd name="T42" fmla="*/ 44 w 376"/>
                      <a:gd name="T43" fmla="*/ 19 h 392"/>
                      <a:gd name="T44" fmla="*/ 44 w 376"/>
                      <a:gd name="T45" fmla="*/ 6 h 392"/>
                      <a:gd name="T46" fmla="*/ 61 w 376"/>
                      <a:gd name="T47" fmla="*/ 8 h 392"/>
                      <a:gd name="T48" fmla="*/ 78 w 376"/>
                      <a:gd name="T49" fmla="*/ 8 h 392"/>
                      <a:gd name="T50" fmla="*/ 109 w 376"/>
                      <a:gd name="T51" fmla="*/ 3 h 392"/>
                      <a:gd name="T52" fmla="*/ 115 w 376"/>
                      <a:gd name="T53" fmla="*/ 6 h 392"/>
                      <a:gd name="T54" fmla="*/ 121 w 376"/>
                      <a:gd name="T55" fmla="*/ 6 h 392"/>
                      <a:gd name="T56" fmla="*/ 132 w 376"/>
                      <a:gd name="T57" fmla="*/ 11 h 392"/>
                      <a:gd name="T58" fmla="*/ 132 w 376"/>
                      <a:gd name="T59" fmla="*/ 25 h 392"/>
                      <a:gd name="T60" fmla="*/ 121 w 376"/>
                      <a:gd name="T61" fmla="*/ 48 h 392"/>
                      <a:gd name="T62" fmla="*/ 123 w 376"/>
                      <a:gd name="T63" fmla="*/ 61 h 392"/>
                      <a:gd name="T64" fmla="*/ 126 w 376"/>
                      <a:gd name="T65" fmla="*/ 70 h 392"/>
                      <a:gd name="T66" fmla="*/ 123 w 376"/>
                      <a:gd name="T67" fmla="*/ 81 h 392"/>
                      <a:gd name="T68" fmla="*/ 132 w 376"/>
                      <a:gd name="T69" fmla="*/ 98 h 3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76"/>
                      <a:gd name="T106" fmla="*/ 0 h 392"/>
                      <a:gd name="T107" fmla="*/ 376 w 376"/>
                      <a:gd name="T108" fmla="*/ 392 h 3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76" h="392">
                        <a:moveTo>
                          <a:pt x="376" y="280"/>
                        </a:moveTo>
                        <a:lnTo>
                          <a:pt x="360" y="288"/>
                        </a:lnTo>
                        <a:lnTo>
                          <a:pt x="344" y="288"/>
                        </a:lnTo>
                        <a:lnTo>
                          <a:pt x="336" y="296"/>
                        </a:lnTo>
                        <a:lnTo>
                          <a:pt x="328" y="344"/>
                        </a:lnTo>
                        <a:lnTo>
                          <a:pt x="336" y="360"/>
                        </a:lnTo>
                        <a:lnTo>
                          <a:pt x="344" y="360"/>
                        </a:lnTo>
                        <a:lnTo>
                          <a:pt x="352" y="352"/>
                        </a:lnTo>
                        <a:lnTo>
                          <a:pt x="360" y="360"/>
                        </a:lnTo>
                        <a:lnTo>
                          <a:pt x="360" y="384"/>
                        </a:lnTo>
                        <a:lnTo>
                          <a:pt x="352" y="392"/>
                        </a:lnTo>
                        <a:lnTo>
                          <a:pt x="304" y="344"/>
                        </a:lnTo>
                        <a:lnTo>
                          <a:pt x="296" y="344"/>
                        </a:lnTo>
                        <a:lnTo>
                          <a:pt x="288" y="352"/>
                        </a:lnTo>
                        <a:lnTo>
                          <a:pt x="280" y="352"/>
                        </a:lnTo>
                        <a:lnTo>
                          <a:pt x="272" y="344"/>
                        </a:lnTo>
                        <a:lnTo>
                          <a:pt x="264" y="336"/>
                        </a:lnTo>
                        <a:lnTo>
                          <a:pt x="264" y="344"/>
                        </a:lnTo>
                        <a:lnTo>
                          <a:pt x="256" y="344"/>
                        </a:lnTo>
                        <a:lnTo>
                          <a:pt x="248" y="344"/>
                        </a:lnTo>
                        <a:lnTo>
                          <a:pt x="248" y="336"/>
                        </a:lnTo>
                        <a:lnTo>
                          <a:pt x="216" y="336"/>
                        </a:lnTo>
                        <a:lnTo>
                          <a:pt x="208" y="320"/>
                        </a:lnTo>
                        <a:lnTo>
                          <a:pt x="200" y="264"/>
                        </a:lnTo>
                        <a:lnTo>
                          <a:pt x="184" y="264"/>
                        </a:lnTo>
                        <a:lnTo>
                          <a:pt x="168" y="256"/>
                        </a:lnTo>
                        <a:lnTo>
                          <a:pt x="152" y="256"/>
                        </a:lnTo>
                        <a:lnTo>
                          <a:pt x="152" y="272"/>
                        </a:lnTo>
                        <a:lnTo>
                          <a:pt x="120" y="272"/>
                        </a:lnTo>
                        <a:lnTo>
                          <a:pt x="104" y="256"/>
                        </a:lnTo>
                        <a:lnTo>
                          <a:pt x="96" y="232"/>
                        </a:lnTo>
                        <a:lnTo>
                          <a:pt x="16" y="240"/>
                        </a:lnTo>
                        <a:lnTo>
                          <a:pt x="0" y="232"/>
                        </a:lnTo>
                        <a:lnTo>
                          <a:pt x="16" y="224"/>
                        </a:lnTo>
                        <a:lnTo>
                          <a:pt x="24" y="216"/>
                        </a:lnTo>
                        <a:lnTo>
                          <a:pt x="32" y="208"/>
                        </a:lnTo>
                        <a:lnTo>
                          <a:pt x="40" y="208"/>
                        </a:lnTo>
                        <a:lnTo>
                          <a:pt x="40" y="216"/>
                        </a:lnTo>
                        <a:lnTo>
                          <a:pt x="72" y="200"/>
                        </a:lnTo>
                        <a:lnTo>
                          <a:pt x="88" y="144"/>
                        </a:lnTo>
                        <a:lnTo>
                          <a:pt x="104" y="136"/>
                        </a:lnTo>
                        <a:lnTo>
                          <a:pt x="112" y="112"/>
                        </a:lnTo>
                        <a:lnTo>
                          <a:pt x="120" y="72"/>
                        </a:lnTo>
                        <a:lnTo>
                          <a:pt x="128" y="56"/>
                        </a:lnTo>
                        <a:lnTo>
                          <a:pt x="128" y="32"/>
                        </a:lnTo>
                        <a:lnTo>
                          <a:pt x="128" y="16"/>
                        </a:lnTo>
                        <a:lnTo>
                          <a:pt x="160" y="8"/>
                        </a:lnTo>
                        <a:lnTo>
                          <a:pt x="176" y="24"/>
                        </a:lnTo>
                        <a:lnTo>
                          <a:pt x="208" y="32"/>
                        </a:lnTo>
                        <a:lnTo>
                          <a:pt x="224" y="24"/>
                        </a:lnTo>
                        <a:lnTo>
                          <a:pt x="280" y="0"/>
                        </a:lnTo>
                        <a:lnTo>
                          <a:pt x="312" y="8"/>
                        </a:lnTo>
                        <a:lnTo>
                          <a:pt x="320" y="16"/>
                        </a:lnTo>
                        <a:lnTo>
                          <a:pt x="328" y="16"/>
                        </a:lnTo>
                        <a:lnTo>
                          <a:pt x="336" y="16"/>
                        </a:lnTo>
                        <a:lnTo>
                          <a:pt x="344" y="16"/>
                        </a:lnTo>
                        <a:lnTo>
                          <a:pt x="360" y="16"/>
                        </a:lnTo>
                        <a:lnTo>
                          <a:pt x="376" y="32"/>
                        </a:lnTo>
                        <a:lnTo>
                          <a:pt x="376" y="56"/>
                        </a:lnTo>
                        <a:lnTo>
                          <a:pt x="376" y="72"/>
                        </a:lnTo>
                        <a:lnTo>
                          <a:pt x="352" y="112"/>
                        </a:lnTo>
                        <a:lnTo>
                          <a:pt x="344" y="136"/>
                        </a:lnTo>
                        <a:lnTo>
                          <a:pt x="344" y="160"/>
                        </a:lnTo>
                        <a:lnTo>
                          <a:pt x="352" y="176"/>
                        </a:lnTo>
                        <a:lnTo>
                          <a:pt x="352" y="184"/>
                        </a:lnTo>
                        <a:lnTo>
                          <a:pt x="360" y="200"/>
                        </a:lnTo>
                        <a:lnTo>
                          <a:pt x="352" y="208"/>
                        </a:lnTo>
                        <a:lnTo>
                          <a:pt x="352" y="232"/>
                        </a:lnTo>
                        <a:lnTo>
                          <a:pt x="376" y="264"/>
                        </a:lnTo>
                        <a:lnTo>
                          <a:pt x="376" y="28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03" name="Freeform 329">
                    <a:extLst>
                      <a:ext uri="{FF2B5EF4-FFF2-40B4-BE49-F238E27FC236}">
                        <a16:creationId xmlns:a16="http://schemas.microsoft.com/office/drawing/2014/main" id="{73D397E1-F857-4E67-AECE-FEA20755CB9A}"/>
                      </a:ext>
                    </a:extLst>
                  </p:cNvPr>
                  <p:cNvSpPr>
                    <a:spLocks/>
                  </p:cNvSpPr>
                  <p:nvPr/>
                </p:nvSpPr>
                <p:spPr bwMode="gray">
                  <a:xfrm>
                    <a:off x="2924" y="2836"/>
                    <a:ext cx="101" cy="129"/>
                  </a:xfrm>
                  <a:custGeom>
                    <a:avLst/>
                    <a:gdLst>
                      <a:gd name="T0" fmla="*/ 14 w 144"/>
                      <a:gd name="T1" fmla="*/ 63 h 184"/>
                      <a:gd name="T2" fmla="*/ 17 w 144"/>
                      <a:gd name="T3" fmla="*/ 60 h 184"/>
                      <a:gd name="T4" fmla="*/ 19 w 144"/>
                      <a:gd name="T5" fmla="*/ 60 h 184"/>
                      <a:gd name="T6" fmla="*/ 19 w 144"/>
                      <a:gd name="T7" fmla="*/ 63 h 184"/>
                      <a:gd name="T8" fmla="*/ 30 w 144"/>
                      <a:gd name="T9" fmla="*/ 58 h 184"/>
                      <a:gd name="T10" fmla="*/ 36 w 144"/>
                      <a:gd name="T11" fmla="*/ 39 h 184"/>
                      <a:gd name="T12" fmla="*/ 41 w 144"/>
                      <a:gd name="T13" fmla="*/ 36 h 184"/>
                      <a:gd name="T14" fmla="*/ 44 w 144"/>
                      <a:gd name="T15" fmla="*/ 27 h 184"/>
                      <a:gd name="T16" fmla="*/ 47 w 144"/>
                      <a:gd name="T17" fmla="*/ 14 h 184"/>
                      <a:gd name="T18" fmla="*/ 50 w 144"/>
                      <a:gd name="T19" fmla="*/ 8 h 184"/>
                      <a:gd name="T20" fmla="*/ 50 w 144"/>
                      <a:gd name="T21" fmla="*/ 0 h 184"/>
                      <a:gd name="T22" fmla="*/ 44 w 144"/>
                      <a:gd name="T23" fmla="*/ 3 h 184"/>
                      <a:gd name="T24" fmla="*/ 39 w 144"/>
                      <a:gd name="T25" fmla="*/ 0 h 184"/>
                      <a:gd name="T26" fmla="*/ 33 w 144"/>
                      <a:gd name="T27" fmla="*/ 3 h 184"/>
                      <a:gd name="T28" fmla="*/ 30 w 144"/>
                      <a:gd name="T29" fmla="*/ 8 h 184"/>
                      <a:gd name="T30" fmla="*/ 25 w 144"/>
                      <a:gd name="T31" fmla="*/ 14 h 184"/>
                      <a:gd name="T32" fmla="*/ 22 w 144"/>
                      <a:gd name="T33" fmla="*/ 11 h 184"/>
                      <a:gd name="T34" fmla="*/ 11 w 144"/>
                      <a:gd name="T35" fmla="*/ 11 h 184"/>
                      <a:gd name="T36" fmla="*/ 8 w 144"/>
                      <a:gd name="T37" fmla="*/ 17 h 184"/>
                      <a:gd name="T38" fmla="*/ 17 w 144"/>
                      <a:gd name="T39" fmla="*/ 22 h 184"/>
                      <a:gd name="T40" fmla="*/ 22 w 144"/>
                      <a:gd name="T41" fmla="*/ 19 h 184"/>
                      <a:gd name="T42" fmla="*/ 22 w 144"/>
                      <a:gd name="T43" fmla="*/ 25 h 184"/>
                      <a:gd name="T44" fmla="*/ 19 w 144"/>
                      <a:gd name="T45" fmla="*/ 27 h 184"/>
                      <a:gd name="T46" fmla="*/ 17 w 144"/>
                      <a:gd name="T47" fmla="*/ 33 h 184"/>
                      <a:gd name="T48" fmla="*/ 19 w 144"/>
                      <a:gd name="T49" fmla="*/ 36 h 184"/>
                      <a:gd name="T50" fmla="*/ 22 w 144"/>
                      <a:gd name="T51" fmla="*/ 36 h 184"/>
                      <a:gd name="T52" fmla="*/ 19 w 144"/>
                      <a:gd name="T53" fmla="*/ 50 h 184"/>
                      <a:gd name="T54" fmla="*/ 14 w 144"/>
                      <a:gd name="T55" fmla="*/ 44 h 184"/>
                      <a:gd name="T56" fmla="*/ 11 w 144"/>
                      <a:gd name="T57" fmla="*/ 41 h 184"/>
                      <a:gd name="T58" fmla="*/ 6 w 144"/>
                      <a:gd name="T59" fmla="*/ 39 h 184"/>
                      <a:gd name="T60" fmla="*/ 6 w 144"/>
                      <a:gd name="T61" fmla="*/ 44 h 184"/>
                      <a:gd name="T62" fmla="*/ 3 w 144"/>
                      <a:gd name="T63" fmla="*/ 47 h 184"/>
                      <a:gd name="T64" fmla="*/ 0 w 144"/>
                      <a:gd name="T65" fmla="*/ 47 h 184"/>
                      <a:gd name="T66" fmla="*/ 3 w 144"/>
                      <a:gd name="T67" fmla="*/ 50 h 184"/>
                      <a:gd name="T68" fmla="*/ 8 w 144"/>
                      <a:gd name="T69" fmla="*/ 55 h 184"/>
                      <a:gd name="T70" fmla="*/ 3 w 144"/>
                      <a:gd name="T71" fmla="*/ 60 h 184"/>
                      <a:gd name="T72" fmla="*/ 3 w 144"/>
                      <a:gd name="T73" fmla="*/ 63 h 184"/>
                      <a:gd name="T74" fmla="*/ 11 w 144"/>
                      <a:gd name="T75" fmla="*/ 60 h 184"/>
                      <a:gd name="T76" fmla="*/ 14 w 144"/>
                      <a:gd name="T77" fmla="*/ 60 h 184"/>
                      <a:gd name="T78" fmla="*/ 14 w 144"/>
                      <a:gd name="T79" fmla="*/ 63 h 18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4"/>
                      <a:gd name="T121" fmla="*/ 0 h 184"/>
                      <a:gd name="T122" fmla="*/ 144 w 144"/>
                      <a:gd name="T123" fmla="*/ 184 h 18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4" h="184">
                        <a:moveTo>
                          <a:pt x="40" y="184"/>
                        </a:moveTo>
                        <a:lnTo>
                          <a:pt x="48" y="176"/>
                        </a:lnTo>
                        <a:lnTo>
                          <a:pt x="56" y="176"/>
                        </a:lnTo>
                        <a:lnTo>
                          <a:pt x="56" y="184"/>
                        </a:lnTo>
                        <a:lnTo>
                          <a:pt x="88" y="168"/>
                        </a:lnTo>
                        <a:lnTo>
                          <a:pt x="104" y="112"/>
                        </a:lnTo>
                        <a:lnTo>
                          <a:pt x="120" y="104"/>
                        </a:lnTo>
                        <a:lnTo>
                          <a:pt x="128" y="80"/>
                        </a:lnTo>
                        <a:lnTo>
                          <a:pt x="136" y="40"/>
                        </a:lnTo>
                        <a:lnTo>
                          <a:pt x="144" y="24"/>
                        </a:lnTo>
                        <a:lnTo>
                          <a:pt x="144" y="0"/>
                        </a:lnTo>
                        <a:lnTo>
                          <a:pt x="128" y="8"/>
                        </a:lnTo>
                        <a:lnTo>
                          <a:pt x="112" y="0"/>
                        </a:lnTo>
                        <a:lnTo>
                          <a:pt x="96" y="8"/>
                        </a:lnTo>
                        <a:lnTo>
                          <a:pt x="88" y="24"/>
                        </a:lnTo>
                        <a:lnTo>
                          <a:pt x="72" y="40"/>
                        </a:lnTo>
                        <a:lnTo>
                          <a:pt x="64" y="32"/>
                        </a:lnTo>
                        <a:lnTo>
                          <a:pt x="32" y="32"/>
                        </a:lnTo>
                        <a:lnTo>
                          <a:pt x="24" y="48"/>
                        </a:lnTo>
                        <a:lnTo>
                          <a:pt x="48" y="64"/>
                        </a:lnTo>
                        <a:lnTo>
                          <a:pt x="64" y="56"/>
                        </a:lnTo>
                        <a:lnTo>
                          <a:pt x="64" y="72"/>
                        </a:lnTo>
                        <a:lnTo>
                          <a:pt x="56" y="80"/>
                        </a:lnTo>
                        <a:lnTo>
                          <a:pt x="48" y="96"/>
                        </a:lnTo>
                        <a:lnTo>
                          <a:pt x="56" y="104"/>
                        </a:lnTo>
                        <a:lnTo>
                          <a:pt x="64" y="104"/>
                        </a:lnTo>
                        <a:lnTo>
                          <a:pt x="56" y="144"/>
                        </a:lnTo>
                        <a:lnTo>
                          <a:pt x="40" y="128"/>
                        </a:lnTo>
                        <a:lnTo>
                          <a:pt x="32" y="120"/>
                        </a:lnTo>
                        <a:lnTo>
                          <a:pt x="16" y="112"/>
                        </a:lnTo>
                        <a:lnTo>
                          <a:pt x="16" y="128"/>
                        </a:lnTo>
                        <a:lnTo>
                          <a:pt x="8" y="136"/>
                        </a:lnTo>
                        <a:lnTo>
                          <a:pt x="0" y="136"/>
                        </a:lnTo>
                        <a:lnTo>
                          <a:pt x="8" y="144"/>
                        </a:lnTo>
                        <a:lnTo>
                          <a:pt x="24" y="160"/>
                        </a:lnTo>
                        <a:lnTo>
                          <a:pt x="8" y="176"/>
                        </a:lnTo>
                        <a:lnTo>
                          <a:pt x="8" y="184"/>
                        </a:lnTo>
                        <a:lnTo>
                          <a:pt x="32" y="176"/>
                        </a:lnTo>
                        <a:lnTo>
                          <a:pt x="40" y="176"/>
                        </a:lnTo>
                        <a:lnTo>
                          <a:pt x="40" y="18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04" name="Freeform 330">
                    <a:extLst>
                      <a:ext uri="{FF2B5EF4-FFF2-40B4-BE49-F238E27FC236}">
                        <a16:creationId xmlns:a16="http://schemas.microsoft.com/office/drawing/2014/main" id="{DFDCD7B0-63A1-CFB4-E248-843E7EDA1C9B}"/>
                      </a:ext>
                    </a:extLst>
                  </p:cNvPr>
                  <p:cNvSpPr>
                    <a:spLocks/>
                  </p:cNvSpPr>
                  <p:nvPr/>
                </p:nvSpPr>
                <p:spPr bwMode="gray">
                  <a:xfrm>
                    <a:off x="3183" y="2903"/>
                    <a:ext cx="157" cy="158"/>
                  </a:xfrm>
                  <a:custGeom>
                    <a:avLst/>
                    <a:gdLst>
                      <a:gd name="T0" fmla="*/ 69 w 224"/>
                      <a:gd name="T1" fmla="*/ 25 h 224"/>
                      <a:gd name="T2" fmla="*/ 55 w 224"/>
                      <a:gd name="T3" fmla="*/ 20 h 224"/>
                      <a:gd name="T4" fmla="*/ 55 w 224"/>
                      <a:gd name="T5" fmla="*/ 14 h 224"/>
                      <a:gd name="T6" fmla="*/ 55 w 224"/>
                      <a:gd name="T7" fmla="*/ 11 h 224"/>
                      <a:gd name="T8" fmla="*/ 41 w 224"/>
                      <a:gd name="T9" fmla="*/ 6 h 224"/>
                      <a:gd name="T10" fmla="*/ 30 w 224"/>
                      <a:gd name="T11" fmla="*/ 0 h 224"/>
                      <a:gd name="T12" fmla="*/ 11 w 224"/>
                      <a:gd name="T13" fmla="*/ 0 h 224"/>
                      <a:gd name="T14" fmla="*/ 8 w 224"/>
                      <a:gd name="T15" fmla="*/ 0 h 224"/>
                      <a:gd name="T16" fmla="*/ 11 w 224"/>
                      <a:gd name="T17" fmla="*/ 3 h 224"/>
                      <a:gd name="T18" fmla="*/ 8 w 224"/>
                      <a:gd name="T19" fmla="*/ 6 h 224"/>
                      <a:gd name="T20" fmla="*/ 6 w 224"/>
                      <a:gd name="T21" fmla="*/ 8 h 224"/>
                      <a:gd name="T22" fmla="*/ 6 w 224"/>
                      <a:gd name="T23" fmla="*/ 11 h 224"/>
                      <a:gd name="T24" fmla="*/ 8 w 224"/>
                      <a:gd name="T25" fmla="*/ 14 h 224"/>
                      <a:gd name="T26" fmla="*/ 8 w 224"/>
                      <a:gd name="T27" fmla="*/ 17 h 224"/>
                      <a:gd name="T28" fmla="*/ 6 w 224"/>
                      <a:gd name="T29" fmla="*/ 20 h 224"/>
                      <a:gd name="T30" fmla="*/ 6 w 224"/>
                      <a:gd name="T31" fmla="*/ 23 h 224"/>
                      <a:gd name="T32" fmla="*/ 3 w 224"/>
                      <a:gd name="T33" fmla="*/ 25 h 224"/>
                      <a:gd name="T34" fmla="*/ 0 w 224"/>
                      <a:gd name="T35" fmla="*/ 28 h 224"/>
                      <a:gd name="T36" fmla="*/ 0 w 224"/>
                      <a:gd name="T37" fmla="*/ 36 h 224"/>
                      <a:gd name="T38" fmla="*/ 8 w 224"/>
                      <a:gd name="T39" fmla="*/ 48 h 224"/>
                      <a:gd name="T40" fmla="*/ 8 w 224"/>
                      <a:gd name="T41" fmla="*/ 53 h 224"/>
                      <a:gd name="T42" fmla="*/ 14 w 224"/>
                      <a:gd name="T43" fmla="*/ 59 h 224"/>
                      <a:gd name="T44" fmla="*/ 22 w 224"/>
                      <a:gd name="T45" fmla="*/ 61 h 224"/>
                      <a:gd name="T46" fmla="*/ 27 w 224"/>
                      <a:gd name="T47" fmla="*/ 61 h 224"/>
                      <a:gd name="T48" fmla="*/ 33 w 224"/>
                      <a:gd name="T49" fmla="*/ 61 h 224"/>
                      <a:gd name="T50" fmla="*/ 36 w 224"/>
                      <a:gd name="T51" fmla="*/ 67 h 224"/>
                      <a:gd name="T52" fmla="*/ 36 w 224"/>
                      <a:gd name="T53" fmla="*/ 78 h 224"/>
                      <a:gd name="T54" fmla="*/ 47 w 224"/>
                      <a:gd name="T55" fmla="*/ 78 h 224"/>
                      <a:gd name="T56" fmla="*/ 53 w 224"/>
                      <a:gd name="T57" fmla="*/ 78 h 224"/>
                      <a:gd name="T58" fmla="*/ 55 w 224"/>
                      <a:gd name="T59" fmla="*/ 78 h 224"/>
                      <a:gd name="T60" fmla="*/ 60 w 224"/>
                      <a:gd name="T61" fmla="*/ 78 h 224"/>
                      <a:gd name="T62" fmla="*/ 67 w 224"/>
                      <a:gd name="T63" fmla="*/ 73 h 224"/>
                      <a:gd name="T64" fmla="*/ 69 w 224"/>
                      <a:gd name="T65" fmla="*/ 73 h 224"/>
                      <a:gd name="T66" fmla="*/ 71 w 224"/>
                      <a:gd name="T67" fmla="*/ 70 h 224"/>
                      <a:gd name="T68" fmla="*/ 77 w 224"/>
                      <a:gd name="T69" fmla="*/ 67 h 224"/>
                      <a:gd name="T70" fmla="*/ 69 w 224"/>
                      <a:gd name="T71" fmla="*/ 59 h 224"/>
                      <a:gd name="T72" fmla="*/ 67 w 224"/>
                      <a:gd name="T73" fmla="*/ 51 h 224"/>
                      <a:gd name="T74" fmla="*/ 69 w 224"/>
                      <a:gd name="T75" fmla="*/ 42 h 224"/>
                      <a:gd name="T76" fmla="*/ 63 w 224"/>
                      <a:gd name="T77" fmla="*/ 40 h 224"/>
                      <a:gd name="T78" fmla="*/ 63 w 224"/>
                      <a:gd name="T79" fmla="*/ 34 h 224"/>
                      <a:gd name="T80" fmla="*/ 69 w 224"/>
                      <a:gd name="T81" fmla="*/ 25 h 22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24"/>
                      <a:gd name="T124" fmla="*/ 0 h 224"/>
                      <a:gd name="T125" fmla="*/ 224 w 224"/>
                      <a:gd name="T126" fmla="*/ 224 h 22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24" h="224">
                        <a:moveTo>
                          <a:pt x="200" y="72"/>
                        </a:moveTo>
                        <a:lnTo>
                          <a:pt x="160" y="56"/>
                        </a:lnTo>
                        <a:lnTo>
                          <a:pt x="160" y="40"/>
                        </a:lnTo>
                        <a:lnTo>
                          <a:pt x="160" y="32"/>
                        </a:lnTo>
                        <a:lnTo>
                          <a:pt x="120" y="16"/>
                        </a:lnTo>
                        <a:lnTo>
                          <a:pt x="88" y="0"/>
                        </a:lnTo>
                        <a:lnTo>
                          <a:pt x="32" y="0"/>
                        </a:lnTo>
                        <a:lnTo>
                          <a:pt x="24" y="0"/>
                        </a:lnTo>
                        <a:lnTo>
                          <a:pt x="32" y="8"/>
                        </a:lnTo>
                        <a:lnTo>
                          <a:pt x="24" y="16"/>
                        </a:lnTo>
                        <a:lnTo>
                          <a:pt x="16" y="24"/>
                        </a:lnTo>
                        <a:lnTo>
                          <a:pt x="16" y="32"/>
                        </a:lnTo>
                        <a:lnTo>
                          <a:pt x="24" y="40"/>
                        </a:lnTo>
                        <a:lnTo>
                          <a:pt x="24" y="48"/>
                        </a:lnTo>
                        <a:lnTo>
                          <a:pt x="16" y="56"/>
                        </a:lnTo>
                        <a:lnTo>
                          <a:pt x="16" y="64"/>
                        </a:lnTo>
                        <a:lnTo>
                          <a:pt x="8" y="72"/>
                        </a:lnTo>
                        <a:lnTo>
                          <a:pt x="0" y="80"/>
                        </a:lnTo>
                        <a:lnTo>
                          <a:pt x="0" y="104"/>
                        </a:lnTo>
                        <a:lnTo>
                          <a:pt x="24" y="136"/>
                        </a:lnTo>
                        <a:lnTo>
                          <a:pt x="24" y="152"/>
                        </a:lnTo>
                        <a:lnTo>
                          <a:pt x="40" y="168"/>
                        </a:lnTo>
                        <a:lnTo>
                          <a:pt x="64" y="176"/>
                        </a:lnTo>
                        <a:lnTo>
                          <a:pt x="80" y="176"/>
                        </a:lnTo>
                        <a:lnTo>
                          <a:pt x="96" y="176"/>
                        </a:lnTo>
                        <a:lnTo>
                          <a:pt x="104" y="192"/>
                        </a:lnTo>
                        <a:lnTo>
                          <a:pt x="104" y="224"/>
                        </a:lnTo>
                        <a:lnTo>
                          <a:pt x="136" y="224"/>
                        </a:lnTo>
                        <a:lnTo>
                          <a:pt x="152" y="224"/>
                        </a:lnTo>
                        <a:lnTo>
                          <a:pt x="160" y="224"/>
                        </a:lnTo>
                        <a:lnTo>
                          <a:pt x="176" y="224"/>
                        </a:lnTo>
                        <a:lnTo>
                          <a:pt x="192" y="208"/>
                        </a:lnTo>
                        <a:lnTo>
                          <a:pt x="200" y="208"/>
                        </a:lnTo>
                        <a:lnTo>
                          <a:pt x="208" y="200"/>
                        </a:lnTo>
                        <a:lnTo>
                          <a:pt x="224" y="192"/>
                        </a:lnTo>
                        <a:lnTo>
                          <a:pt x="200" y="168"/>
                        </a:lnTo>
                        <a:lnTo>
                          <a:pt x="192" y="144"/>
                        </a:lnTo>
                        <a:lnTo>
                          <a:pt x="200" y="120"/>
                        </a:lnTo>
                        <a:lnTo>
                          <a:pt x="184" y="112"/>
                        </a:lnTo>
                        <a:lnTo>
                          <a:pt x="184" y="96"/>
                        </a:lnTo>
                        <a:lnTo>
                          <a:pt x="200" y="7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05" name="Freeform 331">
                    <a:extLst>
                      <a:ext uri="{FF2B5EF4-FFF2-40B4-BE49-F238E27FC236}">
                        <a16:creationId xmlns:a16="http://schemas.microsoft.com/office/drawing/2014/main" id="{B8E789C2-EA2A-B033-D8E2-5AE8903F0FF1}"/>
                      </a:ext>
                    </a:extLst>
                  </p:cNvPr>
                  <p:cNvSpPr>
                    <a:spLocks/>
                  </p:cNvSpPr>
                  <p:nvPr/>
                </p:nvSpPr>
                <p:spPr bwMode="gray">
                  <a:xfrm>
                    <a:off x="3177" y="2824"/>
                    <a:ext cx="85" cy="85"/>
                  </a:xfrm>
                  <a:custGeom>
                    <a:avLst/>
                    <a:gdLst>
                      <a:gd name="T0" fmla="*/ 34 w 120"/>
                      <a:gd name="T1" fmla="*/ 40 h 120"/>
                      <a:gd name="T2" fmla="*/ 14 w 120"/>
                      <a:gd name="T3" fmla="*/ 40 h 120"/>
                      <a:gd name="T4" fmla="*/ 11 w 120"/>
                      <a:gd name="T5" fmla="*/ 40 h 120"/>
                      <a:gd name="T6" fmla="*/ 9 w 120"/>
                      <a:gd name="T7" fmla="*/ 40 h 120"/>
                      <a:gd name="T8" fmla="*/ 6 w 120"/>
                      <a:gd name="T9" fmla="*/ 43 h 120"/>
                      <a:gd name="T10" fmla="*/ 0 w 120"/>
                      <a:gd name="T11" fmla="*/ 43 h 120"/>
                      <a:gd name="T12" fmla="*/ 3 w 120"/>
                      <a:gd name="T13" fmla="*/ 34 h 120"/>
                      <a:gd name="T14" fmla="*/ 11 w 120"/>
                      <a:gd name="T15" fmla="*/ 20 h 120"/>
                      <a:gd name="T16" fmla="*/ 11 w 120"/>
                      <a:gd name="T17" fmla="*/ 14 h 120"/>
                      <a:gd name="T18" fmla="*/ 11 w 120"/>
                      <a:gd name="T19" fmla="*/ 6 h 120"/>
                      <a:gd name="T20" fmla="*/ 14 w 120"/>
                      <a:gd name="T21" fmla="*/ 6 h 120"/>
                      <a:gd name="T22" fmla="*/ 20 w 120"/>
                      <a:gd name="T23" fmla="*/ 6 h 120"/>
                      <a:gd name="T24" fmla="*/ 28 w 120"/>
                      <a:gd name="T25" fmla="*/ 6 h 120"/>
                      <a:gd name="T26" fmla="*/ 34 w 120"/>
                      <a:gd name="T27" fmla="*/ 0 h 120"/>
                      <a:gd name="T28" fmla="*/ 37 w 120"/>
                      <a:gd name="T29" fmla="*/ 6 h 120"/>
                      <a:gd name="T30" fmla="*/ 43 w 120"/>
                      <a:gd name="T31" fmla="*/ 17 h 120"/>
                      <a:gd name="T32" fmla="*/ 43 w 120"/>
                      <a:gd name="T33" fmla="*/ 23 h 120"/>
                      <a:gd name="T34" fmla="*/ 34 w 120"/>
                      <a:gd name="T35" fmla="*/ 28 h 120"/>
                      <a:gd name="T36" fmla="*/ 34 w 120"/>
                      <a:gd name="T37" fmla="*/ 40 h 1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0"/>
                      <a:gd name="T58" fmla="*/ 0 h 120"/>
                      <a:gd name="T59" fmla="*/ 120 w 120"/>
                      <a:gd name="T60" fmla="*/ 120 h 12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0" h="120">
                        <a:moveTo>
                          <a:pt x="96" y="112"/>
                        </a:moveTo>
                        <a:lnTo>
                          <a:pt x="40" y="112"/>
                        </a:lnTo>
                        <a:lnTo>
                          <a:pt x="32" y="112"/>
                        </a:lnTo>
                        <a:lnTo>
                          <a:pt x="24" y="112"/>
                        </a:lnTo>
                        <a:lnTo>
                          <a:pt x="16" y="120"/>
                        </a:lnTo>
                        <a:lnTo>
                          <a:pt x="0" y="120"/>
                        </a:lnTo>
                        <a:lnTo>
                          <a:pt x="8" y="96"/>
                        </a:lnTo>
                        <a:lnTo>
                          <a:pt x="32" y="56"/>
                        </a:lnTo>
                        <a:lnTo>
                          <a:pt x="32" y="40"/>
                        </a:lnTo>
                        <a:lnTo>
                          <a:pt x="32" y="16"/>
                        </a:lnTo>
                        <a:lnTo>
                          <a:pt x="40" y="16"/>
                        </a:lnTo>
                        <a:lnTo>
                          <a:pt x="56" y="16"/>
                        </a:lnTo>
                        <a:lnTo>
                          <a:pt x="80" y="16"/>
                        </a:lnTo>
                        <a:lnTo>
                          <a:pt x="96" y="0"/>
                        </a:lnTo>
                        <a:lnTo>
                          <a:pt x="104" y="16"/>
                        </a:lnTo>
                        <a:lnTo>
                          <a:pt x="120" y="48"/>
                        </a:lnTo>
                        <a:lnTo>
                          <a:pt x="120" y="64"/>
                        </a:lnTo>
                        <a:lnTo>
                          <a:pt x="96" y="80"/>
                        </a:lnTo>
                        <a:lnTo>
                          <a:pt x="96" y="11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06" name="Freeform 332">
                    <a:extLst>
                      <a:ext uri="{FF2B5EF4-FFF2-40B4-BE49-F238E27FC236}">
                        <a16:creationId xmlns:a16="http://schemas.microsoft.com/office/drawing/2014/main" id="{485A67EA-E527-2100-F3D5-31BE61C23014}"/>
                      </a:ext>
                    </a:extLst>
                  </p:cNvPr>
                  <p:cNvSpPr>
                    <a:spLocks/>
                  </p:cNvSpPr>
                  <p:nvPr/>
                </p:nvSpPr>
                <p:spPr bwMode="gray">
                  <a:xfrm>
                    <a:off x="2930" y="3139"/>
                    <a:ext cx="202" cy="186"/>
                  </a:xfrm>
                  <a:custGeom>
                    <a:avLst/>
                    <a:gdLst>
                      <a:gd name="T0" fmla="*/ 33 w 288"/>
                      <a:gd name="T1" fmla="*/ 89 h 264"/>
                      <a:gd name="T2" fmla="*/ 30 w 288"/>
                      <a:gd name="T3" fmla="*/ 84 h 264"/>
                      <a:gd name="T4" fmla="*/ 25 w 288"/>
                      <a:gd name="T5" fmla="*/ 78 h 264"/>
                      <a:gd name="T6" fmla="*/ 22 w 288"/>
                      <a:gd name="T7" fmla="*/ 67 h 264"/>
                      <a:gd name="T8" fmla="*/ 19 w 288"/>
                      <a:gd name="T9" fmla="*/ 58 h 264"/>
                      <a:gd name="T10" fmla="*/ 17 w 288"/>
                      <a:gd name="T11" fmla="*/ 42 h 264"/>
                      <a:gd name="T12" fmla="*/ 17 w 288"/>
                      <a:gd name="T13" fmla="*/ 39 h 264"/>
                      <a:gd name="T14" fmla="*/ 6 w 288"/>
                      <a:gd name="T15" fmla="*/ 19 h 264"/>
                      <a:gd name="T16" fmla="*/ 6 w 288"/>
                      <a:gd name="T17" fmla="*/ 17 h 264"/>
                      <a:gd name="T18" fmla="*/ 3 w 288"/>
                      <a:gd name="T19" fmla="*/ 11 h 264"/>
                      <a:gd name="T20" fmla="*/ 0 w 288"/>
                      <a:gd name="T21" fmla="*/ 3 h 264"/>
                      <a:gd name="T22" fmla="*/ 6 w 288"/>
                      <a:gd name="T23" fmla="*/ 0 h 264"/>
                      <a:gd name="T24" fmla="*/ 14 w 288"/>
                      <a:gd name="T25" fmla="*/ 0 h 264"/>
                      <a:gd name="T26" fmla="*/ 17 w 288"/>
                      <a:gd name="T27" fmla="*/ 3 h 264"/>
                      <a:gd name="T28" fmla="*/ 25 w 288"/>
                      <a:gd name="T29" fmla="*/ 0 h 264"/>
                      <a:gd name="T30" fmla="*/ 44 w 288"/>
                      <a:gd name="T31" fmla="*/ 0 h 264"/>
                      <a:gd name="T32" fmla="*/ 53 w 288"/>
                      <a:gd name="T33" fmla="*/ 6 h 264"/>
                      <a:gd name="T34" fmla="*/ 58 w 288"/>
                      <a:gd name="T35" fmla="*/ 6 h 264"/>
                      <a:gd name="T36" fmla="*/ 67 w 288"/>
                      <a:gd name="T37" fmla="*/ 6 h 264"/>
                      <a:gd name="T38" fmla="*/ 75 w 288"/>
                      <a:gd name="T39" fmla="*/ 6 h 264"/>
                      <a:gd name="T40" fmla="*/ 80 w 288"/>
                      <a:gd name="T41" fmla="*/ 0 h 264"/>
                      <a:gd name="T42" fmla="*/ 83 w 288"/>
                      <a:gd name="T43" fmla="*/ 3 h 264"/>
                      <a:gd name="T44" fmla="*/ 91 w 288"/>
                      <a:gd name="T45" fmla="*/ 3 h 264"/>
                      <a:gd name="T46" fmla="*/ 96 w 288"/>
                      <a:gd name="T47" fmla="*/ 3 h 264"/>
                      <a:gd name="T48" fmla="*/ 100 w 288"/>
                      <a:gd name="T49" fmla="*/ 6 h 264"/>
                      <a:gd name="T50" fmla="*/ 94 w 288"/>
                      <a:gd name="T51" fmla="*/ 6 h 264"/>
                      <a:gd name="T52" fmla="*/ 86 w 288"/>
                      <a:gd name="T53" fmla="*/ 8 h 264"/>
                      <a:gd name="T54" fmla="*/ 80 w 288"/>
                      <a:gd name="T55" fmla="*/ 8 h 264"/>
                      <a:gd name="T56" fmla="*/ 67 w 288"/>
                      <a:gd name="T57" fmla="*/ 11 h 264"/>
                      <a:gd name="T58" fmla="*/ 67 w 288"/>
                      <a:gd name="T59" fmla="*/ 36 h 264"/>
                      <a:gd name="T60" fmla="*/ 58 w 288"/>
                      <a:gd name="T61" fmla="*/ 36 h 264"/>
                      <a:gd name="T62" fmla="*/ 58 w 288"/>
                      <a:gd name="T63" fmla="*/ 56 h 264"/>
                      <a:gd name="T64" fmla="*/ 58 w 288"/>
                      <a:gd name="T65" fmla="*/ 89 h 264"/>
                      <a:gd name="T66" fmla="*/ 50 w 288"/>
                      <a:gd name="T67" fmla="*/ 92 h 264"/>
                      <a:gd name="T68" fmla="*/ 44 w 288"/>
                      <a:gd name="T69" fmla="*/ 89 h 264"/>
                      <a:gd name="T70" fmla="*/ 41 w 288"/>
                      <a:gd name="T71" fmla="*/ 87 h 264"/>
                      <a:gd name="T72" fmla="*/ 39 w 288"/>
                      <a:gd name="T73" fmla="*/ 87 h 264"/>
                      <a:gd name="T74" fmla="*/ 36 w 288"/>
                      <a:gd name="T75" fmla="*/ 87 h 264"/>
                      <a:gd name="T76" fmla="*/ 33 w 288"/>
                      <a:gd name="T77" fmla="*/ 89 h 26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88"/>
                      <a:gd name="T118" fmla="*/ 0 h 264"/>
                      <a:gd name="T119" fmla="*/ 288 w 288"/>
                      <a:gd name="T120" fmla="*/ 264 h 26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88" h="264">
                        <a:moveTo>
                          <a:pt x="96" y="256"/>
                        </a:moveTo>
                        <a:lnTo>
                          <a:pt x="88" y="240"/>
                        </a:lnTo>
                        <a:lnTo>
                          <a:pt x="72" y="224"/>
                        </a:lnTo>
                        <a:lnTo>
                          <a:pt x="64" y="192"/>
                        </a:lnTo>
                        <a:lnTo>
                          <a:pt x="56" y="168"/>
                        </a:lnTo>
                        <a:lnTo>
                          <a:pt x="48" y="120"/>
                        </a:lnTo>
                        <a:lnTo>
                          <a:pt x="48" y="112"/>
                        </a:lnTo>
                        <a:lnTo>
                          <a:pt x="16" y="56"/>
                        </a:lnTo>
                        <a:lnTo>
                          <a:pt x="16" y="48"/>
                        </a:lnTo>
                        <a:lnTo>
                          <a:pt x="8" y="32"/>
                        </a:lnTo>
                        <a:lnTo>
                          <a:pt x="0" y="8"/>
                        </a:lnTo>
                        <a:lnTo>
                          <a:pt x="16" y="0"/>
                        </a:lnTo>
                        <a:lnTo>
                          <a:pt x="40" y="0"/>
                        </a:lnTo>
                        <a:lnTo>
                          <a:pt x="48" y="8"/>
                        </a:lnTo>
                        <a:lnTo>
                          <a:pt x="72" y="0"/>
                        </a:lnTo>
                        <a:lnTo>
                          <a:pt x="128" y="0"/>
                        </a:lnTo>
                        <a:lnTo>
                          <a:pt x="152" y="16"/>
                        </a:lnTo>
                        <a:lnTo>
                          <a:pt x="168" y="16"/>
                        </a:lnTo>
                        <a:lnTo>
                          <a:pt x="192" y="16"/>
                        </a:lnTo>
                        <a:lnTo>
                          <a:pt x="216" y="16"/>
                        </a:lnTo>
                        <a:lnTo>
                          <a:pt x="232" y="0"/>
                        </a:lnTo>
                        <a:lnTo>
                          <a:pt x="240" y="8"/>
                        </a:lnTo>
                        <a:lnTo>
                          <a:pt x="264" y="8"/>
                        </a:lnTo>
                        <a:lnTo>
                          <a:pt x="280" y="8"/>
                        </a:lnTo>
                        <a:lnTo>
                          <a:pt x="288" y="16"/>
                        </a:lnTo>
                        <a:lnTo>
                          <a:pt x="272" y="16"/>
                        </a:lnTo>
                        <a:lnTo>
                          <a:pt x="248" y="24"/>
                        </a:lnTo>
                        <a:lnTo>
                          <a:pt x="232" y="24"/>
                        </a:lnTo>
                        <a:lnTo>
                          <a:pt x="192" y="32"/>
                        </a:lnTo>
                        <a:lnTo>
                          <a:pt x="192" y="104"/>
                        </a:lnTo>
                        <a:lnTo>
                          <a:pt x="168" y="104"/>
                        </a:lnTo>
                        <a:lnTo>
                          <a:pt x="168" y="160"/>
                        </a:lnTo>
                        <a:lnTo>
                          <a:pt x="168" y="256"/>
                        </a:lnTo>
                        <a:lnTo>
                          <a:pt x="144" y="264"/>
                        </a:lnTo>
                        <a:lnTo>
                          <a:pt x="128" y="256"/>
                        </a:lnTo>
                        <a:lnTo>
                          <a:pt x="120" y="248"/>
                        </a:lnTo>
                        <a:lnTo>
                          <a:pt x="112" y="248"/>
                        </a:lnTo>
                        <a:lnTo>
                          <a:pt x="104" y="248"/>
                        </a:lnTo>
                        <a:lnTo>
                          <a:pt x="96" y="25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07" name="Freeform 333">
                    <a:extLst>
                      <a:ext uri="{FF2B5EF4-FFF2-40B4-BE49-F238E27FC236}">
                        <a16:creationId xmlns:a16="http://schemas.microsoft.com/office/drawing/2014/main" id="{7FA1DC06-EE9B-DC22-57A0-C2CC6DDDD52B}"/>
                      </a:ext>
                    </a:extLst>
                  </p:cNvPr>
                  <p:cNvSpPr>
                    <a:spLocks/>
                  </p:cNvSpPr>
                  <p:nvPr/>
                </p:nvSpPr>
                <p:spPr bwMode="gray">
                  <a:xfrm>
                    <a:off x="3048" y="3151"/>
                    <a:ext cx="124" cy="135"/>
                  </a:xfrm>
                  <a:custGeom>
                    <a:avLst/>
                    <a:gdLst>
                      <a:gd name="T0" fmla="*/ 61 w 176"/>
                      <a:gd name="T1" fmla="*/ 34 h 192"/>
                      <a:gd name="T2" fmla="*/ 58 w 176"/>
                      <a:gd name="T3" fmla="*/ 27 h 192"/>
                      <a:gd name="T4" fmla="*/ 53 w 176"/>
                      <a:gd name="T5" fmla="*/ 19 h 192"/>
                      <a:gd name="T6" fmla="*/ 53 w 176"/>
                      <a:gd name="T7" fmla="*/ 14 h 192"/>
                      <a:gd name="T8" fmla="*/ 42 w 176"/>
                      <a:gd name="T9" fmla="*/ 6 h 192"/>
                      <a:gd name="T10" fmla="*/ 42 w 176"/>
                      <a:gd name="T11" fmla="*/ 0 h 192"/>
                      <a:gd name="T12" fmla="*/ 36 w 176"/>
                      <a:gd name="T13" fmla="*/ 0 h 192"/>
                      <a:gd name="T14" fmla="*/ 27 w 176"/>
                      <a:gd name="T15" fmla="*/ 3 h 192"/>
                      <a:gd name="T16" fmla="*/ 23 w 176"/>
                      <a:gd name="T17" fmla="*/ 3 h 192"/>
                      <a:gd name="T18" fmla="*/ 8 w 176"/>
                      <a:gd name="T19" fmla="*/ 6 h 192"/>
                      <a:gd name="T20" fmla="*/ 8 w 176"/>
                      <a:gd name="T21" fmla="*/ 31 h 192"/>
                      <a:gd name="T22" fmla="*/ 0 w 176"/>
                      <a:gd name="T23" fmla="*/ 31 h 192"/>
                      <a:gd name="T24" fmla="*/ 0 w 176"/>
                      <a:gd name="T25" fmla="*/ 50 h 192"/>
                      <a:gd name="T26" fmla="*/ 6 w 176"/>
                      <a:gd name="T27" fmla="*/ 56 h 192"/>
                      <a:gd name="T28" fmla="*/ 8 w 176"/>
                      <a:gd name="T29" fmla="*/ 67 h 192"/>
                      <a:gd name="T30" fmla="*/ 14 w 176"/>
                      <a:gd name="T31" fmla="*/ 67 h 192"/>
                      <a:gd name="T32" fmla="*/ 23 w 176"/>
                      <a:gd name="T33" fmla="*/ 58 h 192"/>
                      <a:gd name="T34" fmla="*/ 27 w 176"/>
                      <a:gd name="T35" fmla="*/ 58 h 192"/>
                      <a:gd name="T36" fmla="*/ 31 w 176"/>
                      <a:gd name="T37" fmla="*/ 61 h 192"/>
                      <a:gd name="T38" fmla="*/ 36 w 176"/>
                      <a:gd name="T39" fmla="*/ 58 h 192"/>
                      <a:gd name="T40" fmla="*/ 42 w 176"/>
                      <a:gd name="T41" fmla="*/ 53 h 192"/>
                      <a:gd name="T42" fmla="*/ 42 w 176"/>
                      <a:gd name="T43" fmla="*/ 44 h 192"/>
                      <a:gd name="T44" fmla="*/ 50 w 176"/>
                      <a:gd name="T45" fmla="*/ 41 h 192"/>
                      <a:gd name="T46" fmla="*/ 53 w 176"/>
                      <a:gd name="T47" fmla="*/ 39 h 192"/>
                      <a:gd name="T48" fmla="*/ 61 w 176"/>
                      <a:gd name="T49" fmla="*/ 34 h 19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6"/>
                      <a:gd name="T76" fmla="*/ 0 h 192"/>
                      <a:gd name="T77" fmla="*/ 176 w 176"/>
                      <a:gd name="T78" fmla="*/ 192 h 19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6" h="192">
                        <a:moveTo>
                          <a:pt x="176" y="96"/>
                        </a:moveTo>
                        <a:lnTo>
                          <a:pt x="168" y="80"/>
                        </a:lnTo>
                        <a:lnTo>
                          <a:pt x="152" y="56"/>
                        </a:lnTo>
                        <a:lnTo>
                          <a:pt x="152" y="40"/>
                        </a:lnTo>
                        <a:lnTo>
                          <a:pt x="120" y="16"/>
                        </a:lnTo>
                        <a:lnTo>
                          <a:pt x="120" y="0"/>
                        </a:lnTo>
                        <a:lnTo>
                          <a:pt x="104" y="0"/>
                        </a:lnTo>
                        <a:lnTo>
                          <a:pt x="80" y="8"/>
                        </a:lnTo>
                        <a:lnTo>
                          <a:pt x="64" y="8"/>
                        </a:lnTo>
                        <a:lnTo>
                          <a:pt x="24" y="16"/>
                        </a:lnTo>
                        <a:lnTo>
                          <a:pt x="24" y="88"/>
                        </a:lnTo>
                        <a:lnTo>
                          <a:pt x="0" y="88"/>
                        </a:lnTo>
                        <a:lnTo>
                          <a:pt x="0" y="144"/>
                        </a:lnTo>
                        <a:lnTo>
                          <a:pt x="16" y="160"/>
                        </a:lnTo>
                        <a:lnTo>
                          <a:pt x="24" y="192"/>
                        </a:lnTo>
                        <a:lnTo>
                          <a:pt x="40" y="192"/>
                        </a:lnTo>
                        <a:lnTo>
                          <a:pt x="64" y="168"/>
                        </a:lnTo>
                        <a:lnTo>
                          <a:pt x="80" y="168"/>
                        </a:lnTo>
                        <a:lnTo>
                          <a:pt x="88" y="176"/>
                        </a:lnTo>
                        <a:lnTo>
                          <a:pt x="104" y="168"/>
                        </a:lnTo>
                        <a:lnTo>
                          <a:pt x="120" y="152"/>
                        </a:lnTo>
                        <a:lnTo>
                          <a:pt x="120" y="128"/>
                        </a:lnTo>
                        <a:lnTo>
                          <a:pt x="144" y="120"/>
                        </a:lnTo>
                        <a:lnTo>
                          <a:pt x="152" y="112"/>
                        </a:lnTo>
                        <a:lnTo>
                          <a:pt x="176" y="9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08" name="Freeform 334">
                    <a:extLst>
                      <a:ext uri="{FF2B5EF4-FFF2-40B4-BE49-F238E27FC236}">
                        <a16:creationId xmlns:a16="http://schemas.microsoft.com/office/drawing/2014/main" id="{973136FC-1AF4-7EE5-CE58-631B33324409}"/>
                      </a:ext>
                    </a:extLst>
                  </p:cNvPr>
                  <p:cNvSpPr>
                    <a:spLocks/>
                  </p:cNvSpPr>
                  <p:nvPr/>
                </p:nvSpPr>
                <p:spPr bwMode="gray">
                  <a:xfrm>
                    <a:off x="3132" y="3117"/>
                    <a:ext cx="102" cy="101"/>
                  </a:xfrm>
                  <a:custGeom>
                    <a:avLst/>
                    <a:gdLst>
                      <a:gd name="T0" fmla="*/ 20 w 144"/>
                      <a:gd name="T1" fmla="*/ 3 h 144"/>
                      <a:gd name="T2" fmla="*/ 20 w 144"/>
                      <a:gd name="T3" fmla="*/ 8 h 144"/>
                      <a:gd name="T4" fmla="*/ 14 w 144"/>
                      <a:gd name="T5" fmla="*/ 11 h 144"/>
                      <a:gd name="T6" fmla="*/ 11 w 144"/>
                      <a:gd name="T7" fmla="*/ 11 h 144"/>
                      <a:gd name="T8" fmla="*/ 6 w 144"/>
                      <a:gd name="T9" fmla="*/ 17 h 144"/>
                      <a:gd name="T10" fmla="*/ 0 w 144"/>
                      <a:gd name="T11" fmla="*/ 17 h 144"/>
                      <a:gd name="T12" fmla="*/ 0 w 144"/>
                      <a:gd name="T13" fmla="*/ 22 h 144"/>
                      <a:gd name="T14" fmla="*/ 11 w 144"/>
                      <a:gd name="T15" fmla="*/ 30 h 144"/>
                      <a:gd name="T16" fmla="*/ 11 w 144"/>
                      <a:gd name="T17" fmla="*/ 36 h 144"/>
                      <a:gd name="T18" fmla="*/ 17 w 144"/>
                      <a:gd name="T19" fmla="*/ 44 h 144"/>
                      <a:gd name="T20" fmla="*/ 20 w 144"/>
                      <a:gd name="T21" fmla="*/ 50 h 144"/>
                      <a:gd name="T22" fmla="*/ 23 w 144"/>
                      <a:gd name="T23" fmla="*/ 50 h 144"/>
                      <a:gd name="T24" fmla="*/ 28 w 144"/>
                      <a:gd name="T25" fmla="*/ 47 h 144"/>
                      <a:gd name="T26" fmla="*/ 40 w 144"/>
                      <a:gd name="T27" fmla="*/ 50 h 144"/>
                      <a:gd name="T28" fmla="*/ 42 w 144"/>
                      <a:gd name="T29" fmla="*/ 47 h 144"/>
                      <a:gd name="T30" fmla="*/ 42 w 144"/>
                      <a:gd name="T31" fmla="*/ 39 h 144"/>
                      <a:gd name="T32" fmla="*/ 51 w 144"/>
                      <a:gd name="T33" fmla="*/ 33 h 144"/>
                      <a:gd name="T34" fmla="*/ 51 w 144"/>
                      <a:gd name="T35" fmla="*/ 30 h 144"/>
                      <a:gd name="T36" fmla="*/ 48 w 144"/>
                      <a:gd name="T37" fmla="*/ 27 h 144"/>
                      <a:gd name="T38" fmla="*/ 48 w 144"/>
                      <a:gd name="T39" fmla="*/ 22 h 144"/>
                      <a:gd name="T40" fmla="*/ 51 w 144"/>
                      <a:gd name="T41" fmla="*/ 19 h 144"/>
                      <a:gd name="T42" fmla="*/ 48 w 144"/>
                      <a:gd name="T43" fmla="*/ 11 h 144"/>
                      <a:gd name="T44" fmla="*/ 45 w 144"/>
                      <a:gd name="T45" fmla="*/ 6 h 144"/>
                      <a:gd name="T46" fmla="*/ 28 w 144"/>
                      <a:gd name="T47" fmla="*/ 0 h 144"/>
                      <a:gd name="T48" fmla="*/ 23 w 144"/>
                      <a:gd name="T49" fmla="*/ 3 h 144"/>
                      <a:gd name="T50" fmla="*/ 20 w 144"/>
                      <a:gd name="T51" fmla="*/ 3 h 14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4"/>
                      <a:gd name="T79" fmla="*/ 0 h 144"/>
                      <a:gd name="T80" fmla="*/ 144 w 144"/>
                      <a:gd name="T81" fmla="*/ 144 h 14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4" h="144">
                        <a:moveTo>
                          <a:pt x="56" y="8"/>
                        </a:moveTo>
                        <a:lnTo>
                          <a:pt x="56" y="24"/>
                        </a:lnTo>
                        <a:lnTo>
                          <a:pt x="40" y="32"/>
                        </a:lnTo>
                        <a:lnTo>
                          <a:pt x="32" y="32"/>
                        </a:lnTo>
                        <a:lnTo>
                          <a:pt x="16" y="48"/>
                        </a:lnTo>
                        <a:lnTo>
                          <a:pt x="0" y="48"/>
                        </a:lnTo>
                        <a:lnTo>
                          <a:pt x="0" y="64"/>
                        </a:lnTo>
                        <a:lnTo>
                          <a:pt x="32" y="88"/>
                        </a:lnTo>
                        <a:lnTo>
                          <a:pt x="32" y="104"/>
                        </a:lnTo>
                        <a:lnTo>
                          <a:pt x="48" y="128"/>
                        </a:lnTo>
                        <a:lnTo>
                          <a:pt x="56" y="144"/>
                        </a:lnTo>
                        <a:lnTo>
                          <a:pt x="64" y="144"/>
                        </a:lnTo>
                        <a:lnTo>
                          <a:pt x="80" y="136"/>
                        </a:lnTo>
                        <a:lnTo>
                          <a:pt x="112" y="144"/>
                        </a:lnTo>
                        <a:lnTo>
                          <a:pt x="120" y="136"/>
                        </a:lnTo>
                        <a:lnTo>
                          <a:pt x="120" y="112"/>
                        </a:lnTo>
                        <a:lnTo>
                          <a:pt x="144" y="96"/>
                        </a:lnTo>
                        <a:lnTo>
                          <a:pt x="144" y="88"/>
                        </a:lnTo>
                        <a:lnTo>
                          <a:pt x="136" y="80"/>
                        </a:lnTo>
                        <a:lnTo>
                          <a:pt x="136" y="64"/>
                        </a:lnTo>
                        <a:lnTo>
                          <a:pt x="144" y="56"/>
                        </a:lnTo>
                        <a:lnTo>
                          <a:pt x="136" y="32"/>
                        </a:lnTo>
                        <a:lnTo>
                          <a:pt x="128" y="16"/>
                        </a:lnTo>
                        <a:lnTo>
                          <a:pt x="80" y="0"/>
                        </a:lnTo>
                        <a:lnTo>
                          <a:pt x="64" y="8"/>
                        </a:lnTo>
                        <a:lnTo>
                          <a:pt x="5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09" name="Rectangle 335">
                    <a:extLst>
                      <a:ext uri="{FF2B5EF4-FFF2-40B4-BE49-F238E27FC236}">
                        <a16:creationId xmlns:a16="http://schemas.microsoft.com/office/drawing/2014/main" id="{320DCD00-BAC4-6AF7-95F3-75F6593AF3CB}"/>
                      </a:ext>
                    </a:extLst>
                  </p:cNvPr>
                  <p:cNvSpPr>
                    <a:spLocks noChangeArrowheads="1"/>
                  </p:cNvSpPr>
                  <p:nvPr/>
                </p:nvSpPr>
                <p:spPr bwMode="gray">
                  <a:xfrm>
                    <a:off x="2902" y="2858"/>
                    <a:ext cx="22" cy="17"/>
                  </a:xfrm>
                  <a:prstGeom prst="rect">
                    <a:avLst/>
                  </a:prstGeom>
                  <a:grpFill/>
                  <a:ln w="6350">
                    <a:solidFill>
                      <a:schemeClr val="bg1"/>
                    </a:solidFill>
                    <a:miter lim="800000"/>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10" name="Freeform 336">
                    <a:extLst>
                      <a:ext uri="{FF2B5EF4-FFF2-40B4-BE49-F238E27FC236}">
                        <a16:creationId xmlns:a16="http://schemas.microsoft.com/office/drawing/2014/main" id="{3A080AB4-0791-3C98-6111-6256B96A54DF}"/>
                      </a:ext>
                    </a:extLst>
                  </p:cNvPr>
                  <p:cNvSpPr>
                    <a:spLocks/>
                  </p:cNvSpPr>
                  <p:nvPr/>
                </p:nvSpPr>
                <p:spPr bwMode="gray">
                  <a:xfrm>
                    <a:off x="2598" y="2774"/>
                    <a:ext cx="56" cy="56"/>
                  </a:xfrm>
                  <a:custGeom>
                    <a:avLst/>
                    <a:gdLst>
                      <a:gd name="T0" fmla="*/ 22 w 80"/>
                      <a:gd name="T1" fmla="*/ 6 h 80"/>
                      <a:gd name="T2" fmla="*/ 22 w 80"/>
                      <a:gd name="T3" fmla="*/ 14 h 80"/>
                      <a:gd name="T4" fmla="*/ 27 w 80"/>
                      <a:gd name="T5" fmla="*/ 17 h 80"/>
                      <a:gd name="T6" fmla="*/ 27 w 80"/>
                      <a:gd name="T7" fmla="*/ 22 h 80"/>
                      <a:gd name="T8" fmla="*/ 25 w 80"/>
                      <a:gd name="T9" fmla="*/ 27 h 80"/>
                      <a:gd name="T10" fmla="*/ 17 w 80"/>
                      <a:gd name="T11" fmla="*/ 25 h 80"/>
                      <a:gd name="T12" fmla="*/ 8 w 80"/>
                      <a:gd name="T13" fmla="*/ 17 h 80"/>
                      <a:gd name="T14" fmla="*/ 0 w 80"/>
                      <a:gd name="T15" fmla="*/ 10 h 80"/>
                      <a:gd name="T16" fmla="*/ 8 w 80"/>
                      <a:gd name="T17" fmla="*/ 0 h 80"/>
                      <a:gd name="T18" fmla="*/ 14 w 80"/>
                      <a:gd name="T19" fmla="*/ 3 h 80"/>
                      <a:gd name="T20" fmla="*/ 14 w 80"/>
                      <a:gd name="T21" fmla="*/ 6 h 80"/>
                      <a:gd name="T22" fmla="*/ 22 w 80"/>
                      <a:gd name="T23" fmla="*/ 6 h 8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0"/>
                      <a:gd name="T37" fmla="*/ 0 h 80"/>
                      <a:gd name="T38" fmla="*/ 80 w 80"/>
                      <a:gd name="T39" fmla="*/ 80 h 8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0" h="80">
                        <a:moveTo>
                          <a:pt x="64" y="16"/>
                        </a:moveTo>
                        <a:lnTo>
                          <a:pt x="64" y="40"/>
                        </a:lnTo>
                        <a:lnTo>
                          <a:pt x="80" y="48"/>
                        </a:lnTo>
                        <a:lnTo>
                          <a:pt x="80" y="64"/>
                        </a:lnTo>
                        <a:lnTo>
                          <a:pt x="72" y="80"/>
                        </a:lnTo>
                        <a:lnTo>
                          <a:pt x="48" y="72"/>
                        </a:lnTo>
                        <a:lnTo>
                          <a:pt x="24" y="48"/>
                        </a:lnTo>
                        <a:lnTo>
                          <a:pt x="0" y="32"/>
                        </a:lnTo>
                        <a:lnTo>
                          <a:pt x="24" y="0"/>
                        </a:lnTo>
                        <a:lnTo>
                          <a:pt x="40" y="8"/>
                        </a:lnTo>
                        <a:lnTo>
                          <a:pt x="40" y="16"/>
                        </a:lnTo>
                        <a:lnTo>
                          <a:pt x="64"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11" name="Freeform 337">
                    <a:extLst>
                      <a:ext uri="{FF2B5EF4-FFF2-40B4-BE49-F238E27FC236}">
                        <a16:creationId xmlns:a16="http://schemas.microsoft.com/office/drawing/2014/main" id="{473FE744-AF97-3DD7-56C8-42AFB8BF8179}"/>
                      </a:ext>
                    </a:extLst>
                  </p:cNvPr>
                  <p:cNvSpPr>
                    <a:spLocks/>
                  </p:cNvSpPr>
                  <p:nvPr/>
                </p:nvSpPr>
                <p:spPr bwMode="gray">
                  <a:xfrm>
                    <a:off x="3177" y="2926"/>
                    <a:ext cx="23" cy="28"/>
                  </a:xfrm>
                  <a:custGeom>
                    <a:avLst/>
                    <a:gdLst>
                      <a:gd name="T0" fmla="*/ 0 w 32"/>
                      <a:gd name="T1" fmla="*/ 0 h 40"/>
                      <a:gd name="T2" fmla="*/ 3 w 32"/>
                      <a:gd name="T3" fmla="*/ 0 h 40"/>
                      <a:gd name="T4" fmla="*/ 6 w 32"/>
                      <a:gd name="T5" fmla="*/ 0 h 40"/>
                      <a:gd name="T6" fmla="*/ 9 w 32"/>
                      <a:gd name="T7" fmla="*/ 0 h 40"/>
                      <a:gd name="T8" fmla="*/ 12 w 32"/>
                      <a:gd name="T9" fmla="*/ 3 h 40"/>
                      <a:gd name="T10" fmla="*/ 12 w 32"/>
                      <a:gd name="T11" fmla="*/ 6 h 40"/>
                      <a:gd name="T12" fmla="*/ 9 w 32"/>
                      <a:gd name="T13" fmla="*/ 8 h 40"/>
                      <a:gd name="T14" fmla="*/ 9 w 32"/>
                      <a:gd name="T15" fmla="*/ 10 h 40"/>
                      <a:gd name="T16" fmla="*/ 6 w 32"/>
                      <a:gd name="T17" fmla="*/ 14 h 40"/>
                      <a:gd name="T18" fmla="*/ 3 w 32"/>
                      <a:gd name="T19" fmla="*/ 8 h 40"/>
                      <a:gd name="T20" fmla="*/ 3 w 32"/>
                      <a:gd name="T21" fmla="*/ 6 h 40"/>
                      <a:gd name="T22" fmla="*/ 0 w 32"/>
                      <a:gd name="T23" fmla="*/ 0 h 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
                      <a:gd name="T37" fmla="*/ 0 h 40"/>
                      <a:gd name="T38" fmla="*/ 32 w 32"/>
                      <a:gd name="T39" fmla="*/ 40 h 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 h="40">
                        <a:moveTo>
                          <a:pt x="0" y="0"/>
                        </a:moveTo>
                        <a:lnTo>
                          <a:pt x="8" y="0"/>
                        </a:lnTo>
                        <a:lnTo>
                          <a:pt x="16" y="0"/>
                        </a:lnTo>
                        <a:lnTo>
                          <a:pt x="24" y="0"/>
                        </a:lnTo>
                        <a:lnTo>
                          <a:pt x="32" y="8"/>
                        </a:lnTo>
                        <a:lnTo>
                          <a:pt x="32" y="16"/>
                        </a:lnTo>
                        <a:lnTo>
                          <a:pt x="24" y="24"/>
                        </a:lnTo>
                        <a:lnTo>
                          <a:pt x="24" y="32"/>
                        </a:lnTo>
                        <a:lnTo>
                          <a:pt x="16" y="40"/>
                        </a:lnTo>
                        <a:lnTo>
                          <a:pt x="8" y="24"/>
                        </a:lnTo>
                        <a:lnTo>
                          <a:pt x="8" y="16"/>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12" name="Freeform 338">
                    <a:extLst>
                      <a:ext uri="{FF2B5EF4-FFF2-40B4-BE49-F238E27FC236}">
                        <a16:creationId xmlns:a16="http://schemas.microsoft.com/office/drawing/2014/main" id="{31991616-1663-C072-96E8-27FEC8E7E7DE}"/>
                      </a:ext>
                    </a:extLst>
                  </p:cNvPr>
                  <p:cNvSpPr>
                    <a:spLocks/>
                  </p:cNvSpPr>
                  <p:nvPr/>
                </p:nvSpPr>
                <p:spPr bwMode="gray">
                  <a:xfrm>
                    <a:off x="3560" y="2504"/>
                    <a:ext cx="11" cy="11"/>
                  </a:xfrm>
                  <a:custGeom>
                    <a:avLst/>
                    <a:gdLst>
                      <a:gd name="T0" fmla="*/ 3 w 16"/>
                      <a:gd name="T1" fmla="*/ 6 h 16"/>
                      <a:gd name="T2" fmla="*/ 6 w 16"/>
                      <a:gd name="T3" fmla="*/ 0 h 16"/>
                      <a:gd name="T4" fmla="*/ 3 w 16"/>
                      <a:gd name="T5" fmla="*/ 0 h 16"/>
                      <a:gd name="T6" fmla="*/ 0 w 16"/>
                      <a:gd name="T7" fmla="*/ 3 h 16"/>
                      <a:gd name="T8" fmla="*/ 3 w 16"/>
                      <a:gd name="T9" fmla="*/ 6 h 16"/>
                      <a:gd name="T10" fmla="*/ 0 60000 65536"/>
                      <a:gd name="T11" fmla="*/ 0 60000 65536"/>
                      <a:gd name="T12" fmla="*/ 0 60000 65536"/>
                      <a:gd name="T13" fmla="*/ 0 60000 65536"/>
                      <a:gd name="T14" fmla="*/ 0 60000 65536"/>
                      <a:gd name="T15" fmla="*/ 0 w 16"/>
                      <a:gd name="T16" fmla="*/ 0 h 16"/>
                      <a:gd name="T17" fmla="*/ 16 w 16"/>
                      <a:gd name="T18" fmla="*/ 16 h 16"/>
                    </a:gdLst>
                    <a:ahLst/>
                    <a:cxnLst>
                      <a:cxn ang="T10">
                        <a:pos x="T0" y="T1"/>
                      </a:cxn>
                      <a:cxn ang="T11">
                        <a:pos x="T2" y="T3"/>
                      </a:cxn>
                      <a:cxn ang="T12">
                        <a:pos x="T4" y="T5"/>
                      </a:cxn>
                      <a:cxn ang="T13">
                        <a:pos x="T6" y="T7"/>
                      </a:cxn>
                      <a:cxn ang="T14">
                        <a:pos x="T8" y="T9"/>
                      </a:cxn>
                    </a:cxnLst>
                    <a:rect l="T15" t="T16" r="T17" b="T18"/>
                    <a:pathLst>
                      <a:path w="16" h="16">
                        <a:moveTo>
                          <a:pt x="8" y="16"/>
                        </a:moveTo>
                        <a:lnTo>
                          <a:pt x="16" y="0"/>
                        </a:lnTo>
                        <a:lnTo>
                          <a:pt x="8" y="0"/>
                        </a:lnTo>
                        <a:lnTo>
                          <a:pt x="0" y="8"/>
                        </a:lnTo>
                        <a:lnTo>
                          <a:pt x="8"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13" name="Freeform 339">
                    <a:extLst>
                      <a:ext uri="{FF2B5EF4-FFF2-40B4-BE49-F238E27FC236}">
                        <a16:creationId xmlns:a16="http://schemas.microsoft.com/office/drawing/2014/main" id="{553BE7CE-9E97-2191-D070-6C3F0080BE13}"/>
                      </a:ext>
                    </a:extLst>
                  </p:cNvPr>
                  <p:cNvSpPr>
                    <a:spLocks/>
                  </p:cNvSpPr>
                  <p:nvPr/>
                </p:nvSpPr>
                <p:spPr bwMode="gray">
                  <a:xfrm>
                    <a:off x="3498" y="2509"/>
                    <a:ext cx="68" cy="51"/>
                  </a:xfrm>
                  <a:custGeom>
                    <a:avLst/>
                    <a:gdLst>
                      <a:gd name="T0" fmla="*/ 34 w 96"/>
                      <a:gd name="T1" fmla="*/ 3 h 72"/>
                      <a:gd name="T2" fmla="*/ 31 w 96"/>
                      <a:gd name="T3" fmla="*/ 0 h 72"/>
                      <a:gd name="T4" fmla="*/ 28 w 96"/>
                      <a:gd name="T5" fmla="*/ 3 h 72"/>
                      <a:gd name="T6" fmla="*/ 20 w 96"/>
                      <a:gd name="T7" fmla="*/ 8 h 72"/>
                      <a:gd name="T8" fmla="*/ 17 w 96"/>
                      <a:gd name="T9" fmla="*/ 14 h 72"/>
                      <a:gd name="T10" fmla="*/ 11 w 96"/>
                      <a:gd name="T11" fmla="*/ 14 h 72"/>
                      <a:gd name="T12" fmla="*/ 6 w 96"/>
                      <a:gd name="T13" fmla="*/ 14 h 72"/>
                      <a:gd name="T14" fmla="*/ 3 w 96"/>
                      <a:gd name="T15" fmla="*/ 14 h 72"/>
                      <a:gd name="T16" fmla="*/ 0 w 96"/>
                      <a:gd name="T17" fmla="*/ 17 h 72"/>
                      <a:gd name="T18" fmla="*/ 6 w 96"/>
                      <a:gd name="T19" fmla="*/ 23 h 72"/>
                      <a:gd name="T20" fmla="*/ 26 w 96"/>
                      <a:gd name="T21" fmla="*/ 26 h 72"/>
                      <a:gd name="T22" fmla="*/ 26 w 96"/>
                      <a:gd name="T23" fmla="*/ 20 h 72"/>
                      <a:gd name="T24" fmla="*/ 31 w 96"/>
                      <a:gd name="T25" fmla="*/ 11 h 72"/>
                      <a:gd name="T26" fmla="*/ 31 w 96"/>
                      <a:gd name="T27" fmla="*/ 6 h 72"/>
                      <a:gd name="T28" fmla="*/ 34 w 96"/>
                      <a:gd name="T29" fmla="*/ 6 h 72"/>
                      <a:gd name="T30" fmla="*/ 34 w 96"/>
                      <a:gd name="T31" fmla="*/ 3 h 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6"/>
                      <a:gd name="T49" fmla="*/ 0 h 72"/>
                      <a:gd name="T50" fmla="*/ 96 w 96"/>
                      <a:gd name="T51" fmla="*/ 72 h 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6" h="72">
                        <a:moveTo>
                          <a:pt x="96" y="8"/>
                        </a:moveTo>
                        <a:lnTo>
                          <a:pt x="88" y="0"/>
                        </a:lnTo>
                        <a:lnTo>
                          <a:pt x="80" y="8"/>
                        </a:lnTo>
                        <a:lnTo>
                          <a:pt x="56" y="24"/>
                        </a:lnTo>
                        <a:lnTo>
                          <a:pt x="48" y="40"/>
                        </a:lnTo>
                        <a:lnTo>
                          <a:pt x="32" y="40"/>
                        </a:lnTo>
                        <a:lnTo>
                          <a:pt x="16" y="40"/>
                        </a:lnTo>
                        <a:lnTo>
                          <a:pt x="8" y="40"/>
                        </a:lnTo>
                        <a:lnTo>
                          <a:pt x="0" y="48"/>
                        </a:lnTo>
                        <a:lnTo>
                          <a:pt x="16" y="64"/>
                        </a:lnTo>
                        <a:lnTo>
                          <a:pt x="72" y="72"/>
                        </a:lnTo>
                        <a:lnTo>
                          <a:pt x="72" y="56"/>
                        </a:lnTo>
                        <a:lnTo>
                          <a:pt x="88" y="32"/>
                        </a:lnTo>
                        <a:lnTo>
                          <a:pt x="88" y="16"/>
                        </a:lnTo>
                        <a:lnTo>
                          <a:pt x="96" y="16"/>
                        </a:lnTo>
                        <a:lnTo>
                          <a:pt x="9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14" name="Freeform 340">
                    <a:extLst>
                      <a:ext uri="{FF2B5EF4-FFF2-40B4-BE49-F238E27FC236}">
                        <a16:creationId xmlns:a16="http://schemas.microsoft.com/office/drawing/2014/main" id="{41383A2C-36C2-8119-97D0-93AE63FB0B53}"/>
                      </a:ext>
                    </a:extLst>
                  </p:cNvPr>
                  <p:cNvSpPr>
                    <a:spLocks/>
                  </p:cNvSpPr>
                  <p:nvPr/>
                </p:nvSpPr>
                <p:spPr bwMode="gray">
                  <a:xfrm>
                    <a:off x="3487" y="2504"/>
                    <a:ext cx="11" cy="28"/>
                  </a:xfrm>
                  <a:custGeom>
                    <a:avLst/>
                    <a:gdLst>
                      <a:gd name="T0" fmla="*/ 0 w 16"/>
                      <a:gd name="T1" fmla="*/ 8 h 40"/>
                      <a:gd name="T2" fmla="*/ 3 w 16"/>
                      <a:gd name="T3" fmla="*/ 6 h 40"/>
                      <a:gd name="T4" fmla="*/ 0 w 16"/>
                      <a:gd name="T5" fmla="*/ 3 h 40"/>
                      <a:gd name="T6" fmla="*/ 3 w 16"/>
                      <a:gd name="T7" fmla="*/ 0 h 40"/>
                      <a:gd name="T8" fmla="*/ 6 w 16"/>
                      <a:gd name="T9" fmla="*/ 0 h 40"/>
                      <a:gd name="T10" fmla="*/ 6 w 16"/>
                      <a:gd name="T11" fmla="*/ 8 h 40"/>
                      <a:gd name="T12" fmla="*/ 6 w 16"/>
                      <a:gd name="T13" fmla="*/ 14 h 40"/>
                      <a:gd name="T14" fmla="*/ 3 w 16"/>
                      <a:gd name="T15" fmla="*/ 14 h 40"/>
                      <a:gd name="T16" fmla="*/ 0 w 16"/>
                      <a:gd name="T17" fmla="*/ 8 h 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40"/>
                      <a:gd name="T29" fmla="*/ 16 w 16"/>
                      <a:gd name="T30" fmla="*/ 40 h 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40">
                        <a:moveTo>
                          <a:pt x="0" y="24"/>
                        </a:moveTo>
                        <a:lnTo>
                          <a:pt x="8" y="16"/>
                        </a:lnTo>
                        <a:lnTo>
                          <a:pt x="0" y="8"/>
                        </a:lnTo>
                        <a:lnTo>
                          <a:pt x="8" y="0"/>
                        </a:lnTo>
                        <a:lnTo>
                          <a:pt x="16" y="0"/>
                        </a:lnTo>
                        <a:lnTo>
                          <a:pt x="16" y="24"/>
                        </a:lnTo>
                        <a:lnTo>
                          <a:pt x="16" y="40"/>
                        </a:lnTo>
                        <a:lnTo>
                          <a:pt x="8" y="40"/>
                        </a:lnTo>
                        <a:lnTo>
                          <a:pt x="0" y="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15" name="Freeform 341">
                    <a:extLst>
                      <a:ext uri="{FF2B5EF4-FFF2-40B4-BE49-F238E27FC236}">
                        <a16:creationId xmlns:a16="http://schemas.microsoft.com/office/drawing/2014/main" id="{FE57C22D-CBFD-ACC0-41AF-D93B6936422D}"/>
                      </a:ext>
                    </a:extLst>
                  </p:cNvPr>
                  <p:cNvSpPr>
                    <a:spLocks/>
                  </p:cNvSpPr>
                  <p:nvPr/>
                </p:nvSpPr>
                <p:spPr bwMode="gray">
                  <a:xfrm>
                    <a:off x="3431" y="2442"/>
                    <a:ext cx="16" cy="17"/>
                  </a:xfrm>
                  <a:custGeom>
                    <a:avLst/>
                    <a:gdLst>
                      <a:gd name="T0" fmla="*/ 0 w 24"/>
                      <a:gd name="T1" fmla="*/ 6 h 24"/>
                      <a:gd name="T2" fmla="*/ 0 w 24"/>
                      <a:gd name="T3" fmla="*/ 3 h 24"/>
                      <a:gd name="T4" fmla="*/ 2 w 24"/>
                      <a:gd name="T5" fmla="*/ 0 h 24"/>
                      <a:gd name="T6" fmla="*/ 7 w 24"/>
                      <a:gd name="T7" fmla="*/ 0 h 24"/>
                      <a:gd name="T8" fmla="*/ 5 w 24"/>
                      <a:gd name="T9" fmla="*/ 3 h 24"/>
                      <a:gd name="T10" fmla="*/ 5 w 24"/>
                      <a:gd name="T11" fmla="*/ 6 h 24"/>
                      <a:gd name="T12" fmla="*/ 7 w 24"/>
                      <a:gd name="T13" fmla="*/ 9 h 24"/>
                      <a:gd name="T14" fmla="*/ 5 w 24"/>
                      <a:gd name="T15" fmla="*/ 9 h 24"/>
                      <a:gd name="T16" fmla="*/ 0 w 24"/>
                      <a:gd name="T17" fmla="*/ 6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
                      <a:gd name="T28" fmla="*/ 0 h 24"/>
                      <a:gd name="T29" fmla="*/ 24 w 24"/>
                      <a:gd name="T30" fmla="*/ 24 h 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 h="24">
                        <a:moveTo>
                          <a:pt x="0" y="16"/>
                        </a:moveTo>
                        <a:lnTo>
                          <a:pt x="0" y="8"/>
                        </a:lnTo>
                        <a:lnTo>
                          <a:pt x="8" y="0"/>
                        </a:lnTo>
                        <a:lnTo>
                          <a:pt x="24" y="0"/>
                        </a:lnTo>
                        <a:lnTo>
                          <a:pt x="16" y="8"/>
                        </a:lnTo>
                        <a:lnTo>
                          <a:pt x="16" y="16"/>
                        </a:lnTo>
                        <a:lnTo>
                          <a:pt x="24" y="24"/>
                        </a:lnTo>
                        <a:lnTo>
                          <a:pt x="16" y="24"/>
                        </a:lnTo>
                        <a:lnTo>
                          <a:pt x="0"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16" name="Freeform 342">
                    <a:extLst>
                      <a:ext uri="{FF2B5EF4-FFF2-40B4-BE49-F238E27FC236}">
                        <a16:creationId xmlns:a16="http://schemas.microsoft.com/office/drawing/2014/main" id="{3DAD1827-6352-CF73-0820-635D81C9EE8A}"/>
                      </a:ext>
                    </a:extLst>
                  </p:cNvPr>
                  <p:cNvSpPr>
                    <a:spLocks/>
                  </p:cNvSpPr>
                  <p:nvPr/>
                </p:nvSpPr>
                <p:spPr bwMode="gray">
                  <a:xfrm>
                    <a:off x="3267" y="2335"/>
                    <a:ext cx="17" cy="51"/>
                  </a:xfrm>
                  <a:custGeom>
                    <a:avLst/>
                    <a:gdLst>
                      <a:gd name="T0" fmla="*/ 6 w 24"/>
                      <a:gd name="T1" fmla="*/ 23 h 72"/>
                      <a:gd name="T2" fmla="*/ 3 w 24"/>
                      <a:gd name="T3" fmla="*/ 23 h 72"/>
                      <a:gd name="T4" fmla="*/ 0 w 24"/>
                      <a:gd name="T5" fmla="*/ 26 h 72"/>
                      <a:gd name="T6" fmla="*/ 0 w 24"/>
                      <a:gd name="T7" fmla="*/ 23 h 72"/>
                      <a:gd name="T8" fmla="*/ 0 w 24"/>
                      <a:gd name="T9" fmla="*/ 20 h 72"/>
                      <a:gd name="T10" fmla="*/ 3 w 24"/>
                      <a:gd name="T11" fmla="*/ 6 h 72"/>
                      <a:gd name="T12" fmla="*/ 9 w 24"/>
                      <a:gd name="T13" fmla="*/ 0 h 72"/>
                      <a:gd name="T14" fmla="*/ 9 w 24"/>
                      <a:gd name="T15" fmla="*/ 3 h 72"/>
                      <a:gd name="T16" fmla="*/ 9 w 24"/>
                      <a:gd name="T17" fmla="*/ 8 h 72"/>
                      <a:gd name="T18" fmla="*/ 9 w 24"/>
                      <a:gd name="T19" fmla="*/ 14 h 72"/>
                      <a:gd name="T20" fmla="*/ 6 w 24"/>
                      <a:gd name="T21" fmla="*/ 17 h 72"/>
                      <a:gd name="T22" fmla="*/ 6 w 24"/>
                      <a:gd name="T23" fmla="*/ 20 h 72"/>
                      <a:gd name="T24" fmla="*/ 6 w 24"/>
                      <a:gd name="T25" fmla="*/ 23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72"/>
                      <a:gd name="T41" fmla="*/ 24 w 24"/>
                      <a:gd name="T42" fmla="*/ 72 h 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72">
                        <a:moveTo>
                          <a:pt x="16" y="64"/>
                        </a:moveTo>
                        <a:lnTo>
                          <a:pt x="8" y="64"/>
                        </a:lnTo>
                        <a:lnTo>
                          <a:pt x="0" y="72"/>
                        </a:lnTo>
                        <a:lnTo>
                          <a:pt x="0" y="64"/>
                        </a:lnTo>
                        <a:lnTo>
                          <a:pt x="0" y="56"/>
                        </a:lnTo>
                        <a:lnTo>
                          <a:pt x="8" y="16"/>
                        </a:lnTo>
                        <a:lnTo>
                          <a:pt x="24" y="0"/>
                        </a:lnTo>
                        <a:lnTo>
                          <a:pt x="24" y="8"/>
                        </a:lnTo>
                        <a:lnTo>
                          <a:pt x="24" y="24"/>
                        </a:lnTo>
                        <a:lnTo>
                          <a:pt x="24" y="40"/>
                        </a:lnTo>
                        <a:lnTo>
                          <a:pt x="16" y="48"/>
                        </a:lnTo>
                        <a:lnTo>
                          <a:pt x="16" y="56"/>
                        </a:lnTo>
                        <a:lnTo>
                          <a:pt x="16" y="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17" name="Freeform 343">
                    <a:extLst>
                      <a:ext uri="{FF2B5EF4-FFF2-40B4-BE49-F238E27FC236}">
                        <a16:creationId xmlns:a16="http://schemas.microsoft.com/office/drawing/2014/main" id="{22CB0705-C4AA-6AC8-97A7-08B3BB0CA609}"/>
                      </a:ext>
                    </a:extLst>
                  </p:cNvPr>
                  <p:cNvSpPr>
                    <a:spLocks/>
                  </p:cNvSpPr>
                  <p:nvPr/>
                </p:nvSpPr>
                <p:spPr bwMode="gray">
                  <a:xfrm>
                    <a:off x="3391" y="2273"/>
                    <a:ext cx="276" cy="248"/>
                  </a:xfrm>
                  <a:custGeom>
                    <a:avLst/>
                    <a:gdLst>
                      <a:gd name="T0" fmla="*/ 123 w 392"/>
                      <a:gd name="T1" fmla="*/ 120 h 352"/>
                      <a:gd name="T2" fmla="*/ 115 w 392"/>
                      <a:gd name="T3" fmla="*/ 120 h 352"/>
                      <a:gd name="T4" fmla="*/ 103 w 392"/>
                      <a:gd name="T5" fmla="*/ 120 h 352"/>
                      <a:gd name="T6" fmla="*/ 95 w 392"/>
                      <a:gd name="T7" fmla="*/ 115 h 352"/>
                      <a:gd name="T8" fmla="*/ 92 w 392"/>
                      <a:gd name="T9" fmla="*/ 106 h 352"/>
                      <a:gd name="T10" fmla="*/ 87 w 392"/>
                      <a:gd name="T11" fmla="*/ 106 h 352"/>
                      <a:gd name="T12" fmla="*/ 70 w 392"/>
                      <a:gd name="T13" fmla="*/ 109 h 352"/>
                      <a:gd name="T14" fmla="*/ 65 w 392"/>
                      <a:gd name="T15" fmla="*/ 106 h 352"/>
                      <a:gd name="T16" fmla="*/ 56 w 392"/>
                      <a:gd name="T17" fmla="*/ 101 h 352"/>
                      <a:gd name="T18" fmla="*/ 50 w 392"/>
                      <a:gd name="T19" fmla="*/ 95 h 352"/>
                      <a:gd name="T20" fmla="*/ 44 w 392"/>
                      <a:gd name="T21" fmla="*/ 84 h 352"/>
                      <a:gd name="T22" fmla="*/ 34 w 392"/>
                      <a:gd name="T23" fmla="*/ 81 h 352"/>
                      <a:gd name="T24" fmla="*/ 25 w 392"/>
                      <a:gd name="T25" fmla="*/ 78 h 352"/>
                      <a:gd name="T26" fmla="*/ 23 w 392"/>
                      <a:gd name="T27" fmla="*/ 61 h 352"/>
                      <a:gd name="T28" fmla="*/ 8 w 392"/>
                      <a:gd name="T29" fmla="*/ 50 h 352"/>
                      <a:gd name="T30" fmla="*/ 14 w 392"/>
                      <a:gd name="T31" fmla="*/ 34 h 352"/>
                      <a:gd name="T32" fmla="*/ 3 w 392"/>
                      <a:gd name="T33" fmla="*/ 23 h 352"/>
                      <a:gd name="T34" fmla="*/ 0 w 392"/>
                      <a:gd name="T35" fmla="*/ 3 h 352"/>
                      <a:gd name="T36" fmla="*/ 11 w 392"/>
                      <a:gd name="T37" fmla="*/ 6 h 352"/>
                      <a:gd name="T38" fmla="*/ 19 w 392"/>
                      <a:gd name="T39" fmla="*/ 3 h 352"/>
                      <a:gd name="T40" fmla="*/ 27 w 392"/>
                      <a:gd name="T41" fmla="*/ 3 h 352"/>
                      <a:gd name="T42" fmla="*/ 34 w 392"/>
                      <a:gd name="T43" fmla="*/ 14 h 352"/>
                      <a:gd name="T44" fmla="*/ 42 w 392"/>
                      <a:gd name="T45" fmla="*/ 19 h 352"/>
                      <a:gd name="T46" fmla="*/ 50 w 392"/>
                      <a:gd name="T47" fmla="*/ 27 h 352"/>
                      <a:gd name="T48" fmla="*/ 67 w 392"/>
                      <a:gd name="T49" fmla="*/ 25 h 352"/>
                      <a:gd name="T50" fmla="*/ 73 w 392"/>
                      <a:gd name="T51" fmla="*/ 19 h 352"/>
                      <a:gd name="T52" fmla="*/ 84 w 392"/>
                      <a:gd name="T53" fmla="*/ 11 h 352"/>
                      <a:gd name="T54" fmla="*/ 103 w 392"/>
                      <a:gd name="T55" fmla="*/ 17 h 352"/>
                      <a:gd name="T56" fmla="*/ 123 w 392"/>
                      <a:gd name="T57" fmla="*/ 27 h 352"/>
                      <a:gd name="T58" fmla="*/ 123 w 392"/>
                      <a:gd name="T59" fmla="*/ 42 h 352"/>
                      <a:gd name="T60" fmla="*/ 120 w 392"/>
                      <a:gd name="T61" fmla="*/ 61 h 352"/>
                      <a:gd name="T62" fmla="*/ 120 w 392"/>
                      <a:gd name="T63" fmla="*/ 70 h 352"/>
                      <a:gd name="T64" fmla="*/ 125 w 392"/>
                      <a:gd name="T65" fmla="*/ 73 h 352"/>
                      <a:gd name="T66" fmla="*/ 120 w 392"/>
                      <a:gd name="T67" fmla="*/ 84 h 352"/>
                      <a:gd name="T68" fmla="*/ 134 w 392"/>
                      <a:gd name="T69" fmla="*/ 101 h 352"/>
                      <a:gd name="T70" fmla="*/ 137 w 392"/>
                      <a:gd name="T71" fmla="*/ 106 h 352"/>
                      <a:gd name="T72" fmla="*/ 128 w 392"/>
                      <a:gd name="T73" fmla="*/ 115 h 352"/>
                      <a:gd name="T74" fmla="*/ 125 w 392"/>
                      <a:gd name="T75" fmla="*/ 123 h 35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92"/>
                      <a:gd name="T115" fmla="*/ 0 h 352"/>
                      <a:gd name="T116" fmla="*/ 392 w 392"/>
                      <a:gd name="T117" fmla="*/ 352 h 35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92" h="352">
                        <a:moveTo>
                          <a:pt x="360" y="352"/>
                        </a:moveTo>
                        <a:lnTo>
                          <a:pt x="352" y="344"/>
                        </a:lnTo>
                        <a:lnTo>
                          <a:pt x="336" y="344"/>
                        </a:lnTo>
                        <a:lnTo>
                          <a:pt x="328" y="344"/>
                        </a:lnTo>
                        <a:lnTo>
                          <a:pt x="312" y="344"/>
                        </a:lnTo>
                        <a:lnTo>
                          <a:pt x="296" y="344"/>
                        </a:lnTo>
                        <a:lnTo>
                          <a:pt x="280" y="336"/>
                        </a:lnTo>
                        <a:lnTo>
                          <a:pt x="272" y="328"/>
                        </a:lnTo>
                        <a:lnTo>
                          <a:pt x="272" y="320"/>
                        </a:lnTo>
                        <a:lnTo>
                          <a:pt x="264" y="304"/>
                        </a:lnTo>
                        <a:lnTo>
                          <a:pt x="256" y="304"/>
                        </a:lnTo>
                        <a:lnTo>
                          <a:pt x="248" y="304"/>
                        </a:lnTo>
                        <a:lnTo>
                          <a:pt x="240" y="312"/>
                        </a:lnTo>
                        <a:lnTo>
                          <a:pt x="200" y="312"/>
                        </a:lnTo>
                        <a:lnTo>
                          <a:pt x="192" y="312"/>
                        </a:lnTo>
                        <a:lnTo>
                          <a:pt x="184" y="304"/>
                        </a:lnTo>
                        <a:lnTo>
                          <a:pt x="168" y="288"/>
                        </a:lnTo>
                        <a:lnTo>
                          <a:pt x="160" y="288"/>
                        </a:lnTo>
                        <a:lnTo>
                          <a:pt x="144" y="280"/>
                        </a:lnTo>
                        <a:lnTo>
                          <a:pt x="144" y="272"/>
                        </a:lnTo>
                        <a:lnTo>
                          <a:pt x="136" y="256"/>
                        </a:lnTo>
                        <a:lnTo>
                          <a:pt x="128" y="240"/>
                        </a:lnTo>
                        <a:lnTo>
                          <a:pt x="120" y="232"/>
                        </a:lnTo>
                        <a:lnTo>
                          <a:pt x="96" y="232"/>
                        </a:lnTo>
                        <a:lnTo>
                          <a:pt x="88" y="232"/>
                        </a:lnTo>
                        <a:lnTo>
                          <a:pt x="72" y="224"/>
                        </a:lnTo>
                        <a:lnTo>
                          <a:pt x="80" y="192"/>
                        </a:lnTo>
                        <a:lnTo>
                          <a:pt x="64" y="176"/>
                        </a:lnTo>
                        <a:lnTo>
                          <a:pt x="48" y="168"/>
                        </a:lnTo>
                        <a:lnTo>
                          <a:pt x="24" y="144"/>
                        </a:lnTo>
                        <a:lnTo>
                          <a:pt x="48" y="104"/>
                        </a:lnTo>
                        <a:lnTo>
                          <a:pt x="40" y="96"/>
                        </a:lnTo>
                        <a:lnTo>
                          <a:pt x="24" y="96"/>
                        </a:lnTo>
                        <a:lnTo>
                          <a:pt x="8" y="64"/>
                        </a:lnTo>
                        <a:lnTo>
                          <a:pt x="8" y="48"/>
                        </a:lnTo>
                        <a:lnTo>
                          <a:pt x="0" y="8"/>
                        </a:lnTo>
                        <a:lnTo>
                          <a:pt x="8" y="0"/>
                        </a:lnTo>
                        <a:lnTo>
                          <a:pt x="32" y="16"/>
                        </a:lnTo>
                        <a:lnTo>
                          <a:pt x="48" y="8"/>
                        </a:lnTo>
                        <a:lnTo>
                          <a:pt x="56" y="8"/>
                        </a:lnTo>
                        <a:lnTo>
                          <a:pt x="80" y="0"/>
                        </a:lnTo>
                        <a:lnTo>
                          <a:pt x="80" y="8"/>
                        </a:lnTo>
                        <a:lnTo>
                          <a:pt x="80" y="24"/>
                        </a:lnTo>
                        <a:lnTo>
                          <a:pt x="96" y="40"/>
                        </a:lnTo>
                        <a:lnTo>
                          <a:pt x="104" y="48"/>
                        </a:lnTo>
                        <a:lnTo>
                          <a:pt x="120" y="56"/>
                        </a:lnTo>
                        <a:lnTo>
                          <a:pt x="128" y="64"/>
                        </a:lnTo>
                        <a:lnTo>
                          <a:pt x="144" y="80"/>
                        </a:lnTo>
                        <a:lnTo>
                          <a:pt x="176" y="72"/>
                        </a:lnTo>
                        <a:lnTo>
                          <a:pt x="192" y="72"/>
                        </a:lnTo>
                        <a:lnTo>
                          <a:pt x="208" y="64"/>
                        </a:lnTo>
                        <a:lnTo>
                          <a:pt x="208" y="56"/>
                        </a:lnTo>
                        <a:lnTo>
                          <a:pt x="224" y="56"/>
                        </a:lnTo>
                        <a:lnTo>
                          <a:pt x="240" y="32"/>
                        </a:lnTo>
                        <a:lnTo>
                          <a:pt x="288" y="40"/>
                        </a:lnTo>
                        <a:lnTo>
                          <a:pt x="296" y="48"/>
                        </a:lnTo>
                        <a:lnTo>
                          <a:pt x="312" y="48"/>
                        </a:lnTo>
                        <a:lnTo>
                          <a:pt x="352" y="80"/>
                        </a:lnTo>
                        <a:lnTo>
                          <a:pt x="352" y="96"/>
                        </a:lnTo>
                        <a:lnTo>
                          <a:pt x="352" y="120"/>
                        </a:lnTo>
                        <a:lnTo>
                          <a:pt x="336" y="136"/>
                        </a:lnTo>
                        <a:lnTo>
                          <a:pt x="344" y="176"/>
                        </a:lnTo>
                        <a:lnTo>
                          <a:pt x="336" y="192"/>
                        </a:lnTo>
                        <a:lnTo>
                          <a:pt x="344" y="200"/>
                        </a:lnTo>
                        <a:lnTo>
                          <a:pt x="352" y="192"/>
                        </a:lnTo>
                        <a:lnTo>
                          <a:pt x="360" y="208"/>
                        </a:lnTo>
                        <a:lnTo>
                          <a:pt x="352" y="224"/>
                        </a:lnTo>
                        <a:lnTo>
                          <a:pt x="344" y="240"/>
                        </a:lnTo>
                        <a:lnTo>
                          <a:pt x="344" y="256"/>
                        </a:lnTo>
                        <a:lnTo>
                          <a:pt x="384" y="288"/>
                        </a:lnTo>
                        <a:lnTo>
                          <a:pt x="376" y="296"/>
                        </a:lnTo>
                        <a:lnTo>
                          <a:pt x="392" y="304"/>
                        </a:lnTo>
                        <a:lnTo>
                          <a:pt x="392" y="312"/>
                        </a:lnTo>
                        <a:lnTo>
                          <a:pt x="368" y="328"/>
                        </a:lnTo>
                        <a:lnTo>
                          <a:pt x="360" y="344"/>
                        </a:lnTo>
                        <a:lnTo>
                          <a:pt x="360" y="35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18" name="Freeform 344">
                    <a:extLst>
                      <a:ext uri="{FF2B5EF4-FFF2-40B4-BE49-F238E27FC236}">
                        <a16:creationId xmlns:a16="http://schemas.microsoft.com/office/drawing/2014/main" id="{7647F3A4-0075-9F62-874F-B7493CFF4987}"/>
                      </a:ext>
                    </a:extLst>
                  </p:cNvPr>
                  <p:cNvSpPr>
                    <a:spLocks/>
                  </p:cNvSpPr>
                  <p:nvPr/>
                </p:nvSpPr>
                <p:spPr bwMode="gray">
                  <a:xfrm>
                    <a:off x="3262" y="2402"/>
                    <a:ext cx="5" cy="17"/>
                  </a:xfrm>
                  <a:custGeom>
                    <a:avLst/>
                    <a:gdLst>
                      <a:gd name="T0" fmla="*/ 2 w 8"/>
                      <a:gd name="T1" fmla="*/ 0 h 24"/>
                      <a:gd name="T2" fmla="*/ 2 w 8"/>
                      <a:gd name="T3" fmla="*/ 9 h 24"/>
                      <a:gd name="T4" fmla="*/ 0 w 8"/>
                      <a:gd name="T5" fmla="*/ 6 h 24"/>
                      <a:gd name="T6" fmla="*/ 0 w 8"/>
                      <a:gd name="T7" fmla="*/ 3 h 24"/>
                      <a:gd name="T8" fmla="*/ 0 w 8"/>
                      <a:gd name="T9" fmla="*/ 0 h 24"/>
                      <a:gd name="T10" fmla="*/ 2 w 8"/>
                      <a:gd name="T11" fmla="*/ 0 h 24"/>
                      <a:gd name="T12" fmla="*/ 0 60000 65536"/>
                      <a:gd name="T13" fmla="*/ 0 60000 65536"/>
                      <a:gd name="T14" fmla="*/ 0 60000 65536"/>
                      <a:gd name="T15" fmla="*/ 0 60000 65536"/>
                      <a:gd name="T16" fmla="*/ 0 60000 65536"/>
                      <a:gd name="T17" fmla="*/ 0 60000 65536"/>
                      <a:gd name="T18" fmla="*/ 0 w 8"/>
                      <a:gd name="T19" fmla="*/ 0 h 24"/>
                      <a:gd name="T20" fmla="*/ 8 w 8"/>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8" h="24">
                        <a:moveTo>
                          <a:pt x="8" y="0"/>
                        </a:moveTo>
                        <a:lnTo>
                          <a:pt x="8" y="24"/>
                        </a:lnTo>
                        <a:lnTo>
                          <a:pt x="0" y="16"/>
                        </a:lnTo>
                        <a:lnTo>
                          <a:pt x="0" y="8"/>
                        </a:lnTo>
                        <a:lnTo>
                          <a:pt x="0" y="0"/>
                        </a:lnTo>
                        <a:lnTo>
                          <a:pt x="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19" name="Freeform 345">
                    <a:extLst>
                      <a:ext uri="{FF2B5EF4-FFF2-40B4-BE49-F238E27FC236}">
                        <a16:creationId xmlns:a16="http://schemas.microsoft.com/office/drawing/2014/main" id="{B8157F99-B4C5-6543-512A-C612DC6F0743}"/>
                      </a:ext>
                    </a:extLst>
                  </p:cNvPr>
                  <p:cNvSpPr>
                    <a:spLocks/>
                  </p:cNvSpPr>
                  <p:nvPr/>
                </p:nvSpPr>
                <p:spPr bwMode="gray">
                  <a:xfrm>
                    <a:off x="3256" y="2386"/>
                    <a:ext cx="68" cy="67"/>
                  </a:xfrm>
                  <a:custGeom>
                    <a:avLst/>
                    <a:gdLst>
                      <a:gd name="T0" fmla="*/ 6 w 96"/>
                      <a:gd name="T1" fmla="*/ 17 h 96"/>
                      <a:gd name="T2" fmla="*/ 6 w 96"/>
                      <a:gd name="T3" fmla="*/ 8 h 96"/>
                      <a:gd name="T4" fmla="*/ 9 w 96"/>
                      <a:gd name="T5" fmla="*/ 8 h 96"/>
                      <a:gd name="T6" fmla="*/ 14 w 96"/>
                      <a:gd name="T7" fmla="*/ 8 h 96"/>
                      <a:gd name="T8" fmla="*/ 23 w 96"/>
                      <a:gd name="T9" fmla="*/ 3 h 96"/>
                      <a:gd name="T10" fmla="*/ 28 w 96"/>
                      <a:gd name="T11" fmla="*/ 0 h 96"/>
                      <a:gd name="T12" fmla="*/ 34 w 96"/>
                      <a:gd name="T13" fmla="*/ 8 h 96"/>
                      <a:gd name="T14" fmla="*/ 31 w 96"/>
                      <a:gd name="T15" fmla="*/ 10 h 96"/>
                      <a:gd name="T16" fmla="*/ 17 w 96"/>
                      <a:gd name="T17" fmla="*/ 10 h 96"/>
                      <a:gd name="T18" fmla="*/ 23 w 96"/>
                      <a:gd name="T19" fmla="*/ 24 h 96"/>
                      <a:gd name="T20" fmla="*/ 20 w 96"/>
                      <a:gd name="T21" fmla="*/ 27 h 96"/>
                      <a:gd name="T22" fmla="*/ 14 w 96"/>
                      <a:gd name="T23" fmla="*/ 27 h 96"/>
                      <a:gd name="T24" fmla="*/ 9 w 96"/>
                      <a:gd name="T25" fmla="*/ 33 h 96"/>
                      <a:gd name="T26" fmla="*/ 0 w 96"/>
                      <a:gd name="T27" fmla="*/ 33 h 96"/>
                      <a:gd name="T28" fmla="*/ 0 w 96"/>
                      <a:gd name="T29" fmla="*/ 30 h 96"/>
                      <a:gd name="T30" fmla="*/ 3 w 96"/>
                      <a:gd name="T31" fmla="*/ 22 h 96"/>
                      <a:gd name="T32" fmla="*/ 6 w 96"/>
                      <a:gd name="T33" fmla="*/ 17 h 9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6"/>
                      <a:gd name="T52" fmla="*/ 0 h 96"/>
                      <a:gd name="T53" fmla="*/ 96 w 96"/>
                      <a:gd name="T54" fmla="*/ 96 h 9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6" h="96">
                        <a:moveTo>
                          <a:pt x="16" y="48"/>
                        </a:moveTo>
                        <a:lnTo>
                          <a:pt x="16" y="24"/>
                        </a:lnTo>
                        <a:lnTo>
                          <a:pt x="24" y="24"/>
                        </a:lnTo>
                        <a:lnTo>
                          <a:pt x="40" y="24"/>
                        </a:lnTo>
                        <a:lnTo>
                          <a:pt x="64" y="8"/>
                        </a:lnTo>
                        <a:lnTo>
                          <a:pt x="80" y="0"/>
                        </a:lnTo>
                        <a:lnTo>
                          <a:pt x="96" y="24"/>
                        </a:lnTo>
                        <a:lnTo>
                          <a:pt x="88" y="32"/>
                        </a:lnTo>
                        <a:lnTo>
                          <a:pt x="48" y="32"/>
                        </a:lnTo>
                        <a:lnTo>
                          <a:pt x="64" y="72"/>
                        </a:lnTo>
                        <a:lnTo>
                          <a:pt x="56" y="80"/>
                        </a:lnTo>
                        <a:lnTo>
                          <a:pt x="40" y="80"/>
                        </a:lnTo>
                        <a:lnTo>
                          <a:pt x="24" y="96"/>
                        </a:lnTo>
                        <a:lnTo>
                          <a:pt x="0" y="96"/>
                        </a:lnTo>
                        <a:lnTo>
                          <a:pt x="0" y="88"/>
                        </a:lnTo>
                        <a:lnTo>
                          <a:pt x="8" y="64"/>
                        </a:lnTo>
                        <a:lnTo>
                          <a:pt x="16" y="4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20" name="Freeform 346">
                    <a:extLst>
                      <a:ext uri="{FF2B5EF4-FFF2-40B4-BE49-F238E27FC236}">
                        <a16:creationId xmlns:a16="http://schemas.microsoft.com/office/drawing/2014/main" id="{809488B8-6C37-B6F0-BDBD-BB6DDDFAA538}"/>
                      </a:ext>
                    </a:extLst>
                  </p:cNvPr>
                  <p:cNvSpPr>
                    <a:spLocks/>
                  </p:cNvSpPr>
                  <p:nvPr/>
                </p:nvSpPr>
                <p:spPr bwMode="gray">
                  <a:xfrm>
                    <a:off x="3256" y="2402"/>
                    <a:ext cx="304" cy="259"/>
                  </a:xfrm>
                  <a:custGeom>
                    <a:avLst/>
                    <a:gdLst>
                      <a:gd name="T0" fmla="*/ 145 w 432"/>
                      <a:gd name="T1" fmla="*/ 78 h 368"/>
                      <a:gd name="T2" fmla="*/ 125 w 432"/>
                      <a:gd name="T3" fmla="*/ 75 h 368"/>
                      <a:gd name="T4" fmla="*/ 120 w 432"/>
                      <a:gd name="T5" fmla="*/ 70 h 368"/>
                      <a:gd name="T6" fmla="*/ 123 w 432"/>
                      <a:gd name="T7" fmla="*/ 67 h 368"/>
                      <a:gd name="T8" fmla="*/ 120 w 432"/>
                      <a:gd name="T9" fmla="*/ 64 h 368"/>
                      <a:gd name="T10" fmla="*/ 117 w 432"/>
                      <a:gd name="T11" fmla="*/ 64 h 368"/>
                      <a:gd name="T12" fmla="*/ 115 w 432"/>
                      <a:gd name="T13" fmla="*/ 58 h 368"/>
                      <a:gd name="T14" fmla="*/ 109 w 432"/>
                      <a:gd name="T15" fmla="*/ 53 h 368"/>
                      <a:gd name="T16" fmla="*/ 109 w 432"/>
                      <a:gd name="T17" fmla="*/ 44 h 368"/>
                      <a:gd name="T18" fmla="*/ 106 w 432"/>
                      <a:gd name="T19" fmla="*/ 44 h 368"/>
                      <a:gd name="T20" fmla="*/ 103 w 432"/>
                      <a:gd name="T21" fmla="*/ 36 h 368"/>
                      <a:gd name="T22" fmla="*/ 101 w 432"/>
                      <a:gd name="T23" fmla="*/ 34 h 368"/>
                      <a:gd name="T24" fmla="*/ 98 w 432"/>
                      <a:gd name="T25" fmla="*/ 31 h 368"/>
                      <a:gd name="T26" fmla="*/ 94 w 432"/>
                      <a:gd name="T27" fmla="*/ 27 h 368"/>
                      <a:gd name="T28" fmla="*/ 92 w 432"/>
                      <a:gd name="T29" fmla="*/ 27 h 368"/>
                      <a:gd name="T30" fmla="*/ 87 w 432"/>
                      <a:gd name="T31" fmla="*/ 25 h 368"/>
                      <a:gd name="T32" fmla="*/ 75 w 432"/>
                      <a:gd name="T33" fmla="*/ 27 h 368"/>
                      <a:gd name="T34" fmla="*/ 61 w 432"/>
                      <a:gd name="T35" fmla="*/ 23 h 368"/>
                      <a:gd name="T36" fmla="*/ 61 w 432"/>
                      <a:gd name="T37" fmla="*/ 14 h 368"/>
                      <a:gd name="T38" fmla="*/ 53 w 432"/>
                      <a:gd name="T39" fmla="*/ 8 h 368"/>
                      <a:gd name="T40" fmla="*/ 42 w 432"/>
                      <a:gd name="T41" fmla="*/ 3 h 368"/>
                      <a:gd name="T42" fmla="*/ 34 w 432"/>
                      <a:gd name="T43" fmla="*/ 0 h 368"/>
                      <a:gd name="T44" fmla="*/ 31 w 432"/>
                      <a:gd name="T45" fmla="*/ 3 h 368"/>
                      <a:gd name="T46" fmla="*/ 17 w 432"/>
                      <a:gd name="T47" fmla="*/ 3 h 368"/>
                      <a:gd name="T48" fmla="*/ 23 w 432"/>
                      <a:gd name="T49" fmla="*/ 17 h 368"/>
                      <a:gd name="T50" fmla="*/ 19 w 432"/>
                      <a:gd name="T51" fmla="*/ 19 h 368"/>
                      <a:gd name="T52" fmla="*/ 14 w 432"/>
                      <a:gd name="T53" fmla="*/ 19 h 368"/>
                      <a:gd name="T54" fmla="*/ 8 w 432"/>
                      <a:gd name="T55" fmla="*/ 25 h 368"/>
                      <a:gd name="T56" fmla="*/ 0 w 432"/>
                      <a:gd name="T57" fmla="*/ 25 h 368"/>
                      <a:gd name="T58" fmla="*/ 0 w 432"/>
                      <a:gd name="T59" fmla="*/ 36 h 368"/>
                      <a:gd name="T60" fmla="*/ 6 w 432"/>
                      <a:gd name="T61" fmla="*/ 36 h 368"/>
                      <a:gd name="T62" fmla="*/ 6 w 432"/>
                      <a:gd name="T63" fmla="*/ 39 h 368"/>
                      <a:gd name="T64" fmla="*/ 8 w 432"/>
                      <a:gd name="T65" fmla="*/ 48 h 368"/>
                      <a:gd name="T66" fmla="*/ 11 w 432"/>
                      <a:gd name="T67" fmla="*/ 50 h 368"/>
                      <a:gd name="T68" fmla="*/ 17 w 432"/>
                      <a:gd name="T69" fmla="*/ 56 h 368"/>
                      <a:gd name="T70" fmla="*/ 17 w 432"/>
                      <a:gd name="T71" fmla="*/ 61 h 368"/>
                      <a:gd name="T72" fmla="*/ 19 w 432"/>
                      <a:gd name="T73" fmla="*/ 67 h 368"/>
                      <a:gd name="T74" fmla="*/ 23 w 432"/>
                      <a:gd name="T75" fmla="*/ 70 h 368"/>
                      <a:gd name="T76" fmla="*/ 27 w 432"/>
                      <a:gd name="T77" fmla="*/ 72 h 368"/>
                      <a:gd name="T78" fmla="*/ 31 w 432"/>
                      <a:gd name="T79" fmla="*/ 78 h 368"/>
                      <a:gd name="T80" fmla="*/ 31 w 432"/>
                      <a:gd name="T81" fmla="*/ 87 h 368"/>
                      <a:gd name="T82" fmla="*/ 34 w 432"/>
                      <a:gd name="T83" fmla="*/ 92 h 368"/>
                      <a:gd name="T84" fmla="*/ 36 w 432"/>
                      <a:gd name="T85" fmla="*/ 94 h 368"/>
                      <a:gd name="T86" fmla="*/ 42 w 432"/>
                      <a:gd name="T87" fmla="*/ 98 h 368"/>
                      <a:gd name="T88" fmla="*/ 42 w 432"/>
                      <a:gd name="T89" fmla="*/ 101 h 368"/>
                      <a:gd name="T90" fmla="*/ 48 w 432"/>
                      <a:gd name="T91" fmla="*/ 111 h 368"/>
                      <a:gd name="T92" fmla="*/ 50 w 432"/>
                      <a:gd name="T93" fmla="*/ 115 h 368"/>
                      <a:gd name="T94" fmla="*/ 56 w 432"/>
                      <a:gd name="T95" fmla="*/ 120 h 368"/>
                      <a:gd name="T96" fmla="*/ 61 w 432"/>
                      <a:gd name="T97" fmla="*/ 117 h 368"/>
                      <a:gd name="T98" fmla="*/ 78 w 432"/>
                      <a:gd name="T99" fmla="*/ 120 h 368"/>
                      <a:gd name="T100" fmla="*/ 84 w 432"/>
                      <a:gd name="T101" fmla="*/ 128 h 368"/>
                      <a:gd name="T102" fmla="*/ 101 w 432"/>
                      <a:gd name="T103" fmla="*/ 109 h 368"/>
                      <a:gd name="T104" fmla="*/ 125 w 432"/>
                      <a:gd name="T105" fmla="*/ 103 h 368"/>
                      <a:gd name="T106" fmla="*/ 142 w 432"/>
                      <a:gd name="T107" fmla="*/ 98 h 368"/>
                      <a:gd name="T108" fmla="*/ 148 w 432"/>
                      <a:gd name="T109" fmla="*/ 98 h 368"/>
                      <a:gd name="T110" fmla="*/ 151 w 432"/>
                      <a:gd name="T111" fmla="*/ 81 h 368"/>
                      <a:gd name="T112" fmla="*/ 145 w 432"/>
                      <a:gd name="T113" fmla="*/ 78 h 36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32"/>
                      <a:gd name="T172" fmla="*/ 0 h 368"/>
                      <a:gd name="T173" fmla="*/ 432 w 432"/>
                      <a:gd name="T174" fmla="*/ 368 h 36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32" h="368">
                        <a:moveTo>
                          <a:pt x="416" y="224"/>
                        </a:moveTo>
                        <a:lnTo>
                          <a:pt x="360" y="216"/>
                        </a:lnTo>
                        <a:lnTo>
                          <a:pt x="344" y="200"/>
                        </a:lnTo>
                        <a:lnTo>
                          <a:pt x="352" y="192"/>
                        </a:lnTo>
                        <a:lnTo>
                          <a:pt x="344" y="184"/>
                        </a:lnTo>
                        <a:lnTo>
                          <a:pt x="336" y="184"/>
                        </a:lnTo>
                        <a:lnTo>
                          <a:pt x="328" y="168"/>
                        </a:lnTo>
                        <a:lnTo>
                          <a:pt x="312" y="152"/>
                        </a:lnTo>
                        <a:lnTo>
                          <a:pt x="312" y="128"/>
                        </a:lnTo>
                        <a:lnTo>
                          <a:pt x="304" y="128"/>
                        </a:lnTo>
                        <a:lnTo>
                          <a:pt x="296" y="104"/>
                        </a:lnTo>
                        <a:lnTo>
                          <a:pt x="288" y="96"/>
                        </a:lnTo>
                        <a:lnTo>
                          <a:pt x="280" y="88"/>
                        </a:lnTo>
                        <a:lnTo>
                          <a:pt x="272" y="80"/>
                        </a:lnTo>
                        <a:lnTo>
                          <a:pt x="264" y="80"/>
                        </a:lnTo>
                        <a:lnTo>
                          <a:pt x="248" y="72"/>
                        </a:lnTo>
                        <a:lnTo>
                          <a:pt x="216" y="80"/>
                        </a:lnTo>
                        <a:lnTo>
                          <a:pt x="176" y="64"/>
                        </a:lnTo>
                        <a:lnTo>
                          <a:pt x="176" y="40"/>
                        </a:lnTo>
                        <a:lnTo>
                          <a:pt x="152" y="24"/>
                        </a:lnTo>
                        <a:lnTo>
                          <a:pt x="120" y="8"/>
                        </a:lnTo>
                        <a:lnTo>
                          <a:pt x="96" y="0"/>
                        </a:lnTo>
                        <a:lnTo>
                          <a:pt x="88" y="8"/>
                        </a:lnTo>
                        <a:lnTo>
                          <a:pt x="48" y="8"/>
                        </a:lnTo>
                        <a:lnTo>
                          <a:pt x="64" y="48"/>
                        </a:lnTo>
                        <a:lnTo>
                          <a:pt x="56" y="56"/>
                        </a:lnTo>
                        <a:lnTo>
                          <a:pt x="40" y="56"/>
                        </a:lnTo>
                        <a:lnTo>
                          <a:pt x="24" y="72"/>
                        </a:lnTo>
                        <a:lnTo>
                          <a:pt x="0" y="72"/>
                        </a:lnTo>
                        <a:lnTo>
                          <a:pt x="0" y="104"/>
                        </a:lnTo>
                        <a:lnTo>
                          <a:pt x="16" y="104"/>
                        </a:lnTo>
                        <a:lnTo>
                          <a:pt x="16" y="112"/>
                        </a:lnTo>
                        <a:lnTo>
                          <a:pt x="24" y="136"/>
                        </a:lnTo>
                        <a:lnTo>
                          <a:pt x="32" y="144"/>
                        </a:lnTo>
                        <a:lnTo>
                          <a:pt x="48" y="160"/>
                        </a:lnTo>
                        <a:lnTo>
                          <a:pt x="48" y="176"/>
                        </a:lnTo>
                        <a:lnTo>
                          <a:pt x="56" y="192"/>
                        </a:lnTo>
                        <a:lnTo>
                          <a:pt x="64" y="200"/>
                        </a:lnTo>
                        <a:lnTo>
                          <a:pt x="80" y="208"/>
                        </a:lnTo>
                        <a:lnTo>
                          <a:pt x="88" y="224"/>
                        </a:lnTo>
                        <a:lnTo>
                          <a:pt x="88" y="248"/>
                        </a:lnTo>
                        <a:lnTo>
                          <a:pt x="96" y="264"/>
                        </a:lnTo>
                        <a:lnTo>
                          <a:pt x="104" y="272"/>
                        </a:lnTo>
                        <a:lnTo>
                          <a:pt x="120" y="280"/>
                        </a:lnTo>
                        <a:lnTo>
                          <a:pt x="120" y="288"/>
                        </a:lnTo>
                        <a:lnTo>
                          <a:pt x="136" y="320"/>
                        </a:lnTo>
                        <a:lnTo>
                          <a:pt x="144" y="328"/>
                        </a:lnTo>
                        <a:lnTo>
                          <a:pt x="160" y="344"/>
                        </a:lnTo>
                        <a:lnTo>
                          <a:pt x="176" y="336"/>
                        </a:lnTo>
                        <a:lnTo>
                          <a:pt x="224" y="344"/>
                        </a:lnTo>
                        <a:lnTo>
                          <a:pt x="240" y="368"/>
                        </a:lnTo>
                        <a:lnTo>
                          <a:pt x="288" y="312"/>
                        </a:lnTo>
                        <a:lnTo>
                          <a:pt x="360" y="296"/>
                        </a:lnTo>
                        <a:lnTo>
                          <a:pt x="408" y="280"/>
                        </a:lnTo>
                        <a:lnTo>
                          <a:pt x="424" y="280"/>
                        </a:lnTo>
                        <a:lnTo>
                          <a:pt x="432" y="232"/>
                        </a:lnTo>
                        <a:lnTo>
                          <a:pt x="416" y="22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21" name="Freeform 347">
                    <a:extLst>
                      <a:ext uri="{FF2B5EF4-FFF2-40B4-BE49-F238E27FC236}">
                        <a16:creationId xmlns:a16="http://schemas.microsoft.com/office/drawing/2014/main" id="{36DD2562-9CF2-64D6-D3B7-49501B66106A}"/>
                      </a:ext>
                    </a:extLst>
                  </p:cNvPr>
                  <p:cNvSpPr>
                    <a:spLocks/>
                  </p:cNvSpPr>
                  <p:nvPr/>
                </p:nvSpPr>
                <p:spPr bwMode="gray">
                  <a:xfrm>
                    <a:off x="3369" y="2611"/>
                    <a:ext cx="163" cy="95"/>
                  </a:xfrm>
                  <a:custGeom>
                    <a:avLst/>
                    <a:gdLst>
                      <a:gd name="T0" fmla="*/ 81 w 232"/>
                      <a:gd name="T1" fmla="*/ 17 h 136"/>
                      <a:gd name="T2" fmla="*/ 77 w 232"/>
                      <a:gd name="T3" fmla="*/ 14 h 136"/>
                      <a:gd name="T4" fmla="*/ 72 w 232"/>
                      <a:gd name="T5" fmla="*/ 10 h 136"/>
                      <a:gd name="T6" fmla="*/ 72 w 232"/>
                      <a:gd name="T7" fmla="*/ 8 h 136"/>
                      <a:gd name="T8" fmla="*/ 70 w 232"/>
                      <a:gd name="T9" fmla="*/ 0 h 136"/>
                      <a:gd name="T10" fmla="*/ 44 w 232"/>
                      <a:gd name="T11" fmla="*/ 6 h 136"/>
                      <a:gd name="T12" fmla="*/ 27 w 232"/>
                      <a:gd name="T13" fmla="*/ 24 h 136"/>
                      <a:gd name="T14" fmla="*/ 22 w 232"/>
                      <a:gd name="T15" fmla="*/ 17 h 136"/>
                      <a:gd name="T16" fmla="*/ 6 w 232"/>
                      <a:gd name="T17" fmla="*/ 14 h 136"/>
                      <a:gd name="T18" fmla="*/ 0 w 232"/>
                      <a:gd name="T19" fmla="*/ 17 h 136"/>
                      <a:gd name="T20" fmla="*/ 0 w 232"/>
                      <a:gd name="T21" fmla="*/ 22 h 136"/>
                      <a:gd name="T22" fmla="*/ 0 w 232"/>
                      <a:gd name="T23" fmla="*/ 27 h 136"/>
                      <a:gd name="T24" fmla="*/ 0 w 232"/>
                      <a:gd name="T25" fmla="*/ 30 h 136"/>
                      <a:gd name="T26" fmla="*/ 3 w 232"/>
                      <a:gd name="T27" fmla="*/ 38 h 136"/>
                      <a:gd name="T28" fmla="*/ 6 w 232"/>
                      <a:gd name="T29" fmla="*/ 43 h 136"/>
                      <a:gd name="T30" fmla="*/ 8 w 232"/>
                      <a:gd name="T31" fmla="*/ 46 h 136"/>
                      <a:gd name="T32" fmla="*/ 19 w 232"/>
                      <a:gd name="T33" fmla="*/ 46 h 136"/>
                      <a:gd name="T34" fmla="*/ 22 w 232"/>
                      <a:gd name="T35" fmla="*/ 43 h 136"/>
                      <a:gd name="T36" fmla="*/ 27 w 232"/>
                      <a:gd name="T37" fmla="*/ 43 h 136"/>
                      <a:gd name="T38" fmla="*/ 31 w 232"/>
                      <a:gd name="T39" fmla="*/ 41 h 136"/>
                      <a:gd name="T40" fmla="*/ 44 w 232"/>
                      <a:gd name="T41" fmla="*/ 36 h 136"/>
                      <a:gd name="T42" fmla="*/ 47 w 232"/>
                      <a:gd name="T43" fmla="*/ 33 h 136"/>
                      <a:gd name="T44" fmla="*/ 50 w 232"/>
                      <a:gd name="T45" fmla="*/ 33 h 136"/>
                      <a:gd name="T46" fmla="*/ 56 w 232"/>
                      <a:gd name="T47" fmla="*/ 30 h 136"/>
                      <a:gd name="T48" fmla="*/ 61 w 232"/>
                      <a:gd name="T49" fmla="*/ 27 h 136"/>
                      <a:gd name="T50" fmla="*/ 67 w 232"/>
                      <a:gd name="T51" fmla="*/ 27 h 136"/>
                      <a:gd name="T52" fmla="*/ 70 w 232"/>
                      <a:gd name="T53" fmla="*/ 24 h 136"/>
                      <a:gd name="T54" fmla="*/ 72 w 232"/>
                      <a:gd name="T55" fmla="*/ 19 h 136"/>
                      <a:gd name="T56" fmla="*/ 81 w 232"/>
                      <a:gd name="T57" fmla="*/ 17 h 1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32"/>
                      <a:gd name="T88" fmla="*/ 0 h 136"/>
                      <a:gd name="T89" fmla="*/ 232 w 232"/>
                      <a:gd name="T90" fmla="*/ 136 h 1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32" h="136">
                        <a:moveTo>
                          <a:pt x="232" y="48"/>
                        </a:moveTo>
                        <a:lnTo>
                          <a:pt x="224" y="40"/>
                        </a:lnTo>
                        <a:lnTo>
                          <a:pt x="208" y="32"/>
                        </a:lnTo>
                        <a:lnTo>
                          <a:pt x="208" y="24"/>
                        </a:lnTo>
                        <a:lnTo>
                          <a:pt x="200" y="0"/>
                        </a:lnTo>
                        <a:lnTo>
                          <a:pt x="128" y="16"/>
                        </a:lnTo>
                        <a:lnTo>
                          <a:pt x="80" y="72"/>
                        </a:lnTo>
                        <a:lnTo>
                          <a:pt x="64" y="48"/>
                        </a:lnTo>
                        <a:lnTo>
                          <a:pt x="16" y="40"/>
                        </a:lnTo>
                        <a:lnTo>
                          <a:pt x="0" y="48"/>
                        </a:lnTo>
                        <a:lnTo>
                          <a:pt x="0" y="64"/>
                        </a:lnTo>
                        <a:lnTo>
                          <a:pt x="0" y="80"/>
                        </a:lnTo>
                        <a:lnTo>
                          <a:pt x="0" y="88"/>
                        </a:lnTo>
                        <a:lnTo>
                          <a:pt x="8" y="112"/>
                        </a:lnTo>
                        <a:lnTo>
                          <a:pt x="16" y="128"/>
                        </a:lnTo>
                        <a:lnTo>
                          <a:pt x="24" y="136"/>
                        </a:lnTo>
                        <a:lnTo>
                          <a:pt x="56" y="136"/>
                        </a:lnTo>
                        <a:lnTo>
                          <a:pt x="64" y="128"/>
                        </a:lnTo>
                        <a:lnTo>
                          <a:pt x="80" y="128"/>
                        </a:lnTo>
                        <a:lnTo>
                          <a:pt x="88" y="120"/>
                        </a:lnTo>
                        <a:lnTo>
                          <a:pt x="128" y="104"/>
                        </a:lnTo>
                        <a:lnTo>
                          <a:pt x="136" y="96"/>
                        </a:lnTo>
                        <a:lnTo>
                          <a:pt x="144" y="96"/>
                        </a:lnTo>
                        <a:lnTo>
                          <a:pt x="160" y="88"/>
                        </a:lnTo>
                        <a:lnTo>
                          <a:pt x="176" y="80"/>
                        </a:lnTo>
                        <a:lnTo>
                          <a:pt x="192" y="80"/>
                        </a:lnTo>
                        <a:lnTo>
                          <a:pt x="200" y="72"/>
                        </a:lnTo>
                        <a:lnTo>
                          <a:pt x="208" y="56"/>
                        </a:lnTo>
                        <a:lnTo>
                          <a:pt x="232" y="4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22" name="Freeform 348">
                    <a:extLst>
                      <a:ext uri="{FF2B5EF4-FFF2-40B4-BE49-F238E27FC236}">
                        <a16:creationId xmlns:a16="http://schemas.microsoft.com/office/drawing/2014/main" id="{E2FC3577-CF41-3786-6EB8-C13212737DCF}"/>
                      </a:ext>
                    </a:extLst>
                  </p:cNvPr>
                  <p:cNvSpPr>
                    <a:spLocks/>
                  </p:cNvSpPr>
                  <p:nvPr/>
                </p:nvSpPr>
                <p:spPr bwMode="gray">
                  <a:xfrm>
                    <a:off x="3509" y="2521"/>
                    <a:ext cx="113" cy="123"/>
                  </a:xfrm>
                  <a:custGeom>
                    <a:avLst/>
                    <a:gdLst>
                      <a:gd name="T0" fmla="*/ 11 w 160"/>
                      <a:gd name="T1" fmla="*/ 60 h 176"/>
                      <a:gd name="T2" fmla="*/ 20 w 160"/>
                      <a:gd name="T3" fmla="*/ 60 h 176"/>
                      <a:gd name="T4" fmla="*/ 23 w 160"/>
                      <a:gd name="T5" fmla="*/ 55 h 176"/>
                      <a:gd name="T6" fmla="*/ 28 w 160"/>
                      <a:gd name="T7" fmla="*/ 55 h 176"/>
                      <a:gd name="T8" fmla="*/ 31 w 160"/>
                      <a:gd name="T9" fmla="*/ 52 h 176"/>
                      <a:gd name="T10" fmla="*/ 31 w 160"/>
                      <a:gd name="T11" fmla="*/ 50 h 176"/>
                      <a:gd name="T12" fmla="*/ 37 w 160"/>
                      <a:gd name="T13" fmla="*/ 43 h 176"/>
                      <a:gd name="T14" fmla="*/ 40 w 160"/>
                      <a:gd name="T15" fmla="*/ 38 h 176"/>
                      <a:gd name="T16" fmla="*/ 42 w 160"/>
                      <a:gd name="T17" fmla="*/ 36 h 176"/>
                      <a:gd name="T18" fmla="*/ 45 w 160"/>
                      <a:gd name="T19" fmla="*/ 33 h 176"/>
                      <a:gd name="T20" fmla="*/ 51 w 160"/>
                      <a:gd name="T21" fmla="*/ 27 h 176"/>
                      <a:gd name="T22" fmla="*/ 57 w 160"/>
                      <a:gd name="T23" fmla="*/ 22 h 176"/>
                      <a:gd name="T24" fmla="*/ 54 w 160"/>
                      <a:gd name="T25" fmla="*/ 19 h 176"/>
                      <a:gd name="T26" fmla="*/ 51 w 160"/>
                      <a:gd name="T27" fmla="*/ 17 h 176"/>
                      <a:gd name="T28" fmla="*/ 45 w 160"/>
                      <a:gd name="T29" fmla="*/ 14 h 176"/>
                      <a:gd name="T30" fmla="*/ 45 w 160"/>
                      <a:gd name="T31" fmla="*/ 10 h 176"/>
                      <a:gd name="T32" fmla="*/ 40 w 160"/>
                      <a:gd name="T33" fmla="*/ 8 h 176"/>
                      <a:gd name="T34" fmla="*/ 34 w 160"/>
                      <a:gd name="T35" fmla="*/ 6 h 176"/>
                      <a:gd name="T36" fmla="*/ 31 w 160"/>
                      <a:gd name="T37" fmla="*/ 3 h 176"/>
                      <a:gd name="T38" fmla="*/ 28 w 160"/>
                      <a:gd name="T39" fmla="*/ 0 h 176"/>
                      <a:gd name="T40" fmla="*/ 25 w 160"/>
                      <a:gd name="T41" fmla="*/ 0 h 176"/>
                      <a:gd name="T42" fmla="*/ 25 w 160"/>
                      <a:gd name="T43" fmla="*/ 6 h 176"/>
                      <a:gd name="T44" fmla="*/ 20 w 160"/>
                      <a:gd name="T45" fmla="*/ 14 h 176"/>
                      <a:gd name="T46" fmla="*/ 20 w 160"/>
                      <a:gd name="T47" fmla="*/ 19 h 176"/>
                      <a:gd name="T48" fmla="*/ 25 w 160"/>
                      <a:gd name="T49" fmla="*/ 22 h 176"/>
                      <a:gd name="T50" fmla="*/ 23 w 160"/>
                      <a:gd name="T51" fmla="*/ 38 h 176"/>
                      <a:gd name="T52" fmla="*/ 17 w 160"/>
                      <a:gd name="T53" fmla="*/ 38 h 176"/>
                      <a:gd name="T54" fmla="*/ 0 w 160"/>
                      <a:gd name="T55" fmla="*/ 43 h 176"/>
                      <a:gd name="T56" fmla="*/ 3 w 160"/>
                      <a:gd name="T57" fmla="*/ 52 h 176"/>
                      <a:gd name="T58" fmla="*/ 3 w 160"/>
                      <a:gd name="T59" fmla="*/ 55 h 176"/>
                      <a:gd name="T60" fmla="*/ 8 w 160"/>
                      <a:gd name="T61" fmla="*/ 57 h 176"/>
                      <a:gd name="T62" fmla="*/ 11 w 160"/>
                      <a:gd name="T63" fmla="*/ 60 h 17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0"/>
                      <a:gd name="T97" fmla="*/ 0 h 176"/>
                      <a:gd name="T98" fmla="*/ 160 w 160"/>
                      <a:gd name="T99" fmla="*/ 176 h 17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0" h="176">
                        <a:moveTo>
                          <a:pt x="32" y="176"/>
                        </a:moveTo>
                        <a:lnTo>
                          <a:pt x="56" y="176"/>
                        </a:lnTo>
                        <a:lnTo>
                          <a:pt x="64" y="160"/>
                        </a:lnTo>
                        <a:lnTo>
                          <a:pt x="80" y="160"/>
                        </a:lnTo>
                        <a:lnTo>
                          <a:pt x="88" y="152"/>
                        </a:lnTo>
                        <a:lnTo>
                          <a:pt x="88" y="144"/>
                        </a:lnTo>
                        <a:lnTo>
                          <a:pt x="104" y="128"/>
                        </a:lnTo>
                        <a:lnTo>
                          <a:pt x="112" y="112"/>
                        </a:lnTo>
                        <a:lnTo>
                          <a:pt x="120" y="104"/>
                        </a:lnTo>
                        <a:lnTo>
                          <a:pt x="128" y="96"/>
                        </a:lnTo>
                        <a:lnTo>
                          <a:pt x="144" y="80"/>
                        </a:lnTo>
                        <a:lnTo>
                          <a:pt x="160" y="64"/>
                        </a:lnTo>
                        <a:lnTo>
                          <a:pt x="152" y="56"/>
                        </a:lnTo>
                        <a:lnTo>
                          <a:pt x="144" y="48"/>
                        </a:lnTo>
                        <a:lnTo>
                          <a:pt x="128" y="40"/>
                        </a:lnTo>
                        <a:lnTo>
                          <a:pt x="128" y="32"/>
                        </a:lnTo>
                        <a:lnTo>
                          <a:pt x="112" y="24"/>
                        </a:lnTo>
                        <a:lnTo>
                          <a:pt x="96" y="16"/>
                        </a:lnTo>
                        <a:lnTo>
                          <a:pt x="88" y="8"/>
                        </a:lnTo>
                        <a:lnTo>
                          <a:pt x="80" y="0"/>
                        </a:lnTo>
                        <a:lnTo>
                          <a:pt x="72" y="0"/>
                        </a:lnTo>
                        <a:lnTo>
                          <a:pt x="72" y="16"/>
                        </a:lnTo>
                        <a:lnTo>
                          <a:pt x="56" y="40"/>
                        </a:lnTo>
                        <a:lnTo>
                          <a:pt x="56" y="56"/>
                        </a:lnTo>
                        <a:lnTo>
                          <a:pt x="72" y="64"/>
                        </a:lnTo>
                        <a:lnTo>
                          <a:pt x="64" y="112"/>
                        </a:lnTo>
                        <a:lnTo>
                          <a:pt x="48" y="112"/>
                        </a:lnTo>
                        <a:lnTo>
                          <a:pt x="0" y="128"/>
                        </a:lnTo>
                        <a:lnTo>
                          <a:pt x="8" y="152"/>
                        </a:lnTo>
                        <a:lnTo>
                          <a:pt x="8" y="160"/>
                        </a:lnTo>
                        <a:lnTo>
                          <a:pt x="24" y="168"/>
                        </a:lnTo>
                        <a:lnTo>
                          <a:pt x="32" y="17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23" name="Freeform 349">
                    <a:extLst>
                      <a:ext uri="{FF2B5EF4-FFF2-40B4-BE49-F238E27FC236}">
                        <a16:creationId xmlns:a16="http://schemas.microsoft.com/office/drawing/2014/main" id="{66AD3456-8AB3-9F29-F3CC-D53C9ECE910B}"/>
                      </a:ext>
                    </a:extLst>
                  </p:cNvPr>
                  <p:cNvSpPr>
                    <a:spLocks/>
                  </p:cNvSpPr>
                  <p:nvPr/>
                </p:nvSpPr>
                <p:spPr bwMode="gray">
                  <a:xfrm>
                    <a:off x="3273" y="2312"/>
                    <a:ext cx="90" cy="90"/>
                  </a:xfrm>
                  <a:custGeom>
                    <a:avLst/>
                    <a:gdLst>
                      <a:gd name="T0" fmla="*/ 19 w 128"/>
                      <a:gd name="T1" fmla="*/ 36 h 128"/>
                      <a:gd name="T2" fmla="*/ 14 w 128"/>
                      <a:gd name="T3" fmla="*/ 39 h 128"/>
                      <a:gd name="T4" fmla="*/ 6 w 128"/>
                      <a:gd name="T5" fmla="*/ 44 h 128"/>
                      <a:gd name="T6" fmla="*/ 0 w 128"/>
                      <a:gd name="T7" fmla="*/ 44 h 128"/>
                      <a:gd name="T8" fmla="*/ 3 w 128"/>
                      <a:gd name="T9" fmla="*/ 34 h 128"/>
                      <a:gd name="T10" fmla="*/ 3 w 128"/>
                      <a:gd name="T11" fmla="*/ 31 h 128"/>
                      <a:gd name="T12" fmla="*/ 3 w 128"/>
                      <a:gd name="T13" fmla="*/ 27 h 128"/>
                      <a:gd name="T14" fmla="*/ 6 w 128"/>
                      <a:gd name="T15" fmla="*/ 25 h 128"/>
                      <a:gd name="T16" fmla="*/ 6 w 128"/>
                      <a:gd name="T17" fmla="*/ 19 h 128"/>
                      <a:gd name="T18" fmla="*/ 6 w 128"/>
                      <a:gd name="T19" fmla="*/ 14 h 128"/>
                      <a:gd name="T20" fmla="*/ 6 w 128"/>
                      <a:gd name="T21" fmla="*/ 11 h 128"/>
                      <a:gd name="T22" fmla="*/ 6 w 128"/>
                      <a:gd name="T23" fmla="*/ 8 h 128"/>
                      <a:gd name="T24" fmla="*/ 14 w 128"/>
                      <a:gd name="T25" fmla="*/ 6 h 128"/>
                      <a:gd name="T26" fmla="*/ 19 w 128"/>
                      <a:gd name="T27" fmla="*/ 6 h 128"/>
                      <a:gd name="T28" fmla="*/ 27 w 128"/>
                      <a:gd name="T29" fmla="*/ 6 h 128"/>
                      <a:gd name="T30" fmla="*/ 36 w 128"/>
                      <a:gd name="T31" fmla="*/ 3 h 128"/>
                      <a:gd name="T32" fmla="*/ 41 w 128"/>
                      <a:gd name="T33" fmla="*/ 0 h 128"/>
                      <a:gd name="T34" fmla="*/ 44 w 128"/>
                      <a:gd name="T35" fmla="*/ 3 h 128"/>
                      <a:gd name="T36" fmla="*/ 36 w 128"/>
                      <a:gd name="T37" fmla="*/ 8 h 128"/>
                      <a:gd name="T38" fmla="*/ 39 w 128"/>
                      <a:gd name="T39" fmla="*/ 17 h 128"/>
                      <a:gd name="T40" fmla="*/ 36 w 128"/>
                      <a:gd name="T41" fmla="*/ 25 h 128"/>
                      <a:gd name="T42" fmla="*/ 23 w 128"/>
                      <a:gd name="T43" fmla="*/ 34 h 128"/>
                      <a:gd name="T44" fmla="*/ 19 w 128"/>
                      <a:gd name="T45" fmla="*/ 36 h 12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8"/>
                      <a:gd name="T70" fmla="*/ 0 h 128"/>
                      <a:gd name="T71" fmla="*/ 128 w 128"/>
                      <a:gd name="T72" fmla="*/ 128 h 12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8" h="128">
                        <a:moveTo>
                          <a:pt x="56" y="104"/>
                        </a:moveTo>
                        <a:lnTo>
                          <a:pt x="40" y="112"/>
                        </a:lnTo>
                        <a:lnTo>
                          <a:pt x="16" y="128"/>
                        </a:lnTo>
                        <a:lnTo>
                          <a:pt x="0" y="128"/>
                        </a:lnTo>
                        <a:lnTo>
                          <a:pt x="8" y="96"/>
                        </a:lnTo>
                        <a:lnTo>
                          <a:pt x="8" y="88"/>
                        </a:lnTo>
                        <a:lnTo>
                          <a:pt x="8" y="80"/>
                        </a:lnTo>
                        <a:lnTo>
                          <a:pt x="16" y="72"/>
                        </a:lnTo>
                        <a:lnTo>
                          <a:pt x="16" y="56"/>
                        </a:lnTo>
                        <a:lnTo>
                          <a:pt x="16" y="40"/>
                        </a:lnTo>
                        <a:lnTo>
                          <a:pt x="16" y="32"/>
                        </a:lnTo>
                        <a:lnTo>
                          <a:pt x="16" y="24"/>
                        </a:lnTo>
                        <a:lnTo>
                          <a:pt x="40" y="16"/>
                        </a:lnTo>
                        <a:lnTo>
                          <a:pt x="56" y="16"/>
                        </a:lnTo>
                        <a:lnTo>
                          <a:pt x="80" y="16"/>
                        </a:lnTo>
                        <a:lnTo>
                          <a:pt x="104" y="8"/>
                        </a:lnTo>
                        <a:lnTo>
                          <a:pt x="120" y="0"/>
                        </a:lnTo>
                        <a:lnTo>
                          <a:pt x="128" y="8"/>
                        </a:lnTo>
                        <a:lnTo>
                          <a:pt x="104" y="24"/>
                        </a:lnTo>
                        <a:lnTo>
                          <a:pt x="112" y="48"/>
                        </a:lnTo>
                        <a:lnTo>
                          <a:pt x="104" y="72"/>
                        </a:lnTo>
                        <a:lnTo>
                          <a:pt x="64" y="96"/>
                        </a:lnTo>
                        <a:lnTo>
                          <a:pt x="56" y="10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24" name="Freeform 350">
                    <a:extLst>
                      <a:ext uri="{FF2B5EF4-FFF2-40B4-BE49-F238E27FC236}">
                        <a16:creationId xmlns:a16="http://schemas.microsoft.com/office/drawing/2014/main" id="{9F53A15F-0B89-474D-83D8-E38D08E2452C}"/>
                      </a:ext>
                    </a:extLst>
                  </p:cNvPr>
                  <p:cNvSpPr>
                    <a:spLocks/>
                  </p:cNvSpPr>
                  <p:nvPr/>
                </p:nvSpPr>
                <p:spPr bwMode="gray">
                  <a:xfrm>
                    <a:off x="3312" y="2312"/>
                    <a:ext cx="141" cy="147"/>
                  </a:xfrm>
                  <a:custGeom>
                    <a:avLst/>
                    <a:gdLst>
                      <a:gd name="T0" fmla="*/ 67 w 200"/>
                      <a:gd name="T1" fmla="*/ 65 h 208"/>
                      <a:gd name="T2" fmla="*/ 61 w 200"/>
                      <a:gd name="T3" fmla="*/ 65 h 208"/>
                      <a:gd name="T4" fmla="*/ 59 w 200"/>
                      <a:gd name="T5" fmla="*/ 68 h 208"/>
                      <a:gd name="T6" fmla="*/ 59 w 200"/>
                      <a:gd name="T7" fmla="*/ 71 h 208"/>
                      <a:gd name="T8" fmla="*/ 48 w 200"/>
                      <a:gd name="T9" fmla="*/ 74 h 208"/>
                      <a:gd name="T10" fmla="*/ 34 w 200"/>
                      <a:gd name="T11" fmla="*/ 68 h 208"/>
                      <a:gd name="T12" fmla="*/ 34 w 200"/>
                      <a:gd name="T13" fmla="*/ 59 h 208"/>
                      <a:gd name="T14" fmla="*/ 25 w 200"/>
                      <a:gd name="T15" fmla="*/ 54 h 208"/>
                      <a:gd name="T16" fmla="*/ 14 w 200"/>
                      <a:gd name="T17" fmla="*/ 48 h 208"/>
                      <a:gd name="T18" fmla="*/ 6 w 200"/>
                      <a:gd name="T19" fmla="*/ 45 h 208"/>
                      <a:gd name="T20" fmla="*/ 0 w 200"/>
                      <a:gd name="T21" fmla="*/ 37 h 208"/>
                      <a:gd name="T22" fmla="*/ 3 w 200"/>
                      <a:gd name="T23" fmla="*/ 34 h 208"/>
                      <a:gd name="T24" fmla="*/ 17 w 200"/>
                      <a:gd name="T25" fmla="*/ 25 h 208"/>
                      <a:gd name="T26" fmla="*/ 19 w 200"/>
                      <a:gd name="T27" fmla="*/ 17 h 208"/>
                      <a:gd name="T28" fmla="*/ 17 w 200"/>
                      <a:gd name="T29" fmla="*/ 8 h 208"/>
                      <a:gd name="T30" fmla="*/ 25 w 200"/>
                      <a:gd name="T31" fmla="*/ 3 h 208"/>
                      <a:gd name="T32" fmla="*/ 31 w 200"/>
                      <a:gd name="T33" fmla="*/ 0 h 208"/>
                      <a:gd name="T34" fmla="*/ 36 w 200"/>
                      <a:gd name="T35" fmla="*/ 0 h 208"/>
                      <a:gd name="T36" fmla="*/ 39 w 200"/>
                      <a:gd name="T37" fmla="*/ 3 h 208"/>
                      <a:gd name="T38" fmla="*/ 42 w 200"/>
                      <a:gd name="T39" fmla="*/ 3 h 208"/>
                      <a:gd name="T40" fmla="*/ 48 w 200"/>
                      <a:gd name="T41" fmla="*/ 14 h 208"/>
                      <a:gd name="T42" fmla="*/ 53 w 200"/>
                      <a:gd name="T43" fmla="*/ 14 h 208"/>
                      <a:gd name="T44" fmla="*/ 56 w 200"/>
                      <a:gd name="T45" fmla="*/ 17 h 208"/>
                      <a:gd name="T46" fmla="*/ 48 w 200"/>
                      <a:gd name="T47" fmla="*/ 31 h 208"/>
                      <a:gd name="T48" fmla="*/ 56 w 200"/>
                      <a:gd name="T49" fmla="*/ 40 h 208"/>
                      <a:gd name="T50" fmla="*/ 61 w 200"/>
                      <a:gd name="T51" fmla="*/ 42 h 208"/>
                      <a:gd name="T52" fmla="*/ 67 w 200"/>
                      <a:gd name="T53" fmla="*/ 48 h 208"/>
                      <a:gd name="T54" fmla="*/ 65 w 200"/>
                      <a:gd name="T55" fmla="*/ 59 h 208"/>
                      <a:gd name="T56" fmla="*/ 70 w 200"/>
                      <a:gd name="T57" fmla="*/ 62 h 208"/>
                      <a:gd name="T58" fmla="*/ 67 w 200"/>
                      <a:gd name="T59" fmla="*/ 65 h 2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00"/>
                      <a:gd name="T91" fmla="*/ 0 h 208"/>
                      <a:gd name="T92" fmla="*/ 200 w 200"/>
                      <a:gd name="T93" fmla="*/ 208 h 2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00" h="208">
                        <a:moveTo>
                          <a:pt x="192" y="184"/>
                        </a:moveTo>
                        <a:lnTo>
                          <a:pt x="176" y="184"/>
                        </a:lnTo>
                        <a:lnTo>
                          <a:pt x="168" y="192"/>
                        </a:lnTo>
                        <a:lnTo>
                          <a:pt x="168" y="200"/>
                        </a:lnTo>
                        <a:lnTo>
                          <a:pt x="136" y="208"/>
                        </a:lnTo>
                        <a:lnTo>
                          <a:pt x="96" y="192"/>
                        </a:lnTo>
                        <a:lnTo>
                          <a:pt x="96" y="168"/>
                        </a:lnTo>
                        <a:lnTo>
                          <a:pt x="72" y="152"/>
                        </a:lnTo>
                        <a:lnTo>
                          <a:pt x="40" y="136"/>
                        </a:lnTo>
                        <a:lnTo>
                          <a:pt x="16" y="128"/>
                        </a:lnTo>
                        <a:lnTo>
                          <a:pt x="0" y="104"/>
                        </a:lnTo>
                        <a:lnTo>
                          <a:pt x="8" y="96"/>
                        </a:lnTo>
                        <a:lnTo>
                          <a:pt x="48" y="72"/>
                        </a:lnTo>
                        <a:lnTo>
                          <a:pt x="56" y="48"/>
                        </a:lnTo>
                        <a:lnTo>
                          <a:pt x="48" y="24"/>
                        </a:lnTo>
                        <a:lnTo>
                          <a:pt x="72" y="8"/>
                        </a:lnTo>
                        <a:lnTo>
                          <a:pt x="88" y="0"/>
                        </a:lnTo>
                        <a:lnTo>
                          <a:pt x="104" y="0"/>
                        </a:lnTo>
                        <a:lnTo>
                          <a:pt x="112" y="8"/>
                        </a:lnTo>
                        <a:lnTo>
                          <a:pt x="120" y="8"/>
                        </a:lnTo>
                        <a:lnTo>
                          <a:pt x="136" y="40"/>
                        </a:lnTo>
                        <a:lnTo>
                          <a:pt x="152" y="40"/>
                        </a:lnTo>
                        <a:lnTo>
                          <a:pt x="160" y="48"/>
                        </a:lnTo>
                        <a:lnTo>
                          <a:pt x="136" y="88"/>
                        </a:lnTo>
                        <a:lnTo>
                          <a:pt x="160" y="112"/>
                        </a:lnTo>
                        <a:lnTo>
                          <a:pt x="176" y="120"/>
                        </a:lnTo>
                        <a:lnTo>
                          <a:pt x="192" y="136"/>
                        </a:lnTo>
                        <a:lnTo>
                          <a:pt x="184" y="168"/>
                        </a:lnTo>
                        <a:lnTo>
                          <a:pt x="200" y="176"/>
                        </a:lnTo>
                        <a:lnTo>
                          <a:pt x="192" y="18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25" name="Freeform 351">
                    <a:extLst>
                      <a:ext uri="{FF2B5EF4-FFF2-40B4-BE49-F238E27FC236}">
                        <a16:creationId xmlns:a16="http://schemas.microsoft.com/office/drawing/2014/main" id="{9114CFAD-26CC-1D10-9343-AD4A6AC99A7B}"/>
                      </a:ext>
                    </a:extLst>
                  </p:cNvPr>
                  <p:cNvSpPr>
                    <a:spLocks/>
                  </p:cNvSpPr>
                  <p:nvPr/>
                </p:nvSpPr>
                <p:spPr bwMode="gray">
                  <a:xfrm>
                    <a:off x="3380" y="3066"/>
                    <a:ext cx="101" cy="209"/>
                  </a:xfrm>
                  <a:custGeom>
                    <a:avLst/>
                    <a:gdLst>
                      <a:gd name="T0" fmla="*/ 0 w 144"/>
                      <a:gd name="T1" fmla="*/ 73 h 296"/>
                      <a:gd name="T2" fmla="*/ 0 w 144"/>
                      <a:gd name="T3" fmla="*/ 82 h 296"/>
                      <a:gd name="T4" fmla="*/ 3 w 144"/>
                      <a:gd name="T5" fmla="*/ 88 h 296"/>
                      <a:gd name="T6" fmla="*/ 6 w 144"/>
                      <a:gd name="T7" fmla="*/ 96 h 296"/>
                      <a:gd name="T8" fmla="*/ 8 w 144"/>
                      <a:gd name="T9" fmla="*/ 101 h 296"/>
                      <a:gd name="T10" fmla="*/ 14 w 144"/>
                      <a:gd name="T11" fmla="*/ 105 h 296"/>
                      <a:gd name="T12" fmla="*/ 19 w 144"/>
                      <a:gd name="T13" fmla="*/ 101 h 296"/>
                      <a:gd name="T14" fmla="*/ 25 w 144"/>
                      <a:gd name="T15" fmla="*/ 99 h 296"/>
                      <a:gd name="T16" fmla="*/ 30 w 144"/>
                      <a:gd name="T17" fmla="*/ 92 h 296"/>
                      <a:gd name="T18" fmla="*/ 30 w 144"/>
                      <a:gd name="T19" fmla="*/ 79 h 296"/>
                      <a:gd name="T20" fmla="*/ 36 w 144"/>
                      <a:gd name="T21" fmla="*/ 71 h 296"/>
                      <a:gd name="T22" fmla="*/ 39 w 144"/>
                      <a:gd name="T23" fmla="*/ 59 h 296"/>
                      <a:gd name="T24" fmla="*/ 44 w 144"/>
                      <a:gd name="T25" fmla="*/ 40 h 296"/>
                      <a:gd name="T26" fmla="*/ 44 w 144"/>
                      <a:gd name="T27" fmla="*/ 37 h 296"/>
                      <a:gd name="T28" fmla="*/ 44 w 144"/>
                      <a:gd name="T29" fmla="*/ 28 h 296"/>
                      <a:gd name="T30" fmla="*/ 50 w 144"/>
                      <a:gd name="T31" fmla="*/ 28 h 296"/>
                      <a:gd name="T32" fmla="*/ 50 w 144"/>
                      <a:gd name="T33" fmla="*/ 23 h 296"/>
                      <a:gd name="T34" fmla="*/ 44 w 144"/>
                      <a:gd name="T35" fmla="*/ 8 h 296"/>
                      <a:gd name="T36" fmla="*/ 44 w 144"/>
                      <a:gd name="T37" fmla="*/ 3 h 296"/>
                      <a:gd name="T38" fmla="*/ 44 w 144"/>
                      <a:gd name="T39" fmla="*/ 0 h 296"/>
                      <a:gd name="T40" fmla="*/ 41 w 144"/>
                      <a:gd name="T41" fmla="*/ 0 h 296"/>
                      <a:gd name="T42" fmla="*/ 39 w 144"/>
                      <a:gd name="T43" fmla="*/ 3 h 296"/>
                      <a:gd name="T44" fmla="*/ 36 w 144"/>
                      <a:gd name="T45" fmla="*/ 11 h 296"/>
                      <a:gd name="T46" fmla="*/ 33 w 144"/>
                      <a:gd name="T47" fmla="*/ 14 h 296"/>
                      <a:gd name="T48" fmla="*/ 33 w 144"/>
                      <a:gd name="T49" fmla="*/ 17 h 296"/>
                      <a:gd name="T50" fmla="*/ 30 w 144"/>
                      <a:gd name="T51" fmla="*/ 20 h 296"/>
                      <a:gd name="T52" fmla="*/ 27 w 144"/>
                      <a:gd name="T53" fmla="*/ 23 h 296"/>
                      <a:gd name="T54" fmla="*/ 22 w 144"/>
                      <a:gd name="T55" fmla="*/ 25 h 296"/>
                      <a:gd name="T56" fmla="*/ 19 w 144"/>
                      <a:gd name="T57" fmla="*/ 28 h 296"/>
                      <a:gd name="T58" fmla="*/ 14 w 144"/>
                      <a:gd name="T59" fmla="*/ 28 h 296"/>
                      <a:gd name="T60" fmla="*/ 14 w 144"/>
                      <a:gd name="T61" fmla="*/ 31 h 296"/>
                      <a:gd name="T62" fmla="*/ 8 w 144"/>
                      <a:gd name="T63" fmla="*/ 31 h 296"/>
                      <a:gd name="T64" fmla="*/ 6 w 144"/>
                      <a:gd name="T65" fmla="*/ 37 h 296"/>
                      <a:gd name="T66" fmla="*/ 6 w 144"/>
                      <a:gd name="T67" fmla="*/ 48 h 296"/>
                      <a:gd name="T68" fmla="*/ 8 w 144"/>
                      <a:gd name="T69" fmla="*/ 51 h 296"/>
                      <a:gd name="T70" fmla="*/ 6 w 144"/>
                      <a:gd name="T71" fmla="*/ 65 h 296"/>
                      <a:gd name="T72" fmla="*/ 0 w 144"/>
                      <a:gd name="T73" fmla="*/ 73 h 2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44"/>
                      <a:gd name="T112" fmla="*/ 0 h 296"/>
                      <a:gd name="T113" fmla="*/ 144 w 144"/>
                      <a:gd name="T114" fmla="*/ 296 h 2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44" h="296">
                        <a:moveTo>
                          <a:pt x="0" y="208"/>
                        </a:moveTo>
                        <a:lnTo>
                          <a:pt x="0" y="232"/>
                        </a:lnTo>
                        <a:lnTo>
                          <a:pt x="8" y="248"/>
                        </a:lnTo>
                        <a:lnTo>
                          <a:pt x="16" y="272"/>
                        </a:lnTo>
                        <a:lnTo>
                          <a:pt x="24" y="288"/>
                        </a:lnTo>
                        <a:lnTo>
                          <a:pt x="40" y="296"/>
                        </a:lnTo>
                        <a:lnTo>
                          <a:pt x="56" y="288"/>
                        </a:lnTo>
                        <a:lnTo>
                          <a:pt x="72" y="280"/>
                        </a:lnTo>
                        <a:lnTo>
                          <a:pt x="88" y="264"/>
                        </a:lnTo>
                        <a:lnTo>
                          <a:pt x="88" y="224"/>
                        </a:lnTo>
                        <a:lnTo>
                          <a:pt x="104" y="200"/>
                        </a:lnTo>
                        <a:lnTo>
                          <a:pt x="112" y="168"/>
                        </a:lnTo>
                        <a:lnTo>
                          <a:pt x="128" y="112"/>
                        </a:lnTo>
                        <a:lnTo>
                          <a:pt x="128" y="104"/>
                        </a:lnTo>
                        <a:lnTo>
                          <a:pt x="128" y="80"/>
                        </a:lnTo>
                        <a:lnTo>
                          <a:pt x="144" y="80"/>
                        </a:lnTo>
                        <a:lnTo>
                          <a:pt x="144" y="64"/>
                        </a:lnTo>
                        <a:lnTo>
                          <a:pt x="128" y="24"/>
                        </a:lnTo>
                        <a:lnTo>
                          <a:pt x="128" y="8"/>
                        </a:lnTo>
                        <a:lnTo>
                          <a:pt x="128" y="0"/>
                        </a:lnTo>
                        <a:lnTo>
                          <a:pt x="120" y="0"/>
                        </a:lnTo>
                        <a:lnTo>
                          <a:pt x="112" y="8"/>
                        </a:lnTo>
                        <a:lnTo>
                          <a:pt x="104" y="32"/>
                        </a:lnTo>
                        <a:lnTo>
                          <a:pt x="96" y="40"/>
                        </a:lnTo>
                        <a:lnTo>
                          <a:pt x="96" y="48"/>
                        </a:lnTo>
                        <a:lnTo>
                          <a:pt x="88" y="56"/>
                        </a:lnTo>
                        <a:lnTo>
                          <a:pt x="80" y="64"/>
                        </a:lnTo>
                        <a:lnTo>
                          <a:pt x="64" y="72"/>
                        </a:lnTo>
                        <a:lnTo>
                          <a:pt x="56" y="80"/>
                        </a:lnTo>
                        <a:lnTo>
                          <a:pt x="40" y="80"/>
                        </a:lnTo>
                        <a:lnTo>
                          <a:pt x="40" y="88"/>
                        </a:lnTo>
                        <a:lnTo>
                          <a:pt x="24" y="88"/>
                        </a:lnTo>
                        <a:lnTo>
                          <a:pt x="16" y="104"/>
                        </a:lnTo>
                        <a:lnTo>
                          <a:pt x="16" y="136"/>
                        </a:lnTo>
                        <a:lnTo>
                          <a:pt x="24" y="144"/>
                        </a:lnTo>
                        <a:lnTo>
                          <a:pt x="16" y="184"/>
                        </a:lnTo>
                        <a:lnTo>
                          <a:pt x="0" y="20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26" name="Freeform 352">
                    <a:extLst>
                      <a:ext uri="{FF2B5EF4-FFF2-40B4-BE49-F238E27FC236}">
                        <a16:creationId xmlns:a16="http://schemas.microsoft.com/office/drawing/2014/main" id="{2923488C-A7AE-9073-DAD4-535931D68E96}"/>
                      </a:ext>
                    </a:extLst>
                  </p:cNvPr>
                  <p:cNvSpPr>
                    <a:spLocks/>
                  </p:cNvSpPr>
                  <p:nvPr/>
                </p:nvSpPr>
                <p:spPr bwMode="gray">
                  <a:xfrm>
                    <a:off x="2997" y="3213"/>
                    <a:ext cx="231" cy="112"/>
                  </a:xfrm>
                  <a:custGeom>
                    <a:avLst/>
                    <a:gdLst>
                      <a:gd name="T0" fmla="*/ 0 w 328"/>
                      <a:gd name="T1" fmla="*/ 52 h 160"/>
                      <a:gd name="T2" fmla="*/ 3 w 328"/>
                      <a:gd name="T3" fmla="*/ 50 h 160"/>
                      <a:gd name="T4" fmla="*/ 6 w 328"/>
                      <a:gd name="T5" fmla="*/ 50 h 160"/>
                      <a:gd name="T6" fmla="*/ 8 w 328"/>
                      <a:gd name="T7" fmla="*/ 50 h 160"/>
                      <a:gd name="T8" fmla="*/ 11 w 328"/>
                      <a:gd name="T9" fmla="*/ 52 h 160"/>
                      <a:gd name="T10" fmla="*/ 17 w 328"/>
                      <a:gd name="T11" fmla="*/ 55 h 160"/>
                      <a:gd name="T12" fmla="*/ 25 w 328"/>
                      <a:gd name="T13" fmla="*/ 52 h 160"/>
                      <a:gd name="T14" fmla="*/ 25 w 328"/>
                      <a:gd name="T15" fmla="*/ 19 h 160"/>
                      <a:gd name="T16" fmla="*/ 31 w 328"/>
                      <a:gd name="T17" fmla="*/ 25 h 160"/>
                      <a:gd name="T18" fmla="*/ 34 w 328"/>
                      <a:gd name="T19" fmla="*/ 36 h 160"/>
                      <a:gd name="T20" fmla="*/ 39 w 328"/>
                      <a:gd name="T21" fmla="*/ 36 h 160"/>
                      <a:gd name="T22" fmla="*/ 48 w 328"/>
                      <a:gd name="T23" fmla="*/ 27 h 160"/>
                      <a:gd name="T24" fmla="*/ 53 w 328"/>
                      <a:gd name="T25" fmla="*/ 27 h 160"/>
                      <a:gd name="T26" fmla="*/ 56 w 328"/>
                      <a:gd name="T27" fmla="*/ 30 h 160"/>
                      <a:gd name="T28" fmla="*/ 61 w 328"/>
                      <a:gd name="T29" fmla="*/ 27 h 160"/>
                      <a:gd name="T30" fmla="*/ 67 w 328"/>
                      <a:gd name="T31" fmla="*/ 22 h 160"/>
                      <a:gd name="T32" fmla="*/ 67 w 328"/>
                      <a:gd name="T33" fmla="*/ 14 h 160"/>
                      <a:gd name="T34" fmla="*/ 75 w 328"/>
                      <a:gd name="T35" fmla="*/ 10 h 160"/>
                      <a:gd name="T36" fmla="*/ 78 w 328"/>
                      <a:gd name="T37" fmla="*/ 8 h 160"/>
                      <a:gd name="T38" fmla="*/ 87 w 328"/>
                      <a:gd name="T39" fmla="*/ 3 h 160"/>
                      <a:gd name="T40" fmla="*/ 89 w 328"/>
                      <a:gd name="T41" fmla="*/ 3 h 160"/>
                      <a:gd name="T42" fmla="*/ 95 w 328"/>
                      <a:gd name="T43" fmla="*/ 0 h 160"/>
                      <a:gd name="T44" fmla="*/ 106 w 328"/>
                      <a:gd name="T45" fmla="*/ 3 h 160"/>
                      <a:gd name="T46" fmla="*/ 109 w 328"/>
                      <a:gd name="T47" fmla="*/ 19 h 160"/>
                      <a:gd name="T48" fmla="*/ 106 w 328"/>
                      <a:gd name="T49" fmla="*/ 27 h 160"/>
                      <a:gd name="T50" fmla="*/ 109 w 328"/>
                      <a:gd name="T51" fmla="*/ 36 h 160"/>
                      <a:gd name="T52" fmla="*/ 115 w 328"/>
                      <a:gd name="T53" fmla="*/ 38 h 160"/>
                      <a:gd name="T54" fmla="*/ 0 w 328"/>
                      <a:gd name="T55" fmla="*/ 52 h 16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8"/>
                      <a:gd name="T85" fmla="*/ 0 h 160"/>
                      <a:gd name="T86" fmla="*/ 328 w 328"/>
                      <a:gd name="T87" fmla="*/ 160 h 16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8" h="160">
                        <a:moveTo>
                          <a:pt x="0" y="152"/>
                        </a:moveTo>
                        <a:lnTo>
                          <a:pt x="8" y="144"/>
                        </a:lnTo>
                        <a:lnTo>
                          <a:pt x="16" y="144"/>
                        </a:lnTo>
                        <a:lnTo>
                          <a:pt x="24" y="144"/>
                        </a:lnTo>
                        <a:lnTo>
                          <a:pt x="32" y="152"/>
                        </a:lnTo>
                        <a:lnTo>
                          <a:pt x="48" y="160"/>
                        </a:lnTo>
                        <a:lnTo>
                          <a:pt x="72" y="152"/>
                        </a:lnTo>
                        <a:lnTo>
                          <a:pt x="72" y="56"/>
                        </a:lnTo>
                        <a:lnTo>
                          <a:pt x="88" y="72"/>
                        </a:lnTo>
                        <a:lnTo>
                          <a:pt x="96" y="104"/>
                        </a:lnTo>
                        <a:lnTo>
                          <a:pt x="112" y="104"/>
                        </a:lnTo>
                        <a:lnTo>
                          <a:pt x="136" y="80"/>
                        </a:lnTo>
                        <a:lnTo>
                          <a:pt x="152" y="80"/>
                        </a:lnTo>
                        <a:lnTo>
                          <a:pt x="160" y="88"/>
                        </a:lnTo>
                        <a:lnTo>
                          <a:pt x="176" y="80"/>
                        </a:lnTo>
                        <a:lnTo>
                          <a:pt x="192" y="64"/>
                        </a:lnTo>
                        <a:lnTo>
                          <a:pt x="192" y="40"/>
                        </a:lnTo>
                        <a:lnTo>
                          <a:pt x="216" y="32"/>
                        </a:lnTo>
                        <a:lnTo>
                          <a:pt x="224" y="24"/>
                        </a:lnTo>
                        <a:lnTo>
                          <a:pt x="248" y="8"/>
                        </a:lnTo>
                        <a:lnTo>
                          <a:pt x="256" y="8"/>
                        </a:lnTo>
                        <a:lnTo>
                          <a:pt x="272" y="0"/>
                        </a:lnTo>
                        <a:lnTo>
                          <a:pt x="304" y="8"/>
                        </a:lnTo>
                        <a:lnTo>
                          <a:pt x="312" y="56"/>
                        </a:lnTo>
                        <a:lnTo>
                          <a:pt x="304" y="80"/>
                        </a:lnTo>
                        <a:lnTo>
                          <a:pt x="312" y="104"/>
                        </a:lnTo>
                        <a:lnTo>
                          <a:pt x="328" y="112"/>
                        </a:lnTo>
                        <a:lnTo>
                          <a:pt x="0" y="15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27" name="Freeform 353">
                    <a:extLst>
                      <a:ext uri="{FF2B5EF4-FFF2-40B4-BE49-F238E27FC236}">
                        <a16:creationId xmlns:a16="http://schemas.microsoft.com/office/drawing/2014/main" id="{044E212C-D38D-86D0-0AD4-D3FAF923617D}"/>
                      </a:ext>
                    </a:extLst>
                  </p:cNvPr>
                  <p:cNvSpPr>
                    <a:spLocks/>
                  </p:cNvSpPr>
                  <p:nvPr/>
                </p:nvSpPr>
                <p:spPr bwMode="gray">
                  <a:xfrm>
                    <a:off x="3312" y="2312"/>
                    <a:ext cx="85" cy="74"/>
                  </a:xfrm>
                  <a:custGeom>
                    <a:avLst/>
                    <a:gdLst>
                      <a:gd name="T0" fmla="*/ 0 w 120"/>
                      <a:gd name="T1" fmla="*/ 38 h 104"/>
                      <a:gd name="T2" fmla="*/ 3 w 120"/>
                      <a:gd name="T3" fmla="*/ 34 h 104"/>
                      <a:gd name="T4" fmla="*/ 17 w 120"/>
                      <a:gd name="T5" fmla="*/ 26 h 104"/>
                      <a:gd name="T6" fmla="*/ 20 w 120"/>
                      <a:gd name="T7" fmla="*/ 17 h 104"/>
                      <a:gd name="T8" fmla="*/ 17 w 120"/>
                      <a:gd name="T9" fmla="*/ 9 h 104"/>
                      <a:gd name="T10" fmla="*/ 26 w 120"/>
                      <a:gd name="T11" fmla="*/ 3 h 104"/>
                      <a:gd name="T12" fmla="*/ 31 w 120"/>
                      <a:gd name="T13" fmla="*/ 0 h 104"/>
                      <a:gd name="T14" fmla="*/ 37 w 120"/>
                      <a:gd name="T15" fmla="*/ 0 h 104"/>
                      <a:gd name="T16" fmla="*/ 40 w 120"/>
                      <a:gd name="T17" fmla="*/ 3 h 104"/>
                      <a:gd name="T18" fmla="*/ 43 w 120"/>
                      <a:gd name="T19" fmla="*/ 3 h 104"/>
                      <a:gd name="T20" fmla="*/ 0 w 120"/>
                      <a:gd name="T21" fmla="*/ 38 h 1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0"/>
                      <a:gd name="T34" fmla="*/ 0 h 104"/>
                      <a:gd name="T35" fmla="*/ 120 w 120"/>
                      <a:gd name="T36" fmla="*/ 104 h 10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0" h="104">
                        <a:moveTo>
                          <a:pt x="0" y="104"/>
                        </a:moveTo>
                        <a:lnTo>
                          <a:pt x="8" y="96"/>
                        </a:lnTo>
                        <a:lnTo>
                          <a:pt x="48" y="72"/>
                        </a:lnTo>
                        <a:lnTo>
                          <a:pt x="56" y="48"/>
                        </a:lnTo>
                        <a:lnTo>
                          <a:pt x="48" y="24"/>
                        </a:lnTo>
                        <a:lnTo>
                          <a:pt x="72" y="8"/>
                        </a:lnTo>
                        <a:lnTo>
                          <a:pt x="88" y="0"/>
                        </a:lnTo>
                        <a:lnTo>
                          <a:pt x="104" y="0"/>
                        </a:lnTo>
                        <a:lnTo>
                          <a:pt x="112" y="8"/>
                        </a:lnTo>
                        <a:lnTo>
                          <a:pt x="120" y="8"/>
                        </a:lnTo>
                        <a:lnTo>
                          <a:pt x="0" y="10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1028" name="Freeform 354">
                    <a:extLst>
                      <a:ext uri="{FF2B5EF4-FFF2-40B4-BE49-F238E27FC236}">
                        <a16:creationId xmlns:a16="http://schemas.microsoft.com/office/drawing/2014/main" id="{96BE0A49-ABA2-9C79-9EA1-A14E2A37731B}"/>
                      </a:ext>
                    </a:extLst>
                  </p:cNvPr>
                  <p:cNvSpPr>
                    <a:spLocks/>
                  </p:cNvSpPr>
                  <p:nvPr/>
                </p:nvSpPr>
                <p:spPr bwMode="gray">
                  <a:xfrm>
                    <a:off x="3284" y="2312"/>
                    <a:ext cx="79" cy="23"/>
                  </a:xfrm>
                  <a:custGeom>
                    <a:avLst/>
                    <a:gdLst>
                      <a:gd name="T0" fmla="*/ 0 w 112"/>
                      <a:gd name="T1" fmla="*/ 12 h 32"/>
                      <a:gd name="T2" fmla="*/ 0 w 112"/>
                      <a:gd name="T3" fmla="*/ 9 h 32"/>
                      <a:gd name="T4" fmla="*/ 8 w 112"/>
                      <a:gd name="T5" fmla="*/ 6 h 32"/>
                      <a:gd name="T6" fmla="*/ 14 w 112"/>
                      <a:gd name="T7" fmla="*/ 6 h 32"/>
                      <a:gd name="T8" fmla="*/ 23 w 112"/>
                      <a:gd name="T9" fmla="*/ 6 h 32"/>
                      <a:gd name="T10" fmla="*/ 31 w 112"/>
                      <a:gd name="T11" fmla="*/ 3 h 32"/>
                      <a:gd name="T12" fmla="*/ 36 w 112"/>
                      <a:gd name="T13" fmla="*/ 0 h 32"/>
                      <a:gd name="T14" fmla="*/ 40 w 112"/>
                      <a:gd name="T15" fmla="*/ 3 h 32"/>
                      <a:gd name="T16" fmla="*/ 0 w 112"/>
                      <a:gd name="T17" fmla="*/ 12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2"/>
                      <a:gd name="T28" fmla="*/ 0 h 32"/>
                      <a:gd name="T29" fmla="*/ 112 w 112"/>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2" h="32">
                        <a:moveTo>
                          <a:pt x="0" y="32"/>
                        </a:moveTo>
                        <a:lnTo>
                          <a:pt x="0" y="24"/>
                        </a:lnTo>
                        <a:lnTo>
                          <a:pt x="24" y="16"/>
                        </a:lnTo>
                        <a:lnTo>
                          <a:pt x="40" y="16"/>
                        </a:lnTo>
                        <a:lnTo>
                          <a:pt x="64" y="16"/>
                        </a:lnTo>
                        <a:lnTo>
                          <a:pt x="88" y="8"/>
                        </a:lnTo>
                        <a:lnTo>
                          <a:pt x="104" y="0"/>
                        </a:lnTo>
                        <a:lnTo>
                          <a:pt x="112" y="8"/>
                        </a:lnTo>
                        <a:lnTo>
                          <a:pt x="0" y="3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grpSp>
            <p:grpSp>
              <p:nvGrpSpPr>
                <p:cNvPr id="938" name="Group 355">
                  <a:extLst>
                    <a:ext uri="{FF2B5EF4-FFF2-40B4-BE49-F238E27FC236}">
                      <a16:creationId xmlns:a16="http://schemas.microsoft.com/office/drawing/2014/main" id="{F252BA02-6786-E4C1-9BB0-828FF3A484C4}"/>
                    </a:ext>
                  </a:extLst>
                </p:cNvPr>
                <p:cNvGrpSpPr>
                  <a:grpSpLocks/>
                </p:cNvGrpSpPr>
                <p:nvPr/>
              </p:nvGrpSpPr>
              <p:grpSpPr bwMode="gray">
                <a:xfrm>
                  <a:off x="4166858" y="3349220"/>
                  <a:ext cx="956331" cy="687885"/>
                  <a:chOff x="2513" y="2042"/>
                  <a:chExt cx="884" cy="636"/>
                </a:xfrm>
                <a:grpFill/>
              </p:grpSpPr>
              <p:sp>
                <p:nvSpPr>
                  <p:cNvPr id="939" name="Freeform 356">
                    <a:extLst>
                      <a:ext uri="{FF2B5EF4-FFF2-40B4-BE49-F238E27FC236}">
                        <a16:creationId xmlns:a16="http://schemas.microsoft.com/office/drawing/2014/main" id="{4A0FEABB-9E99-966E-E281-25ED42F0D528}"/>
                      </a:ext>
                    </a:extLst>
                  </p:cNvPr>
                  <p:cNvSpPr>
                    <a:spLocks/>
                  </p:cNvSpPr>
                  <p:nvPr/>
                </p:nvSpPr>
                <p:spPr bwMode="gray">
                  <a:xfrm>
                    <a:off x="2958" y="2132"/>
                    <a:ext cx="79" cy="90"/>
                  </a:xfrm>
                  <a:custGeom>
                    <a:avLst/>
                    <a:gdLst>
                      <a:gd name="T0" fmla="*/ 34 w 112"/>
                      <a:gd name="T1" fmla="*/ 44 h 128"/>
                      <a:gd name="T2" fmla="*/ 28 w 112"/>
                      <a:gd name="T3" fmla="*/ 41 h 128"/>
                      <a:gd name="T4" fmla="*/ 28 w 112"/>
                      <a:gd name="T5" fmla="*/ 39 h 128"/>
                      <a:gd name="T6" fmla="*/ 20 w 112"/>
                      <a:gd name="T7" fmla="*/ 34 h 128"/>
                      <a:gd name="T8" fmla="*/ 14 w 112"/>
                      <a:gd name="T9" fmla="*/ 31 h 128"/>
                      <a:gd name="T10" fmla="*/ 11 w 112"/>
                      <a:gd name="T11" fmla="*/ 27 h 128"/>
                      <a:gd name="T12" fmla="*/ 11 w 112"/>
                      <a:gd name="T13" fmla="*/ 23 h 128"/>
                      <a:gd name="T14" fmla="*/ 8 w 112"/>
                      <a:gd name="T15" fmla="*/ 23 h 128"/>
                      <a:gd name="T16" fmla="*/ 6 w 112"/>
                      <a:gd name="T17" fmla="*/ 17 h 128"/>
                      <a:gd name="T18" fmla="*/ 3 w 112"/>
                      <a:gd name="T19" fmla="*/ 19 h 128"/>
                      <a:gd name="T20" fmla="*/ 3 w 112"/>
                      <a:gd name="T21" fmla="*/ 23 h 128"/>
                      <a:gd name="T22" fmla="*/ 0 w 112"/>
                      <a:gd name="T23" fmla="*/ 17 h 128"/>
                      <a:gd name="T24" fmla="*/ 0 w 112"/>
                      <a:gd name="T25" fmla="*/ 14 h 128"/>
                      <a:gd name="T26" fmla="*/ 3 w 112"/>
                      <a:gd name="T27" fmla="*/ 11 h 128"/>
                      <a:gd name="T28" fmla="*/ 14 w 112"/>
                      <a:gd name="T29" fmla="*/ 11 h 128"/>
                      <a:gd name="T30" fmla="*/ 17 w 112"/>
                      <a:gd name="T31" fmla="*/ 6 h 128"/>
                      <a:gd name="T32" fmla="*/ 17 w 112"/>
                      <a:gd name="T33" fmla="*/ 3 h 128"/>
                      <a:gd name="T34" fmla="*/ 20 w 112"/>
                      <a:gd name="T35" fmla="*/ 0 h 128"/>
                      <a:gd name="T36" fmla="*/ 23 w 112"/>
                      <a:gd name="T37" fmla="*/ 3 h 128"/>
                      <a:gd name="T38" fmla="*/ 28 w 112"/>
                      <a:gd name="T39" fmla="*/ 8 h 128"/>
                      <a:gd name="T40" fmla="*/ 36 w 112"/>
                      <a:gd name="T41" fmla="*/ 11 h 128"/>
                      <a:gd name="T42" fmla="*/ 40 w 112"/>
                      <a:gd name="T43" fmla="*/ 17 h 128"/>
                      <a:gd name="T44" fmla="*/ 31 w 112"/>
                      <a:gd name="T45" fmla="*/ 17 h 128"/>
                      <a:gd name="T46" fmla="*/ 25 w 112"/>
                      <a:gd name="T47" fmla="*/ 14 h 128"/>
                      <a:gd name="T48" fmla="*/ 23 w 112"/>
                      <a:gd name="T49" fmla="*/ 17 h 128"/>
                      <a:gd name="T50" fmla="*/ 20 w 112"/>
                      <a:gd name="T51" fmla="*/ 19 h 128"/>
                      <a:gd name="T52" fmla="*/ 17 w 112"/>
                      <a:gd name="T53" fmla="*/ 19 h 128"/>
                      <a:gd name="T54" fmla="*/ 17 w 112"/>
                      <a:gd name="T55" fmla="*/ 25 h 128"/>
                      <a:gd name="T56" fmla="*/ 23 w 112"/>
                      <a:gd name="T57" fmla="*/ 31 h 128"/>
                      <a:gd name="T58" fmla="*/ 28 w 112"/>
                      <a:gd name="T59" fmla="*/ 36 h 128"/>
                      <a:gd name="T60" fmla="*/ 31 w 112"/>
                      <a:gd name="T61" fmla="*/ 41 h 128"/>
                      <a:gd name="T62" fmla="*/ 34 w 112"/>
                      <a:gd name="T63" fmla="*/ 41 h 128"/>
                      <a:gd name="T64" fmla="*/ 34 w 112"/>
                      <a:gd name="T65" fmla="*/ 44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2"/>
                      <a:gd name="T100" fmla="*/ 0 h 128"/>
                      <a:gd name="T101" fmla="*/ 112 w 112"/>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2" h="128">
                        <a:moveTo>
                          <a:pt x="96" y="128"/>
                        </a:moveTo>
                        <a:lnTo>
                          <a:pt x="80" y="120"/>
                        </a:lnTo>
                        <a:lnTo>
                          <a:pt x="80" y="112"/>
                        </a:lnTo>
                        <a:lnTo>
                          <a:pt x="56" y="96"/>
                        </a:lnTo>
                        <a:lnTo>
                          <a:pt x="40" y="88"/>
                        </a:lnTo>
                        <a:lnTo>
                          <a:pt x="32" y="80"/>
                        </a:lnTo>
                        <a:lnTo>
                          <a:pt x="32" y="64"/>
                        </a:lnTo>
                        <a:lnTo>
                          <a:pt x="24" y="64"/>
                        </a:lnTo>
                        <a:lnTo>
                          <a:pt x="16" y="48"/>
                        </a:lnTo>
                        <a:lnTo>
                          <a:pt x="8" y="56"/>
                        </a:lnTo>
                        <a:lnTo>
                          <a:pt x="8" y="64"/>
                        </a:lnTo>
                        <a:lnTo>
                          <a:pt x="0" y="48"/>
                        </a:lnTo>
                        <a:lnTo>
                          <a:pt x="0" y="40"/>
                        </a:lnTo>
                        <a:lnTo>
                          <a:pt x="8" y="32"/>
                        </a:lnTo>
                        <a:lnTo>
                          <a:pt x="40" y="32"/>
                        </a:lnTo>
                        <a:lnTo>
                          <a:pt x="48" y="16"/>
                        </a:lnTo>
                        <a:lnTo>
                          <a:pt x="48" y="8"/>
                        </a:lnTo>
                        <a:lnTo>
                          <a:pt x="56" y="0"/>
                        </a:lnTo>
                        <a:lnTo>
                          <a:pt x="64" y="8"/>
                        </a:lnTo>
                        <a:lnTo>
                          <a:pt x="80" y="24"/>
                        </a:lnTo>
                        <a:lnTo>
                          <a:pt x="104" y="32"/>
                        </a:lnTo>
                        <a:lnTo>
                          <a:pt x="112" y="48"/>
                        </a:lnTo>
                        <a:lnTo>
                          <a:pt x="88" y="48"/>
                        </a:lnTo>
                        <a:lnTo>
                          <a:pt x="72" y="40"/>
                        </a:lnTo>
                        <a:lnTo>
                          <a:pt x="64" y="48"/>
                        </a:lnTo>
                        <a:lnTo>
                          <a:pt x="56" y="56"/>
                        </a:lnTo>
                        <a:lnTo>
                          <a:pt x="48" y="56"/>
                        </a:lnTo>
                        <a:lnTo>
                          <a:pt x="48" y="72"/>
                        </a:lnTo>
                        <a:lnTo>
                          <a:pt x="64" y="88"/>
                        </a:lnTo>
                        <a:lnTo>
                          <a:pt x="80" y="104"/>
                        </a:lnTo>
                        <a:lnTo>
                          <a:pt x="88" y="120"/>
                        </a:lnTo>
                        <a:lnTo>
                          <a:pt x="96" y="120"/>
                        </a:lnTo>
                        <a:lnTo>
                          <a:pt x="96" y="12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40" name="Freeform 357">
                    <a:extLst>
                      <a:ext uri="{FF2B5EF4-FFF2-40B4-BE49-F238E27FC236}">
                        <a16:creationId xmlns:a16="http://schemas.microsoft.com/office/drawing/2014/main" id="{E1D31A3E-3605-063D-1D39-ECBB082FED30}"/>
                      </a:ext>
                    </a:extLst>
                  </p:cNvPr>
                  <p:cNvSpPr>
                    <a:spLocks/>
                  </p:cNvSpPr>
                  <p:nvPr/>
                </p:nvSpPr>
                <p:spPr bwMode="gray">
                  <a:xfrm>
                    <a:off x="2992" y="2160"/>
                    <a:ext cx="50" cy="57"/>
                  </a:xfrm>
                  <a:custGeom>
                    <a:avLst/>
                    <a:gdLst>
                      <a:gd name="T0" fmla="*/ 16 w 72"/>
                      <a:gd name="T1" fmla="*/ 29 h 80"/>
                      <a:gd name="T2" fmla="*/ 13 w 72"/>
                      <a:gd name="T3" fmla="*/ 29 h 80"/>
                      <a:gd name="T4" fmla="*/ 10 w 72"/>
                      <a:gd name="T5" fmla="*/ 24 h 80"/>
                      <a:gd name="T6" fmla="*/ 6 w 72"/>
                      <a:gd name="T7" fmla="*/ 17 h 80"/>
                      <a:gd name="T8" fmla="*/ 0 w 72"/>
                      <a:gd name="T9" fmla="*/ 11 h 80"/>
                      <a:gd name="T10" fmla="*/ 0 w 72"/>
                      <a:gd name="T11" fmla="*/ 6 h 80"/>
                      <a:gd name="T12" fmla="*/ 3 w 72"/>
                      <a:gd name="T13" fmla="*/ 6 h 80"/>
                      <a:gd name="T14" fmla="*/ 6 w 72"/>
                      <a:gd name="T15" fmla="*/ 3 h 80"/>
                      <a:gd name="T16" fmla="*/ 8 w 72"/>
                      <a:gd name="T17" fmla="*/ 0 h 80"/>
                      <a:gd name="T18" fmla="*/ 13 w 72"/>
                      <a:gd name="T19" fmla="*/ 3 h 80"/>
                      <a:gd name="T20" fmla="*/ 22 w 72"/>
                      <a:gd name="T21" fmla="*/ 3 h 80"/>
                      <a:gd name="T22" fmla="*/ 22 w 72"/>
                      <a:gd name="T23" fmla="*/ 9 h 80"/>
                      <a:gd name="T24" fmla="*/ 24 w 72"/>
                      <a:gd name="T25" fmla="*/ 17 h 80"/>
                      <a:gd name="T26" fmla="*/ 19 w 72"/>
                      <a:gd name="T27" fmla="*/ 26 h 80"/>
                      <a:gd name="T28" fmla="*/ 16 w 72"/>
                      <a:gd name="T29" fmla="*/ 29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
                      <a:gd name="T46" fmla="*/ 0 h 80"/>
                      <a:gd name="T47" fmla="*/ 72 w 72"/>
                      <a:gd name="T48" fmla="*/ 80 h 8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 h="80">
                        <a:moveTo>
                          <a:pt x="48" y="80"/>
                        </a:moveTo>
                        <a:lnTo>
                          <a:pt x="40" y="80"/>
                        </a:lnTo>
                        <a:lnTo>
                          <a:pt x="32" y="64"/>
                        </a:lnTo>
                        <a:lnTo>
                          <a:pt x="16" y="48"/>
                        </a:lnTo>
                        <a:lnTo>
                          <a:pt x="0" y="32"/>
                        </a:lnTo>
                        <a:lnTo>
                          <a:pt x="0" y="16"/>
                        </a:lnTo>
                        <a:lnTo>
                          <a:pt x="8" y="16"/>
                        </a:lnTo>
                        <a:lnTo>
                          <a:pt x="16" y="8"/>
                        </a:lnTo>
                        <a:lnTo>
                          <a:pt x="24" y="0"/>
                        </a:lnTo>
                        <a:lnTo>
                          <a:pt x="40" y="8"/>
                        </a:lnTo>
                        <a:lnTo>
                          <a:pt x="64" y="8"/>
                        </a:lnTo>
                        <a:lnTo>
                          <a:pt x="64" y="24"/>
                        </a:lnTo>
                        <a:lnTo>
                          <a:pt x="72" y="48"/>
                        </a:lnTo>
                        <a:lnTo>
                          <a:pt x="56" y="72"/>
                        </a:lnTo>
                        <a:lnTo>
                          <a:pt x="48" y="8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41" name="Freeform 358">
                    <a:extLst>
                      <a:ext uri="{FF2B5EF4-FFF2-40B4-BE49-F238E27FC236}">
                        <a16:creationId xmlns:a16="http://schemas.microsoft.com/office/drawing/2014/main" id="{B2132E57-33B7-B5C4-541C-2A14C3AB3087}"/>
                      </a:ext>
                    </a:extLst>
                  </p:cNvPr>
                  <p:cNvSpPr>
                    <a:spLocks/>
                  </p:cNvSpPr>
                  <p:nvPr/>
                </p:nvSpPr>
                <p:spPr bwMode="gray">
                  <a:xfrm>
                    <a:off x="3138" y="2228"/>
                    <a:ext cx="259" cy="118"/>
                  </a:xfrm>
                  <a:custGeom>
                    <a:avLst/>
                    <a:gdLst>
                      <a:gd name="T0" fmla="*/ 125 w 368"/>
                      <a:gd name="T1" fmla="*/ 25 h 168"/>
                      <a:gd name="T2" fmla="*/ 128 w 368"/>
                      <a:gd name="T3" fmla="*/ 44 h 168"/>
                      <a:gd name="T4" fmla="*/ 123 w 368"/>
                      <a:gd name="T5" fmla="*/ 41 h 168"/>
                      <a:gd name="T6" fmla="*/ 111 w 368"/>
                      <a:gd name="T7" fmla="*/ 44 h 168"/>
                      <a:gd name="T8" fmla="*/ 103 w 368"/>
                      <a:gd name="T9" fmla="*/ 44 h 168"/>
                      <a:gd name="T10" fmla="*/ 87 w 368"/>
                      <a:gd name="T11" fmla="*/ 47 h 168"/>
                      <a:gd name="T12" fmla="*/ 72 w 368"/>
                      <a:gd name="T13" fmla="*/ 50 h 168"/>
                      <a:gd name="T14" fmla="*/ 67 w 368"/>
                      <a:gd name="T15" fmla="*/ 58 h 168"/>
                      <a:gd name="T16" fmla="*/ 67 w 368"/>
                      <a:gd name="T17" fmla="*/ 53 h 168"/>
                      <a:gd name="T18" fmla="*/ 58 w 368"/>
                      <a:gd name="T19" fmla="*/ 47 h 168"/>
                      <a:gd name="T20" fmla="*/ 53 w 368"/>
                      <a:gd name="T21" fmla="*/ 50 h 168"/>
                      <a:gd name="T22" fmla="*/ 48 w 368"/>
                      <a:gd name="T23" fmla="*/ 53 h 168"/>
                      <a:gd name="T24" fmla="*/ 34 w 368"/>
                      <a:gd name="T25" fmla="*/ 47 h 168"/>
                      <a:gd name="T26" fmla="*/ 27 w 368"/>
                      <a:gd name="T27" fmla="*/ 50 h 168"/>
                      <a:gd name="T28" fmla="*/ 19 w 368"/>
                      <a:gd name="T29" fmla="*/ 53 h 168"/>
                      <a:gd name="T30" fmla="*/ 14 w 368"/>
                      <a:gd name="T31" fmla="*/ 50 h 168"/>
                      <a:gd name="T32" fmla="*/ 8 w 368"/>
                      <a:gd name="T33" fmla="*/ 55 h 168"/>
                      <a:gd name="T34" fmla="*/ 11 w 368"/>
                      <a:gd name="T35" fmla="*/ 50 h 168"/>
                      <a:gd name="T36" fmla="*/ 8 w 368"/>
                      <a:gd name="T37" fmla="*/ 47 h 168"/>
                      <a:gd name="T38" fmla="*/ 8 w 368"/>
                      <a:gd name="T39" fmla="*/ 44 h 168"/>
                      <a:gd name="T40" fmla="*/ 6 w 368"/>
                      <a:gd name="T41" fmla="*/ 39 h 168"/>
                      <a:gd name="T42" fmla="*/ 0 w 368"/>
                      <a:gd name="T43" fmla="*/ 33 h 168"/>
                      <a:gd name="T44" fmla="*/ 3 w 368"/>
                      <a:gd name="T45" fmla="*/ 31 h 168"/>
                      <a:gd name="T46" fmla="*/ 3 w 368"/>
                      <a:gd name="T47" fmla="*/ 22 h 168"/>
                      <a:gd name="T48" fmla="*/ 3 w 368"/>
                      <a:gd name="T49" fmla="*/ 17 h 168"/>
                      <a:gd name="T50" fmla="*/ 11 w 368"/>
                      <a:gd name="T51" fmla="*/ 14 h 168"/>
                      <a:gd name="T52" fmla="*/ 19 w 368"/>
                      <a:gd name="T53" fmla="*/ 14 h 168"/>
                      <a:gd name="T54" fmla="*/ 23 w 368"/>
                      <a:gd name="T55" fmla="*/ 11 h 168"/>
                      <a:gd name="T56" fmla="*/ 19 w 368"/>
                      <a:gd name="T57" fmla="*/ 8 h 168"/>
                      <a:gd name="T58" fmla="*/ 27 w 368"/>
                      <a:gd name="T59" fmla="*/ 6 h 168"/>
                      <a:gd name="T60" fmla="*/ 39 w 368"/>
                      <a:gd name="T61" fmla="*/ 3 h 168"/>
                      <a:gd name="T62" fmla="*/ 56 w 368"/>
                      <a:gd name="T63" fmla="*/ 0 h 168"/>
                      <a:gd name="T64" fmla="*/ 61 w 368"/>
                      <a:gd name="T65" fmla="*/ 3 h 168"/>
                      <a:gd name="T66" fmla="*/ 72 w 368"/>
                      <a:gd name="T67" fmla="*/ 8 h 168"/>
                      <a:gd name="T68" fmla="*/ 84 w 368"/>
                      <a:gd name="T69" fmla="*/ 11 h 168"/>
                      <a:gd name="T70" fmla="*/ 92 w 368"/>
                      <a:gd name="T71" fmla="*/ 11 h 168"/>
                      <a:gd name="T72" fmla="*/ 106 w 368"/>
                      <a:gd name="T73" fmla="*/ 6 h 168"/>
                      <a:gd name="T74" fmla="*/ 111 w 368"/>
                      <a:gd name="T75" fmla="*/ 3 h 168"/>
                      <a:gd name="T76" fmla="*/ 123 w 368"/>
                      <a:gd name="T77" fmla="*/ 11 h 168"/>
                      <a:gd name="T78" fmla="*/ 128 w 368"/>
                      <a:gd name="T79" fmla="*/ 19 h 16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68"/>
                      <a:gd name="T121" fmla="*/ 0 h 168"/>
                      <a:gd name="T122" fmla="*/ 368 w 368"/>
                      <a:gd name="T123" fmla="*/ 168 h 16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68" h="168">
                        <a:moveTo>
                          <a:pt x="368" y="64"/>
                        </a:moveTo>
                        <a:lnTo>
                          <a:pt x="360" y="72"/>
                        </a:lnTo>
                        <a:lnTo>
                          <a:pt x="368" y="112"/>
                        </a:lnTo>
                        <a:lnTo>
                          <a:pt x="368" y="128"/>
                        </a:lnTo>
                        <a:lnTo>
                          <a:pt x="360" y="128"/>
                        </a:lnTo>
                        <a:lnTo>
                          <a:pt x="352" y="120"/>
                        </a:lnTo>
                        <a:lnTo>
                          <a:pt x="336" y="120"/>
                        </a:lnTo>
                        <a:lnTo>
                          <a:pt x="320" y="128"/>
                        </a:lnTo>
                        <a:lnTo>
                          <a:pt x="312" y="120"/>
                        </a:lnTo>
                        <a:lnTo>
                          <a:pt x="296" y="128"/>
                        </a:lnTo>
                        <a:lnTo>
                          <a:pt x="272" y="136"/>
                        </a:lnTo>
                        <a:lnTo>
                          <a:pt x="248" y="136"/>
                        </a:lnTo>
                        <a:lnTo>
                          <a:pt x="232" y="136"/>
                        </a:lnTo>
                        <a:lnTo>
                          <a:pt x="208" y="144"/>
                        </a:lnTo>
                        <a:lnTo>
                          <a:pt x="208" y="152"/>
                        </a:lnTo>
                        <a:lnTo>
                          <a:pt x="192" y="168"/>
                        </a:lnTo>
                        <a:lnTo>
                          <a:pt x="192" y="160"/>
                        </a:lnTo>
                        <a:lnTo>
                          <a:pt x="192" y="152"/>
                        </a:lnTo>
                        <a:lnTo>
                          <a:pt x="192" y="136"/>
                        </a:lnTo>
                        <a:lnTo>
                          <a:pt x="168" y="136"/>
                        </a:lnTo>
                        <a:lnTo>
                          <a:pt x="168" y="144"/>
                        </a:lnTo>
                        <a:lnTo>
                          <a:pt x="152" y="144"/>
                        </a:lnTo>
                        <a:lnTo>
                          <a:pt x="152" y="152"/>
                        </a:lnTo>
                        <a:lnTo>
                          <a:pt x="136" y="152"/>
                        </a:lnTo>
                        <a:lnTo>
                          <a:pt x="120" y="152"/>
                        </a:lnTo>
                        <a:lnTo>
                          <a:pt x="96" y="136"/>
                        </a:lnTo>
                        <a:lnTo>
                          <a:pt x="80" y="136"/>
                        </a:lnTo>
                        <a:lnTo>
                          <a:pt x="80" y="144"/>
                        </a:lnTo>
                        <a:lnTo>
                          <a:pt x="72" y="144"/>
                        </a:lnTo>
                        <a:lnTo>
                          <a:pt x="56" y="152"/>
                        </a:lnTo>
                        <a:lnTo>
                          <a:pt x="48" y="144"/>
                        </a:lnTo>
                        <a:lnTo>
                          <a:pt x="40" y="144"/>
                        </a:lnTo>
                        <a:lnTo>
                          <a:pt x="32" y="152"/>
                        </a:lnTo>
                        <a:lnTo>
                          <a:pt x="24" y="160"/>
                        </a:lnTo>
                        <a:lnTo>
                          <a:pt x="24" y="152"/>
                        </a:lnTo>
                        <a:lnTo>
                          <a:pt x="32" y="144"/>
                        </a:lnTo>
                        <a:lnTo>
                          <a:pt x="32" y="136"/>
                        </a:lnTo>
                        <a:lnTo>
                          <a:pt x="24" y="136"/>
                        </a:lnTo>
                        <a:lnTo>
                          <a:pt x="16" y="136"/>
                        </a:lnTo>
                        <a:lnTo>
                          <a:pt x="24" y="128"/>
                        </a:lnTo>
                        <a:lnTo>
                          <a:pt x="16" y="120"/>
                        </a:lnTo>
                        <a:lnTo>
                          <a:pt x="16" y="112"/>
                        </a:lnTo>
                        <a:lnTo>
                          <a:pt x="8" y="104"/>
                        </a:lnTo>
                        <a:lnTo>
                          <a:pt x="0" y="96"/>
                        </a:lnTo>
                        <a:lnTo>
                          <a:pt x="8" y="96"/>
                        </a:lnTo>
                        <a:lnTo>
                          <a:pt x="8" y="88"/>
                        </a:lnTo>
                        <a:lnTo>
                          <a:pt x="8" y="72"/>
                        </a:lnTo>
                        <a:lnTo>
                          <a:pt x="8" y="64"/>
                        </a:lnTo>
                        <a:lnTo>
                          <a:pt x="0" y="64"/>
                        </a:lnTo>
                        <a:lnTo>
                          <a:pt x="8" y="48"/>
                        </a:lnTo>
                        <a:lnTo>
                          <a:pt x="16" y="40"/>
                        </a:lnTo>
                        <a:lnTo>
                          <a:pt x="32" y="40"/>
                        </a:lnTo>
                        <a:lnTo>
                          <a:pt x="40" y="40"/>
                        </a:lnTo>
                        <a:lnTo>
                          <a:pt x="56" y="40"/>
                        </a:lnTo>
                        <a:lnTo>
                          <a:pt x="64" y="40"/>
                        </a:lnTo>
                        <a:lnTo>
                          <a:pt x="64" y="32"/>
                        </a:lnTo>
                        <a:lnTo>
                          <a:pt x="56" y="32"/>
                        </a:lnTo>
                        <a:lnTo>
                          <a:pt x="56" y="24"/>
                        </a:lnTo>
                        <a:lnTo>
                          <a:pt x="64" y="16"/>
                        </a:lnTo>
                        <a:lnTo>
                          <a:pt x="80" y="16"/>
                        </a:lnTo>
                        <a:lnTo>
                          <a:pt x="96" y="24"/>
                        </a:lnTo>
                        <a:lnTo>
                          <a:pt x="112" y="8"/>
                        </a:lnTo>
                        <a:lnTo>
                          <a:pt x="136" y="0"/>
                        </a:lnTo>
                        <a:lnTo>
                          <a:pt x="160" y="0"/>
                        </a:lnTo>
                        <a:lnTo>
                          <a:pt x="168" y="0"/>
                        </a:lnTo>
                        <a:lnTo>
                          <a:pt x="176" y="8"/>
                        </a:lnTo>
                        <a:lnTo>
                          <a:pt x="192" y="8"/>
                        </a:lnTo>
                        <a:lnTo>
                          <a:pt x="208" y="24"/>
                        </a:lnTo>
                        <a:lnTo>
                          <a:pt x="216" y="24"/>
                        </a:lnTo>
                        <a:lnTo>
                          <a:pt x="240" y="32"/>
                        </a:lnTo>
                        <a:lnTo>
                          <a:pt x="248" y="24"/>
                        </a:lnTo>
                        <a:lnTo>
                          <a:pt x="264" y="32"/>
                        </a:lnTo>
                        <a:lnTo>
                          <a:pt x="280" y="24"/>
                        </a:lnTo>
                        <a:lnTo>
                          <a:pt x="304" y="16"/>
                        </a:lnTo>
                        <a:lnTo>
                          <a:pt x="304" y="8"/>
                        </a:lnTo>
                        <a:lnTo>
                          <a:pt x="320" y="8"/>
                        </a:lnTo>
                        <a:lnTo>
                          <a:pt x="336" y="8"/>
                        </a:lnTo>
                        <a:lnTo>
                          <a:pt x="352" y="32"/>
                        </a:lnTo>
                        <a:lnTo>
                          <a:pt x="352" y="48"/>
                        </a:lnTo>
                        <a:lnTo>
                          <a:pt x="368" y="56"/>
                        </a:lnTo>
                        <a:lnTo>
                          <a:pt x="368" y="6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42" name="Freeform 359">
                    <a:extLst>
                      <a:ext uri="{FF2B5EF4-FFF2-40B4-BE49-F238E27FC236}">
                        <a16:creationId xmlns:a16="http://schemas.microsoft.com/office/drawing/2014/main" id="{5B7448DA-B2CA-79C6-1CEE-F7C7C9CAE8F5}"/>
                      </a:ext>
                    </a:extLst>
                  </p:cNvPr>
                  <p:cNvSpPr>
                    <a:spLocks/>
                  </p:cNvSpPr>
                  <p:nvPr/>
                </p:nvSpPr>
                <p:spPr bwMode="gray">
                  <a:xfrm>
                    <a:off x="3250" y="2380"/>
                    <a:ext cx="29" cy="67"/>
                  </a:xfrm>
                  <a:custGeom>
                    <a:avLst/>
                    <a:gdLst>
                      <a:gd name="T0" fmla="*/ 0 w 40"/>
                      <a:gd name="T1" fmla="*/ 19 h 96"/>
                      <a:gd name="T2" fmla="*/ 3 w 40"/>
                      <a:gd name="T3" fmla="*/ 14 h 96"/>
                      <a:gd name="T4" fmla="*/ 3 w 40"/>
                      <a:gd name="T5" fmla="*/ 10 h 96"/>
                      <a:gd name="T6" fmla="*/ 7 w 40"/>
                      <a:gd name="T7" fmla="*/ 8 h 96"/>
                      <a:gd name="T8" fmla="*/ 7 w 40"/>
                      <a:gd name="T9" fmla="*/ 6 h 96"/>
                      <a:gd name="T10" fmla="*/ 9 w 40"/>
                      <a:gd name="T11" fmla="*/ 0 h 96"/>
                      <a:gd name="T12" fmla="*/ 9 w 40"/>
                      <a:gd name="T13" fmla="*/ 3 h 96"/>
                      <a:gd name="T14" fmla="*/ 12 w 40"/>
                      <a:gd name="T15" fmla="*/ 0 h 96"/>
                      <a:gd name="T16" fmla="*/ 15 w 40"/>
                      <a:gd name="T17" fmla="*/ 0 h 96"/>
                      <a:gd name="T18" fmla="*/ 12 w 40"/>
                      <a:gd name="T19" fmla="*/ 10 h 96"/>
                      <a:gd name="T20" fmla="*/ 9 w 40"/>
                      <a:gd name="T21" fmla="*/ 10 h 96"/>
                      <a:gd name="T22" fmla="*/ 7 w 40"/>
                      <a:gd name="T23" fmla="*/ 10 h 96"/>
                      <a:gd name="T24" fmla="*/ 7 w 40"/>
                      <a:gd name="T25" fmla="*/ 14 h 96"/>
                      <a:gd name="T26" fmla="*/ 7 w 40"/>
                      <a:gd name="T27" fmla="*/ 17 h 96"/>
                      <a:gd name="T28" fmla="*/ 9 w 40"/>
                      <a:gd name="T29" fmla="*/ 19 h 96"/>
                      <a:gd name="T30" fmla="*/ 7 w 40"/>
                      <a:gd name="T31" fmla="*/ 24 h 96"/>
                      <a:gd name="T32" fmla="*/ 3 w 40"/>
                      <a:gd name="T33" fmla="*/ 33 h 96"/>
                      <a:gd name="T34" fmla="*/ 0 w 40"/>
                      <a:gd name="T35" fmla="*/ 27 h 96"/>
                      <a:gd name="T36" fmla="*/ 0 w 40"/>
                      <a:gd name="T37" fmla="*/ 22 h 96"/>
                      <a:gd name="T38" fmla="*/ 3 w 40"/>
                      <a:gd name="T39" fmla="*/ 19 h 96"/>
                      <a:gd name="T40" fmla="*/ 3 w 40"/>
                      <a:gd name="T41" fmla="*/ 19 h 96"/>
                      <a:gd name="T42" fmla="*/ 0 w 40"/>
                      <a:gd name="T43" fmla="*/ 19 h 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96"/>
                      <a:gd name="T68" fmla="*/ 40 w 40"/>
                      <a:gd name="T69" fmla="*/ 96 h 9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96">
                        <a:moveTo>
                          <a:pt x="0" y="56"/>
                        </a:moveTo>
                        <a:lnTo>
                          <a:pt x="8" y="40"/>
                        </a:lnTo>
                        <a:lnTo>
                          <a:pt x="8" y="32"/>
                        </a:lnTo>
                        <a:lnTo>
                          <a:pt x="16" y="24"/>
                        </a:lnTo>
                        <a:lnTo>
                          <a:pt x="16" y="16"/>
                        </a:lnTo>
                        <a:lnTo>
                          <a:pt x="24" y="0"/>
                        </a:lnTo>
                        <a:lnTo>
                          <a:pt x="24" y="8"/>
                        </a:lnTo>
                        <a:lnTo>
                          <a:pt x="32" y="0"/>
                        </a:lnTo>
                        <a:lnTo>
                          <a:pt x="40" y="0"/>
                        </a:lnTo>
                        <a:lnTo>
                          <a:pt x="32" y="32"/>
                        </a:lnTo>
                        <a:lnTo>
                          <a:pt x="24" y="32"/>
                        </a:lnTo>
                        <a:lnTo>
                          <a:pt x="16" y="32"/>
                        </a:lnTo>
                        <a:lnTo>
                          <a:pt x="16" y="40"/>
                        </a:lnTo>
                        <a:lnTo>
                          <a:pt x="16" y="48"/>
                        </a:lnTo>
                        <a:lnTo>
                          <a:pt x="24" y="56"/>
                        </a:lnTo>
                        <a:lnTo>
                          <a:pt x="16" y="72"/>
                        </a:lnTo>
                        <a:lnTo>
                          <a:pt x="8" y="96"/>
                        </a:lnTo>
                        <a:lnTo>
                          <a:pt x="0" y="80"/>
                        </a:lnTo>
                        <a:lnTo>
                          <a:pt x="0" y="64"/>
                        </a:lnTo>
                        <a:lnTo>
                          <a:pt x="8" y="56"/>
                        </a:lnTo>
                        <a:lnTo>
                          <a:pt x="0" y="5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43" name="Freeform 360">
                    <a:extLst>
                      <a:ext uri="{FF2B5EF4-FFF2-40B4-BE49-F238E27FC236}">
                        <a16:creationId xmlns:a16="http://schemas.microsoft.com/office/drawing/2014/main" id="{7FD61A18-36B0-DB5D-D728-4CEC59DC6968}"/>
                      </a:ext>
                    </a:extLst>
                  </p:cNvPr>
                  <p:cNvSpPr>
                    <a:spLocks/>
                  </p:cNvSpPr>
                  <p:nvPr/>
                </p:nvSpPr>
                <p:spPr bwMode="gray">
                  <a:xfrm>
                    <a:off x="2935" y="2301"/>
                    <a:ext cx="45" cy="23"/>
                  </a:xfrm>
                  <a:custGeom>
                    <a:avLst/>
                    <a:gdLst>
                      <a:gd name="T0" fmla="*/ 23 w 64"/>
                      <a:gd name="T1" fmla="*/ 0 h 32"/>
                      <a:gd name="T2" fmla="*/ 19 w 64"/>
                      <a:gd name="T3" fmla="*/ 6 h 32"/>
                      <a:gd name="T4" fmla="*/ 19 w 64"/>
                      <a:gd name="T5" fmla="*/ 12 h 32"/>
                      <a:gd name="T6" fmla="*/ 11 w 64"/>
                      <a:gd name="T7" fmla="*/ 9 h 32"/>
                      <a:gd name="T8" fmla="*/ 6 w 64"/>
                      <a:gd name="T9" fmla="*/ 6 h 32"/>
                      <a:gd name="T10" fmla="*/ 3 w 64"/>
                      <a:gd name="T11" fmla="*/ 3 h 32"/>
                      <a:gd name="T12" fmla="*/ 0 w 64"/>
                      <a:gd name="T13" fmla="*/ 3 h 32"/>
                      <a:gd name="T14" fmla="*/ 3 w 64"/>
                      <a:gd name="T15" fmla="*/ 0 h 32"/>
                      <a:gd name="T16" fmla="*/ 6 w 64"/>
                      <a:gd name="T17" fmla="*/ 0 h 32"/>
                      <a:gd name="T18" fmla="*/ 11 w 64"/>
                      <a:gd name="T19" fmla="*/ 0 h 32"/>
                      <a:gd name="T20" fmla="*/ 17 w 64"/>
                      <a:gd name="T21" fmla="*/ 0 h 32"/>
                      <a:gd name="T22" fmla="*/ 23 w 64"/>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
                      <a:gd name="T37" fmla="*/ 0 h 32"/>
                      <a:gd name="T38" fmla="*/ 64 w 64"/>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 h="32">
                        <a:moveTo>
                          <a:pt x="64" y="0"/>
                        </a:moveTo>
                        <a:lnTo>
                          <a:pt x="56" y="16"/>
                        </a:lnTo>
                        <a:lnTo>
                          <a:pt x="56" y="32"/>
                        </a:lnTo>
                        <a:lnTo>
                          <a:pt x="32" y="24"/>
                        </a:lnTo>
                        <a:lnTo>
                          <a:pt x="16" y="16"/>
                        </a:lnTo>
                        <a:lnTo>
                          <a:pt x="8" y="8"/>
                        </a:lnTo>
                        <a:lnTo>
                          <a:pt x="0" y="8"/>
                        </a:lnTo>
                        <a:lnTo>
                          <a:pt x="8" y="0"/>
                        </a:lnTo>
                        <a:lnTo>
                          <a:pt x="16" y="0"/>
                        </a:lnTo>
                        <a:lnTo>
                          <a:pt x="32" y="0"/>
                        </a:lnTo>
                        <a:lnTo>
                          <a:pt x="48" y="0"/>
                        </a:lnTo>
                        <a:lnTo>
                          <a:pt x="6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44" name="Freeform 361">
                    <a:extLst>
                      <a:ext uri="{FF2B5EF4-FFF2-40B4-BE49-F238E27FC236}">
                        <a16:creationId xmlns:a16="http://schemas.microsoft.com/office/drawing/2014/main" id="{3D8B3A59-4BBC-0CB6-1D61-E5EFF8ADA818}"/>
                      </a:ext>
                    </a:extLst>
                  </p:cNvPr>
                  <p:cNvSpPr>
                    <a:spLocks/>
                  </p:cNvSpPr>
                  <p:nvPr/>
                </p:nvSpPr>
                <p:spPr bwMode="gray">
                  <a:xfrm>
                    <a:off x="2879" y="2239"/>
                    <a:ext cx="23" cy="45"/>
                  </a:xfrm>
                  <a:custGeom>
                    <a:avLst/>
                    <a:gdLst>
                      <a:gd name="T0" fmla="*/ 0 w 32"/>
                      <a:gd name="T1" fmla="*/ 6 h 64"/>
                      <a:gd name="T2" fmla="*/ 6 w 32"/>
                      <a:gd name="T3" fmla="*/ 3 h 64"/>
                      <a:gd name="T4" fmla="*/ 9 w 32"/>
                      <a:gd name="T5" fmla="*/ 0 h 64"/>
                      <a:gd name="T6" fmla="*/ 9 w 32"/>
                      <a:gd name="T7" fmla="*/ 3 h 64"/>
                      <a:gd name="T8" fmla="*/ 9 w 32"/>
                      <a:gd name="T9" fmla="*/ 6 h 64"/>
                      <a:gd name="T10" fmla="*/ 12 w 32"/>
                      <a:gd name="T11" fmla="*/ 8 h 64"/>
                      <a:gd name="T12" fmla="*/ 12 w 32"/>
                      <a:gd name="T13" fmla="*/ 17 h 64"/>
                      <a:gd name="T14" fmla="*/ 9 w 32"/>
                      <a:gd name="T15" fmla="*/ 19 h 64"/>
                      <a:gd name="T16" fmla="*/ 6 w 32"/>
                      <a:gd name="T17" fmla="*/ 23 h 64"/>
                      <a:gd name="T18" fmla="*/ 3 w 32"/>
                      <a:gd name="T19" fmla="*/ 23 h 64"/>
                      <a:gd name="T20" fmla="*/ 0 w 32"/>
                      <a:gd name="T21" fmla="*/ 23 h 64"/>
                      <a:gd name="T22" fmla="*/ 0 w 32"/>
                      <a:gd name="T23" fmla="*/ 17 h 64"/>
                      <a:gd name="T24" fmla="*/ 0 w 32"/>
                      <a:gd name="T25" fmla="*/ 8 h 64"/>
                      <a:gd name="T26" fmla="*/ 0 w 32"/>
                      <a:gd name="T27" fmla="*/ 6 h 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
                      <a:gd name="T43" fmla="*/ 0 h 64"/>
                      <a:gd name="T44" fmla="*/ 32 w 32"/>
                      <a:gd name="T45" fmla="*/ 64 h 6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 h="64">
                        <a:moveTo>
                          <a:pt x="0" y="16"/>
                        </a:moveTo>
                        <a:lnTo>
                          <a:pt x="16" y="8"/>
                        </a:lnTo>
                        <a:lnTo>
                          <a:pt x="24" y="0"/>
                        </a:lnTo>
                        <a:lnTo>
                          <a:pt x="24" y="8"/>
                        </a:lnTo>
                        <a:lnTo>
                          <a:pt x="24" y="16"/>
                        </a:lnTo>
                        <a:lnTo>
                          <a:pt x="32" y="24"/>
                        </a:lnTo>
                        <a:lnTo>
                          <a:pt x="32" y="48"/>
                        </a:lnTo>
                        <a:lnTo>
                          <a:pt x="24" y="56"/>
                        </a:lnTo>
                        <a:lnTo>
                          <a:pt x="16" y="64"/>
                        </a:lnTo>
                        <a:lnTo>
                          <a:pt x="8" y="64"/>
                        </a:lnTo>
                        <a:lnTo>
                          <a:pt x="0" y="64"/>
                        </a:lnTo>
                        <a:lnTo>
                          <a:pt x="0" y="48"/>
                        </a:lnTo>
                        <a:lnTo>
                          <a:pt x="0" y="24"/>
                        </a:lnTo>
                        <a:lnTo>
                          <a:pt x="0"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45" name="Freeform 362">
                    <a:extLst>
                      <a:ext uri="{FF2B5EF4-FFF2-40B4-BE49-F238E27FC236}">
                        <a16:creationId xmlns:a16="http://schemas.microsoft.com/office/drawing/2014/main" id="{7449BD4E-8E4F-F764-A677-B67AA99E36CF}"/>
                      </a:ext>
                    </a:extLst>
                  </p:cNvPr>
                  <p:cNvSpPr>
                    <a:spLocks/>
                  </p:cNvSpPr>
                  <p:nvPr/>
                </p:nvSpPr>
                <p:spPr bwMode="gray">
                  <a:xfrm>
                    <a:off x="2885" y="2206"/>
                    <a:ext cx="11" cy="33"/>
                  </a:xfrm>
                  <a:custGeom>
                    <a:avLst/>
                    <a:gdLst>
                      <a:gd name="T0" fmla="*/ 6 w 16"/>
                      <a:gd name="T1" fmla="*/ 0 h 48"/>
                      <a:gd name="T2" fmla="*/ 6 w 16"/>
                      <a:gd name="T3" fmla="*/ 3 h 48"/>
                      <a:gd name="T4" fmla="*/ 6 w 16"/>
                      <a:gd name="T5" fmla="*/ 6 h 48"/>
                      <a:gd name="T6" fmla="*/ 3 w 16"/>
                      <a:gd name="T7" fmla="*/ 13 h 48"/>
                      <a:gd name="T8" fmla="*/ 3 w 16"/>
                      <a:gd name="T9" fmla="*/ 16 h 48"/>
                      <a:gd name="T10" fmla="*/ 0 w 16"/>
                      <a:gd name="T11" fmla="*/ 13 h 48"/>
                      <a:gd name="T12" fmla="*/ 0 w 16"/>
                      <a:gd name="T13" fmla="*/ 8 h 48"/>
                      <a:gd name="T14" fmla="*/ 0 w 16"/>
                      <a:gd name="T15" fmla="*/ 6 h 48"/>
                      <a:gd name="T16" fmla="*/ 3 w 16"/>
                      <a:gd name="T17" fmla="*/ 3 h 48"/>
                      <a:gd name="T18" fmla="*/ 3 w 16"/>
                      <a:gd name="T19" fmla="*/ 0 h 48"/>
                      <a:gd name="T20" fmla="*/ 6 w 16"/>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48"/>
                      <a:gd name="T35" fmla="*/ 16 w 1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48">
                        <a:moveTo>
                          <a:pt x="16" y="0"/>
                        </a:moveTo>
                        <a:lnTo>
                          <a:pt x="16" y="8"/>
                        </a:lnTo>
                        <a:lnTo>
                          <a:pt x="16" y="16"/>
                        </a:lnTo>
                        <a:lnTo>
                          <a:pt x="8" y="40"/>
                        </a:lnTo>
                        <a:lnTo>
                          <a:pt x="8" y="48"/>
                        </a:lnTo>
                        <a:lnTo>
                          <a:pt x="0" y="40"/>
                        </a:lnTo>
                        <a:lnTo>
                          <a:pt x="0" y="24"/>
                        </a:lnTo>
                        <a:lnTo>
                          <a:pt x="0" y="16"/>
                        </a:lnTo>
                        <a:lnTo>
                          <a:pt x="8" y="8"/>
                        </a:lnTo>
                        <a:lnTo>
                          <a:pt x="8" y="0"/>
                        </a:lnTo>
                        <a:lnTo>
                          <a:pt x="16"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46" name="Freeform 363">
                    <a:extLst>
                      <a:ext uri="{FF2B5EF4-FFF2-40B4-BE49-F238E27FC236}">
                        <a16:creationId xmlns:a16="http://schemas.microsoft.com/office/drawing/2014/main" id="{8D6CDF97-9AA3-11F0-FE7F-832A43AB4551}"/>
                      </a:ext>
                    </a:extLst>
                  </p:cNvPr>
                  <p:cNvSpPr>
                    <a:spLocks/>
                  </p:cNvSpPr>
                  <p:nvPr/>
                </p:nvSpPr>
                <p:spPr bwMode="gray">
                  <a:xfrm>
                    <a:off x="3104" y="2346"/>
                    <a:ext cx="34" cy="11"/>
                  </a:xfrm>
                  <a:custGeom>
                    <a:avLst/>
                    <a:gdLst>
                      <a:gd name="T0" fmla="*/ 0 w 48"/>
                      <a:gd name="T1" fmla="*/ 3 h 16"/>
                      <a:gd name="T2" fmla="*/ 0 w 48"/>
                      <a:gd name="T3" fmla="*/ 0 h 16"/>
                      <a:gd name="T4" fmla="*/ 3 w 48"/>
                      <a:gd name="T5" fmla="*/ 0 h 16"/>
                      <a:gd name="T6" fmla="*/ 6 w 48"/>
                      <a:gd name="T7" fmla="*/ 3 h 16"/>
                      <a:gd name="T8" fmla="*/ 9 w 48"/>
                      <a:gd name="T9" fmla="*/ 3 h 16"/>
                      <a:gd name="T10" fmla="*/ 11 w 48"/>
                      <a:gd name="T11" fmla="*/ 3 h 16"/>
                      <a:gd name="T12" fmla="*/ 14 w 48"/>
                      <a:gd name="T13" fmla="*/ 3 h 16"/>
                      <a:gd name="T14" fmla="*/ 17 w 48"/>
                      <a:gd name="T15" fmla="*/ 3 h 16"/>
                      <a:gd name="T16" fmla="*/ 17 w 48"/>
                      <a:gd name="T17" fmla="*/ 6 h 16"/>
                      <a:gd name="T18" fmla="*/ 14 w 48"/>
                      <a:gd name="T19" fmla="*/ 6 h 16"/>
                      <a:gd name="T20" fmla="*/ 11 w 48"/>
                      <a:gd name="T21" fmla="*/ 6 h 16"/>
                      <a:gd name="T22" fmla="*/ 6 w 48"/>
                      <a:gd name="T23" fmla="*/ 6 h 16"/>
                      <a:gd name="T24" fmla="*/ 3 w 48"/>
                      <a:gd name="T25" fmla="*/ 6 h 16"/>
                      <a:gd name="T26" fmla="*/ 3 w 48"/>
                      <a:gd name="T27" fmla="*/ 3 h 16"/>
                      <a:gd name="T28" fmla="*/ 0 w 48"/>
                      <a:gd name="T29" fmla="*/ 3 h 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16"/>
                      <a:gd name="T47" fmla="*/ 48 w 48"/>
                      <a:gd name="T48" fmla="*/ 16 h 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16">
                        <a:moveTo>
                          <a:pt x="0" y="8"/>
                        </a:moveTo>
                        <a:lnTo>
                          <a:pt x="0" y="0"/>
                        </a:lnTo>
                        <a:lnTo>
                          <a:pt x="8" y="0"/>
                        </a:lnTo>
                        <a:lnTo>
                          <a:pt x="16" y="8"/>
                        </a:lnTo>
                        <a:lnTo>
                          <a:pt x="24" y="8"/>
                        </a:lnTo>
                        <a:lnTo>
                          <a:pt x="32" y="8"/>
                        </a:lnTo>
                        <a:lnTo>
                          <a:pt x="40" y="8"/>
                        </a:lnTo>
                        <a:lnTo>
                          <a:pt x="48" y="8"/>
                        </a:lnTo>
                        <a:lnTo>
                          <a:pt x="48" y="16"/>
                        </a:lnTo>
                        <a:lnTo>
                          <a:pt x="40" y="16"/>
                        </a:lnTo>
                        <a:lnTo>
                          <a:pt x="32" y="16"/>
                        </a:lnTo>
                        <a:lnTo>
                          <a:pt x="16" y="16"/>
                        </a:lnTo>
                        <a:lnTo>
                          <a:pt x="8" y="16"/>
                        </a:lnTo>
                        <a:lnTo>
                          <a:pt x="8" y="8"/>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47" name="Freeform 364">
                    <a:extLst>
                      <a:ext uri="{FF2B5EF4-FFF2-40B4-BE49-F238E27FC236}">
                        <a16:creationId xmlns:a16="http://schemas.microsoft.com/office/drawing/2014/main" id="{730340F0-E714-23C0-8ED1-E088BEE59E32}"/>
                      </a:ext>
                    </a:extLst>
                  </p:cNvPr>
                  <p:cNvSpPr>
                    <a:spLocks/>
                  </p:cNvSpPr>
                  <p:nvPr/>
                </p:nvSpPr>
                <p:spPr bwMode="gray">
                  <a:xfrm>
                    <a:off x="2778" y="2284"/>
                    <a:ext cx="11" cy="6"/>
                  </a:xfrm>
                  <a:custGeom>
                    <a:avLst/>
                    <a:gdLst>
                      <a:gd name="T0" fmla="*/ 0 w 16"/>
                      <a:gd name="T1" fmla="*/ 4 h 8"/>
                      <a:gd name="T2" fmla="*/ 3 w 16"/>
                      <a:gd name="T3" fmla="*/ 0 h 8"/>
                      <a:gd name="T4" fmla="*/ 6 w 16"/>
                      <a:gd name="T5" fmla="*/ 0 h 8"/>
                      <a:gd name="T6" fmla="*/ 3 w 16"/>
                      <a:gd name="T7" fmla="*/ 4 h 8"/>
                      <a:gd name="T8" fmla="*/ 0 w 16"/>
                      <a:gd name="T9" fmla="*/ 4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0" y="8"/>
                        </a:moveTo>
                        <a:lnTo>
                          <a:pt x="8" y="0"/>
                        </a:lnTo>
                        <a:lnTo>
                          <a:pt x="16" y="0"/>
                        </a:lnTo>
                        <a:lnTo>
                          <a:pt x="8" y="8"/>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48" name="Freeform 365">
                    <a:extLst>
                      <a:ext uri="{FF2B5EF4-FFF2-40B4-BE49-F238E27FC236}">
                        <a16:creationId xmlns:a16="http://schemas.microsoft.com/office/drawing/2014/main" id="{75CE7167-3875-3086-4DC9-A71B18C411DB}"/>
                      </a:ext>
                    </a:extLst>
                  </p:cNvPr>
                  <p:cNvSpPr>
                    <a:spLocks/>
                  </p:cNvSpPr>
                  <p:nvPr/>
                </p:nvSpPr>
                <p:spPr bwMode="gray">
                  <a:xfrm>
                    <a:off x="2795" y="2273"/>
                    <a:ext cx="11" cy="11"/>
                  </a:xfrm>
                  <a:custGeom>
                    <a:avLst/>
                    <a:gdLst>
                      <a:gd name="T0" fmla="*/ 0 w 16"/>
                      <a:gd name="T1" fmla="*/ 6 h 16"/>
                      <a:gd name="T2" fmla="*/ 0 w 16"/>
                      <a:gd name="T3" fmla="*/ 0 h 16"/>
                      <a:gd name="T4" fmla="*/ 6 w 16"/>
                      <a:gd name="T5" fmla="*/ 0 h 16"/>
                      <a:gd name="T6" fmla="*/ 6 w 16"/>
                      <a:gd name="T7" fmla="*/ 3 h 16"/>
                      <a:gd name="T8" fmla="*/ 6 w 16"/>
                      <a:gd name="T9" fmla="*/ 6 h 16"/>
                      <a:gd name="T10" fmla="*/ 3 w 16"/>
                      <a:gd name="T11" fmla="*/ 6 h 16"/>
                      <a:gd name="T12" fmla="*/ 0 w 16"/>
                      <a:gd name="T13" fmla="*/ 6 h 16"/>
                      <a:gd name="T14" fmla="*/ 0 60000 65536"/>
                      <a:gd name="T15" fmla="*/ 0 60000 65536"/>
                      <a:gd name="T16" fmla="*/ 0 60000 65536"/>
                      <a:gd name="T17" fmla="*/ 0 60000 65536"/>
                      <a:gd name="T18" fmla="*/ 0 60000 65536"/>
                      <a:gd name="T19" fmla="*/ 0 60000 65536"/>
                      <a:gd name="T20" fmla="*/ 0 60000 65536"/>
                      <a:gd name="T21" fmla="*/ 0 w 16"/>
                      <a:gd name="T22" fmla="*/ 0 h 16"/>
                      <a:gd name="T23" fmla="*/ 16 w 16"/>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16">
                        <a:moveTo>
                          <a:pt x="0" y="16"/>
                        </a:moveTo>
                        <a:lnTo>
                          <a:pt x="0" y="0"/>
                        </a:lnTo>
                        <a:lnTo>
                          <a:pt x="16" y="0"/>
                        </a:lnTo>
                        <a:lnTo>
                          <a:pt x="16" y="8"/>
                        </a:lnTo>
                        <a:lnTo>
                          <a:pt x="16" y="16"/>
                        </a:lnTo>
                        <a:lnTo>
                          <a:pt x="8" y="16"/>
                        </a:lnTo>
                        <a:lnTo>
                          <a:pt x="0"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49" name="Freeform 366">
                    <a:extLst>
                      <a:ext uri="{FF2B5EF4-FFF2-40B4-BE49-F238E27FC236}">
                        <a16:creationId xmlns:a16="http://schemas.microsoft.com/office/drawing/2014/main" id="{EA3D446E-9129-B646-53EA-5CFF0DC94E1E}"/>
                      </a:ext>
                    </a:extLst>
                  </p:cNvPr>
                  <p:cNvSpPr>
                    <a:spLocks/>
                  </p:cNvSpPr>
                  <p:nvPr/>
                </p:nvSpPr>
                <p:spPr bwMode="gray">
                  <a:xfrm>
                    <a:off x="2812" y="2267"/>
                    <a:ext cx="11" cy="6"/>
                  </a:xfrm>
                  <a:custGeom>
                    <a:avLst/>
                    <a:gdLst>
                      <a:gd name="T0" fmla="*/ 0 w 16"/>
                      <a:gd name="T1" fmla="*/ 4 h 8"/>
                      <a:gd name="T2" fmla="*/ 0 w 16"/>
                      <a:gd name="T3" fmla="*/ 0 h 8"/>
                      <a:gd name="T4" fmla="*/ 3 w 16"/>
                      <a:gd name="T5" fmla="*/ 0 h 8"/>
                      <a:gd name="T6" fmla="*/ 6 w 16"/>
                      <a:gd name="T7" fmla="*/ 0 h 8"/>
                      <a:gd name="T8" fmla="*/ 6 w 16"/>
                      <a:gd name="T9" fmla="*/ 4 h 8"/>
                      <a:gd name="T10" fmla="*/ 0 w 16"/>
                      <a:gd name="T11" fmla="*/ 4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8"/>
                        </a:moveTo>
                        <a:lnTo>
                          <a:pt x="0" y="0"/>
                        </a:lnTo>
                        <a:lnTo>
                          <a:pt x="8" y="0"/>
                        </a:lnTo>
                        <a:lnTo>
                          <a:pt x="16" y="0"/>
                        </a:lnTo>
                        <a:lnTo>
                          <a:pt x="16" y="8"/>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50" name="Freeform 367">
                    <a:extLst>
                      <a:ext uri="{FF2B5EF4-FFF2-40B4-BE49-F238E27FC236}">
                        <a16:creationId xmlns:a16="http://schemas.microsoft.com/office/drawing/2014/main" id="{8EA207E7-697E-C94C-BF69-984EB623C530}"/>
                      </a:ext>
                    </a:extLst>
                  </p:cNvPr>
                  <p:cNvSpPr>
                    <a:spLocks/>
                  </p:cNvSpPr>
                  <p:nvPr/>
                </p:nvSpPr>
                <p:spPr bwMode="gray">
                  <a:xfrm>
                    <a:off x="3099" y="2284"/>
                    <a:ext cx="16" cy="23"/>
                  </a:xfrm>
                  <a:custGeom>
                    <a:avLst/>
                    <a:gdLst>
                      <a:gd name="T0" fmla="*/ 0 w 24"/>
                      <a:gd name="T1" fmla="*/ 3 h 32"/>
                      <a:gd name="T2" fmla="*/ 2 w 24"/>
                      <a:gd name="T3" fmla="*/ 6 h 32"/>
                      <a:gd name="T4" fmla="*/ 5 w 24"/>
                      <a:gd name="T5" fmla="*/ 9 h 32"/>
                      <a:gd name="T6" fmla="*/ 7 w 24"/>
                      <a:gd name="T7" fmla="*/ 12 h 32"/>
                      <a:gd name="T8" fmla="*/ 7 w 24"/>
                      <a:gd name="T9" fmla="*/ 6 h 32"/>
                      <a:gd name="T10" fmla="*/ 2 w 24"/>
                      <a:gd name="T11" fmla="*/ 0 h 32"/>
                      <a:gd name="T12" fmla="*/ 0 w 24"/>
                      <a:gd name="T13" fmla="*/ 0 h 32"/>
                      <a:gd name="T14" fmla="*/ 0 w 24"/>
                      <a:gd name="T15" fmla="*/ 3 h 32"/>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32"/>
                      <a:gd name="T26" fmla="*/ 24 w 24"/>
                      <a:gd name="T27" fmla="*/ 32 h 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32">
                        <a:moveTo>
                          <a:pt x="0" y="8"/>
                        </a:moveTo>
                        <a:lnTo>
                          <a:pt x="8" y="16"/>
                        </a:lnTo>
                        <a:lnTo>
                          <a:pt x="16" y="24"/>
                        </a:lnTo>
                        <a:lnTo>
                          <a:pt x="24" y="32"/>
                        </a:lnTo>
                        <a:lnTo>
                          <a:pt x="24" y="16"/>
                        </a:lnTo>
                        <a:lnTo>
                          <a:pt x="8" y="0"/>
                        </a:lnTo>
                        <a:lnTo>
                          <a:pt x="0" y="0"/>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51" name="Freeform 368">
                    <a:extLst>
                      <a:ext uri="{FF2B5EF4-FFF2-40B4-BE49-F238E27FC236}">
                        <a16:creationId xmlns:a16="http://schemas.microsoft.com/office/drawing/2014/main" id="{1BBB59CA-F6B2-1CFA-3E84-A333066E2044}"/>
                      </a:ext>
                    </a:extLst>
                  </p:cNvPr>
                  <p:cNvSpPr>
                    <a:spLocks/>
                  </p:cNvSpPr>
                  <p:nvPr/>
                </p:nvSpPr>
                <p:spPr bwMode="gray">
                  <a:xfrm>
                    <a:off x="3132" y="2284"/>
                    <a:ext cx="6" cy="12"/>
                  </a:xfrm>
                  <a:custGeom>
                    <a:avLst/>
                    <a:gdLst>
                      <a:gd name="T0" fmla="*/ 4 w 8"/>
                      <a:gd name="T1" fmla="*/ 7 h 16"/>
                      <a:gd name="T2" fmla="*/ 4 w 8"/>
                      <a:gd name="T3" fmla="*/ 4 h 16"/>
                      <a:gd name="T4" fmla="*/ 4 w 8"/>
                      <a:gd name="T5" fmla="*/ 0 h 16"/>
                      <a:gd name="T6" fmla="*/ 0 w 8"/>
                      <a:gd name="T7" fmla="*/ 0 h 16"/>
                      <a:gd name="T8" fmla="*/ 0 w 8"/>
                      <a:gd name="T9" fmla="*/ 4 h 16"/>
                      <a:gd name="T10" fmla="*/ 4 w 8"/>
                      <a:gd name="T11" fmla="*/ 7 h 16"/>
                      <a:gd name="T12" fmla="*/ 0 60000 65536"/>
                      <a:gd name="T13" fmla="*/ 0 60000 65536"/>
                      <a:gd name="T14" fmla="*/ 0 60000 65536"/>
                      <a:gd name="T15" fmla="*/ 0 60000 65536"/>
                      <a:gd name="T16" fmla="*/ 0 60000 65536"/>
                      <a:gd name="T17" fmla="*/ 0 60000 65536"/>
                      <a:gd name="T18" fmla="*/ 0 w 8"/>
                      <a:gd name="T19" fmla="*/ 0 h 16"/>
                      <a:gd name="T20" fmla="*/ 8 w 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8" h="16">
                        <a:moveTo>
                          <a:pt x="8" y="16"/>
                        </a:moveTo>
                        <a:lnTo>
                          <a:pt x="8" y="8"/>
                        </a:lnTo>
                        <a:lnTo>
                          <a:pt x="8" y="0"/>
                        </a:lnTo>
                        <a:lnTo>
                          <a:pt x="0" y="0"/>
                        </a:lnTo>
                        <a:lnTo>
                          <a:pt x="0" y="8"/>
                        </a:lnTo>
                        <a:lnTo>
                          <a:pt x="8"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52" name="Freeform 369">
                    <a:extLst>
                      <a:ext uri="{FF2B5EF4-FFF2-40B4-BE49-F238E27FC236}">
                        <a16:creationId xmlns:a16="http://schemas.microsoft.com/office/drawing/2014/main" id="{1F73738F-C23A-BB4B-EB52-E35CE47222B4}"/>
                      </a:ext>
                    </a:extLst>
                  </p:cNvPr>
                  <p:cNvSpPr>
                    <a:spLocks/>
                  </p:cNvSpPr>
                  <p:nvPr/>
                </p:nvSpPr>
                <p:spPr bwMode="gray">
                  <a:xfrm>
                    <a:off x="3138" y="2307"/>
                    <a:ext cx="6" cy="5"/>
                  </a:xfrm>
                  <a:custGeom>
                    <a:avLst/>
                    <a:gdLst>
                      <a:gd name="T0" fmla="*/ 0 w 8"/>
                      <a:gd name="T1" fmla="*/ 2 h 8"/>
                      <a:gd name="T2" fmla="*/ 0 w 8"/>
                      <a:gd name="T3" fmla="*/ 0 h 8"/>
                      <a:gd name="T4" fmla="*/ 4 w 8"/>
                      <a:gd name="T5" fmla="*/ 2 h 8"/>
                      <a:gd name="T6" fmla="*/ 4 w 8"/>
                      <a:gd name="T7" fmla="*/ 2 h 8"/>
                      <a:gd name="T8" fmla="*/ 0 w 8"/>
                      <a:gd name="T9" fmla="*/ 2 h 8"/>
                      <a:gd name="T10" fmla="*/ 0 60000 65536"/>
                      <a:gd name="T11" fmla="*/ 0 60000 65536"/>
                      <a:gd name="T12" fmla="*/ 0 60000 65536"/>
                      <a:gd name="T13" fmla="*/ 0 60000 65536"/>
                      <a:gd name="T14" fmla="*/ 0 60000 65536"/>
                      <a:gd name="T15" fmla="*/ 0 w 8"/>
                      <a:gd name="T16" fmla="*/ 0 h 8"/>
                      <a:gd name="T17" fmla="*/ 8 w 8"/>
                      <a:gd name="T18" fmla="*/ 8 h 8"/>
                    </a:gdLst>
                    <a:ahLst/>
                    <a:cxnLst>
                      <a:cxn ang="T10">
                        <a:pos x="T0" y="T1"/>
                      </a:cxn>
                      <a:cxn ang="T11">
                        <a:pos x="T2" y="T3"/>
                      </a:cxn>
                      <a:cxn ang="T12">
                        <a:pos x="T4" y="T5"/>
                      </a:cxn>
                      <a:cxn ang="T13">
                        <a:pos x="T6" y="T7"/>
                      </a:cxn>
                      <a:cxn ang="T14">
                        <a:pos x="T8" y="T9"/>
                      </a:cxn>
                    </a:cxnLst>
                    <a:rect l="T15" t="T16" r="T17" b="T18"/>
                    <a:pathLst>
                      <a:path w="8" h="8">
                        <a:moveTo>
                          <a:pt x="0" y="8"/>
                        </a:moveTo>
                        <a:lnTo>
                          <a:pt x="0" y="0"/>
                        </a:lnTo>
                        <a:lnTo>
                          <a:pt x="8" y="8"/>
                        </a:lnTo>
                        <a:lnTo>
                          <a:pt x="0"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53" name="Freeform 370">
                    <a:extLst>
                      <a:ext uri="{FF2B5EF4-FFF2-40B4-BE49-F238E27FC236}">
                        <a16:creationId xmlns:a16="http://schemas.microsoft.com/office/drawing/2014/main" id="{FDC900EB-A4F6-E002-CD44-D4FC30EEC151}"/>
                      </a:ext>
                    </a:extLst>
                  </p:cNvPr>
                  <p:cNvSpPr>
                    <a:spLocks/>
                  </p:cNvSpPr>
                  <p:nvPr/>
                </p:nvSpPr>
                <p:spPr bwMode="gray">
                  <a:xfrm>
                    <a:off x="3121" y="2318"/>
                    <a:ext cx="11" cy="6"/>
                  </a:xfrm>
                  <a:custGeom>
                    <a:avLst/>
                    <a:gdLst>
                      <a:gd name="T0" fmla="*/ 0 w 16"/>
                      <a:gd name="T1" fmla="*/ 0 h 8"/>
                      <a:gd name="T2" fmla="*/ 3 w 16"/>
                      <a:gd name="T3" fmla="*/ 0 h 8"/>
                      <a:gd name="T4" fmla="*/ 6 w 16"/>
                      <a:gd name="T5" fmla="*/ 0 h 8"/>
                      <a:gd name="T6" fmla="*/ 6 w 16"/>
                      <a:gd name="T7" fmla="*/ 4 h 8"/>
                      <a:gd name="T8" fmla="*/ 3 w 16"/>
                      <a:gd name="T9" fmla="*/ 4 h 8"/>
                      <a:gd name="T10" fmla="*/ 0 w 16"/>
                      <a:gd name="T11" fmla="*/ 0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0"/>
                        </a:moveTo>
                        <a:lnTo>
                          <a:pt x="8" y="0"/>
                        </a:lnTo>
                        <a:lnTo>
                          <a:pt x="16" y="0"/>
                        </a:lnTo>
                        <a:lnTo>
                          <a:pt x="16" y="8"/>
                        </a:lnTo>
                        <a:lnTo>
                          <a:pt x="8" y="8"/>
                        </a:lnTo>
                        <a:lnTo>
                          <a:pt x="0"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54" name="Freeform 371">
                    <a:extLst>
                      <a:ext uri="{FF2B5EF4-FFF2-40B4-BE49-F238E27FC236}">
                        <a16:creationId xmlns:a16="http://schemas.microsoft.com/office/drawing/2014/main" id="{259B3AF3-1AAD-1214-37FC-DF89D75BE007}"/>
                      </a:ext>
                    </a:extLst>
                  </p:cNvPr>
                  <p:cNvSpPr>
                    <a:spLocks/>
                  </p:cNvSpPr>
                  <p:nvPr/>
                </p:nvSpPr>
                <p:spPr bwMode="gray">
                  <a:xfrm>
                    <a:off x="2631" y="2228"/>
                    <a:ext cx="40" cy="96"/>
                  </a:xfrm>
                  <a:custGeom>
                    <a:avLst/>
                    <a:gdLst>
                      <a:gd name="T0" fmla="*/ 3 w 56"/>
                      <a:gd name="T1" fmla="*/ 3 h 136"/>
                      <a:gd name="T2" fmla="*/ 3 w 56"/>
                      <a:gd name="T3" fmla="*/ 6 h 136"/>
                      <a:gd name="T4" fmla="*/ 3 w 56"/>
                      <a:gd name="T5" fmla="*/ 8 h 136"/>
                      <a:gd name="T6" fmla="*/ 3 w 56"/>
                      <a:gd name="T7" fmla="*/ 14 h 136"/>
                      <a:gd name="T8" fmla="*/ 3 w 56"/>
                      <a:gd name="T9" fmla="*/ 20 h 136"/>
                      <a:gd name="T10" fmla="*/ 0 w 56"/>
                      <a:gd name="T11" fmla="*/ 23 h 136"/>
                      <a:gd name="T12" fmla="*/ 0 w 56"/>
                      <a:gd name="T13" fmla="*/ 25 h 136"/>
                      <a:gd name="T14" fmla="*/ 0 w 56"/>
                      <a:gd name="T15" fmla="*/ 28 h 136"/>
                      <a:gd name="T16" fmla="*/ 0 w 56"/>
                      <a:gd name="T17" fmla="*/ 34 h 136"/>
                      <a:gd name="T18" fmla="*/ 3 w 56"/>
                      <a:gd name="T19" fmla="*/ 37 h 136"/>
                      <a:gd name="T20" fmla="*/ 3 w 56"/>
                      <a:gd name="T21" fmla="*/ 45 h 136"/>
                      <a:gd name="T22" fmla="*/ 0 w 56"/>
                      <a:gd name="T23" fmla="*/ 48 h 136"/>
                      <a:gd name="T24" fmla="*/ 6 w 56"/>
                      <a:gd name="T25" fmla="*/ 48 h 136"/>
                      <a:gd name="T26" fmla="*/ 9 w 56"/>
                      <a:gd name="T27" fmla="*/ 48 h 136"/>
                      <a:gd name="T28" fmla="*/ 11 w 56"/>
                      <a:gd name="T29" fmla="*/ 48 h 136"/>
                      <a:gd name="T30" fmla="*/ 11 w 56"/>
                      <a:gd name="T31" fmla="*/ 42 h 136"/>
                      <a:gd name="T32" fmla="*/ 15 w 56"/>
                      <a:gd name="T33" fmla="*/ 40 h 136"/>
                      <a:gd name="T34" fmla="*/ 17 w 56"/>
                      <a:gd name="T35" fmla="*/ 31 h 136"/>
                      <a:gd name="T36" fmla="*/ 15 w 56"/>
                      <a:gd name="T37" fmla="*/ 25 h 136"/>
                      <a:gd name="T38" fmla="*/ 17 w 56"/>
                      <a:gd name="T39" fmla="*/ 23 h 136"/>
                      <a:gd name="T40" fmla="*/ 17 w 56"/>
                      <a:gd name="T41" fmla="*/ 14 h 136"/>
                      <a:gd name="T42" fmla="*/ 21 w 56"/>
                      <a:gd name="T43" fmla="*/ 11 h 136"/>
                      <a:gd name="T44" fmla="*/ 21 w 56"/>
                      <a:gd name="T45" fmla="*/ 6 h 136"/>
                      <a:gd name="T46" fmla="*/ 17 w 56"/>
                      <a:gd name="T47" fmla="*/ 0 h 136"/>
                      <a:gd name="T48" fmla="*/ 15 w 56"/>
                      <a:gd name="T49" fmla="*/ 3 h 136"/>
                      <a:gd name="T50" fmla="*/ 6 w 56"/>
                      <a:gd name="T51" fmla="*/ 3 h 136"/>
                      <a:gd name="T52" fmla="*/ 3 w 56"/>
                      <a:gd name="T53" fmla="*/ 3 h 1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6"/>
                      <a:gd name="T82" fmla="*/ 0 h 136"/>
                      <a:gd name="T83" fmla="*/ 56 w 56"/>
                      <a:gd name="T84" fmla="*/ 136 h 1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6" h="136">
                        <a:moveTo>
                          <a:pt x="8" y="8"/>
                        </a:moveTo>
                        <a:lnTo>
                          <a:pt x="8" y="16"/>
                        </a:lnTo>
                        <a:lnTo>
                          <a:pt x="8" y="24"/>
                        </a:lnTo>
                        <a:lnTo>
                          <a:pt x="8" y="40"/>
                        </a:lnTo>
                        <a:lnTo>
                          <a:pt x="8" y="56"/>
                        </a:lnTo>
                        <a:lnTo>
                          <a:pt x="0" y="64"/>
                        </a:lnTo>
                        <a:lnTo>
                          <a:pt x="0" y="72"/>
                        </a:lnTo>
                        <a:lnTo>
                          <a:pt x="0" y="80"/>
                        </a:lnTo>
                        <a:lnTo>
                          <a:pt x="0" y="96"/>
                        </a:lnTo>
                        <a:lnTo>
                          <a:pt x="8" y="104"/>
                        </a:lnTo>
                        <a:lnTo>
                          <a:pt x="8" y="128"/>
                        </a:lnTo>
                        <a:lnTo>
                          <a:pt x="0" y="136"/>
                        </a:lnTo>
                        <a:lnTo>
                          <a:pt x="16" y="136"/>
                        </a:lnTo>
                        <a:lnTo>
                          <a:pt x="24" y="136"/>
                        </a:lnTo>
                        <a:lnTo>
                          <a:pt x="32" y="136"/>
                        </a:lnTo>
                        <a:lnTo>
                          <a:pt x="32" y="120"/>
                        </a:lnTo>
                        <a:lnTo>
                          <a:pt x="40" y="112"/>
                        </a:lnTo>
                        <a:lnTo>
                          <a:pt x="48" y="88"/>
                        </a:lnTo>
                        <a:lnTo>
                          <a:pt x="40" y="72"/>
                        </a:lnTo>
                        <a:lnTo>
                          <a:pt x="48" y="64"/>
                        </a:lnTo>
                        <a:lnTo>
                          <a:pt x="48" y="40"/>
                        </a:lnTo>
                        <a:lnTo>
                          <a:pt x="56" y="32"/>
                        </a:lnTo>
                        <a:lnTo>
                          <a:pt x="56" y="16"/>
                        </a:lnTo>
                        <a:lnTo>
                          <a:pt x="48" y="0"/>
                        </a:lnTo>
                        <a:lnTo>
                          <a:pt x="40" y="8"/>
                        </a:lnTo>
                        <a:lnTo>
                          <a:pt x="16" y="8"/>
                        </a:lnTo>
                        <a:lnTo>
                          <a:pt x="8"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55" name="Freeform 372">
                    <a:extLst>
                      <a:ext uri="{FF2B5EF4-FFF2-40B4-BE49-F238E27FC236}">
                        <a16:creationId xmlns:a16="http://schemas.microsoft.com/office/drawing/2014/main" id="{406C135A-1138-972A-8535-13154E2DD2A9}"/>
                      </a:ext>
                    </a:extLst>
                  </p:cNvPr>
                  <p:cNvSpPr>
                    <a:spLocks/>
                  </p:cNvSpPr>
                  <p:nvPr/>
                </p:nvSpPr>
                <p:spPr bwMode="gray">
                  <a:xfrm>
                    <a:off x="2631" y="2194"/>
                    <a:ext cx="175" cy="147"/>
                  </a:xfrm>
                  <a:custGeom>
                    <a:avLst/>
                    <a:gdLst>
                      <a:gd name="T0" fmla="*/ 87 w 248"/>
                      <a:gd name="T1" fmla="*/ 11 h 208"/>
                      <a:gd name="T2" fmla="*/ 87 w 248"/>
                      <a:gd name="T3" fmla="*/ 17 h 208"/>
                      <a:gd name="T4" fmla="*/ 84 w 248"/>
                      <a:gd name="T5" fmla="*/ 23 h 208"/>
                      <a:gd name="T6" fmla="*/ 78 w 248"/>
                      <a:gd name="T7" fmla="*/ 25 h 208"/>
                      <a:gd name="T8" fmla="*/ 73 w 248"/>
                      <a:gd name="T9" fmla="*/ 25 h 208"/>
                      <a:gd name="T10" fmla="*/ 70 w 248"/>
                      <a:gd name="T11" fmla="*/ 28 h 208"/>
                      <a:gd name="T12" fmla="*/ 70 w 248"/>
                      <a:gd name="T13" fmla="*/ 31 h 208"/>
                      <a:gd name="T14" fmla="*/ 65 w 248"/>
                      <a:gd name="T15" fmla="*/ 37 h 208"/>
                      <a:gd name="T16" fmla="*/ 65 w 248"/>
                      <a:gd name="T17" fmla="*/ 42 h 208"/>
                      <a:gd name="T18" fmla="*/ 65 w 248"/>
                      <a:gd name="T19" fmla="*/ 51 h 208"/>
                      <a:gd name="T20" fmla="*/ 62 w 248"/>
                      <a:gd name="T21" fmla="*/ 54 h 208"/>
                      <a:gd name="T22" fmla="*/ 62 w 248"/>
                      <a:gd name="T23" fmla="*/ 59 h 208"/>
                      <a:gd name="T24" fmla="*/ 56 w 248"/>
                      <a:gd name="T25" fmla="*/ 62 h 208"/>
                      <a:gd name="T26" fmla="*/ 54 w 248"/>
                      <a:gd name="T27" fmla="*/ 65 h 208"/>
                      <a:gd name="T28" fmla="*/ 51 w 248"/>
                      <a:gd name="T29" fmla="*/ 65 h 208"/>
                      <a:gd name="T30" fmla="*/ 51 w 248"/>
                      <a:gd name="T31" fmla="*/ 68 h 208"/>
                      <a:gd name="T32" fmla="*/ 45 w 248"/>
                      <a:gd name="T33" fmla="*/ 71 h 208"/>
                      <a:gd name="T34" fmla="*/ 42 w 248"/>
                      <a:gd name="T35" fmla="*/ 68 h 208"/>
                      <a:gd name="T36" fmla="*/ 37 w 248"/>
                      <a:gd name="T37" fmla="*/ 68 h 208"/>
                      <a:gd name="T38" fmla="*/ 31 w 248"/>
                      <a:gd name="T39" fmla="*/ 71 h 208"/>
                      <a:gd name="T40" fmla="*/ 25 w 248"/>
                      <a:gd name="T41" fmla="*/ 74 h 208"/>
                      <a:gd name="T42" fmla="*/ 23 w 248"/>
                      <a:gd name="T43" fmla="*/ 74 h 208"/>
                      <a:gd name="T44" fmla="*/ 20 w 248"/>
                      <a:gd name="T45" fmla="*/ 71 h 208"/>
                      <a:gd name="T46" fmla="*/ 17 w 248"/>
                      <a:gd name="T47" fmla="*/ 65 h 208"/>
                      <a:gd name="T48" fmla="*/ 14 w 248"/>
                      <a:gd name="T49" fmla="*/ 65 h 208"/>
                      <a:gd name="T50" fmla="*/ 11 w 248"/>
                      <a:gd name="T51" fmla="*/ 65 h 208"/>
                      <a:gd name="T52" fmla="*/ 11 w 248"/>
                      <a:gd name="T53" fmla="*/ 59 h 208"/>
                      <a:gd name="T54" fmla="*/ 14 w 248"/>
                      <a:gd name="T55" fmla="*/ 57 h 208"/>
                      <a:gd name="T56" fmla="*/ 17 w 248"/>
                      <a:gd name="T57" fmla="*/ 48 h 208"/>
                      <a:gd name="T58" fmla="*/ 14 w 248"/>
                      <a:gd name="T59" fmla="*/ 42 h 208"/>
                      <a:gd name="T60" fmla="*/ 17 w 248"/>
                      <a:gd name="T61" fmla="*/ 40 h 208"/>
                      <a:gd name="T62" fmla="*/ 17 w 248"/>
                      <a:gd name="T63" fmla="*/ 31 h 208"/>
                      <a:gd name="T64" fmla="*/ 20 w 248"/>
                      <a:gd name="T65" fmla="*/ 28 h 208"/>
                      <a:gd name="T66" fmla="*/ 20 w 248"/>
                      <a:gd name="T67" fmla="*/ 23 h 208"/>
                      <a:gd name="T68" fmla="*/ 17 w 248"/>
                      <a:gd name="T69" fmla="*/ 17 h 208"/>
                      <a:gd name="T70" fmla="*/ 14 w 248"/>
                      <a:gd name="T71" fmla="*/ 20 h 208"/>
                      <a:gd name="T72" fmla="*/ 6 w 248"/>
                      <a:gd name="T73" fmla="*/ 20 h 208"/>
                      <a:gd name="T74" fmla="*/ 3 w 248"/>
                      <a:gd name="T75" fmla="*/ 20 h 208"/>
                      <a:gd name="T76" fmla="*/ 3 w 248"/>
                      <a:gd name="T77" fmla="*/ 14 h 208"/>
                      <a:gd name="T78" fmla="*/ 0 w 248"/>
                      <a:gd name="T79" fmla="*/ 8 h 208"/>
                      <a:gd name="T80" fmla="*/ 0 w 248"/>
                      <a:gd name="T81" fmla="*/ 6 h 208"/>
                      <a:gd name="T82" fmla="*/ 6 w 248"/>
                      <a:gd name="T83" fmla="*/ 3 h 208"/>
                      <a:gd name="T84" fmla="*/ 8 w 248"/>
                      <a:gd name="T85" fmla="*/ 0 h 208"/>
                      <a:gd name="T86" fmla="*/ 11 w 248"/>
                      <a:gd name="T87" fmla="*/ 0 h 208"/>
                      <a:gd name="T88" fmla="*/ 11 w 248"/>
                      <a:gd name="T89" fmla="*/ 3 h 208"/>
                      <a:gd name="T90" fmla="*/ 20 w 248"/>
                      <a:gd name="T91" fmla="*/ 3 h 208"/>
                      <a:gd name="T92" fmla="*/ 23 w 248"/>
                      <a:gd name="T93" fmla="*/ 3 h 208"/>
                      <a:gd name="T94" fmla="*/ 25 w 248"/>
                      <a:gd name="T95" fmla="*/ 3 h 208"/>
                      <a:gd name="T96" fmla="*/ 34 w 248"/>
                      <a:gd name="T97" fmla="*/ 3 h 208"/>
                      <a:gd name="T98" fmla="*/ 40 w 248"/>
                      <a:gd name="T99" fmla="*/ 3 h 208"/>
                      <a:gd name="T100" fmla="*/ 45 w 248"/>
                      <a:gd name="T101" fmla="*/ 6 h 208"/>
                      <a:gd name="T102" fmla="*/ 54 w 248"/>
                      <a:gd name="T103" fmla="*/ 6 h 208"/>
                      <a:gd name="T104" fmla="*/ 59 w 248"/>
                      <a:gd name="T105" fmla="*/ 8 h 208"/>
                      <a:gd name="T106" fmla="*/ 62 w 248"/>
                      <a:gd name="T107" fmla="*/ 8 h 208"/>
                      <a:gd name="T108" fmla="*/ 65 w 248"/>
                      <a:gd name="T109" fmla="*/ 11 h 208"/>
                      <a:gd name="T110" fmla="*/ 73 w 248"/>
                      <a:gd name="T111" fmla="*/ 11 h 208"/>
                      <a:gd name="T112" fmla="*/ 76 w 248"/>
                      <a:gd name="T113" fmla="*/ 11 h 208"/>
                      <a:gd name="T114" fmla="*/ 78 w 248"/>
                      <a:gd name="T115" fmla="*/ 11 h 208"/>
                      <a:gd name="T116" fmla="*/ 87 w 248"/>
                      <a:gd name="T117" fmla="*/ 11 h 20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48"/>
                      <a:gd name="T178" fmla="*/ 0 h 208"/>
                      <a:gd name="T179" fmla="*/ 248 w 248"/>
                      <a:gd name="T180" fmla="*/ 208 h 20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48" h="208">
                        <a:moveTo>
                          <a:pt x="248" y="32"/>
                        </a:moveTo>
                        <a:lnTo>
                          <a:pt x="248" y="48"/>
                        </a:lnTo>
                        <a:lnTo>
                          <a:pt x="240" y="64"/>
                        </a:lnTo>
                        <a:lnTo>
                          <a:pt x="224" y="72"/>
                        </a:lnTo>
                        <a:lnTo>
                          <a:pt x="208" y="72"/>
                        </a:lnTo>
                        <a:lnTo>
                          <a:pt x="200" y="80"/>
                        </a:lnTo>
                        <a:lnTo>
                          <a:pt x="200" y="88"/>
                        </a:lnTo>
                        <a:lnTo>
                          <a:pt x="184" y="104"/>
                        </a:lnTo>
                        <a:lnTo>
                          <a:pt x="184" y="120"/>
                        </a:lnTo>
                        <a:lnTo>
                          <a:pt x="184" y="144"/>
                        </a:lnTo>
                        <a:lnTo>
                          <a:pt x="176" y="152"/>
                        </a:lnTo>
                        <a:lnTo>
                          <a:pt x="176" y="168"/>
                        </a:lnTo>
                        <a:lnTo>
                          <a:pt x="160" y="176"/>
                        </a:lnTo>
                        <a:lnTo>
                          <a:pt x="152" y="184"/>
                        </a:lnTo>
                        <a:lnTo>
                          <a:pt x="144" y="184"/>
                        </a:lnTo>
                        <a:lnTo>
                          <a:pt x="144" y="192"/>
                        </a:lnTo>
                        <a:lnTo>
                          <a:pt x="128" y="200"/>
                        </a:lnTo>
                        <a:lnTo>
                          <a:pt x="120" y="192"/>
                        </a:lnTo>
                        <a:lnTo>
                          <a:pt x="104" y="192"/>
                        </a:lnTo>
                        <a:lnTo>
                          <a:pt x="88" y="200"/>
                        </a:lnTo>
                        <a:lnTo>
                          <a:pt x="72" y="208"/>
                        </a:lnTo>
                        <a:lnTo>
                          <a:pt x="64" y="208"/>
                        </a:lnTo>
                        <a:lnTo>
                          <a:pt x="56" y="200"/>
                        </a:lnTo>
                        <a:lnTo>
                          <a:pt x="48" y="184"/>
                        </a:lnTo>
                        <a:lnTo>
                          <a:pt x="40" y="184"/>
                        </a:lnTo>
                        <a:lnTo>
                          <a:pt x="32" y="184"/>
                        </a:lnTo>
                        <a:lnTo>
                          <a:pt x="32" y="168"/>
                        </a:lnTo>
                        <a:lnTo>
                          <a:pt x="40" y="160"/>
                        </a:lnTo>
                        <a:lnTo>
                          <a:pt x="48" y="136"/>
                        </a:lnTo>
                        <a:lnTo>
                          <a:pt x="40" y="120"/>
                        </a:lnTo>
                        <a:lnTo>
                          <a:pt x="48" y="112"/>
                        </a:lnTo>
                        <a:lnTo>
                          <a:pt x="48" y="88"/>
                        </a:lnTo>
                        <a:lnTo>
                          <a:pt x="56" y="80"/>
                        </a:lnTo>
                        <a:lnTo>
                          <a:pt x="56" y="64"/>
                        </a:lnTo>
                        <a:lnTo>
                          <a:pt x="48" y="48"/>
                        </a:lnTo>
                        <a:lnTo>
                          <a:pt x="40" y="56"/>
                        </a:lnTo>
                        <a:lnTo>
                          <a:pt x="16" y="56"/>
                        </a:lnTo>
                        <a:lnTo>
                          <a:pt x="8" y="56"/>
                        </a:lnTo>
                        <a:lnTo>
                          <a:pt x="8" y="40"/>
                        </a:lnTo>
                        <a:lnTo>
                          <a:pt x="0" y="24"/>
                        </a:lnTo>
                        <a:lnTo>
                          <a:pt x="0" y="16"/>
                        </a:lnTo>
                        <a:lnTo>
                          <a:pt x="16" y="8"/>
                        </a:lnTo>
                        <a:lnTo>
                          <a:pt x="24" y="0"/>
                        </a:lnTo>
                        <a:lnTo>
                          <a:pt x="32" y="0"/>
                        </a:lnTo>
                        <a:lnTo>
                          <a:pt x="32" y="8"/>
                        </a:lnTo>
                        <a:lnTo>
                          <a:pt x="56" y="8"/>
                        </a:lnTo>
                        <a:lnTo>
                          <a:pt x="64" y="8"/>
                        </a:lnTo>
                        <a:lnTo>
                          <a:pt x="72" y="8"/>
                        </a:lnTo>
                        <a:lnTo>
                          <a:pt x="96" y="8"/>
                        </a:lnTo>
                        <a:lnTo>
                          <a:pt x="112" y="8"/>
                        </a:lnTo>
                        <a:lnTo>
                          <a:pt x="128" y="16"/>
                        </a:lnTo>
                        <a:lnTo>
                          <a:pt x="152" y="16"/>
                        </a:lnTo>
                        <a:lnTo>
                          <a:pt x="168" y="24"/>
                        </a:lnTo>
                        <a:lnTo>
                          <a:pt x="176" y="24"/>
                        </a:lnTo>
                        <a:lnTo>
                          <a:pt x="184" y="32"/>
                        </a:lnTo>
                        <a:lnTo>
                          <a:pt x="208" y="32"/>
                        </a:lnTo>
                        <a:lnTo>
                          <a:pt x="216" y="32"/>
                        </a:lnTo>
                        <a:lnTo>
                          <a:pt x="224" y="32"/>
                        </a:lnTo>
                        <a:lnTo>
                          <a:pt x="248" y="3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56" name="Freeform 373">
                    <a:extLst>
                      <a:ext uri="{FF2B5EF4-FFF2-40B4-BE49-F238E27FC236}">
                        <a16:creationId xmlns:a16="http://schemas.microsoft.com/office/drawing/2014/main" id="{6D02977A-C31C-A348-F21D-A7F41B71776F}"/>
                      </a:ext>
                    </a:extLst>
                  </p:cNvPr>
                  <p:cNvSpPr>
                    <a:spLocks/>
                  </p:cNvSpPr>
                  <p:nvPr/>
                </p:nvSpPr>
                <p:spPr bwMode="gray">
                  <a:xfrm>
                    <a:off x="2693" y="2042"/>
                    <a:ext cx="186" cy="175"/>
                  </a:xfrm>
                  <a:custGeom>
                    <a:avLst/>
                    <a:gdLst>
                      <a:gd name="T0" fmla="*/ 56 w 264"/>
                      <a:gd name="T1" fmla="*/ 82 h 248"/>
                      <a:gd name="T2" fmla="*/ 67 w 264"/>
                      <a:gd name="T3" fmla="*/ 82 h 248"/>
                      <a:gd name="T4" fmla="*/ 75 w 264"/>
                      <a:gd name="T5" fmla="*/ 82 h 248"/>
                      <a:gd name="T6" fmla="*/ 81 w 264"/>
                      <a:gd name="T7" fmla="*/ 78 h 248"/>
                      <a:gd name="T8" fmla="*/ 89 w 264"/>
                      <a:gd name="T9" fmla="*/ 76 h 248"/>
                      <a:gd name="T10" fmla="*/ 84 w 264"/>
                      <a:gd name="T11" fmla="*/ 70 h 248"/>
                      <a:gd name="T12" fmla="*/ 81 w 264"/>
                      <a:gd name="T13" fmla="*/ 56 h 248"/>
                      <a:gd name="T14" fmla="*/ 78 w 264"/>
                      <a:gd name="T15" fmla="*/ 51 h 248"/>
                      <a:gd name="T16" fmla="*/ 75 w 264"/>
                      <a:gd name="T17" fmla="*/ 51 h 248"/>
                      <a:gd name="T18" fmla="*/ 78 w 264"/>
                      <a:gd name="T19" fmla="*/ 45 h 248"/>
                      <a:gd name="T20" fmla="*/ 81 w 264"/>
                      <a:gd name="T21" fmla="*/ 40 h 248"/>
                      <a:gd name="T22" fmla="*/ 87 w 264"/>
                      <a:gd name="T23" fmla="*/ 40 h 248"/>
                      <a:gd name="T24" fmla="*/ 92 w 264"/>
                      <a:gd name="T25" fmla="*/ 20 h 248"/>
                      <a:gd name="T26" fmla="*/ 81 w 264"/>
                      <a:gd name="T27" fmla="*/ 17 h 248"/>
                      <a:gd name="T28" fmla="*/ 70 w 264"/>
                      <a:gd name="T29" fmla="*/ 11 h 248"/>
                      <a:gd name="T30" fmla="*/ 61 w 264"/>
                      <a:gd name="T31" fmla="*/ 8 h 248"/>
                      <a:gd name="T32" fmla="*/ 50 w 264"/>
                      <a:gd name="T33" fmla="*/ 0 h 248"/>
                      <a:gd name="T34" fmla="*/ 42 w 264"/>
                      <a:gd name="T35" fmla="*/ 8 h 248"/>
                      <a:gd name="T36" fmla="*/ 34 w 264"/>
                      <a:gd name="T37" fmla="*/ 17 h 248"/>
                      <a:gd name="T38" fmla="*/ 25 w 264"/>
                      <a:gd name="T39" fmla="*/ 14 h 248"/>
                      <a:gd name="T40" fmla="*/ 19 w 264"/>
                      <a:gd name="T41" fmla="*/ 17 h 248"/>
                      <a:gd name="T42" fmla="*/ 25 w 264"/>
                      <a:gd name="T43" fmla="*/ 25 h 248"/>
                      <a:gd name="T44" fmla="*/ 19 w 264"/>
                      <a:gd name="T45" fmla="*/ 25 h 248"/>
                      <a:gd name="T46" fmla="*/ 11 w 264"/>
                      <a:gd name="T47" fmla="*/ 25 h 248"/>
                      <a:gd name="T48" fmla="*/ 6 w 264"/>
                      <a:gd name="T49" fmla="*/ 28 h 248"/>
                      <a:gd name="T50" fmla="*/ 0 w 264"/>
                      <a:gd name="T51" fmla="*/ 31 h 248"/>
                      <a:gd name="T52" fmla="*/ 3 w 264"/>
                      <a:gd name="T53" fmla="*/ 34 h 248"/>
                      <a:gd name="T54" fmla="*/ 11 w 264"/>
                      <a:gd name="T55" fmla="*/ 37 h 248"/>
                      <a:gd name="T56" fmla="*/ 14 w 264"/>
                      <a:gd name="T57" fmla="*/ 40 h 248"/>
                      <a:gd name="T58" fmla="*/ 19 w 264"/>
                      <a:gd name="T59" fmla="*/ 42 h 248"/>
                      <a:gd name="T60" fmla="*/ 25 w 264"/>
                      <a:gd name="T61" fmla="*/ 51 h 248"/>
                      <a:gd name="T62" fmla="*/ 25 w 264"/>
                      <a:gd name="T63" fmla="*/ 59 h 248"/>
                      <a:gd name="T64" fmla="*/ 27 w 264"/>
                      <a:gd name="T65" fmla="*/ 65 h 248"/>
                      <a:gd name="T66" fmla="*/ 27 w 264"/>
                      <a:gd name="T67" fmla="*/ 65 h 248"/>
                      <a:gd name="T68" fmla="*/ 25 w 264"/>
                      <a:gd name="T69" fmla="*/ 76 h 248"/>
                      <a:gd name="T70" fmla="*/ 27 w 264"/>
                      <a:gd name="T71" fmla="*/ 84 h 248"/>
                      <a:gd name="T72" fmla="*/ 34 w 264"/>
                      <a:gd name="T73" fmla="*/ 87 h 248"/>
                      <a:gd name="T74" fmla="*/ 42 w 264"/>
                      <a:gd name="T75" fmla="*/ 84 h 248"/>
                      <a:gd name="T76" fmla="*/ 44 w 264"/>
                      <a:gd name="T77" fmla="*/ 87 h 248"/>
                      <a:gd name="T78" fmla="*/ 56 w 264"/>
                      <a:gd name="T79" fmla="*/ 87 h 24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64"/>
                      <a:gd name="T121" fmla="*/ 0 h 248"/>
                      <a:gd name="T122" fmla="*/ 264 w 264"/>
                      <a:gd name="T123" fmla="*/ 248 h 24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64" h="248">
                        <a:moveTo>
                          <a:pt x="160" y="248"/>
                        </a:moveTo>
                        <a:lnTo>
                          <a:pt x="160" y="232"/>
                        </a:lnTo>
                        <a:lnTo>
                          <a:pt x="176" y="224"/>
                        </a:lnTo>
                        <a:lnTo>
                          <a:pt x="192" y="232"/>
                        </a:lnTo>
                        <a:lnTo>
                          <a:pt x="208" y="232"/>
                        </a:lnTo>
                        <a:lnTo>
                          <a:pt x="216" y="232"/>
                        </a:lnTo>
                        <a:lnTo>
                          <a:pt x="224" y="232"/>
                        </a:lnTo>
                        <a:lnTo>
                          <a:pt x="232" y="224"/>
                        </a:lnTo>
                        <a:lnTo>
                          <a:pt x="248" y="224"/>
                        </a:lnTo>
                        <a:lnTo>
                          <a:pt x="256" y="216"/>
                        </a:lnTo>
                        <a:lnTo>
                          <a:pt x="248" y="208"/>
                        </a:lnTo>
                        <a:lnTo>
                          <a:pt x="240" y="200"/>
                        </a:lnTo>
                        <a:lnTo>
                          <a:pt x="232" y="184"/>
                        </a:lnTo>
                        <a:lnTo>
                          <a:pt x="232" y="160"/>
                        </a:lnTo>
                        <a:lnTo>
                          <a:pt x="232" y="144"/>
                        </a:lnTo>
                        <a:lnTo>
                          <a:pt x="224" y="144"/>
                        </a:lnTo>
                        <a:lnTo>
                          <a:pt x="216" y="152"/>
                        </a:lnTo>
                        <a:lnTo>
                          <a:pt x="216" y="144"/>
                        </a:lnTo>
                        <a:lnTo>
                          <a:pt x="224" y="136"/>
                        </a:lnTo>
                        <a:lnTo>
                          <a:pt x="224" y="128"/>
                        </a:lnTo>
                        <a:lnTo>
                          <a:pt x="232" y="128"/>
                        </a:lnTo>
                        <a:lnTo>
                          <a:pt x="232" y="112"/>
                        </a:lnTo>
                        <a:lnTo>
                          <a:pt x="240" y="104"/>
                        </a:lnTo>
                        <a:lnTo>
                          <a:pt x="248" y="112"/>
                        </a:lnTo>
                        <a:lnTo>
                          <a:pt x="256" y="80"/>
                        </a:lnTo>
                        <a:lnTo>
                          <a:pt x="264" y="56"/>
                        </a:lnTo>
                        <a:lnTo>
                          <a:pt x="248" y="48"/>
                        </a:lnTo>
                        <a:lnTo>
                          <a:pt x="232" y="48"/>
                        </a:lnTo>
                        <a:lnTo>
                          <a:pt x="216" y="48"/>
                        </a:lnTo>
                        <a:lnTo>
                          <a:pt x="200" y="32"/>
                        </a:lnTo>
                        <a:lnTo>
                          <a:pt x="192" y="32"/>
                        </a:lnTo>
                        <a:lnTo>
                          <a:pt x="176" y="24"/>
                        </a:lnTo>
                        <a:lnTo>
                          <a:pt x="160" y="16"/>
                        </a:lnTo>
                        <a:lnTo>
                          <a:pt x="144" y="0"/>
                        </a:lnTo>
                        <a:lnTo>
                          <a:pt x="128" y="0"/>
                        </a:lnTo>
                        <a:lnTo>
                          <a:pt x="120" y="24"/>
                        </a:lnTo>
                        <a:lnTo>
                          <a:pt x="104" y="40"/>
                        </a:lnTo>
                        <a:lnTo>
                          <a:pt x="96" y="48"/>
                        </a:lnTo>
                        <a:lnTo>
                          <a:pt x="80" y="48"/>
                        </a:lnTo>
                        <a:lnTo>
                          <a:pt x="72" y="40"/>
                        </a:lnTo>
                        <a:lnTo>
                          <a:pt x="56" y="40"/>
                        </a:lnTo>
                        <a:lnTo>
                          <a:pt x="56" y="48"/>
                        </a:lnTo>
                        <a:lnTo>
                          <a:pt x="64" y="64"/>
                        </a:lnTo>
                        <a:lnTo>
                          <a:pt x="72" y="72"/>
                        </a:lnTo>
                        <a:lnTo>
                          <a:pt x="64" y="80"/>
                        </a:lnTo>
                        <a:lnTo>
                          <a:pt x="56" y="72"/>
                        </a:lnTo>
                        <a:lnTo>
                          <a:pt x="48" y="80"/>
                        </a:lnTo>
                        <a:lnTo>
                          <a:pt x="32" y="72"/>
                        </a:lnTo>
                        <a:lnTo>
                          <a:pt x="24" y="72"/>
                        </a:lnTo>
                        <a:lnTo>
                          <a:pt x="16" y="80"/>
                        </a:lnTo>
                        <a:lnTo>
                          <a:pt x="8" y="80"/>
                        </a:lnTo>
                        <a:lnTo>
                          <a:pt x="0" y="88"/>
                        </a:lnTo>
                        <a:lnTo>
                          <a:pt x="8" y="88"/>
                        </a:lnTo>
                        <a:lnTo>
                          <a:pt x="8" y="96"/>
                        </a:lnTo>
                        <a:lnTo>
                          <a:pt x="16" y="104"/>
                        </a:lnTo>
                        <a:lnTo>
                          <a:pt x="32" y="104"/>
                        </a:lnTo>
                        <a:lnTo>
                          <a:pt x="40" y="104"/>
                        </a:lnTo>
                        <a:lnTo>
                          <a:pt x="40" y="112"/>
                        </a:lnTo>
                        <a:lnTo>
                          <a:pt x="48" y="112"/>
                        </a:lnTo>
                        <a:lnTo>
                          <a:pt x="56" y="120"/>
                        </a:lnTo>
                        <a:lnTo>
                          <a:pt x="56" y="128"/>
                        </a:lnTo>
                        <a:lnTo>
                          <a:pt x="72" y="144"/>
                        </a:lnTo>
                        <a:lnTo>
                          <a:pt x="72" y="152"/>
                        </a:lnTo>
                        <a:lnTo>
                          <a:pt x="72" y="168"/>
                        </a:lnTo>
                        <a:lnTo>
                          <a:pt x="72" y="176"/>
                        </a:lnTo>
                        <a:lnTo>
                          <a:pt x="80" y="184"/>
                        </a:lnTo>
                        <a:lnTo>
                          <a:pt x="80" y="192"/>
                        </a:lnTo>
                        <a:lnTo>
                          <a:pt x="80" y="184"/>
                        </a:lnTo>
                        <a:lnTo>
                          <a:pt x="80" y="200"/>
                        </a:lnTo>
                        <a:lnTo>
                          <a:pt x="72" y="216"/>
                        </a:lnTo>
                        <a:lnTo>
                          <a:pt x="64" y="232"/>
                        </a:lnTo>
                        <a:lnTo>
                          <a:pt x="80" y="240"/>
                        </a:lnTo>
                        <a:lnTo>
                          <a:pt x="88" y="240"/>
                        </a:lnTo>
                        <a:lnTo>
                          <a:pt x="96" y="248"/>
                        </a:lnTo>
                        <a:lnTo>
                          <a:pt x="120" y="248"/>
                        </a:lnTo>
                        <a:lnTo>
                          <a:pt x="120" y="240"/>
                        </a:lnTo>
                        <a:lnTo>
                          <a:pt x="128" y="240"/>
                        </a:lnTo>
                        <a:lnTo>
                          <a:pt x="128" y="248"/>
                        </a:lnTo>
                        <a:lnTo>
                          <a:pt x="136" y="248"/>
                        </a:lnTo>
                        <a:lnTo>
                          <a:pt x="160" y="24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57" name="Freeform 374">
                    <a:extLst>
                      <a:ext uri="{FF2B5EF4-FFF2-40B4-BE49-F238E27FC236}">
                        <a16:creationId xmlns:a16="http://schemas.microsoft.com/office/drawing/2014/main" id="{FB444D34-6BC7-8FEE-556B-663D63C64D8C}"/>
                      </a:ext>
                    </a:extLst>
                  </p:cNvPr>
                  <p:cNvSpPr>
                    <a:spLocks/>
                  </p:cNvSpPr>
                  <p:nvPr/>
                </p:nvSpPr>
                <p:spPr bwMode="gray">
                  <a:xfrm>
                    <a:off x="2857" y="2132"/>
                    <a:ext cx="174" cy="175"/>
                  </a:xfrm>
                  <a:custGeom>
                    <a:avLst/>
                    <a:gdLst>
                      <a:gd name="T0" fmla="*/ 14 w 248"/>
                      <a:gd name="T1" fmla="*/ 25 h 248"/>
                      <a:gd name="T2" fmla="*/ 22 w 248"/>
                      <a:gd name="T3" fmla="*/ 25 h 248"/>
                      <a:gd name="T4" fmla="*/ 27 w 248"/>
                      <a:gd name="T5" fmla="*/ 40 h 248"/>
                      <a:gd name="T6" fmla="*/ 33 w 248"/>
                      <a:gd name="T7" fmla="*/ 48 h 248"/>
                      <a:gd name="T8" fmla="*/ 39 w 248"/>
                      <a:gd name="T9" fmla="*/ 51 h 248"/>
                      <a:gd name="T10" fmla="*/ 47 w 248"/>
                      <a:gd name="T11" fmla="*/ 56 h 248"/>
                      <a:gd name="T12" fmla="*/ 53 w 248"/>
                      <a:gd name="T13" fmla="*/ 59 h 248"/>
                      <a:gd name="T14" fmla="*/ 55 w 248"/>
                      <a:gd name="T15" fmla="*/ 62 h 248"/>
                      <a:gd name="T16" fmla="*/ 58 w 248"/>
                      <a:gd name="T17" fmla="*/ 65 h 248"/>
                      <a:gd name="T18" fmla="*/ 64 w 248"/>
                      <a:gd name="T19" fmla="*/ 67 h 248"/>
                      <a:gd name="T20" fmla="*/ 67 w 248"/>
                      <a:gd name="T21" fmla="*/ 73 h 248"/>
                      <a:gd name="T22" fmla="*/ 64 w 248"/>
                      <a:gd name="T23" fmla="*/ 82 h 248"/>
                      <a:gd name="T24" fmla="*/ 67 w 248"/>
                      <a:gd name="T25" fmla="*/ 87 h 248"/>
                      <a:gd name="T26" fmla="*/ 72 w 248"/>
                      <a:gd name="T27" fmla="*/ 78 h 248"/>
                      <a:gd name="T28" fmla="*/ 75 w 248"/>
                      <a:gd name="T29" fmla="*/ 73 h 248"/>
                      <a:gd name="T30" fmla="*/ 72 w 248"/>
                      <a:gd name="T31" fmla="*/ 65 h 248"/>
                      <a:gd name="T32" fmla="*/ 80 w 248"/>
                      <a:gd name="T33" fmla="*/ 65 h 248"/>
                      <a:gd name="T34" fmla="*/ 86 w 248"/>
                      <a:gd name="T35" fmla="*/ 67 h 248"/>
                      <a:gd name="T36" fmla="*/ 80 w 248"/>
                      <a:gd name="T37" fmla="*/ 59 h 248"/>
                      <a:gd name="T38" fmla="*/ 75 w 248"/>
                      <a:gd name="T39" fmla="*/ 56 h 248"/>
                      <a:gd name="T40" fmla="*/ 67 w 248"/>
                      <a:gd name="T41" fmla="*/ 54 h 248"/>
                      <a:gd name="T42" fmla="*/ 58 w 248"/>
                      <a:gd name="T43" fmla="*/ 48 h 248"/>
                      <a:gd name="T44" fmla="*/ 50 w 248"/>
                      <a:gd name="T45" fmla="*/ 37 h 248"/>
                      <a:gd name="T46" fmla="*/ 39 w 248"/>
                      <a:gd name="T47" fmla="*/ 25 h 248"/>
                      <a:gd name="T48" fmla="*/ 39 w 248"/>
                      <a:gd name="T49" fmla="*/ 17 h 248"/>
                      <a:gd name="T50" fmla="*/ 50 w 248"/>
                      <a:gd name="T51" fmla="*/ 14 h 248"/>
                      <a:gd name="T52" fmla="*/ 50 w 248"/>
                      <a:gd name="T53" fmla="*/ 14 h 248"/>
                      <a:gd name="T54" fmla="*/ 53 w 248"/>
                      <a:gd name="T55" fmla="*/ 8 h 248"/>
                      <a:gd name="T56" fmla="*/ 50 w 248"/>
                      <a:gd name="T57" fmla="*/ 3 h 248"/>
                      <a:gd name="T58" fmla="*/ 41 w 248"/>
                      <a:gd name="T59" fmla="*/ 0 h 248"/>
                      <a:gd name="T60" fmla="*/ 36 w 248"/>
                      <a:gd name="T61" fmla="*/ 0 h 248"/>
                      <a:gd name="T62" fmla="*/ 25 w 248"/>
                      <a:gd name="T63" fmla="*/ 0 h 248"/>
                      <a:gd name="T64" fmla="*/ 14 w 248"/>
                      <a:gd name="T65" fmla="*/ 6 h 248"/>
                      <a:gd name="T66" fmla="*/ 8 w 248"/>
                      <a:gd name="T67" fmla="*/ 3 h 248"/>
                      <a:gd name="T68" fmla="*/ 6 w 248"/>
                      <a:gd name="T69" fmla="*/ 11 h 248"/>
                      <a:gd name="T70" fmla="*/ 0 w 248"/>
                      <a:gd name="T71" fmla="*/ 11 h 248"/>
                      <a:gd name="T72" fmla="*/ 3 w 248"/>
                      <a:gd name="T73" fmla="*/ 25 h 248"/>
                      <a:gd name="T74" fmla="*/ 8 w 248"/>
                      <a:gd name="T75" fmla="*/ 31 h 24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8"/>
                      <a:gd name="T115" fmla="*/ 0 h 248"/>
                      <a:gd name="T116" fmla="*/ 248 w 248"/>
                      <a:gd name="T117" fmla="*/ 248 h 24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8" h="248">
                        <a:moveTo>
                          <a:pt x="24" y="88"/>
                        </a:moveTo>
                        <a:lnTo>
                          <a:pt x="40" y="72"/>
                        </a:lnTo>
                        <a:lnTo>
                          <a:pt x="56" y="72"/>
                        </a:lnTo>
                        <a:lnTo>
                          <a:pt x="64" y="72"/>
                        </a:lnTo>
                        <a:lnTo>
                          <a:pt x="80" y="96"/>
                        </a:lnTo>
                        <a:lnTo>
                          <a:pt x="80" y="112"/>
                        </a:lnTo>
                        <a:lnTo>
                          <a:pt x="96" y="120"/>
                        </a:lnTo>
                        <a:lnTo>
                          <a:pt x="96" y="136"/>
                        </a:lnTo>
                        <a:lnTo>
                          <a:pt x="104" y="144"/>
                        </a:lnTo>
                        <a:lnTo>
                          <a:pt x="112" y="144"/>
                        </a:lnTo>
                        <a:lnTo>
                          <a:pt x="120" y="152"/>
                        </a:lnTo>
                        <a:lnTo>
                          <a:pt x="136" y="160"/>
                        </a:lnTo>
                        <a:lnTo>
                          <a:pt x="144" y="160"/>
                        </a:lnTo>
                        <a:lnTo>
                          <a:pt x="152" y="168"/>
                        </a:lnTo>
                        <a:lnTo>
                          <a:pt x="160" y="168"/>
                        </a:lnTo>
                        <a:lnTo>
                          <a:pt x="160" y="176"/>
                        </a:lnTo>
                        <a:lnTo>
                          <a:pt x="168" y="176"/>
                        </a:lnTo>
                        <a:lnTo>
                          <a:pt x="168" y="184"/>
                        </a:lnTo>
                        <a:lnTo>
                          <a:pt x="176" y="192"/>
                        </a:lnTo>
                        <a:lnTo>
                          <a:pt x="184" y="192"/>
                        </a:lnTo>
                        <a:lnTo>
                          <a:pt x="192" y="200"/>
                        </a:lnTo>
                        <a:lnTo>
                          <a:pt x="192" y="208"/>
                        </a:lnTo>
                        <a:lnTo>
                          <a:pt x="200" y="224"/>
                        </a:lnTo>
                        <a:lnTo>
                          <a:pt x="184" y="232"/>
                        </a:lnTo>
                        <a:lnTo>
                          <a:pt x="184" y="240"/>
                        </a:lnTo>
                        <a:lnTo>
                          <a:pt x="192" y="248"/>
                        </a:lnTo>
                        <a:lnTo>
                          <a:pt x="200" y="240"/>
                        </a:lnTo>
                        <a:lnTo>
                          <a:pt x="208" y="224"/>
                        </a:lnTo>
                        <a:lnTo>
                          <a:pt x="216" y="224"/>
                        </a:lnTo>
                        <a:lnTo>
                          <a:pt x="216" y="208"/>
                        </a:lnTo>
                        <a:lnTo>
                          <a:pt x="208" y="200"/>
                        </a:lnTo>
                        <a:lnTo>
                          <a:pt x="208" y="184"/>
                        </a:lnTo>
                        <a:lnTo>
                          <a:pt x="224" y="184"/>
                        </a:lnTo>
                        <a:lnTo>
                          <a:pt x="232" y="184"/>
                        </a:lnTo>
                        <a:lnTo>
                          <a:pt x="240" y="192"/>
                        </a:lnTo>
                        <a:lnTo>
                          <a:pt x="248" y="192"/>
                        </a:lnTo>
                        <a:lnTo>
                          <a:pt x="240" y="184"/>
                        </a:lnTo>
                        <a:lnTo>
                          <a:pt x="232" y="168"/>
                        </a:lnTo>
                        <a:lnTo>
                          <a:pt x="216" y="168"/>
                        </a:lnTo>
                        <a:lnTo>
                          <a:pt x="216" y="160"/>
                        </a:lnTo>
                        <a:lnTo>
                          <a:pt x="200" y="160"/>
                        </a:lnTo>
                        <a:lnTo>
                          <a:pt x="192" y="152"/>
                        </a:lnTo>
                        <a:lnTo>
                          <a:pt x="192" y="144"/>
                        </a:lnTo>
                        <a:lnTo>
                          <a:pt x="168" y="136"/>
                        </a:lnTo>
                        <a:lnTo>
                          <a:pt x="152" y="128"/>
                        </a:lnTo>
                        <a:lnTo>
                          <a:pt x="144" y="104"/>
                        </a:lnTo>
                        <a:lnTo>
                          <a:pt x="136" y="88"/>
                        </a:lnTo>
                        <a:lnTo>
                          <a:pt x="112" y="72"/>
                        </a:lnTo>
                        <a:lnTo>
                          <a:pt x="112" y="56"/>
                        </a:lnTo>
                        <a:lnTo>
                          <a:pt x="112" y="48"/>
                        </a:lnTo>
                        <a:lnTo>
                          <a:pt x="120" y="40"/>
                        </a:lnTo>
                        <a:lnTo>
                          <a:pt x="144" y="40"/>
                        </a:lnTo>
                        <a:lnTo>
                          <a:pt x="144" y="48"/>
                        </a:lnTo>
                        <a:lnTo>
                          <a:pt x="144" y="40"/>
                        </a:lnTo>
                        <a:lnTo>
                          <a:pt x="152" y="32"/>
                        </a:lnTo>
                        <a:lnTo>
                          <a:pt x="152" y="24"/>
                        </a:lnTo>
                        <a:lnTo>
                          <a:pt x="144" y="16"/>
                        </a:lnTo>
                        <a:lnTo>
                          <a:pt x="144" y="8"/>
                        </a:lnTo>
                        <a:lnTo>
                          <a:pt x="128" y="0"/>
                        </a:lnTo>
                        <a:lnTo>
                          <a:pt x="120" y="0"/>
                        </a:lnTo>
                        <a:lnTo>
                          <a:pt x="112" y="0"/>
                        </a:lnTo>
                        <a:lnTo>
                          <a:pt x="104" y="0"/>
                        </a:lnTo>
                        <a:lnTo>
                          <a:pt x="96" y="0"/>
                        </a:lnTo>
                        <a:lnTo>
                          <a:pt x="72" y="0"/>
                        </a:lnTo>
                        <a:lnTo>
                          <a:pt x="64" y="16"/>
                        </a:lnTo>
                        <a:lnTo>
                          <a:pt x="40" y="16"/>
                        </a:lnTo>
                        <a:lnTo>
                          <a:pt x="40" y="8"/>
                        </a:lnTo>
                        <a:lnTo>
                          <a:pt x="24" y="8"/>
                        </a:lnTo>
                        <a:lnTo>
                          <a:pt x="24" y="24"/>
                        </a:lnTo>
                        <a:lnTo>
                          <a:pt x="16" y="32"/>
                        </a:lnTo>
                        <a:lnTo>
                          <a:pt x="8" y="32"/>
                        </a:lnTo>
                        <a:lnTo>
                          <a:pt x="0" y="32"/>
                        </a:lnTo>
                        <a:lnTo>
                          <a:pt x="0" y="56"/>
                        </a:lnTo>
                        <a:lnTo>
                          <a:pt x="8" y="72"/>
                        </a:lnTo>
                        <a:lnTo>
                          <a:pt x="16" y="80"/>
                        </a:lnTo>
                        <a:lnTo>
                          <a:pt x="24" y="88"/>
                        </a:lnTo>
                        <a:close/>
                      </a:path>
                    </a:pathLst>
                  </a:custGeom>
                  <a:solidFill>
                    <a:schemeClr val="accent4"/>
                  </a:solid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58" name="Freeform 375">
                    <a:extLst>
                      <a:ext uri="{FF2B5EF4-FFF2-40B4-BE49-F238E27FC236}">
                        <a16:creationId xmlns:a16="http://schemas.microsoft.com/office/drawing/2014/main" id="{DF31E172-6848-F3FC-EF6B-BBF636AD0FF8}"/>
                      </a:ext>
                    </a:extLst>
                  </p:cNvPr>
                  <p:cNvSpPr>
                    <a:spLocks/>
                  </p:cNvSpPr>
                  <p:nvPr/>
                </p:nvSpPr>
                <p:spPr bwMode="gray">
                  <a:xfrm>
                    <a:off x="3053" y="2228"/>
                    <a:ext cx="91" cy="101"/>
                  </a:xfrm>
                  <a:custGeom>
                    <a:avLst/>
                    <a:gdLst>
                      <a:gd name="T0" fmla="*/ 41 w 128"/>
                      <a:gd name="T1" fmla="*/ 11 h 144"/>
                      <a:gd name="T2" fmla="*/ 46 w 128"/>
                      <a:gd name="T3" fmla="*/ 8 h 144"/>
                      <a:gd name="T4" fmla="*/ 46 w 128"/>
                      <a:gd name="T5" fmla="*/ 6 h 144"/>
                      <a:gd name="T6" fmla="*/ 43 w 128"/>
                      <a:gd name="T7" fmla="*/ 0 h 144"/>
                      <a:gd name="T8" fmla="*/ 41 w 128"/>
                      <a:gd name="T9" fmla="*/ 6 h 144"/>
                      <a:gd name="T10" fmla="*/ 38 w 128"/>
                      <a:gd name="T11" fmla="*/ 6 h 144"/>
                      <a:gd name="T12" fmla="*/ 34 w 128"/>
                      <a:gd name="T13" fmla="*/ 6 h 144"/>
                      <a:gd name="T14" fmla="*/ 29 w 128"/>
                      <a:gd name="T15" fmla="*/ 3 h 144"/>
                      <a:gd name="T16" fmla="*/ 26 w 128"/>
                      <a:gd name="T17" fmla="*/ 6 h 144"/>
                      <a:gd name="T18" fmla="*/ 20 w 128"/>
                      <a:gd name="T19" fmla="*/ 6 h 144"/>
                      <a:gd name="T20" fmla="*/ 17 w 128"/>
                      <a:gd name="T21" fmla="*/ 6 h 144"/>
                      <a:gd name="T22" fmla="*/ 14 w 128"/>
                      <a:gd name="T23" fmla="*/ 11 h 144"/>
                      <a:gd name="T24" fmla="*/ 6 w 128"/>
                      <a:gd name="T25" fmla="*/ 11 h 144"/>
                      <a:gd name="T26" fmla="*/ 6 w 128"/>
                      <a:gd name="T27" fmla="*/ 14 h 144"/>
                      <a:gd name="T28" fmla="*/ 3 w 128"/>
                      <a:gd name="T29" fmla="*/ 19 h 144"/>
                      <a:gd name="T30" fmla="*/ 0 w 128"/>
                      <a:gd name="T31" fmla="*/ 22 h 144"/>
                      <a:gd name="T32" fmla="*/ 0 w 128"/>
                      <a:gd name="T33" fmla="*/ 25 h 144"/>
                      <a:gd name="T34" fmla="*/ 3 w 128"/>
                      <a:gd name="T35" fmla="*/ 27 h 144"/>
                      <a:gd name="T36" fmla="*/ 3 w 128"/>
                      <a:gd name="T37" fmla="*/ 33 h 144"/>
                      <a:gd name="T38" fmla="*/ 9 w 128"/>
                      <a:gd name="T39" fmla="*/ 36 h 144"/>
                      <a:gd name="T40" fmla="*/ 11 w 128"/>
                      <a:gd name="T41" fmla="*/ 33 h 144"/>
                      <a:gd name="T42" fmla="*/ 17 w 128"/>
                      <a:gd name="T43" fmla="*/ 33 h 144"/>
                      <a:gd name="T44" fmla="*/ 20 w 128"/>
                      <a:gd name="T45" fmla="*/ 36 h 144"/>
                      <a:gd name="T46" fmla="*/ 11 w 128"/>
                      <a:gd name="T47" fmla="*/ 36 h 144"/>
                      <a:gd name="T48" fmla="*/ 9 w 128"/>
                      <a:gd name="T49" fmla="*/ 36 h 144"/>
                      <a:gd name="T50" fmla="*/ 9 w 128"/>
                      <a:gd name="T51" fmla="*/ 39 h 144"/>
                      <a:gd name="T52" fmla="*/ 11 w 128"/>
                      <a:gd name="T53" fmla="*/ 41 h 144"/>
                      <a:gd name="T54" fmla="*/ 9 w 128"/>
                      <a:gd name="T55" fmla="*/ 47 h 144"/>
                      <a:gd name="T56" fmla="*/ 11 w 128"/>
                      <a:gd name="T57" fmla="*/ 47 h 144"/>
                      <a:gd name="T58" fmla="*/ 14 w 128"/>
                      <a:gd name="T59" fmla="*/ 47 h 144"/>
                      <a:gd name="T60" fmla="*/ 14 w 128"/>
                      <a:gd name="T61" fmla="*/ 50 h 144"/>
                      <a:gd name="T62" fmla="*/ 17 w 128"/>
                      <a:gd name="T63" fmla="*/ 50 h 144"/>
                      <a:gd name="T64" fmla="*/ 20 w 128"/>
                      <a:gd name="T65" fmla="*/ 50 h 144"/>
                      <a:gd name="T66" fmla="*/ 20 w 128"/>
                      <a:gd name="T67" fmla="*/ 47 h 144"/>
                      <a:gd name="T68" fmla="*/ 17 w 128"/>
                      <a:gd name="T69" fmla="*/ 44 h 144"/>
                      <a:gd name="T70" fmla="*/ 20 w 128"/>
                      <a:gd name="T71" fmla="*/ 41 h 144"/>
                      <a:gd name="T72" fmla="*/ 23 w 128"/>
                      <a:gd name="T73" fmla="*/ 44 h 144"/>
                      <a:gd name="T74" fmla="*/ 23 w 128"/>
                      <a:gd name="T75" fmla="*/ 39 h 144"/>
                      <a:gd name="T76" fmla="*/ 26 w 128"/>
                      <a:gd name="T77" fmla="*/ 39 h 144"/>
                      <a:gd name="T78" fmla="*/ 26 w 128"/>
                      <a:gd name="T79" fmla="*/ 36 h 144"/>
                      <a:gd name="T80" fmla="*/ 23 w 128"/>
                      <a:gd name="T81" fmla="*/ 33 h 144"/>
                      <a:gd name="T82" fmla="*/ 20 w 128"/>
                      <a:gd name="T83" fmla="*/ 30 h 144"/>
                      <a:gd name="T84" fmla="*/ 20 w 128"/>
                      <a:gd name="T85" fmla="*/ 25 h 144"/>
                      <a:gd name="T86" fmla="*/ 14 w 128"/>
                      <a:gd name="T87" fmla="*/ 19 h 144"/>
                      <a:gd name="T88" fmla="*/ 14 w 128"/>
                      <a:gd name="T89" fmla="*/ 17 h 144"/>
                      <a:gd name="T90" fmla="*/ 17 w 128"/>
                      <a:gd name="T91" fmla="*/ 14 h 144"/>
                      <a:gd name="T92" fmla="*/ 20 w 128"/>
                      <a:gd name="T93" fmla="*/ 17 h 144"/>
                      <a:gd name="T94" fmla="*/ 23 w 128"/>
                      <a:gd name="T95" fmla="*/ 19 h 144"/>
                      <a:gd name="T96" fmla="*/ 23 w 128"/>
                      <a:gd name="T97" fmla="*/ 17 h 144"/>
                      <a:gd name="T98" fmla="*/ 26 w 128"/>
                      <a:gd name="T99" fmla="*/ 19 h 144"/>
                      <a:gd name="T100" fmla="*/ 26 w 128"/>
                      <a:gd name="T101" fmla="*/ 17 h 144"/>
                      <a:gd name="T102" fmla="*/ 29 w 128"/>
                      <a:gd name="T103" fmla="*/ 19 h 144"/>
                      <a:gd name="T104" fmla="*/ 29 w 128"/>
                      <a:gd name="T105" fmla="*/ 17 h 144"/>
                      <a:gd name="T106" fmla="*/ 26 w 128"/>
                      <a:gd name="T107" fmla="*/ 17 h 144"/>
                      <a:gd name="T108" fmla="*/ 26 w 128"/>
                      <a:gd name="T109" fmla="*/ 11 h 144"/>
                      <a:gd name="T110" fmla="*/ 29 w 128"/>
                      <a:gd name="T111" fmla="*/ 11 h 144"/>
                      <a:gd name="T112" fmla="*/ 32 w 128"/>
                      <a:gd name="T113" fmla="*/ 11 h 144"/>
                      <a:gd name="T114" fmla="*/ 34 w 128"/>
                      <a:gd name="T115" fmla="*/ 11 h 144"/>
                      <a:gd name="T116" fmla="*/ 38 w 128"/>
                      <a:gd name="T117" fmla="*/ 11 h 144"/>
                      <a:gd name="T118" fmla="*/ 41 w 128"/>
                      <a:gd name="T119" fmla="*/ 11 h 14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28"/>
                      <a:gd name="T181" fmla="*/ 0 h 144"/>
                      <a:gd name="T182" fmla="*/ 128 w 128"/>
                      <a:gd name="T183" fmla="*/ 144 h 14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28" h="144">
                        <a:moveTo>
                          <a:pt x="112" y="32"/>
                        </a:moveTo>
                        <a:lnTo>
                          <a:pt x="128" y="24"/>
                        </a:lnTo>
                        <a:lnTo>
                          <a:pt x="128" y="16"/>
                        </a:lnTo>
                        <a:lnTo>
                          <a:pt x="120" y="0"/>
                        </a:lnTo>
                        <a:lnTo>
                          <a:pt x="112" y="16"/>
                        </a:lnTo>
                        <a:lnTo>
                          <a:pt x="104" y="16"/>
                        </a:lnTo>
                        <a:lnTo>
                          <a:pt x="96" y="16"/>
                        </a:lnTo>
                        <a:lnTo>
                          <a:pt x="80" y="8"/>
                        </a:lnTo>
                        <a:lnTo>
                          <a:pt x="72" y="16"/>
                        </a:lnTo>
                        <a:lnTo>
                          <a:pt x="56" y="16"/>
                        </a:lnTo>
                        <a:lnTo>
                          <a:pt x="48" y="16"/>
                        </a:lnTo>
                        <a:lnTo>
                          <a:pt x="40" y="32"/>
                        </a:lnTo>
                        <a:lnTo>
                          <a:pt x="16" y="32"/>
                        </a:lnTo>
                        <a:lnTo>
                          <a:pt x="16" y="40"/>
                        </a:lnTo>
                        <a:lnTo>
                          <a:pt x="8" y="56"/>
                        </a:lnTo>
                        <a:lnTo>
                          <a:pt x="0" y="64"/>
                        </a:lnTo>
                        <a:lnTo>
                          <a:pt x="0" y="72"/>
                        </a:lnTo>
                        <a:lnTo>
                          <a:pt x="8" y="80"/>
                        </a:lnTo>
                        <a:lnTo>
                          <a:pt x="8" y="96"/>
                        </a:lnTo>
                        <a:lnTo>
                          <a:pt x="24" y="104"/>
                        </a:lnTo>
                        <a:lnTo>
                          <a:pt x="32" y="96"/>
                        </a:lnTo>
                        <a:lnTo>
                          <a:pt x="48" y="96"/>
                        </a:lnTo>
                        <a:lnTo>
                          <a:pt x="56" y="104"/>
                        </a:lnTo>
                        <a:lnTo>
                          <a:pt x="32" y="104"/>
                        </a:lnTo>
                        <a:lnTo>
                          <a:pt x="24" y="104"/>
                        </a:lnTo>
                        <a:lnTo>
                          <a:pt x="24" y="112"/>
                        </a:lnTo>
                        <a:lnTo>
                          <a:pt x="32" y="120"/>
                        </a:lnTo>
                        <a:lnTo>
                          <a:pt x="24" y="136"/>
                        </a:lnTo>
                        <a:lnTo>
                          <a:pt x="32" y="136"/>
                        </a:lnTo>
                        <a:lnTo>
                          <a:pt x="40" y="136"/>
                        </a:lnTo>
                        <a:lnTo>
                          <a:pt x="40" y="144"/>
                        </a:lnTo>
                        <a:lnTo>
                          <a:pt x="48" y="144"/>
                        </a:lnTo>
                        <a:lnTo>
                          <a:pt x="56" y="144"/>
                        </a:lnTo>
                        <a:lnTo>
                          <a:pt x="56" y="136"/>
                        </a:lnTo>
                        <a:lnTo>
                          <a:pt x="48" y="128"/>
                        </a:lnTo>
                        <a:lnTo>
                          <a:pt x="56" y="120"/>
                        </a:lnTo>
                        <a:lnTo>
                          <a:pt x="64" y="128"/>
                        </a:lnTo>
                        <a:lnTo>
                          <a:pt x="64" y="112"/>
                        </a:lnTo>
                        <a:lnTo>
                          <a:pt x="72" y="112"/>
                        </a:lnTo>
                        <a:lnTo>
                          <a:pt x="72" y="104"/>
                        </a:lnTo>
                        <a:lnTo>
                          <a:pt x="64" y="96"/>
                        </a:lnTo>
                        <a:lnTo>
                          <a:pt x="56" y="88"/>
                        </a:lnTo>
                        <a:lnTo>
                          <a:pt x="56" y="72"/>
                        </a:lnTo>
                        <a:lnTo>
                          <a:pt x="40" y="56"/>
                        </a:lnTo>
                        <a:lnTo>
                          <a:pt x="40" y="48"/>
                        </a:lnTo>
                        <a:lnTo>
                          <a:pt x="48" y="40"/>
                        </a:lnTo>
                        <a:lnTo>
                          <a:pt x="56" y="48"/>
                        </a:lnTo>
                        <a:lnTo>
                          <a:pt x="64" y="56"/>
                        </a:lnTo>
                        <a:lnTo>
                          <a:pt x="64" y="48"/>
                        </a:lnTo>
                        <a:lnTo>
                          <a:pt x="72" y="56"/>
                        </a:lnTo>
                        <a:lnTo>
                          <a:pt x="72" y="48"/>
                        </a:lnTo>
                        <a:lnTo>
                          <a:pt x="80" y="56"/>
                        </a:lnTo>
                        <a:lnTo>
                          <a:pt x="80" y="48"/>
                        </a:lnTo>
                        <a:lnTo>
                          <a:pt x="72" y="48"/>
                        </a:lnTo>
                        <a:lnTo>
                          <a:pt x="72" y="32"/>
                        </a:lnTo>
                        <a:lnTo>
                          <a:pt x="80" y="32"/>
                        </a:lnTo>
                        <a:lnTo>
                          <a:pt x="88" y="32"/>
                        </a:lnTo>
                        <a:lnTo>
                          <a:pt x="96" y="32"/>
                        </a:lnTo>
                        <a:lnTo>
                          <a:pt x="104" y="32"/>
                        </a:lnTo>
                        <a:lnTo>
                          <a:pt x="112" y="3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59" name="Freeform 376">
                    <a:extLst>
                      <a:ext uri="{FF2B5EF4-FFF2-40B4-BE49-F238E27FC236}">
                        <a16:creationId xmlns:a16="http://schemas.microsoft.com/office/drawing/2014/main" id="{9105810E-A680-1882-81D7-7C36ABC9B5FA}"/>
                      </a:ext>
                    </a:extLst>
                  </p:cNvPr>
                  <p:cNvSpPr>
                    <a:spLocks/>
                  </p:cNvSpPr>
                  <p:nvPr/>
                </p:nvSpPr>
                <p:spPr bwMode="gray">
                  <a:xfrm>
                    <a:off x="2637" y="2324"/>
                    <a:ext cx="298" cy="292"/>
                  </a:xfrm>
                  <a:custGeom>
                    <a:avLst/>
                    <a:gdLst>
                      <a:gd name="T0" fmla="*/ 128 w 424"/>
                      <a:gd name="T1" fmla="*/ 53 h 416"/>
                      <a:gd name="T2" fmla="*/ 122 w 424"/>
                      <a:gd name="T3" fmla="*/ 41 h 416"/>
                      <a:gd name="T4" fmla="*/ 119 w 424"/>
                      <a:gd name="T5" fmla="*/ 36 h 416"/>
                      <a:gd name="T6" fmla="*/ 114 w 424"/>
                      <a:gd name="T7" fmla="*/ 31 h 416"/>
                      <a:gd name="T8" fmla="*/ 114 w 424"/>
                      <a:gd name="T9" fmla="*/ 25 h 416"/>
                      <a:gd name="T10" fmla="*/ 119 w 424"/>
                      <a:gd name="T11" fmla="*/ 19 h 416"/>
                      <a:gd name="T12" fmla="*/ 119 w 424"/>
                      <a:gd name="T13" fmla="*/ 11 h 416"/>
                      <a:gd name="T14" fmla="*/ 119 w 424"/>
                      <a:gd name="T15" fmla="*/ 3 h 416"/>
                      <a:gd name="T16" fmla="*/ 114 w 424"/>
                      <a:gd name="T17" fmla="*/ 0 h 416"/>
                      <a:gd name="T18" fmla="*/ 105 w 424"/>
                      <a:gd name="T19" fmla="*/ 3 h 416"/>
                      <a:gd name="T20" fmla="*/ 100 w 424"/>
                      <a:gd name="T21" fmla="*/ 3 h 416"/>
                      <a:gd name="T22" fmla="*/ 94 w 424"/>
                      <a:gd name="T23" fmla="*/ 3 h 416"/>
                      <a:gd name="T24" fmla="*/ 92 w 424"/>
                      <a:gd name="T25" fmla="*/ 3 h 416"/>
                      <a:gd name="T26" fmla="*/ 84 w 424"/>
                      <a:gd name="T27" fmla="*/ 3 h 416"/>
                      <a:gd name="T28" fmla="*/ 81 w 424"/>
                      <a:gd name="T29" fmla="*/ 6 h 416"/>
                      <a:gd name="T30" fmla="*/ 72 w 424"/>
                      <a:gd name="T31" fmla="*/ 6 h 416"/>
                      <a:gd name="T32" fmla="*/ 70 w 424"/>
                      <a:gd name="T33" fmla="*/ 6 h 416"/>
                      <a:gd name="T34" fmla="*/ 64 w 424"/>
                      <a:gd name="T35" fmla="*/ 8 h 416"/>
                      <a:gd name="T36" fmla="*/ 58 w 424"/>
                      <a:gd name="T37" fmla="*/ 14 h 416"/>
                      <a:gd name="T38" fmla="*/ 56 w 424"/>
                      <a:gd name="T39" fmla="*/ 14 h 416"/>
                      <a:gd name="T40" fmla="*/ 53 w 424"/>
                      <a:gd name="T41" fmla="*/ 17 h 416"/>
                      <a:gd name="T42" fmla="*/ 50 w 424"/>
                      <a:gd name="T43" fmla="*/ 19 h 416"/>
                      <a:gd name="T44" fmla="*/ 53 w 424"/>
                      <a:gd name="T45" fmla="*/ 33 h 416"/>
                      <a:gd name="T46" fmla="*/ 53 w 424"/>
                      <a:gd name="T47" fmla="*/ 36 h 416"/>
                      <a:gd name="T48" fmla="*/ 50 w 424"/>
                      <a:gd name="T49" fmla="*/ 44 h 416"/>
                      <a:gd name="T50" fmla="*/ 44 w 424"/>
                      <a:gd name="T51" fmla="*/ 44 h 416"/>
                      <a:gd name="T52" fmla="*/ 39 w 424"/>
                      <a:gd name="T53" fmla="*/ 44 h 416"/>
                      <a:gd name="T54" fmla="*/ 39 w 424"/>
                      <a:gd name="T55" fmla="*/ 53 h 416"/>
                      <a:gd name="T56" fmla="*/ 33 w 424"/>
                      <a:gd name="T57" fmla="*/ 53 h 416"/>
                      <a:gd name="T58" fmla="*/ 31 w 424"/>
                      <a:gd name="T59" fmla="*/ 55 h 416"/>
                      <a:gd name="T60" fmla="*/ 27 w 424"/>
                      <a:gd name="T61" fmla="*/ 55 h 416"/>
                      <a:gd name="T62" fmla="*/ 25 w 424"/>
                      <a:gd name="T63" fmla="*/ 58 h 416"/>
                      <a:gd name="T64" fmla="*/ 25 w 424"/>
                      <a:gd name="T65" fmla="*/ 61 h 416"/>
                      <a:gd name="T66" fmla="*/ 8 w 424"/>
                      <a:gd name="T67" fmla="*/ 64 h 416"/>
                      <a:gd name="T68" fmla="*/ 0 w 424"/>
                      <a:gd name="T69" fmla="*/ 69 h 416"/>
                      <a:gd name="T70" fmla="*/ 0 w 424"/>
                      <a:gd name="T71" fmla="*/ 75 h 416"/>
                      <a:gd name="T72" fmla="*/ 3 w 424"/>
                      <a:gd name="T73" fmla="*/ 80 h 416"/>
                      <a:gd name="T74" fmla="*/ 31 w 424"/>
                      <a:gd name="T75" fmla="*/ 100 h 416"/>
                      <a:gd name="T76" fmla="*/ 70 w 424"/>
                      <a:gd name="T77" fmla="*/ 130 h 416"/>
                      <a:gd name="T78" fmla="*/ 72 w 424"/>
                      <a:gd name="T79" fmla="*/ 135 h 416"/>
                      <a:gd name="T80" fmla="*/ 77 w 424"/>
                      <a:gd name="T81" fmla="*/ 135 h 416"/>
                      <a:gd name="T82" fmla="*/ 81 w 424"/>
                      <a:gd name="T83" fmla="*/ 135 h 416"/>
                      <a:gd name="T84" fmla="*/ 84 w 424"/>
                      <a:gd name="T85" fmla="*/ 138 h 416"/>
                      <a:gd name="T86" fmla="*/ 84 w 424"/>
                      <a:gd name="T87" fmla="*/ 144 h 416"/>
                      <a:gd name="T88" fmla="*/ 94 w 424"/>
                      <a:gd name="T89" fmla="*/ 141 h 416"/>
                      <a:gd name="T90" fmla="*/ 103 w 424"/>
                      <a:gd name="T91" fmla="*/ 141 h 416"/>
                      <a:gd name="T92" fmla="*/ 147 w 424"/>
                      <a:gd name="T93" fmla="*/ 111 h 416"/>
                      <a:gd name="T94" fmla="*/ 142 w 424"/>
                      <a:gd name="T95" fmla="*/ 100 h 416"/>
                      <a:gd name="T96" fmla="*/ 136 w 424"/>
                      <a:gd name="T97" fmla="*/ 102 h 416"/>
                      <a:gd name="T98" fmla="*/ 131 w 424"/>
                      <a:gd name="T99" fmla="*/ 94 h 416"/>
                      <a:gd name="T100" fmla="*/ 128 w 424"/>
                      <a:gd name="T101" fmla="*/ 86 h 416"/>
                      <a:gd name="T102" fmla="*/ 134 w 424"/>
                      <a:gd name="T103" fmla="*/ 80 h 416"/>
                      <a:gd name="T104" fmla="*/ 134 w 424"/>
                      <a:gd name="T105" fmla="*/ 75 h 416"/>
                      <a:gd name="T106" fmla="*/ 131 w 424"/>
                      <a:gd name="T107" fmla="*/ 69 h 416"/>
                      <a:gd name="T108" fmla="*/ 131 w 424"/>
                      <a:gd name="T109" fmla="*/ 67 h 416"/>
                      <a:gd name="T110" fmla="*/ 128 w 424"/>
                      <a:gd name="T111" fmla="*/ 53 h 4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424"/>
                      <a:gd name="T169" fmla="*/ 0 h 416"/>
                      <a:gd name="T170" fmla="*/ 424 w 424"/>
                      <a:gd name="T171" fmla="*/ 416 h 4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424" h="416">
                        <a:moveTo>
                          <a:pt x="368" y="152"/>
                        </a:moveTo>
                        <a:lnTo>
                          <a:pt x="352" y="120"/>
                        </a:lnTo>
                        <a:lnTo>
                          <a:pt x="344" y="104"/>
                        </a:lnTo>
                        <a:lnTo>
                          <a:pt x="328" y="88"/>
                        </a:lnTo>
                        <a:lnTo>
                          <a:pt x="328" y="72"/>
                        </a:lnTo>
                        <a:lnTo>
                          <a:pt x="344" y="56"/>
                        </a:lnTo>
                        <a:lnTo>
                          <a:pt x="344" y="32"/>
                        </a:lnTo>
                        <a:lnTo>
                          <a:pt x="344" y="8"/>
                        </a:lnTo>
                        <a:lnTo>
                          <a:pt x="328" y="0"/>
                        </a:lnTo>
                        <a:lnTo>
                          <a:pt x="304" y="8"/>
                        </a:lnTo>
                        <a:lnTo>
                          <a:pt x="288" y="8"/>
                        </a:lnTo>
                        <a:lnTo>
                          <a:pt x="272" y="8"/>
                        </a:lnTo>
                        <a:lnTo>
                          <a:pt x="264" y="8"/>
                        </a:lnTo>
                        <a:lnTo>
                          <a:pt x="240" y="8"/>
                        </a:lnTo>
                        <a:lnTo>
                          <a:pt x="232" y="16"/>
                        </a:lnTo>
                        <a:lnTo>
                          <a:pt x="208" y="16"/>
                        </a:lnTo>
                        <a:lnTo>
                          <a:pt x="200" y="16"/>
                        </a:lnTo>
                        <a:lnTo>
                          <a:pt x="184" y="24"/>
                        </a:lnTo>
                        <a:lnTo>
                          <a:pt x="168" y="40"/>
                        </a:lnTo>
                        <a:lnTo>
                          <a:pt x="160" y="40"/>
                        </a:lnTo>
                        <a:lnTo>
                          <a:pt x="152" y="48"/>
                        </a:lnTo>
                        <a:lnTo>
                          <a:pt x="144" y="56"/>
                        </a:lnTo>
                        <a:lnTo>
                          <a:pt x="152" y="96"/>
                        </a:lnTo>
                        <a:lnTo>
                          <a:pt x="152" y="104"/>
                        </a:lnTo>
                        <a:lnTo>
                          <a:pt x="144" y="128"/>
                        </a:lnTo>
                        <a:lnTo>
                          <a:pt x="128" y="128"/>
                        </a:lnTo>
                        <a:lnTo>
                          <a:pt x="112" y="128"/>
                        </a:lnTo>
                        <a:lnTo>
                          <a:pt x="112" y="152"/>
                        </a:lnTo>
                        <a:lnTo>
                          <a:pt x="96" y="152"/>
                        </a:lnTo>
                        <a:lnTo>
                          <a:pt x="88" y="160"/>
                        </a:lnTo>
                        <a:lnTo>
                          <a:pt x="80" y="160"/>
                        </a:lnTo>
                        <a:lnTo>
                          <a:pt x="72" y="168"/>
                        </a:lnTo>
                        <a:lnTo>
                          <a:pt x="72" y="176"/>
                        </a:lnTo>
                        <a:lnTo>
                          <a:pt x="24" y="184"/>
                        </a:lnTo>
                        <a:lnTo>
                          <a:pt x="0" y="200"/>
                        </a:lnTo>
                        <a:lnTo>
                          <a:pt x="0" y="216"/>
                        </a:lnTo>
                        <a:lnTo>
                          <a:pt x="8" y="232"/>
                        </a:lnTo>
                        <a:lnTo>
                          <a:pt x="88" y="288"/>
                        </a:lnTo>
                        <a:lnTo>
                          <a:pt x="200" y="376"/>
                        </a:lnTo>
                        <a:lnTo>
                          <a:pt x="208" y="392"/>
                        </a:lnTo>
                        <a:lnTo>
                          <a:pt x="224" y="392"/>
                        </a:lnTo>
                        <a:lnTo>
                          <a:pt x="232" y="392"/>
                        </a:lnTo>
                        <a:lnTo>
                          <a:pt x="240" y="400"/>
                        </a:lnTo>
                        <a:lnTo>
                          <a:pt x="240" y="416"/>
                        </a:lnTo>
                        <a:lnTo>
                          <a:pt x="272" y="408"/>
                        </a:lnTo>
                        <a:lnTo>
                          <a:pt x="296" y="408"/>
                        </a:lnTo>
                        <a:lnTo>
                          <a:pt x="424" y="320"/>
                        </a:lnTo>
                        <a:lnTo>
                          <a:pt x="408" y="288"/>
                        </a:lnTo>
                        <a:lnTo>
                          <a:pt x="392" y="296"/>
                        </a:lnTo>
                        <a:lnTo>
                          <a:pt x="376" y="272"/>
                        </a:lnTo>
                        <a:lnTo>
                          <a:pt x="368" y="248"/>
                        </a:lnTo>
                        <a:lnTo>
                          <a:pt x="384" y="232"/>
                        </a:lnTo>
                        <a:lnTo>
                          <a:pt x="384" y="216"/>
                        </a:lnTo>
                        <a:lnTo>
                          <a:pt x="376" y="200"/>
                        </a:lnTo>
                        <a:lnTo>
                          <a:pt x="376" y="192"/>
                        </a:lnTo>
                        <a:lnTo>
                          <a:pt x="368" y="15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60" name="Freeform 377">
                    <a:extLst>
                      <a:ext uri="{FF2B5EF4-FFF2-40B4-BE49-F238E27FC236}">
                        <a16:creationId xmlns:a16="http://schemas.microsoft.com/office/drawing/2014/main" id="{5E14A16F-C500-F4DA-D64F-337B6212A14B}"/>
                      </a:ext>
                    </a:extLst>
                  </p:cNvPr>
                  <p:cNvSpPr>
                    <a:spLocks/>
                  </p:cNvSpPr>
                  <p:nvPr/>
                </p:nvSpPr>
                <p:spPr bwMode="gray">
                  <a:xfrm>
                    <a:off x="2868" y="2324"/>
                    <a:ext cx="56" cy="107"/>
                  </a:xfrm>
                  <a:custGeom>
                    <a:avLst/>
                    <a:gdLst>
                      <a:gd name="T0" fmla="*/ 6 w 80"/>
                      <a:gd name="T1" fmla="*/ 3 h 152"/>
                      <a:gd name="T2" fmla="*/ 6 w 80"/>
                      <a:gd name="T3" fmla="*/ 11 h 152"/>
                      <a:gd name="T4" fmla="*/ 6 w 80"/>
                      <a:gd name="T5" fmla="*/ 19 h 152"/>
                      <a:gd name="T6" fmla="*/ 0 w 80"/>
                      <a:gd name="T7" fmla="*/ 25 h 152"/>
                      <a:gd name="T8" fmla="*/ 0 w 80"/>
                      <a:gd name="T9" fmla="*/ 31 h 152"/>
                      <a:gd name="T10" fmla="*/ 6 w 80"/>
                      <a:gd name="T11" fmla="*/ 36 h 152"/>
                      <a:gd name="T12" fmla="*/ 8 w 80"/>
                      <a:gd name="T13" fmla="*/ 42 h 152"/>
                      <a:gd name="T14" fmla="*/ 14 w 80"/>
                      <a:gd name="T15" fmla="*/ 53 h 152"/>
                      <a:gd name="T16" fmla="*/ 17 w 80"/>
                      <a:gd name="T17" fmla="*/ 53 h 152"/>
                      <a:gd name="T18" fmla="*/ 19 w 80"/>
                      <a:gd name="T19" fmla="*/ 50 h 152"/>
                      <a:gd name="T20" fmla="*/ 22 w 80"/>
                      <a:gd name="T21" fmla="*/ 42 h 152"/>
                      <a:gd name="T22" fmla="*/ 25 w 80"/>
                      <a:gd name="T23" fmla="*/ 42 h 152"/>
                      <a:gd name="T24" fmla="*/ 27 w 80"/>
                      <a:gd name="T25" fmla="*/ 39 h 152"/>
                      <a:gd name="T26" fmla="*/ 27 w 80"/>
                      <a:gd name="T27" fmla="*/ 34 h 152"/>
                      <a:gd name="T28" fmla="*/ 22 w 80"/>
                      <a:gd name="T29" fmla="*/ 31 h 152"/>
                      <a:gd name="T30" fmla="*/ 19 w 80"/>
                      <a:gd name="T31" fmla="*/ 27 h 152"/>
                      <a:gd name="T32" fmla="*/ 19 w 80"/>
                      <a:gd name="T33" fmla="*/ 25 h 152"/>
                      <a:gd name="T34" fmla="*/ 25 w 80"/>
                      <a:gd name="T35" fmla="*/ 19 h 152"/>
                      <a:gd name="T36" fmla="*/ 25 w 80"/>
                      <a:gd name="T37" fmla="*/ 14 h 152"/>
                      <a:gd name="T38" fmla="*/ 22 w 80"/>
                      <a:gd name="T39" fmla="*/ 8 h 152"/>
                      <a:gd name="T40" fmla="*/ 22 w 80"/>
                      <a:gd name="T41" fmla="*/ 6 h 152"/>
                      <a:gd name="T42" fmla="*/ 25 w 80"/>
                      <a:gd name="T43" fmla="*/ 3 h 152"/>
                      <a:gd name="T44" fmla="*/ 25 w 80"/>
                      <a:gd name="T45" fmla="*/ 0 h 152"/>
                      <a:gd name="T46" fmla="*/ 19 w 80"/>
                      <a:gd name="T47" fmla="*/ 0 h 152"/>
                      <a:gd name="T48" fmla="*/ 17 w 80"/>
                      <a:gd name="T49" fmla="*/ 0 h 152"/>
                      <a:gd name="T50" fmla="*/ 14 w 80"/>
                      <a:gd name="T51" fmla="*/ 0 h 152"/>
                      <a:gd name="T52" fmla="*/ 10 w 80"/>
                      <a:gd name="T53" fmla="*/ 3 h 152"/>
                      <a:gd name="T54" fmla="*/ 6 w 80"/>
                      <a:gd name="T55" fmla="*/ 3 h 1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0"/>
                      <a:gd name="T85" fmla="*/ 0 h 152"/>
                      <a:gd name="T86" fmla="*/ 80 w 80"/>
                      <a:gd name="T87" fmla="*/ 152 h 1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0" h="152">
                        <a:moveTo>
                          <a:pt x="16" y="8"/>
                        </a:moveTo>
                        <a:lnTo>
                          <a:pt x="16" y="32"/>
                        </a:lnTo>
                        <a:lnTo>
                          <a:pt x="16" y="56"/>
                        </a:lnTo>
                        <a:lnTo>
                          <a:pt x="0" y="72"/>
                        </a:lnTo>
                        <a:lnTo>
                          <a:pt x="0" y="88"/>
                        </a:lnTo>
                        <a:lnTo>
                          <a:pt x="16" y="104"/>
                        </a:lnTo>
                        <a:lnTo>
                          <a:pt x="24" y="120"/>
                        </a:lnTo>
                        <a:lnTo>
                          <a:pt x="40" y="152"/>
                        </a:lnTo>
                        <a:lnTo>
                          <a:pt x="48" y="152"/>
                        </a:lnTo>
                        <a:lnTo>
                          <a:pt x="56" y="144"/>
                        </a:lnTo>
                        <a:lnTo>
                          <a:pt x="64" y="120"/>
                        </a:lnTo>
                        <a:lnTo>
                          <a:pt x="72" y="120"/>
                        </a:lnTo>
                        <a:lnTo>
                          <a:pt x="80" y="112"/>
                        </a:lnTo>
                        <a:lnTo>
                          <a:pt x="80" y="96"/>
                        </a:lnTo>
                        <a:lnTo>
                          <a:pt x="64" y="88"/>
                        </a:lnTo>
                        <a:lnTo>
                          <a:pt x="56" y="80"/>
                        </a:lnTo>
                        <a:lnTo>
                          <a:pt x="56" y="72"/>
                        </a:lnTo>
                        <a:lnTo>
                          <a:pt x="72" y="56"/>
                        </a:lnTo>
                        <a:lnTo>
                          <a:pt x="72" y="40"/>
                        </a:lnTo>
                        <a:lnTo>
                          <a:pt x="64" y="24"/>
                        </a:lnTo>
                        <a:lnTo>
                          <a:pt x="64" y="16"/>
                        </a:lnTo>
                        <a:lnTo>
                          <a:pt x="72" y="8"/>
                        </a:lnTo>
                        <a:lnTo>
                          <a:pt x="72" y="0"/>
                        </a:lnTo>
                        <a:lnTo>
                          <a:pt x="56" y="0"/>
                        </a:lnTo>
                        <a:lnTo>
                          <a:pt x="48" y="0"/>
                        </a:lnTo>
                        <a:lnTo>
                          <a:pt x="40" y="0"/>
                        </a:lnTo>
                        <a:lnTo>
                          <a:pt x="32" y="8"/>
                        </a:lnTo>
                        <a:lnTo>
                          <a:pt x="16" y="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61" name="Freeform 378">
                    <a:extLst>
                      <a:ext uri="{FF2B5EF4-FFF2-40B4-BE49-F238E27FC236}">
                        <a16:creationId xmlns:a16="http://schemas.microsoft.com/office/drawing/2014/main" id="{FFD1247B-85EB-1623-7A7B-436DDC77E527}"/>
                      </a:ext>
                    </a:extLst>
                  </p:cNvPr>
                  <p:cNvSpPr>
                    <a:spLocks/>
                  </p:cNvSpPr>
                  <p:nvPr/>
                </p:nvSpPr>
                <p:spPr bwMode="gray">
                  <a:xfrm>
                    <a:off x="2592" y="2346"/>
                    <a:ext cx="152" cy="130"/>
                  </a:xfrm>
                  <a:custGeom>
                    <a:avLst/>
                    <a:gdLst>
                      <a:gd name="T0" fmla="*/ 0 w 216"/>
                      <a:gd name="T1" fmla="*/ 65 h 184"/>
                      <a:gd name="T2" fmla="*/ 6 w 216"/>
                      <a:gd name="T3" fmla="*/ 62 h 184"/>
                      <a:gd name="T4" fmla="*/ 8 w 216"/>
                      <a:gd name="T5" fmla="*/ 59 h 184"/>
                      <a:gd name="T6" fmla="*/ 14 w 216"/>
                      <a:gd name="T7" fmla="*/ 54 h 184"/>
                      <a:gd name="T8" fmla="*/ 17 w 216"/>
                      <a:gd name="T9" fmla="*/ 48 h 184"/>
                      <a:gd name="T10" fmla="*/ 14 w 216"/>
                      <a:gd name="T11" fmla="*/ 40 h 184"/>
                      <a:gd name="T12" fmla="*/ 17 w 216"/>
                      <a:gd name="T13" fmla="*/ 34 h 184"/>
                      <a:gd name="T14" fmla="*/ 19 w 216"/>
                      <a:gd name="T15" fmla="*/ 28 h 184"/>
                      <a:gd name="T16" fmla="*/ 19 w 216"/>
                      <a:gd name="T17" fmla="*/ 25 h 184"/>
                      <a:gd name="T18" fmla="*/ 27 w 216"/>
                      <a:gd name="T19" fmla="*/ 20 h 184"/>
                      <a:gd name="T20" fmla="*/ 31 w 216"/>
                      <a:gd name="T21" fmla="*/ 20 h 184"/>
                      <a:gd name="T22" fmla="*/ 36 w 216"/>
                      <a:gd name="T23" fmla="*/ 17 h 184"/>
                      <a:gd name="T24" fmla="*/ 36 w 216"/>
                      <a:gd name="T25" fmla="*/ 11 h 184"/>
                      <a:gd name="T26" fmla="*/ 42 w 216"/>
                      <a:gd name="T27" fmla="*/ 6 h 184"/>
                      <a:gd name="T28" fmla="*/ 42 w 216"/>
                      <a:gd name="T29" fmla="*/ 3 h 184"/>
                      <a:gd name="T30" fmla="*/ 44 w 216"/>
                      <a:gd name="T31" fmla="*/ 0 h 184"/>
                      <a:gd name="T32" fmla="*/ 48 w 216"/>
                      <a:gd name="T33" fmla="*/ 3 h 184"/>
                      <a:gd name="T34" fmla="*/ 50 w 216"/>
                      <a:gd name="T35" fmla="*/ 6 h 184"/>
                      <a:gd name="T36" fmla="*/ 53 w 216"/>
                      <a:gd name="T37" fmla="*/ 6 h 184"/>
                      <a:gd name="T38" fmla="*/ 58 w 216"/>
                      <a:gd name="T39" fmla="*/ 6 h 184"/>
                      <a:gd name="T40" fmla="*/ 64 w 216"/>
                      <a:gd name="T41" fmla="*/ 6 h 184"/>
                      <a:gd name="T42" fmla="*/ 67 w 216"/>
                      <a:gd name="T43" fmla="*/ 8 h 184"/>
                      <a:gd name="T44" fmla="*/ 72 w 216"/>
                      <a:gd name="T45" fmla="*/ 8 h 184"/>
                      <a:gd name="T46" fmla="*/ 75 w 216"/>
                      <a:gd name="T47" fmla="*/ 23 h 184"/>
                      <a:gd name="T48" fmla="*/ 75 w 216"/>
                      <a:gd name="T49" fmla="*/ 25 h 184"/>
                      <a:gd name="T50" fmla="*/ 72 w 216"/>
                      <a:gd name="T51" fmla="*/ 34 h 184"/>
                      <a:gd name="T52" fmla="*/ 67 w 216"/>
                      <a:gd name="T53" fmla="*/ 34 h 184"/>
                      <a:gd name="T54" fmla="*/ 61 w 216"/>
                      <a:gd name="T55" fmla="*/ 34 h 184"/>
                      <a:gd name="T56" fmla="*/ 61 w 216"/>
                      <a:gd name="T57" fmla="*/ 42 h 184"/>
                      <a:gd name="T58" fmla="*/ 56 w 216"/>
                      <a:gd name="T59" fmla="*/ 42 h 184"/>
                      <a:gd name="T60" fmla="*/ 53 w 216"/>
                      <a:gd name="T61" fmla="*/ 45 h 184"/>
                      <a:gd name="T62" fmla="*/ 50 w 216"/>
                      <a:gd name="T63" fmla="*/ 45 h 184"/>
                      <a:gd name="T64" fmla="*/ 48 w 216"/>
                      <a:gd name="T65" fmla="*/ 48 h 184"/>
                      <a:gd name="T66" fmla="*/ 48 w 216"/>
                      <a:gd name="T67" fmla="*/ 51 h 184"/>
                      <a:gd name="T68" fmla="*/ 31 w 216"/>
                      <a:gd name="T69" fmla="*/ 54 h 184"/>
                      <a:gd name="T70" fmla="*/ 23 w 216"/>
                      <a:gd name="T71" fmla="*/ 59 h 184"/>
                      <a:gd name="T72" fmla="*/ 23 w 216"/>
                      <a:gd name="T73" fmla="*/ 65 h 184"/>
                      <a:gd name="T74" fmla="*/ 0 w 216"/>
                      <a:gd name="T75" fmla="*/ 65 h 18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16"/>
                      <a:gd name="T115" fmla="*/ 0 h 184"/>
                      <a:gd name="T116" fmla="*/ 216 w 216"/>
                      <a:gd name="T117" fmla="*/ 184 h 18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16" h="184">
                        <a:moveTo>
                          <a:pt x="0" y="184"/>
                        </a:moveTo>
                        <a:lnTo>
                          <a:pt x="16" y="176"/>
                        </a:lnTo>
                        <a:lnTo>
                          <a:pt x="24" y="168"/>
                        </a:lnTo>
                        <a:lnTo>
                          <a:pt x="40" y="152"/>
                        </a:lnTo>
                        <a:lnTo>
                          <a:pt x="48" y="136"/>
                        </a:lnTo>
                        <a:lnTo>
                          <a:pt x="40" y="112"/>
                        </a:lnTo>
                        <a:lnTo>
                          <a:pt x="48" y="96"/>
                        </a:lnTo>
                        <a:lnTo>
                          <a:pt x="56" y="80"/>
                        </a:lnTo>
                        <a:lnTo>
                          <a:pt x="56" y="72"/>
                        </a:lnTo>
                        <a:lnTo>
                          <a:pt x="80" y="56"/>
                        </a:lnTo>
                        <a:lnTo>
                          <a:pt x="88" y="56"/>
                        </a:lnTo>
                        <a:lnTo>
                          <a:pt x="104" y="48"/>
                        </a:lnTo>
                        <a:lnTo>
                          <a:pt x="104" y="32"/>
                        </a:lnTo>
                        <a:lnTo>
                          <a:pt x="120" y="16"/>
                        </a:lnTo>
                        <a:lnTo>
                          <a:pt x="120" y="8"/>
                        </a:lnTo>
                        <a:lnTo>
                          <a:pt x="128" y="0"/>
                        </a:lnTo>
                        <a:lnTo>
                          <a:pt x="136" y="8"/>
                        </a:lnTo>
                        <a:lnTo>
                          <a:pt x="144" y="16"/>
                        </a:lnTo>
                        <a:lnTo>
                          <a:pt x="152" y="16"/>
                        </a:lnTo>
                        <a:lnTo>
                          <a:pt x="168" y="16"/>
                        </a:lnTo>
                        <a:lnTo>
                          <a:pt x="184" y="16"/>
                        </a:lnTo>
                        <a:lnTo>
                          <a:pt x="192" y="24"/>
                        </a:lnTo>
                        <a:lnTo>
                          <a:pt x="208" y="24"/>
                        </a:lnTo>
                        <a:lnTo>
                          <a:pt x="216" y="64"/>
                        </a:lnTo>
                        <a:lnTo>
                          <a:pt x="216" y="72"/>
                        </a:lnTo>
                        <a:lnTo>
                          <a:pt x="208" y="96"/>
                        </a:lnTo>
                        <a:lnTo>
                          <a:pt x="192" y="96"/>
                        </a:lnTo>
                        <a:lnTo>
                          <a:pt x="176" y="96"/>
                        </a:lnTo>
                        <a:lnTo>
                          <a:pt x="176" y="120"/>
                        </a:lnTo>
                        <a:lnTo>
                          <a:pt x="160" y="120"/>
                        </a:lnTo>
                        <a:lnTo>
                          <a:pt x="152" y="128"/>
                        </a:lnTo>
                        <a:lnTo>
                          <a:pt x="144" y="128"/>
                        </a:lnTo>
                        <a:lnTo>
                          <a:pt x="136" y="136"/>
                        </a:lnTo>
                        <a:lnTo>
                          <a:pt x="136" y="144"/>
                        </a:lnTo>
                        <a:lnTo>
                          <a:pt x="88" y="152"/>
                        </a:lnTo>
                        <a:lnTo>
                          <a:pt x="64" y="168"/>
                        </a:lnTo>
                        <a:lnTo>
                          <a:pt x="64" y="184"/>
                        </a:lnTo>
                        <a:lnTo>
                          <a:pt x="0" y="184"/>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62" name="Freeform 379">
                    <a:extLst>
                      <a:ext uri="{FF2B5EF4-FFF2-40B4-BE49-F238E27FC236}">
                        <a16:creationId xmlns:a16="http://schemas.microsoft.com/office/drawing/2014/main" id="{37395112-71F2-1724-8689-EDDAFF243C3F}"/>
                      </a:ext>
                    </a:extLst>
                  </p:cNvPr>
                  <p:cNvSpPr>
                    <a:spLocks/>
                  </p:cNvSpPr>
                  <p:nvPr/>
                </p:nvSpPr>
                <p:spPr bwMode="gray">
                  <a:xfrm>
                    <a:off x="3222" y="2346"/>
                    <a:ext cx="28" cy="17"/>
                  </a:xfrm>
                  <a:custGeom>
                    <a:avLst/>
                    <a:gdLst>
                      <a:gd name="T0" fmla="*/ 10 w 40"/>
                      <a:gd name="T1" fmla="*/ 6 h 24"/>
                      <a:gd name="T2" fmla="*/ 10 w 40"/>
                      <a:gd name="T3" fmla="*/ 3 h 24"/>
                      <a:gd name="T4" fmla="*/ 14 w 40"/>
                      <a:gd name="T5" fmla="*/ 0 h 24"/>
                      <a:gd name="T6" fmla="*/ 10 w 40"/>
                      <a:gd name="T7" fmla="*/ 0 h 24"/>
                      <a:gd name="T8" fmla="*/ 10 w 40"/>
                      <a:gd name="T9" fmla="*/ 3 h 24"/>
                      <a:gd name="T10" fmla="*/ 3 w 40"/>
                      <a:gd name="T11" fmla="*/ 3 h 24"/>
                      <a:gd name="T12" fmla="*/ 0 w 40"/>
                      <a:gd name="T13" fmla="*/ 6 h 24"/>
                      <a:gd name="T14" fmla="*/ 0 w 40"/>
                      <a:gd name="T15" fmla="*/ 9 h 24"/>
                      <a:gd name="T16" fmla="*/ 6 w 40"/>
                      <a:gd name="T17" fmla="*/ 9 h 24"/>
                      <a:gd name="T18" fmla="*/ 10 w 40"/>
                      <a:gd name="T19" fmla="*/ 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
                      <a:gd name="T31" fmla="*/ 0 h 24"/>
                      <a:gd name="T32" fmla="*/ 40 w 40"/>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 h="24">
                        <a:moveTo>
                          <a:pt x="32" y="16"/>
                        </a:moveTo>
                        <a:lnTo>
                          <a:pt x="32" y="8"/>
                        </a:lnTo>
                        <a:lnTo>
                          <a:pt x="40" y="0"/>
                        </a:lnTo>
                        <a:lnTo>
                          <a:pt x="32" y="0"/>
                        </a:lnTo>
                        <a:lnTo>
                          <a:pt x="32" y="8"/>
                        </a:lnTo>
                        <a:lnTo>
                          <a:pt x="8" y="8"/>
                        </a:lnTo>
                        <a:lnTo>
                          <a:pt x="0" y="16"/>
                        </a:lnTo>
                        <a:lnTo>
                          <a:pt x="0" y="24"/>
                        </a:lnTo>
                        <a:lnTo>
                          <a:pt x="16" y="24"/>
                        </a:lnTo>
                        <a:lnTo>
                          <a:pt x="32" y="16"/>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63" name="Freeform 380">
                    <a:extLst>
                      <a:ext uri="{FF2B5EF4-FFF2-40B4-BE49-F238E27FC236}">
                        <a16:creationId xmlns:a16="http://schemas.microsoft.com/office/drawing/2014/main" id="{5F5052F3-B92B-C6FD-9CF8-ECAE906F98B9}"/>
                      </a:ext>
                    </a:extLst>
                  </p:cNvPr>
                  <p:cNvSpPr>
                    <a:spLocks/>
                  </p:cNvSpPr>
                  <p:nvPr/>
                </p:nvSpPr>
                <p:spPr bwMode="gray">
                  <a:xfrm>
                    <a:off x="2896" y="2391"/>
                    <a:ext cx="225" cy="208"/>
                  </a:xfrm>
                  <a:custGeom>
                    <a:avLst/>
                    <a:gdLst>
                      <a:gd name="T0" fmla="*/ 111 w 320"/>
                      <a:gd name="T1" fmla="*/ 86 h 296"/>
                      <a:gd name="T2" fmla="*/ 111 w 320"/>
                      <a:gd name="T3" fmla="*/ 103 h 296"/>
                      <a:gd name="T4" fmla="*/ 105 w 320"/>
                      <a:gd name="T5" fmla="*/ 103 h 296"/>
                      <a:gd name="T6" fmla="*/ 50 w 320"/>
                      <a:gd name="T7" fmla="*/ 75 h 296"/>
                      <a:gd name="T8" fmla="*/ 39 w 320"/>
                      <a:gd name="T9" fmla="*/ 84 h 296"/>
                      <a:gd name="T10" fmla="*/ 19 w 320"/>
                      <a:gd name="T11" fmla="*/ 77 h 296"/>
                      <a:gd name="T12" fmla="*/ 14 w 320"/>
                      <a:gd name="T13" fmla="*/ 67 h 296"/>
                      <a:gd name="T14" fmla="*/ 8 w 320"/>
                      <a:gd name="T15" fmla="*/ 70 h 296"/>
                      <a:gd name="T16" fmla="*/ 3 w 320"/>
                      <a:gd name="T17" fmla="*/ 61 h 296"/>
                      <a:gd name="T18" fmla="*/ 0 w 320"/>
                      <a:gd name="T19" fmla="*/ 53 h 296"/>
                      <a:gd name="T20" fmla="*/ 6 w 320"/>
                      <a:gd name="T21" fmla="*/ 47 h 296"/>
                      <a:gd name="T22" fmla="*/ 6 w 320"/>
                      <a:gd name="T23" fmla="*/ 41 h 296"/>
                      <a:gd name="T24" fmla="*/ 3 w 320"/>
                      <a:gd name="T25" fmla="*/ 36 h 296"/>
                      <a:gd name="T26" fmla="*/ 3 w 320"/>
                      <a:gd name="T27" fmla="*/ 33 h 296"/>
                      <a:gd name="T28" fmla="*/ 0 w 320"/>
                      <a:gd name="T29" fmla="*/ 19 h 296"/>
                      <a:gd name="T30" fmla="*/ 3 w 320"/>
                      <a:gd name="T31" fmla="*/ 19 h 296"/>
                      <a:gd name="T32" fmla="*/ 6 w 320"/>
                      <a:gd name="T33" fmla="*/ 17 h 296"/>
                      <a:gd name="T34" fmla="*/ 8 w 320"/>
                      <a:gd name="T35" fmla="*/ 8 h 296"/>
                      <a:gd name="T36" fmla="*/ 11 w 320"/>
                      <a:gd name="T37" fmla="*/ 8 h 296"/>
                      <a:gd name="T38" fmla="*/ 14 w 320"/>
                      <a:gd name="T39" fmla="*/ 6 h 296"/>
                      <a:gd name="T40" fmla="*/ 14 w 320"/>
                      <a:gd name="T41" fmla="*/ 0 h 296"/>
                      <a:gd name="T42" fmla="*/ 23 w 320"/>
                      <a:gd name="T43" fmla="*/ 3 h 296"/>
                      <a:gd name="T44" fmla="*/ 34 w 320"/>
                      <a:gd name="T45" fmla="*/ 3 h 296"/>
                      <a:gd name="T46" fmla="*/ 36 w 320"/>
                      <a:gd name="T47" fmla="*/ 6 h 296"/>
                      <a:gd name="T48" fmla="*/ 41 w 320"/>
                      <a:gd name="T49" fmla="*/ 6 h 296"/>
                      <a:gd name="T50" fmla="*/ 44 w 320"/>
                      <a:gd name="T51" fmla="*/ 14 h 296"/>
                      <a:gd name="T52" fmla="*/ 58 w 320"/>
                      <a:gd name="T53" fmla="*/ 17 h 296"/>
                      <a:gd name="T54" fmla="*/ 70 w 320"/>
                      <a:gd name="T55" fmla="*/ 25 h 296"/>
                      <a:gd name="T56" fmla="*/ 75 w 320"/>
                      <a:gd name="T57" fmla="*/ 22 h 296"/>
                      <a:gd name="T58" fmla="*/ 78 w 320"/>
                      <a:gd name="T59" fmla="*/ 17 h 296"/>
                      <a:gd name="T60" fmla="*/ 75 w 320"/>
                      <a:gd name="T61" fmla="*/ 14 h 296"/>
                      <a:gd name="T62" fmla="*/ 75 w 320"/>
                      <a:gd name="T63" fmla="*/ 8 h 296"/>
                      <a:gd name="T64" fmla="*/ 86 w 320"/>
                      <a:gd name="T65" fmla="*/ 3 h 296"/>
                      <a:gd name="T66" fmla="*/ 92 w 320"/>
                      <a:gd name="T67" fmla="*/ 3 h 296"/>
                      <a:gd name="T68" fmla="*/ 98 w 320"/>
                      <a:gd name="T69" fmla="*/ 3 h 296"/>
                      <a:gd name="T70" fmla="*/ 98 w 320"/>
                      <a:gd name="T71" fmla="*/ 8 h 296"/>
                      <a:gd name="T72" fmla="*/ 103 w 320"/>
                      <a:gd name="T73" fmla="*/ 8 h 296"/>
                      <a:gd name="T74" fmla="*/ 108 w 320"/>
                      <a:gd name="T75" fmla="*/ 11 h 296"/>
                      <a:gd name="T76" fmla="*/ 111 w 320"/>
                      <a:gd name="T77" fmla="*/ 14 h 296"/>
                      <a:gd name="T78" fmla="*/ 111 w 320"/>
                      <a:gd name="T79" fmla="*/ 19 h 296"/>
                      <a:gd name="T80" fmla="*/ 108 w 320"/>
                      <a:gd name="T81" fmla="*/ 22 h 296"/>
                      <a:gd name="T82" fmla="*/ 111 w 320"/>
                      <a:gd name="T83" fmla="*/ 36 h 296"/>
                      <a:gd name="T84" fmla="*/ 111 w 320"/>
                      <a:gd name="T85" fmla="*/ 70 h 296"/>
                      <a:gd name="T86" fmla="*/ 111 w 320"/>
                      <a:gd name="T87" fmla="*/ 86 h 29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0"/>
                      <a:gd name="T133" fmla="*/ 0 h 296"/>
                      <a:gd name="T134" fmla="*/ 320 w 320"/>
                      <a:gd name="T135" fmla="*/ 296 h 29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0" h="296">
                        <a:moveTo>
                          <a:pt x="320" y="248"/>
                        </a:moveTo>
                        <a:lnTo>
                          <a:pt x="320" y="296"/>
                        </a:lnTo>
                        <a:lnTo>
                          <a:pt x="304" y="296"/>
                        </a:lnTo>
                        <a:lnTo>
                          <a:pt x="144" y="216"/>
                        </a:lnTo>
                        <a:lnTo>
                          <a:pt x="112" y="240"/>
                        </a:lnTo>
                        <a:lnTo>
                          <a:pt x="56" y="224"/>
                        </a:lnTo>
                        <a:lnTo>
                          <a:pt x="40" y="192"/>
                        </a:lnTo>
                        <a:lnTo>
                          <a:pt x="24" y="200"/>
                        </a:lnTo>
                        <a:lnTo>
                          <a:pt x="8" y="176"/>
                        </a:lnTo>
                        <a:lnTo>
                          <a:pt x="0" y="152"/>
                        </a:lnTo>
                        <a:lnTo>
                          <a:pt x="16" y="136"/>
                        </a:lnTo>
                        <a:lnTo>
                          <a:pt x="16" y="120"/>
                        </a:lnTo>
                        <a:lnTo>
                          <a:pt x="8" y="104"/>
                        </a:lnTo>
                        <a:lnTo>
                          <a:pt x="8" y="96"/>
                        </a:lnTo>
                        <a:lnTo>
                          <a:pt x="0" y="56"/>
                        </a:lnTo>
                        <a:lnTo>
                          <a:pt x="8" y="56"/>
                        </a:lnTo>
                        <a:lnTo>
                          <a:pt x="16" y="48"/>
                        </a:lnTo>
                        <a:lnTo>
                          <a:pt x="24" y="24"/>
                        </a:lnTo>
                        <a:lnTo>
                          <a:pt x="32" y="24"/>
                        </a:lnTo>
                        <a:lnTo>
                          <a:pt x="40" y="16"/>
                        </a:lnTo>
                        <a:lnTo>
                          <a:pt x="40" y="0"/>
                        </a:lnTo>
                        <a:lnTo>
                          <a:pt x="64" y="8"/>
                        </a:lnTo>
                        <a:lnTo>
                          <a:pt x="96" y="8"/>
                        </a:lnTo>
                        <a:lnTo>
                          <a:pt x="104" y="16"/>
                        </a:lnTo>
                        <a:lnTo>
                          <a:pt x="120" y="16"/>
                        </a:lnTo>
                        <a:lnTo>
                          <a:pt x="128" y="40"/>
                        </a:lnTo>
                        <a:lnTo>
                          <a:pt x="168" y="48"/>
                        </a:lnTo>
                        <a:lnTo>
                          <a:pt x="200" y="72"/>
                        </a:lnTo>
                        <a:lnTo>
                          <a:pt x="216" y="64"/>
                        </a:lnTo>
                        <a:lnTo>
                          <a:pt x="224" y="48"/>
                        </a:lnTo>
                        <a:lnTo>
                          <a:pt x="216" y="40"/>
                        </a:lnTo>
                        <a:lnTo>
                          <a:pt x="216" y="24"/>
                        </a:lnTo>
                        <a:lnTo>
                          <a:pt x="248" y="8"/>
                        </a:lnTo>
                        <a:lnTo>
                          <a:pt x="264" y="8"/>
                        </a:lnTo>
                        <a:lnTo>
                          <a:pt x="280" y="8"/>
                        </a:lnTo>
                        <a:lnTo>
                          <a:pt x="280" y="24"/>
                        </a:lnTo>
                        <a:lnTo>
                          <a:pt x="296" y="24"/>
                        </a:lnTo>
                        <a:lnTo>
                          <a:pt x="312" y="32"/>
                        </a:lnTo>
                        <a:lnTo>
                          <a:pt x="320" y="40"/>
                        </a:lnTo>
                        <a:lnTo>
                          <a:pt x="320" y="56"/>
                        </a:lnTo>
                        <a:lnTo>
                          <a:pt x="312" y="64"/>
                        </a:lnTo>
                        <a:lnTo>
                          <a:pt x="320" y="104"/>
                        </a:lnTo>
                        <a:lnTo>
                          <a:pt x="320" y="200"/>
                        </a:lnTo>
                        <a:lnTo>
                          <a:pt x="320" y="248"/>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64" name="Freeform 381">
                    <a:extLst>
                      <a:ext uri="{FF2B5EF4-FFF2-40B4-BE49-F238E27FC236}">
                        <a16:creationId xmlns:a16="http://schemas.microsoft.com/office/drawing/2014/main" id="{584240CF-DD17-38CB-DBF9-10CFF1D6C085}"/>
                      </a:ext>
                    </a:extLst>
                  </p:cNvPr>
                  <p:cNvSpPr>
                    <a:spLocks/>
                  </p:cNvSpPr>
                  <p:nvPr/>
                </p:nvSpPr>
                <p:spPr bwMode="gray">
                  <a:xfrm>
                    <a:off x="2513" y="2487"/>
                    <a:ext cx="186" cy="191"/>
                  </a:xfrm>
                  <a:custGeom>
                    <a:avLst/>
                    <a:gdLst>
                      <a:gd name="T0" fmla="*/ 65 w 264"/>
                      <a:gd name="T1" fmla="*/ 0 h 272"/>
                      <a:gd name="T2" fmla="*/ 61 w 264"/>
                      <a:gd name="T3" fmla="*/ 11 h 272"/>
                      <a:gd name="T4" fmla="*/ 39 w 264"/>
                      <a:gd name="T5" fmla="*/ 11 h 272"/>
                      <a:gd name="T6" fmla="*/ 39 w 264"/>
                      <a:gd name="T7" fmla="*/ 31 h 272"/>
                      <a:gd name="T8" fmla="*/ 34 w 264"/>
                      <a:gd name="T9" fmla="*/ 31 h 272"/>
                      <a:gd name="T10" fmla="*/ 31 w 264"/>
                      <a:gd name="T11" fmla="*/ 36 h 272"/>
                      <a:gd name="T12" fmla="*/ 31 w 264"/>
                      <a:gd name="T13" fmla="*/ 47 h 272"/>
                      <a:gd name="T14" fmla="*/ 0 w 264"/>
                      <a:gd name="T15" fmla="*/ 47 h 272"/>
                      <a:gd name="T16" fmla="*/ 3 w 264"/>
                      <a:gd name="T17" fmla="*/ 50 h 272"/>
                      <a:gd name="T18" fmla="*/ 6 w 264"/>
                      <a:gd name="T19" fmla="*/ 55 h 272"/>
                      <a:gd name="T20" fmla="*/ 6 w 264"/>
                      <a:gd name="T21" fmla="*/ 61 h 272"/>
                      <a:gd name="T22" fmla="*/ 8 w 264"/>
                      <a:gd name="T23" fmla="*/ 72 h 272"/>
                      <a:gd name="T24" fmla="*/ 8 w 264"/>
                      <a:gd name="T25" fmla="*/ 80 h 272"/>
                      <a:gd name="T26" fmla="*/ 11 w 264"/>
                      <a:gd name="T27" fmla="*/ 77 h 272"/>
                      <a:gd name="T28" fmla="*/ 19 w 264"/>
                      <a:gd name="T29" fmla="*/ 80 h 272"/>
                      <a:gd name="T30" fmla="*/ 25 w 264"/>
                      <a:gd name="T31" fmla="*/ 84 h 272"/>
                      <a:gd name="T32" fmla="*/ 27 w 264"/>
                      <a:gd name="T33" fmla="*/ 86 h 272"/>
                      <a:gd name="T34" fmla="*/ 36 w 264"/>
                      <a:gd name="T35" fmla="*/ 94 h 272"/>
                      <a:gd name="T36" fmla="*/ 39 w 264"/>
                      <a:gd name="T37" fmla="*/ 88 h 272"/>
                      <a:gd name="T38" fmla="*/ 42 w 264"/>
                      <a:gd name="T39" fmla="*/ 88 h 272"/>
                      <a:gd name="T40" fmla="*/ 44 w 264"/>
                      <a:gd name="T41" fmla="*/ 91 h 272"/>
                      <a:gd name="T42" fmla="*/ 48 w 264"/>
                      <a:gd name="T43" fmla="*/ 88 h 272"/>
                      <a:gd name="T44" fmla="*/ 53 w 264"/>
                      <a:gd name="T45" fmla="*/ 88 h 272"/>
                      <a:gd name="T46" fmla="*/ 56 w 264"/>
                      <a:gd name="T47" fmla="*/ 86 h 272"/>
                      <a:gd name="T48" fmla="*/ 58 w 264"/>
                      <a:gd name="T49" fmla="*/ 88 h 272"/>
                      <a:gd name="T50" fmla="*/ 84 w 264"/>
                      <a:gd name="T51" fmla="*/ 88 h 272"/>
                      <a:gd name="T52" fmla="*/ 75 w 264"/>
                      <a:gd name="T53" fmla="*/ 19 h 272"/>
                      <a:gd name="T54" fmla="*/ 92 w 264"/>
                      <a:gd name="T55" fmla="*/ 19 h 272"/>
                      <a:gd name="T56" fmla="*/ 65 w 264"/>
                      <a:gd name="T57" fmla="*/ 0 h 2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64"/>
                      <a:gd name="T88" fmla="*/ 0 h 272"/>
                      <a:gd name="T89" fmla="*/ 264 w 264"/>
                      <a:gd name="T90" fmla="*/ 272 h 2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64" h="272">
                        <a:moveTo>
                          <a:pt x="184" y="0"/>
                        </a:moveTo>
                        <a:lnTo>
                          <a:pt x="176" y="32"/>
                        </a:lnTo>
                        <a:lnTo>
                          <a:pt x="112" y="32"/>
                        </a:lnTo>
                        <a:lnTo>
                          <a:pt x="112" y="88"/>
                        </a:lnTo>
                        <a:lnTo>
                          <a:pt x="96" y="88"/>
                        </a:lnTo>
                        <a:lnTo>
                          <a:pt x="88" y="104"/>
                        </a:lnTo>
                        <a:lnTo>
                          <a:pt x="88" y="136"/>
                        </a:lnTo>
                        <a:lnTo>
                          <a:pt x="0" y="136"/>
                        </a:lnTo>
                        <a:lnTo>
                          <a:pt x="8" y="144"/>
                        </a:lnTo>
                        <a:lnTo>
                          <a:pt x="16" y="160"/>
                        </a:lnTo>
                        <a:lnTo>
                          <a:pt x="16" y="176"/>
                        </a:lnTo>
                        <a:lnTo>
                          <a:pt x="24" y="208"/>
                        </a:lnTo>
                        <a:lnTo>
                          <a:pt x="24" y="232"/>
                        </a:lnTo>
                        <a:lnTo>
                          <a:pt x="32" y="224"/>
                        </a:lnTo>
                        <a:lnTo>
                          <a:pt x="56" y="232"/>
                        </a:lnTo>
                        <a:lnTo>
                          <a:pt x="72" y="240"/>
                        </a:lnTo>
                        <a:lnTo>
                          <a:pt x="80" y="248"/>
                        </a:lnTo>
                        <a:lnTo>
                          <a:pt x="104" y="272"/>
                        </a:lnTo>
                        <a:lnTo>
                          <a:pt x="112" y="256"/>
                        </a:lnTo>
                        <a:lnTo>
                          <a:pt x="120" y="256"/>
                        </a:lnTo>
                        <a:lnTo>
                          <a:pt x="128" y="264"/>
                        </a:lnTo>
                        <a:lnTo>
                          <a:pt x="136" y="256"/>
                        </a:lnTo>
                        <a:lnTo>
                          <a:pt x="152" y="256"/>
                        </a:lnTo>
                        <a:lnTo>
                          <a:pt x="160" y="248"/>
                        </a:lnTo>
                        <a:lnTo>
                          <a:pt x="168" y="256"/>
                        </a:lnTo>
                        <a:lnTo>
                          <a:pt x="240" y="256"/>
                        </a:lnTo>
                        <a:lnTo>
                          <a:pt x="216" y="56"/>
                        </a:lnTo>
                        <a:lnTo>
                          <a:pt x="264" y="56"/>
                        </a:lnTo>
                        <a:lnTo>
                          <a:pt x="184"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65" name="Freeform 382">
                    <a:extLst>
                      <a:ext uri="{FF2B5EF4-FFF2-40B4-BE49-F238E27FC236}">
                        <a16:creationId xmlns:a16="http://schemas.microsoft.com/office/drawing/2014/main" id="{56DE19FF-C03B-0CEE-186A-3F80BE73C4B7}"/>
                      </a:ext>
                    </a:extLst>
                  </p:cNvPr>
                  <p:cNvSpPr>
                    <a:spLocks/>
                  </p:cNvSpPr>
                  <p:nvPr/>
                </p:nvSpPr>
                <p:spPr bwMode="gray">
                  <a:xfrm>
                    <a:off x="2513" y="2476"/>
                    <a:ext cx="130" cy="106"/>
                  </a:xfrm>
                  <a:custGeom>
                    <a:avLst/>
                    <a:gdLst>
                      <a:gd name="T0" fmla="*/ 0 w 184"/>
                      <a:gd name="T1" fmla="*/ 52 h 152"/>
                      <a:gd name="T2" fmla="*/ 31 w 184"/>
                      <a:gd name="T3" fmla="*/ 52 h 152"/>
                      <a:gd name="T4" fmla="*/ 31 w 184"/>
                      <a:gd name="T5" fmla="*/ 41 h 152"/>
                      <a:gd name="T6" fmla="*/ 34 w 184"/>
                      <a:gd name="T7" fmla="*/ 36 h 152"/>
                      <a:gd name="T8" fmla="*/ 40 w 184"/>
                      <a:gd name="T9" fmla="*/ 36 h 152"/>
                      <a:gd name="T10" fmla="*/ 40 w 184"/>
                      <a:gd name="T11" fmla="*/ 16 h 152"/>
                      <a:gd name="T12" fmla="*/ 62 w 184"/>
                      <a:gd name="T13" fmla="*/ 16 h 152"/>
                      <a:gd name="T14" fmla="*/ 65 w 184"/>
                      <a:gd name="T15" fmla="*/ 6 h 152"/>
                      <a:gd name="T16" fmla="*/ 62 w 184"/>
                      <a:gd name="T17" fmla="*/ 0 h 152"/>
                      <a:gd name="T18" fmla="*/ 40 w 184"/>
                      <a:gd name="T19" fmla="*/ 0 h 152"/>
                      <a:gd name="T20" fmla="*/ 34 w 184"/>
                      <a:gd name="T21" fmla="*/ 3 h 152"/>
                      <a:gd name="T22" fmla="*/ 31 w 184"/>
                      <a:gd name="T23" fmla="*/ 3 h 152"/>
                      <a:gd name="T24" fmla="*/ 25 w 184"/>
                      <a:gd name="T25" fmla="*/ 10 h 152"/>
                      <a:gd name="T26" fmla="*/ 25 w 184"/>
                      <a:gd name="T27" fmla="*/ 14 h 152"/>
                      <a:gd name="T28" fmla="*/ 23 w 184"/>
                      <a:gd name="T29" fmla="*/ 14 h 152"/>
                      <a:gd name="T30" fmla="*/ 20 w 184"/>
                      <a:gd name="T31" fmla="*/ 19 h 152"/>
                      <a:gd name="T32" fmla="*/ 17 w 184"/>
                      <a:gd name="T33" fmla="*/ 24 h 152"/>
                      <a:gd name="T34" fmla="*/ 11 w 184"/>
                      <a:gd name="T35" fmla="*/ 30 h 152"/>
                      <a:gd name="T36" fmla="*/ 6 w 184"/>
                      <a:gd name="T37" fmla="*/ 41 h 152"/>
                      <a:gd name="T38" fmla="*/ 0 w 184"/>
                      <a:gd name="T39" fmla="*/ 52 h 15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4"/>
                      <a:gd name="T61" fmla="*/ 0 h 152"/>
                      <a:gd name="T62" fmla="*/ 184 w 184"/>
                      <a:gd name="T63" fmla="*/ 152 h 15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4" h="152">
                        <a:moveTo>
                          <a:pt x="0" y="152"/>
                        </a:moveTo>
                        <a:lnTo>
                          <a:pt x="88" y="152"/>
                        </a:lnTo>
                        <a:lnTo>
                          <a:pt x="88" y="120"/>
                        </a:lnTo>
                        <a:lnTo>
                          <a:pt x="96" y="104"/>
                        </a:lnTo>
                        <a:lnTo>
                          <a:pt x="112" y="104"/>
                        </a:lnTo>
                        <a:lnTo>
                          <a:pt x="112" y="48"/>
                        </a:lnTo>
                        <a:lnTo>
                          <a:pt x="176" y="48"/>
                        </a:lnTo>
                        <a:lnTo>
                          <a:pt x="184" y="16"/>
                        </a:lnTo>
                        <a:lnTo>
                          <a:pt x="176" y="0"/>
                        </a:lnTo>
                        <a:lnTo>
                          <a:pt x="112" y="0"/>
                        </a:lnTo>
                        <a:lnTo>
                          <a:pt x="96" y="8"/>
                        </a:lnTo>
                        <a:lnTo>
                          <a:pt x="88" y="8"/>
                        </a:lnTo>
                        <a:lnTo>
                          <a:pt x="72" y="32"/>
                        </a:lnTo>
                        <a:lnTo>
                          <a:pt x="72" y="40"/>
                        </a:lnTo>
                        <a:lnTo>
                          <a:pt x="64" y="40"/>
                        </a:lnTo>
                        <a:lnTo>
                          <a:pt x="56" y="56"/>
                        </a:lnTo>
                        <a:lnTo>
                          <a:pt x="48" y="72"/>
                        </a:lnTo>
                        <a:lnTo>
                          <a:pt x="32" y="88"/>
                        </a:lnTo>
                        <a:lnTo>
                          <a:pt x="16" y="120"/>
                        </a:lnTo>
                        <a:lnTo>
                          <a:pt x="0" y="152"/>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sp>
                <p:nvSpPr>
                  <p:cNvPr id="966" name="Freeform 383">
                    <a:extLst>
                      <a:ext uri="{FF2B5EF4-FFF2-40B4-BE49-F238E27FC236}">
                        <a16:creationId xmlns:a16="http://schemas.microsoft.com/office/drawing/2014/main" id="{49ECCA8C-4569-2EE7-94B4-9DF3A8975576}"/>
                      </a:ext>
                    </a:extLst>
                  </p:cNvPr>
                  <p:cNvSpPr>
                    <a:spLocks/>
                  </p:cNvSpPr>
                  <p:nvPr/>
                </p:nvSpPr>
                <p:spPr bwMode="gray">
                  <a:xfrm>
                    <a:off x="2592" y="2363"/>
                    <a:ext cx="152" cy="113"/>
                  </a:xfrm>
                  <a:custGeom>
                    <a:avLst/>
                    <a:gdLst>
                      <a:gd name="T0" fmla="*/ 72 w 216"/>
                      <a:gd name="T1" fmla="*/ 0 h 160"/>
                      <a:gd name="T2" fmla="*/ 75 w 216"/>
                      <a:gd name="T3" fmla="*/ 14 h 160"/>
                      <a:gd name="T4" fmla="*/ 75 w 216"/>
                      <a:gd name="T5" fmla="*/ 17 h 160"/>
                      <a:gd name="T6" fmla="*/ 72 w 216"/>
                      <a:gd name="T7" fmla="*/ 25 h 160"/>
                      <a:gd name="T8" fmla="*/ 67 w 216"/>
                      <a:gd name="T9" fmla="*/ 25 h 160"/>
                      <a:gd name="T10" fmla="*/ 61 w 216"/>
                      <a:gd name="T11" fmla="*/ 25 h 160"/>
                      <a:gd name="T12" fmla="*/ 61 w 216"/>
                      <a:gd name="T13" fmla="*/ 34 h 160"/>
                      <a:gd name="T14" fmla="*/ 56 w 216"/>
                      <a:gd name="T15" fmla="*/ 34 h 160"/>
                      <a:gd name="T16" fmla="*/ 53 w 216"/>
                      <a:gd name="T17" fmla="*/ 37 h 160"/>
                      <a:gd name="T18" fmla="*/ 50 w 216"/>
                      <a:gd name="T19" fmla="*/ 37 h 160"/>
                      <a:gd name="T20" fmla="*/ 48 w 216"/>
                      <a:gd name="T21" fmla="*/ 40 h 160"/>
                      <a:gd name="T22" fmla="*/ 48 w 216"/>
                      <a:gd name="T23" fmla="*/ 42 h 160"/>
                      <a:gd name="T24" fmla="*/ 31 w 216"/>
                      <a:gd name="T25" fmla="*/ 45 h 160"/>
                      <a:gd name="T26" fmla="*/ 23 w 216"/>
                      <a:gd name="T27" fmla="*/ 51 h 160"/>
                      <a:gd name="T28" fmla="*/ 23 w 216"/>
                      <a:gd name="T29" fmla="*/ 57 h 160"/>
                      <a:gd name="T30" fmla="*/ 0 w 216"/>
                      <a:gd name="T31" fmla="*/ 57 h 160"/>
                      <a:gd name="T32" fmla="*/ 72 w 216"/>
                      <a:gd name="T33" fmla="*/ 0 h 16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6"/>
                      <a:gd name="T52" fmla="*/ 0 h 160"/>
                      <a:gd name="T53" fmla="*/ 216 w 216"/>
                      <a:gd name="T54" fmla="*/ 160 h 16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6" h="160">
                        <a:moveTo>
                          <a:pt x="208" y="0"/>
                        </a:moveTo>
                        <a:lnTo>
                          <a:pt x="216" y="40"/>
                        </a:lnTo>
                        <a:lnTo>
                          <a:pt x="216" y="48"/>
                        </a:lnTo>
                        <a:lnTo>
                          <a:pt x="208" y="72"/>
                        </a:lnTo>
                        <a:lnTo>
                          <a:pt x="192" y="72"/>
                        </a:lnTo>
                        <a:lnTo>
                          <a:pt x="176" y="72"/>
                        </a:lnTo>
                        <a:lnTo>
                          <a:pt x="176" y="96"/>
                        </a:lnTo>
                        <a:lnTo>
                          <a:pt x="160" y="96"/>
                        </a:lnTo>
                        <a:lnTo>
                          <a:pt x="152" y="104"/>
                        </a:lnTo>
                        <a:lnTo>
                          <a:pt x="144" y="104"/>
                        </a:lnTo>
                        <a:lnTo>
                          <a:pt x="136" y="112"/>
                        </a:lnTo>
                        <a:lnTo>
                          <a:pt x="136" y="120"/>
                        </a:lnTo>
                        <a:lnTo>
                          <a:pt x="88" y="128"/>
                        </a:lnTo>
                        <a:lnTo>
                          <a:pt x="64" y="144"/>
                        </a:lnTo>
                        <a:lnTo>
                          <a:pt x="64" y="160"/>
                        </a:lnTo>
                        <a:lnTo>
                          <a:pt x="0" y="160"/>
                        </a:lnTo>
                        <a:lnTo>
                          <a:pt x="208" y="0"/>
                        </a:lnTo>
                        <a:close/>
                      </a:path>
                    </a:pathLst>
                  </a:custGeom>
                  <a:grpFill/>
                  <a:ln w="6350">
                    <a:solidFill>
                      <a:schemeClr val="bg1"/>
                    </a:solidFill>
                    <a:round/>
                    <a:headEnd/>
                    <a:tailEnd/>
                  </a:ln>
                </p:spPr>
                <p:txBody>
                  <a:bodyPr wrap="square">
                    <a:noAutofit/>
                  </a:bodyPr>
                  <a:lstStyle/>
                  <a:p>
                    <a:pPr marL="0" marR="0" lvl="0" indent="0" algn="l" defTabSz="81598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BBvoice"/>
                      <a:ea typeface="ABBvoiceOffice" panose="020D0603020503020204" pitchFamily="34" charset="0"/>
                      <a:cs typeface="ABBvoiceOffice" panose="020D0603020503020204" pitchFamily="34" charset="0"/>
                    </a:endParaRPr>
                  </a:p>
                </p:txBody>
              </p:sp>
            </p:grpSp>
          </p:grpSp>
          <p:grpSp>
            <p:nvGrpSpPr>
              <p:cNvPr id="706" name="Group 705">
                <a:extLst>
                  <a:ext uri="{FF2B5EF4-FFF2-40B4-BE49-F238E27FC236}">
                    <a16:creationId xmlns:a16="http://schemas.microsoft.com/office/drawing/2014/main" id="{3DA9CD0A-D147-D6F9-8036-993DE7090661}"/>
                  </a:ext>
                </a:extLst>
              </p:cNvPr>
              <p:cNvGrpSpPr/>
              <p:nvPr/>
            </p:nvGrpSpPr>
            <p:grpSpPr>
              <a:xfrm>
                <a:off x="5485829" y="515465"/>
                <a:ext cx="5822189" cy="3078184"/>
                <a:chOff x="605554" y="2315860"/>
                <a:chExt cx="7348860" cy="3885328"/>
              </a:xfrm>
            </p:grpSpPr>
            <p:sp>
              <p:nvSpPr>
                <p:cNvPr id="707" name="Oval 706">
                  <a:extLst>
                    <a:ext uri="{FF2B5EF4-FFF2-40B4-BE49-F238E27FC236}">
                      <a16:creationId xmlns:a16="http://schemas.microsoft.com/office/drawing/2014/main" id="{824A2D39-4C0E-9762-62AA-F27FA9B0416F}"/>
                    </a:ext>
                  </a:extLst>
                </p:cNvPr>
                <p:cNvSpPr/>
                <p:nvPr/>
              </p:nvSpPr>
              <p:spPr bwMode="gray">
                <a:xfrm>
                  <a:off x="6180903" y="4151461"/>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08" name="Oval 707">
                  <a:extLst>
                    <a:ext uri="{FF2B5EF4-FFF2-40B4-BE49-F238E27FC236}">
                      <a16:creationId xmlns:a16="http://schemas.microsoft.com/office/drawing/2014/main" id="{B1CFF737-99E4-0F90-2196-750DD1E95DBD}"/>
                    </a:ext>
                  </a:extLst>
                </p:cNvPr>
                <p:cNvSpPr/>
                <p:nvPr/>
              </p:nvSpPr>
              <p:spPr bwMode="gray">
                <a:xfrm>
                  <a:off x="6500683" y="4275447"/>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09" name="Oval 708">
                  <a:extLst>
                    <a:ext uri="{FF2B5EF4-FFF2-40B4-BE49-F238E27FC236}">
                      <a16:creationId xmlns:a16="http://schemas.microsoft.com/office/drawing/2014/main" id="{749DBB18-0018-69A4-84C2-86CF202874EF}"/>
                    </a:ext>
                  </a:extLst>
                </p:cNvPr>
                <p:cNvSpPr/>
                <p:nvPr/>
              </p:nvSpPr>
              <p:spPr bwMode="gray">
                <a:xfrm>
                  <a:off x="6294801" y="4296773"/>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10" name="Oval 709">
                  <a:extLst>
                    <a:ext uri="{FF2B5EF4-FFF2-40B4-BE49-F238E27FC236}">
                      <a16:creationId xmlns:a16="http://schemas.microsoft.com/office/drawing/2014/main" id="{A428ED3C-5401-2A72-01A7-46C253946F96}"/>
                    </a:ext>
                  </a:extLst>
                </p:cNvPr>
                <p:cNvSpPr/>
                <p:nvPr/>
              </p:nvSpPr>
              <p:spPr bwMode="gray">
                <a:xfrm>
                  <a:off x="6186801" y="427650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11" name="Oval 710">
                  <a:extLst>
                    <a:ext uri="{FF2B5EF4-FFF2-40B4-BE49-F238E27FC236}">
                      <a16:creationId xmlns:a16="http://schemas.microsoft.com/office/drawing/2014/main" id="{511373D0-C5D1-CC07-FDF9-A7D46D657F50}"/>
                    </a:ext>
                  </a:extLst>
                </p:cNvPr>
                <p:cNvSpPr/>
                <p:nvPr/>
              </p:nvSpPr>
              <p:spPr bwMode="gray">
                <a:xfrm>
                  <a:off x="6133569" y="4622164"/>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12" name="Oval 711">
                  <a:extLst>
                    <a:ext uri="{FF2B5EF4-FFF2-40B4-BE49-F238E27FC236}">
                      <a16:creationId xmlns:a16="http://schemas.microsoft.com/office/drawing/2014/main" id="{2B7E7C2E-AE60-B615-D5A0-EC802645E8C2}"/>
                    </a:ext>
                  </a:extLst>
                </p:cNvPr>
                <p:cNvSpPr/>
                <p:nvPr/>
              </p:nvSpPr>
              <p:spPr bwMode="gray">
                <a:xfrm>
                  <a:off x="5970613" y="455905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13" name="Oval 712">
                  <a:extLst>
                    <a:ext uri="{FF2B5EF4-FFF2-40B4-BE49-F238E27FC236}">
                      <a16:creationId xmlns:a16="http://schemas.microsoft.com/office/drawing/2014/main" id="{262CE8EA-6EF2-C4D4-E869-1A0B60846193}"/>
                    </a:ext>
                  </a:extLst>
                </p:cNvPr>
                <p:cNvSpPr/>
                <p:nvPr/>
              </p:nvSpPr>
              <p:spPr bwMode="gray">
                <a:xfrm>
                  <a:off x="6018540" y="4611657"/>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14" name="Oval 713">
                  <a:extLst>
                    <a:ext uri="{FF2B5EF4-FFF2-40B4-BE49-F238E27FC236}">
                      <a16:creationId xmlns:a16="http://schemas.microsoft.com/office/drawing/2014/main" id="{2877A6DF-B302-320B-A1F3-A09EB532A42C}"/>
                    </a:ext>
                  </a:extLst>
                </p:cNvPr>
                <p:cNvSpPr/>
                <p:nvPr/>
              </p:nvSpPr>
              <p:spPr bwMode="gray">
                <a:xfrm>
                  <a:off x="6130837" y="4768038"/>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15" name="Oval 714">
                  <a:extLst>
                    <a:ext uri="{FF2B5EF4-FFF2-40B4-BE49-F238E27FC236}">
                      <a16:creationId xmlns:a16="http://schemas.microsoft.com/office/drawing/2014/main" id="{E959A2B7-C3CE-F8A2-29D6-C83881DF8E4D}"/>
                    </a:ext>
                  </a:extLst>
                </p:cNvPr>
                <p:cNvSpPr/>
                <p:nvPr/>
              </p:nvSpPr>
              <p:spPr bwMode="gray">
                <a:xfrm>
                  <a:off x="5927513" y="4685960"/>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16" name="Oval 715">
                  <a:extLst>
                    <a:ext uri="{FF2B5EF4-FFF2-40B4-BE49-F238E27FC236}">
                      <a16:creationId xmlns:a16="http://schemas.microsoft.com/office/drawing/2014/main" id="{53F6950E-2C3E-6CBE-51DE-5E2FB395A3ED}"/>
                    </a:ext>
                  </a:extLst>
                </p:cNvPr>
                <p:cNvSpPr/>
                <p:nvPr/>
              </p:nvSpPr>
              <p:spPr bwMode="gray">
                <a:xfrm>
                  <a:off x="5745367" y="4714227"/>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17" name="Oval 716">
                  <a:extLst>
                    <a:ext uri="{FF2B5EF4-FFF2-40B4-BE49-F238E27FC236}">
                      <a16:creationId xmlns:a16="http://schemas.microsoft.com/office/drawing/2014/main" id="{A74C8E86-4959-69CB-DAA6-0A7F9709E200}"/>
                    </a:ext>
                  </a:extLst>
                </p:cNvPr>
                <p:cNvSpPr/>
                <p:nvPr/>
              </p:nvSpPr>
              <p:spPr bwMode="gray">
                <a:xfrm>
                  <a:off x="5815804" y="481137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18" name="Oval 717">
                  <a:extLst>
                    <a:ext uri="{FF2B5EF4-FFF2-40B4-BE49-F238E27FC236}">
                      <a16:creationId xmlns:a16="http://schemas.microsoft.com/office/drawing/2014/main" id="{C401E124-B288-53B0-77FF-C766C3FBADAE}"/>
                    </a:ext>
                  </a:extLst>
                </p:cNvPr>
                <p:cNvSpPr/>
                <p:nvPr/>
              </p:nvSpPr>
              <p:spPr bwMode="gray">
                <a:xfrm>
                  <a:off x="5892147" y="4833815"/>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19" name="Oval 718">
                  <a:extLst>
                    <a:ext uri="{FF2B5EF4-FFF2-40B4-BE49-F238E27FC236}">
                      <a16:creationId xmlns:a16="http://schemas.microsoft.com/office/drawing/2014/main" id="{86C94B9B-93C2-0518-CBFE-3E5DD316789E}"/>
                    </a:ext>
                  </a:extLst>
                </p:cNvPr>
                <p:cNvSpPr/>
                <p:nvPr/>
              </p:nvSpPr>
              <p:spPr bwMode="gray">
                <a:xfrm>
                  <a:off x="5702923" y="505872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20" name="Oval 719">
                  <a:extLst>
                    <a:ext uri="{FF2B5EF4-FFF2-40B4-BE49-F238E27FC236}">
                      <a16:creationId xmlns:a16="http://schemas.microsoft.com/office/drawing/2014/main" id="{7C026BC1-22DA-BA21-6863-ECC41AC04AEB}"/>
                    </a:ext>
                  </a:extLst>
                </p:cNvPr>
                <p:cNvSpPr/>
                <p:nvPr/>
              </p:nvSpPr>
              <p:spPr bwMode="gray">
                <a:xfrm>
                  <a:off x="5942824" y="5220722"/>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21" name="Oval 720">
                  <a:extLst>
                    <a:ext uri="{FF2B5EF4-FFF2-40B4-BE49-F238E27FC236}">
                      <a16:creationId xmlns:a16="http://schemas.microsoft.com/office/drawing/2014/main" id="{D36B2D1E-3289-EE76-5DA7-0384B591838C}"/>
                    </a:ext>
                  </a:extLst>
                </p:cNvPr>
                <p:cNvSpPr/>
                <p:nvPr/>
              </p:nvSpPr>
              <p:spPr bwMode="gray">
                <a:xfrm>
                  <a:off x="5799261" y="5178426"/>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22" name="Oval 721">
                  <a:extLst>
                    <a:ext uri="{FF2B5EF4-FFF2-40B4-BE49-F238E27FC236}">
                      <a16:creationId xmlns:a16="http://schemas.microsoft.com/office/drawing/2014/main" id="{4457E419-E68E-CEB6-A4E2-F2E2DEF35490}"/>
                    </a:ext>
                  </a:extLst>
                </p:cNvPr>
                <p:cNvSpPr/>
                <p:nvPr/>
              </p:nvSpPr>
              <p:spPr bwMode="gray">
                <a:xfrm>
                  <a:off x="5990710" y="5074241"/>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23" name="Oval 722">
                  <a:extLst>
                    <a:ext uri="{FF2B5EF4-FFF2-40B4-BE49-F238E27FC236}">
                      <a16:creationId xmlns:a16="http://schemas.microsoft.com/office/drawing/2014/main" id="{508B7A2C-43A8-E9F6-7B98-AB196C0C07AB}"/>
                    </a:ext>
                  </a:extLst>
                </p:cNvPr>
                <p:cNvSpPr/>
                <p:nvPr/>
              </p:nvSpPr>
              <p:spPr bwMode="gray">
                <a:xfrm>
                  <a:off x="6360996" y="5455728"/>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24" name="Oval 723">
                  <a:extLst>
                    <a:ext uri="{FF2B5EF4-FFF2-40B4-BE49-F238E27FC236}">
                      <a16:creationId xmlns:a16="http://schemas.microsoft.com/office/drawing/2014/main" id="{BF2ADF5F-7F51-6068-85AD-117C6E9211B9}"/>
                    </a:ext>
                  </a:extLst>
                </p:cNvPr>
                <p:cNvSpPr/>
                <p:nvPr/>
              </p:nvSpPr>
              <p:spPr bwMode="gray">
                <a:xfrm>
                  <a:off x="5381144" y="4472991"/>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25" name="Oval 724">
                  <a:extLst>
                    <a:ext uri="{FF2B5EF4-FFF2-40B4-BE49-F238E27FC236}">
                      <a16:creationId xmlns:a16="http://schemas.microsoft.com/office/drawing/2014/main" id="{5D662E66-619F-BC05-07A6-CF319787F92C}"/>
                    </a:ext>
                  </a:extLst>
                </p:cNvPr>
                <p:cNvSpPr/>
                <p:nvPr/>
              </p:nvSpPr>
              <p:spPr bwMode="gray">
                <a:xfrm>
                  <a:off x="4506182" y="4488749"/>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26" name="Oval 725">
                  <a:extLst>
                    <a:ext uri="{FF2B5EF4-FFF2-40B4-BE49-F238E27FC236}">
                      <a16:creationId xmlns:a16="http://schemas.microsoft.com/office/drawing/2014/main" id="{01429DDA-9247-A6F5-0ADF-3F9B016CC561}"/>
                    </a:ext>
                  </a:extLst>
                </p:cNvPr>
                <p:cNvSpPr/>
                <p:nvPr/>
              </p:nvSpPr>
              <p:spPr bwMode="gray">
                <a:xfrm>
                  <a:off x="4392513" y="4585793"/>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27" name="Oval 726">
                  <a:extLst>
                    <a:ext uri="{FF2B5EF4-FFF2-40B4-BE49-F238E27FC236}">
                      <a16:creationId xmlns:a16="http://schemas.microsoft.com/office/drawing/2014/main" id="{AACACA12-B555-C466-5334-079580FF0A6B}"/>
                    </a:ext>
                  </a:extLst>
                </p:cNvPr>
                <p:cNvSpPr/>
                <p:nvPr/>
              </p:nvSpPr>
              <p:spPr bwMode="gray">
                <a:xfrm>
                  <a:off x="5276132" y="4478030"/>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28" name="Oval 727">
                  <a:extLst>
                    <a:ext uri="{FF2B5EF4-FFF2-40B4-BE49-F238E27FC236}">
                      <a16:creationId xmlns:a16="http://schemas.microsoft.com/office/drawing/2014/main" id="{2430A171-ADB5-9885-DD4C-FB5704BF8A19}"/>
                    </a:ext>
                  </a:extLst>
                </p:cNvPr>
                <p:cNvSpPr/>
                <p:nvPr/>
              </p:nvSpPr>
              <p:spPr bwMode="gray">
                <a:xfrm>
                  <a:off x="5316200" y="4492402"/>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29" name="Oval 728">
                  <a:extLst>
                    <a:ext uri="{FF2B5EF4-FFF2-40B4-BE49-F238E27FC236}">
                      <a16:creationId xmlns:a16="http://schemas.microsoft.com/office/drawing/2014/main" id="{A3FC1570-8AFF-8E52-4CC0-F80F54BAD8F8}"/>
                    </a:ext>
                  </a:extLst>
                </p:cNvPr>
                <p:cNvSpPr/>
                <p:nvPr/>
              </p:nvSpPr>
              <p:spPr bwMode="gray">
                <a:xfrm>
                  <a:off x="5266814" y="4521142"/>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30" name="Oval 729">
                  <a:extLst>
                    <a:ext uri="{FF2B5EF4-FFF2-40B4-BE49-F238E27FC236}">
                      <a16:creationId xmlns:a16="http://schemas.microsoft.com/office/drawing/2014/main" id="{BB618573-07C1-C5ED-74E2-D37408158B92}"/>
                    </a:ext>
                  </a:extLst>
                </p:cNvPr>
                <p:cNvSpPr/>
                <p:nvPr/>
              </p:nvSpPr>
              <p:spPr bwMode="gray">
                <a:xfrm>
                  <a:off x="5161461" y="4544908"/>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31" name="Oval 730">
                  <a:extLst>
                    <a:ext uri="{FF2B5EF4-FFF2-40B4-BE49-F238E27FC236}">
                      <a16:creationId xmlns:a16="http://schemas.microsoft.com/office/drawing/2014/main" id="{4DA51FCF-01E7-66EC-C889-20FD1CAECFA5}"/>
                    </a:ext>
                  </a:extLst>
                </p:cNvPr>
                <p:cNvSpPr/>
                <p:nvPr/>
              </p:nvSpPr>
              <p:spPr bwMode="gray">
                <a:xfrm>
                  <a:off x="5227114" y="4592504"/>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32" name="Oval 731">
                  <a:extLst>
                    <a:ext uri="{FF2B5EF4-FFF2-40B4-BE49-F238E27FC236}">
                      <a16:creationId xmlns:a16="http://schemas.microsoft.com/office/drawing/2014/main" id="{F2D12AD5-5CF3-5B0A-55D0-3AE9973E21BC}"/>
                    </a:ext>
                  </a:extLst>
                </p:cNvPr>
                <p:cNvSpPr/>
                <p:nvPr/>
              </p:nvSpPr>
              <p:spPr bwMode="gray">
                <a:xfrm>
                  <a:off x="5187109" y="4663707"/>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33" name="Oval 732">
                  <a:extLst>
                    <a:ext uri="{FF2B5EF4-FFF2-40B4-BE49-F238E27FC236}">
                      <a16:creationId xmlns:a16="http://schemas.microsoft.com/office/drawing/2014/main" id="{F054F3E5-0E15-E121-FDAA-8ECF38E3DA3A}"/>
                    </a:ext>
                  </a:extLst>
                </p:cNvPr>
                <p:cNvSpPr/>
                <p:nvPr/>
              </p:nvSpPr>
              <p:spPr bwMode="gray">
                <a:xfrm>
                  <a:off x="5242265" y="4663707"/>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34" name="Oval 733">
                  <a:extLst>
                    <a:ext uri="{FF2B5EF4-FFF2-40B4-BE49-F238E27FC236}">
                      <a16:creationId xmlns:a16="http://schemas.microsoft.com/office/drawing/2014/main" id="{50881F50-E22B-4444-4CDE-D1DA4D9DA07F}"/>
                    </a:ext>
                  </a:extLst>
                </p:cNvPr>
                <p:cNvSpPr/>
                <p:nvPr/>
              </p:nvSpPr>
              <p:spPr bwMode="gray">
                <a:xfrm>
                  <a:off x="5378148" y="4506549"/>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35" name="Oval 734">
                  <a:extLst>
                    <a:ext uri="{FF2B5EF4-FFF2-40B4-BE49-F238E27FC236}">
                      <a16:creationId xmlns:a16="http://schemas.microsoft.com/office/drawing/2014/main" id="{7FC712F2-6F7D-F268-9AE2-D0FFF59D8DA7}"/>
                    </a:ext>
                  </a:extLst>
                </p:cNvPr>
                <p:cNvSpPr/>
                <p:nvPr/>
              </p:nvSpPr>
              <p:spPr bwMode="gray">
                <a:xfrm>
                  <a:off x="5330221" y="4532316"/>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36" name="Oval 735">
                  <a:extLst>
                    <a:ext uri="{FF2B5EF4-FFF2-40B4-BE49-F238E27FC236}">
                      <a16:creationId xmlns:a16="http://schemas.microsoft.com/office/drawing/2014/main" id="{D2546DF6-017C-8FC5-D7D7-7DD6EFCDD2E6}"/>
                    </a:ext>
                  </a:extLst>
                </p:cNvPr>
                <p:cNvSpPr/>
                <p:nvPr/>
              </p:nvSpPr>
              <p:spPr bwMode="gray">
                <a:xfrm>
                  <a:off x="5282294" y="4558083"/>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37" name="Oval 736">
                  <a:extLst>
                    <a:ext uri="{FF2B5EF4-FFF2-40B4-BE49-F238E27FC236}">
                      <a16:creationId xmlns:a16="http://schemas.microsoft.com/office/drawing/2014/main" id="{B7D8AC67-2644-5638-63C7-33CE43A6E0BF}"/>
                    </a:ext>
                  </a:extLst>
                </p:cNvPr>
                <p:cNvSpPr/>
                <p:nvPr/>
              </p:nvSpPr>
              <p:spPr bwMode="gray">
                <a:xfrm>
                  <a:off x="5291883" y="4562844"/>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38" name="Oval 737">
                  <a:extLst>
                    <a:ext uri="{FF2B5EF4-FFF2-40B4-BE49-F238E27FC236}">
                      <a16:creationId xmlns:a16="http://schemas.microsoft.com/office/drawing/2014/main" id="{20828A41-1ADB-8C33-935D-0313D976F523}"/>
                    </a:ext>
                  </a:extLst>
                </p:cNvPr>
                <p:cNvSpPr/>
                <p:nvPr/>
              </p:nvSpPr>
              <p:spPr bwMode="gray">
                <a:xfrm>
                  <a:off x="5268262" y="4603215"/>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39" name="Oval 738">
                  <a:extLst>
                    <a:ext uri="{FF2B5EF4-FFF2-40B4-BE49-F238E27FC236}">
                      <a16:creationId xmlns:a16="http://schemas.microsoft.com/office/drawing/2014/main" id="{F7503D71-8D85-5CDD-943E-6BCB69111F54}"/>
                    </a:ext>
                  </a:extLst>
                </p:cNvPr>
                <p:cNvSpPr/>
                <p:nvPr/>
              </p:nvSpPr>
              <p:spPr bwMode="gray">
                <a:xfrm>
                  <a:off x="5287419" y="4658164"/>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40" name="Oval 739">
                  <a:extLst>
                    <a:ext uri="{FF2B5EF4-FFF2-40B4-BE49-F238E27FC236}">
                      <a16:creationId xmlns:a16="http://schemas.microsoft.com/office/drawing/2014/main" id="{3FEF7DC3-81A0-6B0C-AD56-98C01FC141B2}"/>
                    </a:ext>
                  </a:extLst>
                </p:cNvPr>
                <p:cNvSpPr/>
                <p:nvPr/>
              </p:nvSpPr>
              <p:spPr bwMode="gray">
                <a:xfrm>
                  <a:off x="5429247" y="4553016"/>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41" name="Oval 740">
                  <a:extLst>
                    <a:ext uri="{FF2B5EF4-FFF2-40B4-BE49-F238E27FC236}">
                      <a16:creationId xmlns:a16="http://schemas.microsoft.com/office/drawing/2014/main" id="{93CC70F2-5D66-FFCC-C058-65DD55613D72}"/>
                    </a:ext>
                  </a:extLst>
                </p:cNvPr>
                <p:cNvSpPr/>
                <p:nvPr/>
              </p:nvSpPr>
              <p:spPr bwMode="gray">
                <a:xfrm>
                  <a:off x="5274159" y="4745214"/>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42" name="Oval 741">
                  <a:extLst>
                    <a:ext uri="{FF2B5EF4-FFF2-40B4-BE49-F238E27FC236}">
                      <a16:creationId xmlns:a16="http://schemas.microsoft.com/office/drawing/2014/main" id="{436695E4-3338-DD73-3771-C0C352AF9C1C}"/>
                    </a:ext>
                  </a:extLst>
                </p:cNvPr>
                <p:cNvSpPr/>
                <p:nvPr/>
              </p:nvSpPr>
              <p:spPr bwMode="gray">
                <a:xfrm>
                  <a:off x="5299869" y="4821101"/>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43" name="Oval 742">
                  <a:extLst>
                    <a:ext uri="{FF2B5EF4-FFF2-40B4-BE49-F238E27FC236}">
                      <a16:creationId xmlns:a16="http://schemas.microsoft.com/office/drawing/2014/main" id="{19188928-628A-6BF7-8380-F916B7A90F70}"/>
                    </a:ext>
                  </a:extLst>
                </p:cNvPr>
                <p:cNvSpPr/>
                <p:nvPr/>
              </p:nvSpPr>
              <p:spPr bwMode="gray">
                <a:xfrm>
                  <a:off x="5280200" y="4899497"/>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44" name="Oval 743">
                  <a:extLst>
                    <a:ext uri="{FF2B5EF4-FFF2-40B4-BE49-F238E27FC236}">
                      <a16:creationId xmlns:a16="http://schemas.microsoft.com/office/drawing/2014/main" id="{5311D2C4-18C3-15E1-1905-4A9FDFE3149F}"/>
                    </a:ext>
                  </a:extLst>
                </p:cNvPr>
                <p:cNvSpPr/>
                <p:nvPr/>
              </p:nvSpPr>
              <p:spPr bwMode="gray">
                <a:xfrm>
                  <a:off x="6150801" y="5736015"/>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45" name="Oval 744">
                  <a:extLst>
                    <a:ext uri="{FF2B5EF4-FFF2-40B4-BE49-F238E27FC236}">
                      <a16:creationId xmlns:a16="http://schemas.microsoft.com/office/drawing/2014/main" id="{08AEE550-A602-1BF2-20FE-FA31CAD72548}"/>
                    </a:ext>
                  </a:extLst>
                </p:cNvPr>
                <p:cNvSpPr/>
                <p:nvPr/>
              </p:nvSpPr>
              <p:spPr bwMode="gray">
                <a:xfrm>
                  <a:off x="3819481" y="4960396"/>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46" name="Oval 745">
                  <a:extLst>
                    <a:ext uri="{FF2B5EF4-FFF2-40B4-BE49-F238E27FC236}">
                      <a16:creationId xmlns:a16="http://schemas.microsoft.com/office/drawing/2014/main" id="{D55A2243-5B15-218E-25ED-1FA27E092381}"/>
                    </a:ext>
                  </a:extLst>
                </p:cNvPr>
                <p:cNvSpPr/>
                <p:nvPr/>
              </p:nvSpPr>
              <p:spPr bwMode="gray">
                <a:xfrm>
                  <a:off x="3899934" y="4977401"/>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47" name="Oval 746">
                  <a:extLst>
                    <a:ext uri="{FF2B5EF4-FFF2-40B4-BE49-F238E27FC236}">
                      <a16:creationId xmlns:a16="http://schemas.microsoft.com/office/drawing/2014/main" id="{FA3CA727-70C9-1065-F404-7AFD5E1A0749}"/>
                    </a:ext>
                  </a:extLst>
                </p:cNvPr>
                <p:cNvSpPr/>
                <p:nvPr/>
              </p:nvSpPr>
              <p:spPr bwMode="gray">
                <a:xfrm>
                  <a:off x="4482893" y="4948176"/>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48" name="Oval 747">
                  <a:extLst>
                    <a:ext uri="{FF2B5EF4-FFF2-40B4-BE49-F238E27FC236}">
                      <a16:creationId xmlns:a16="http://schemas.microsoft.com/office/drawing/2014/main" id="{96A11B36-6706-30B5-D68D-E4B587C7367C}"/>
                    </a:ext>
                  </a:extLst>
                </p:cNvPr>
                <p:cNvSpPr/>
                <p:nvPr/>
              </p:nvSpPr>
              <p:spPr bwMode="gray">
                <a:xfrm>
                  <a:off x="4511553" y="5084597"/>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49" name="Oval 748">
                  <a:extLst>
                    <a:ext uri="{FF2B5EF4-FFF2-40B4-BE49-F238E27FC236}">
                      <a16:creationId xmlns:a16="http://schemas.microsoft.com/office/drawing/2014/main" id="{47B6D38D-E44B-384E-FFE4-641E1D13DB23}"/>
                    </a:ext>
                  </a:extLst>
                </p:cNvPr>
                <p:cNvSpPr/>
                <p:nvPr/>
              </p:nvSpPr>
              <p:spPr bwMode="gray">
                <a:xfrm>
                  <a:off x="4386615" y="5167007"/>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50" name="Oval 749">
                  <a:extLst>
                    <a:ext uri="{FF2B5EF4-FFF2-40B4-BE49-F238E27FC236}">
                      <a16:creationId xmlns:a16="http://schemas.microsoft.com/office/drawing/2014/main" id="{BC9D141A-5B03-D154-F71C-D15E1ACB0FCD}"/>
                    </a:ext>
                  </a:extLst>
                </p:cNvPr>
                <p:cNvSpPr/>
                <p:nvPr/>
              </p:nvSpPr>
              <p:spPr bwMode="gray">
                <a:xfrm>
                  <a:off x="4409875" y="5308158"/>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51" name="Oval 750">
                  <a:extLst>
                    <a:ext uri="{FF2B5EF4-FFF2-40B4-BE49-F238E27FC236}">
                      <a16:creationId xmlns:a16="http://schemas.microsoft.com/office/drawing/2014/main" id="{D15E3C5C-5225-DC0A-8A75-2018405CB284}"/>
                    </a:ext>
                  </a:extLst>
                </p:cNvPr>
                <p:cNvSpPr/>
                <p:nvPr/>
              </p:nvSpPr>
              <p:spPr bwMode="gray">
                <a:xfrm>
                  <a:off x="4674897" y="4602489"/>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52" name="Oval 751">
                  <a:extLst>
                    <a:ext uri="{FF2B5EF4-FFF2-40B4-BE49-F238E27FC236}">
                      <a16:creationId xmlns:a16="http://schemas.microsoft.com/office/drawing/2014/main" id="{EA8FBE0F-2E54-ECE0-F392-B7E41605E26A}"/>
                    </a:ext>
                  </a:extLst>
                </p:cNvPr>
                <p:cNvSpPr/>
                <p:nvPr/>
              </p:nvSpPr>
              <p:spPr bwMode="gray">
                <a:xfrm>
                  <a:off x="4710159" y="4491351"/>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53" name="Oval 752">
                  <a:extLst>
                    <a:ext uri="{FF2B5EF4-FFF2-40B4-BE49-F238E27FC236}">
                      <a16:creationId xmlns:a16="http://schemas.microsoft.com/office/drawing/2014/main" id="{92E2D3B6-9564-CF53-15ED-644E66C36470}"/>
                    </a:ext>
                  </a:extLst>
                </p:cNvPr>
                <p:cNvSpPr/>
                <p:nvPr/>
              </p:nvSpPr>
              <p:spPr bwMode="gray">
                <a:xfrm>
                  <a:off x="4754910" y="4536135"/>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54" name="Oval 753">
                  <a:extLst>
                    <a:ext uri="{FF2B5EF4-FFF2-40B4-BE49-F238E27FC236}">
                      <a16:creationId xmlns:a16="http://schemas.microsoft.com/office/drawing/2014/main" id="{5FDC1F89-8070-37B4-6A32-2E69E3F01032}"/>
                    </a:ext>
                  </a:extLst>
                </p:cNvPr>
                <p:cNvSpPr/>
                <p:nvPr/>
              </p:nvSpPr>
              <p:spPr bwMode="gray">
                <a:xfrm>
                  <a:off x="4891568" y="4678977"/>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55" name="Oval 754">
                  <a:extLst>
                    <a:ext uri="{FF2B5EF4-FFF2-40B4-BE49-F238E27FC236}">
                      <a16:creationId xmlns:a16="http://schemas.microsoft.com/office/drawing/2014/main" id="{7091F4ED-3A4F-B688-0FE0-938627BB6843}"/>
                    </a:ext>
                  </a:extLst>
                </p:cNvPr>
                <p:cNvSpPr/>
                <p:nvPr/>
              </p:nvSpPr>
              <p:spPr bwMode="gray">
                <a:xfrm>
                  <a:off x="4856029" y="4615458"/>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56" name="Oval 755">
                  <a:extLst>
                    <a:ext uri="{FF2B5EF4-FFF2-40B4-BE49-F238E27FC236}">
                      <a16:creationId xmlns:a16="http://schemas.microsoft.com/office/drawing/2014/main" id="{F6211F42-E701-4D62-CF2B-B0BF1ABF8C33}"/>
                    </a:ext>
                  </a:extLst>
                </p:cNvPr>
                <p:cNvSpPr/>
                <p:nvPr/>
              </p:nvSpPr>
              <p:spPr bwMode="gray">
                <a:xfrm>
                  <a:off x="4316676" y="5707748"/>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57" name="Oval 756">
                  <a:extLst>
                    <a:ext uri="{FF2B5EF4-FFF2-40B4-BE49-F238E27FC236}">
                      <a16:creationId xmlns:a16="http://schemas.microsoft.com/office/drawing/2014/main" id="{71709C7C-69FD-BFD7-F286-4E3879482559}"/>
                    </a:ext>
                  </a:extLst>
                </p:cNvPr>
                <p:cNvSpPr/>
                <p:nvPr/>
              </p:nvSpPr>
              <p:spPr bwMode="gray">
                <a:xfrm>
                  <a:off x="4192648" y="5811344"/>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58" name="Oval 757">
                  <a:extLst>
                    <a:ext uri="{FF2B5EF4-FFF2-40B4-BE49-F238E27FC236}">
                      <a16:creationId xmlns:a16="http://schemas.microsoft.com/office/drawing/2014/main" id="{F7C78467-6DB8-B7C2-D40E-BD3B37A233D2}"/>
                    </a:ext>
                  </a:extLst>
                </p:cNvPr>
                <p:cNvSpPr/>
                <p:nvPr/>
              </p:nvSpPr>
              <p:spPr bwMode="gray">
                <a:xfrm>
                  <a:off x="6517925" y="5800663"/>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59" name="Oval 758">
                  <a:extLst>
                    <a:ext uri="{FF2B5EF4-FFF2-40B4-BE49-F238E27FC236}">
                      <a16:creationId xmlns:a16="http://schemas.microsoft.com/office/drawing/2014/main" id="{4499CECE-9234-F08F-85DB-B28A3D2DA4CD}"/>
                    </a:ext>
                  </a:extLst>
                </p:cNvPr>
                <p:cNvSpPr/>
                <p:nvPr/>
              </p:nvSpPr>
              <p:spPr bwMode="gray">
                <a:xfrm>
                  <a:off x="6643381" y="5855150"/>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60" name="Oval 759">
                  <a:extLst>
                    <a:ext uri="{FF2B5EF4-FFF2-40B4-BE49-F238E27FC236}">
                      <a16:creationId xmlns:a16="http://schemas.microsoft.com/office/drawing/2014/main" id="{60661541-8018-7431-DC8F-3347436061BC}"/>
                    </a:ext>
                  </a:extLst>
                </p:cNvPr>
                <p:cNvSpPr/>
                <p:nvPr/>
              </p:nvSpPr>
              <p:spPr bwMode="gray">
                <a:xfrm>
                  <a:off x="6758718" y="5644684"/>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61" name="Oval 760">
                  <a:extLst>
                    <a:ext uri="{FF2B5EF4-FFF2-40B4-BE49-F238E27FC236}">
                      <a16:creationId xmlns:a16="http://schemas.microsoft.com/office/drawing/2014/main" id="{A91EDD3E-D548-D2F9-A3D5-CC316EBCEDEE}"/>
                    </a:ext>
                  </a:extLst>
                </p:cNvPr>
                <p:cNvSpPr/>
                <p:nvPr/>
              </p:nvSpPr>
              <p:spPr bwMode="gray">
                <a:xfrm>
                  <a:off x="7228771" y="592523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62" name="Oval 761">
                  <a:extLst>
                    <a:ext uri="{FF2B5EF4-FFF2-40B4-BE49-F238E27FC236}">
                      <a16:creationId xmlns:a16="http://schemas.microsoft.com/office/drawing/2014/main" id="{F4939FED-F675-A33A-04AD-72EE053E660B}"/>
                    </a:ext>
                  </a:extLst>
                </p:cNvPr>
                <p:cNvSpPr/>
                <p:nvPr/>
              </p:nvSpPr>
              <p:spPr bwMode="gray">
                <a:xfrm>
                  <a:off x="7124277" y="6042043"/>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63" name="Oval 762">
                  <a:extLst>
                    <a:ext uri="{FF2B5EF4-FFF2-40B4-BE49-F238E27FC236}">
                      <a16:creationId xmlns:a16="http://schemas.microsoft.com/office/drawing/2014/main" id="{5C383009-FA40-7861-58FE-EB70934F8B9A}"/>
                    </a:ext>
                  </a:extLst>
                </p:cNvPr>
                <p:cNvSpPr/>
                <p:nvPr/>
              </p:nvSpPr>
              <p:spPr bwMode="gray">
                <a:xfrm>
                  <a:off x="4369291" y="4485763"/>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64" name="Oval 763">
                  <a:extLst>
                    <a:ext uri="{FF2B5EF4-FFF2-40B4-BE49-F238E27FC236}">
                      <a16:creationId xmlns:a16="http://schemas.microsoft.com/office/drawing/2014/main" id="{2CD2CB08-0A1B-59E6-B9A7-10E8D8D0CD8C}"/>
                    </a:ext>
                  </a:extLst>
                </p:cNvPr>
                <p:cNvSpPr/>
                <p:nvPr/>
              </p:nvSpPr>
              <p:spPr bwMode="gray">
                <a:xfrm>
                  <a:off x="4227714" y="5730110"/>
                  <a:ext cx="108000" cy="108000"/>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65" name="Oval 764">
                  <a:extLst>
                    <a:ext uri="{FF2B5EF4-FFF2-40B4-BE49-F238E27FC236}">
                      <a16:creationId xmlns:a16="http://schemas.microsoft.com/office/drawing/2014/main" id="{DABA524B-A9F8-7396-1858-A7978FFEBC90}"/>
                    </a:ext>
                  </a:extLst>
                </p:cNvPr>
                <p:cNvSpPr/>
                <p:nvPr/>
              </p:nvSpPr>
              <p:spPr bwMode="gray">
                <a:xfrm>
                  <a:off x="5752860" y="5012443"/>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66" name="Oval 765">
                  <a:extLst>
                    <a:ext uri="{FF2B5EF4-FFF2-40B4-BE49-F238E27FC236}">
                      <a16:creationId xmlns:a16="http://schemas.microsoft.com/office/drawing/2014/main" id="{E4120FD0-BF1B-9B9F-DD5C-F061EAFB3413}"/>
                    </a:ext>
                  </a:extLst>
                </p:cNvPr>
                <p:cNvSpPr/>
                <p:nvPr/>
              </p:nvSpPr>
              <p:spPr bwMode="gray">
                <a:xfrm>
                  <a:off x="6440026" y="4295788"/>
                  <a:ext cx="108000" cy="108000"/>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67" name="Content Placeholder 3">
                  <a:extLst>
                    <a:ext uri="{FF2B5EF4-FFF2-40B4-BE49-F238E27FC236}">
                      <a16:creationId xmlns:a16="http://schemas.microsoft.com/office/drawing/2014/main" id="{31AF1D60-FEC5-F4FA-3A06-1698E654E8A3}"/>
                    </a:ext>
                  </a:extLst>
                </p:cNvPr>
                <p:cNvSpPr txBox="1">
                  <a:spLocks/>
                </p:cNvSpPr>
                <p:nvPr/>
              </p:nvSpPr>
              <p:spPr bwMode="gray">
                <a:xfrm>
                  <a:off x="608747" y="5191817"/>
                  <a:ext cx="1253126" cy="310785"/>
                </a:xfrm>
                <a:prstGeom prst="rect">
                  <a:avLst/>
                </a:prstGeom>
              </p:spPr>
              <p:txBody>
                <a:bodyPr wrap="square" lIns="0" tIns="0" rIns="0" bIns="0">
                  <a:sp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1" i="0" u="none" strike="noStrike" kern="1200" cap="none" spc="0" normalizeH="0" baseline="0" noProof="0">
                      <a:ln>
                        <a:noFill/>
                      </a:ln>
                      <a:solidFill>
                        <a:srgbClr val="000000"/>
                      </a:solidFill>
                      <a:effectLst/>
                      <a:uLnTx/>
                      <a:uFillTx/>
                      <a:latin typeface="ABBvoice"/>
                      <a:ea typeface="ABBvoice"/>
                      <a:cs typeface="ABBvoice"/>
                    </a:rPr>
                    <a:t>Regional TEC LTAM</a:t>
                  </a:r>
                  <a:br>
                    <a:rPr kumimoji="0" lang="en-US" sz="800" b="1" i="0" u="none" strike="noStrike" kern="1200" cap="none" spc="0" normalizeH="0" baseline="0" noProof="0">
                      <a:ln>
                        <a:noFill/>
                      </a:ln>
                      <a:solidFill>
                        <a:srgbClr val="000000"/>
                      </a:solidFill>
                      <a:effectLst/>
                      <a:uLnTx/>
                      <a:uFillTx/>
                      <a:latin typeface="ABBvoice"/>
                      <a:ea typeface="ABBvoice"/>
                      <a:cs typeface="ABBvoice"/>
                    </a:rPr>
                  </a:br>
                  <a:r>
                    <a:rPr kumimoji="0" lang="en-US" sz="800" b="0" i="0" u="none" strike="noStrike" kern="1200" cap="none" spc="0" normalizeH="0" baseline="0" noProof="0">
                      <a:ln>
                        <a:noFill/>
                      </a:ln>
                      <a:solidFill>
                        <a:srgbClr val="000000"/>
                      </a:solidFill>
                      <a:effectLst/>
                      <a:uLnTx/>
                      <a:uFillTx/>
                      <a:latin typeface="ABBvoice"/>
                      <a:ea typeface="ABBvoice"/>
                      <a:cs typeface="ABBvoice"/>
                    </a:rPr>
                    <a:t>Santiago, Chile</a:t>
                  </a:r>
                </a:p>
              </p:txBody>
            </p:sp>
            <p:sp>
              <p:nvSpPr>
                <p:cNvPr id="768" name="Oval 767">
                  <a:extLst>
                    <a:ext uri="{FF2B5EF4-FFF2-40B4-BE49-F238E27FC236}">
                      <a16:creationId xmlns:a16="http://schemas.microsoft.com/office/drawing/2014/main" id="{22011B9E-8E72-36E9-67DC-9DC0B4F68813}"/>
                    </a:ext>
                  </a:extLst>
                </p:cNvPr>
                <p:cNvSpPr/>
                <p:nvPr/>
              </p:nvSpPr>
              <p:spPr bwMode="gray">
                <a:xfrm>
                  <a:off x="4783596" y="4534468"/>
                  <a:ext cx="108000" cy="108000"/>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69" name="Oval 768">
                  <a:extLst>
                    <a:ext uri="{FF2B5EF4-FFF2-40B4-BE49-F238E27FC236}">
                      <a16:creationId xmlns:a16="http://schemas.microsoft.com/office/drawing/2014/main" id="{60F94D5E-18EF-4EBA-991D-EA2D6C6440FD}"/>
                    </a:ext>
                  </a:extLst>
                </p:cNvPr>
                <p:cNvSpPr/>
                <p:nvPr/>
              </p:nvSpPr>
              <p:spPr bwMode="gray">
                <a:xfrm>
                  <a:off x="6592426" y="4448188"/>
                  <a:ext cx="108000" cy="108000"/>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70" name="Content Placeholder 3">
                  <a:extLst>
                    <a:ext uri="{FF2B5EF4-FFF2-40B4-BE49-F238E27FC236}">
                      <a16:creationId xmlns:a16="http://schemas.microsoft.com/office/drawing/2014/main" id="{C7DA4609-566F-A4E7-E68A-8BB43B425531}"/>
                    </a:ext>
                  </a:extLst>
                </p:cNvPr>
                <p:cNvSpPr txBox="1">
                  <a:spLocks/>
                </p:cNvSpPr>
                <p:nvPr/>
              </p:nvSpPr>
              <p:spPr bwMode="gray">
                <a:xfrm>
                  <a:off x="6474943" y="4699298"/>
                  <a:ext cx="1230395" cy="298958"/>
                </a:xfrm>
                <a:prstGeom prst="rect">
                  <a:avLst/>
                </a:prstGeom>
              </p:spPr>
              <p:txBody>
                <a:bodyPr lIns="0" tIns="0" rIns="0" bIns="0">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1" i="0" u="none" strike="noStrike" kern="1200" cap="none" spc="0" normalizeH="0" baseline="0" noProof="0">
                      <a:ln>
                        <a:noFill/>
                      </a:ln>
                      <a:solidFill>
                        <a:srgbClr val="000000"/>
                      </a:solidFill>
                      <a:effectLst/>
                      <a:uLnTx/>
                      <a:uFillTx/>
                      <a:latin typeface="ABBvoice"/>
                      <a:ea typeface="ABBvoice"/>
                      <a:cs typeface="ABBvoice"/>
                    </a:rPr>
                    <a:t>Regional TEC APAC &amp; JP</a:t>
                  </a:r>
                  <a:br>
                    <a:rPr kumimoji="0" lang="en-US" sz="800" b="1" i="0" u="none" strike="noStrike" kern="1200" cap="none" spc="0" normalizeH="0" baseline="0" noProof="0">
                      <a:ln>
                        <a:noFill/>
                      </a:ln>
                      <a:solidFill>
                        <a:srgbClr val="000000"/>
                      </a:solidFill>
                      <a:effectLst/>
                      <a:uLnTx/>
                      <a:uFillTx/>
                      <a:latin typeface="ABBvoice"/>
                      <a:ea typeface="ABBvoice"/>
                      <a:cs typeface="ABBvoice"/>
                    </a:rPr>
                  </a:br>
                  <a:r>
                    <a:rPr kumimoji="0" lang="en-US" sz="800" b="0" i="0" u="none" strike="noStrike" kern="1200" cap="none" spc="0" normalizeH="0" baseline="0" noProof="0">
                      <a:ln>
                        <a:noFill/>
                      </a:ln>
                      <a:solidFill>
                        <a:srgbClr val="000000"/>
                      </a:solidFill>
                      <a:effectLst/>
                      <a:uLnTx/>
                      <a:uFillTx/>
                      <a:latin typeface="ABBvoice"/>
                      <a:ea typeface="ABBvoice"/>
                      <a:cs typeface="ABBvoice"/>
                    </a:rPr>
                    <a:t>Japan, Tokyo</a:t>
                  </a:r>
                </a:p>
              </p:txBody>
            </p:sp>
            <p:sp>
              <p:nvSpPr>
                <p:cNvPr id="771" name="Oval 770">
                  <a:extLst>
                    <a:ext uri="{FF2B5EF4-FFF2-40B4-BE49-F238E27FC236}">
                      <a16:creationId xmlns:a16="http://schemas.microsoft.com/office/drawing/2014/main" id="{D4BDB275-8FEC-7138-F6C0-E442952E0FBC}"/>
                    </a:ext>
                  </a:extLst>
                </p:cNvPr>
                <p:cNvSpPr/>
                <p:nvPr/>
              </p:nvSpPr>
              <p:spPr bwMode="gray">
                <a:xfrm>
                  <a:off x="4715557" y="4621540"/>
                  <a:ext cx="108000" cy="108000"/>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72" name="Oval 771">
                  <a:extLst>
                    <a:ext uri="{FF2B5EF4-FFF2-40B4-BE49-F238E27FC236}">
                      <a16:creationId xmlns:a16="http://schemas.microsoft.com/office/drawing/2014/main" id="{E75B8068-9A6B-6CD9-A138-AAC7A0E92A2F}"/>
                    </a:ext>
                  </a:extLst>
                </p:cNvPr>
                <p:cNvSpPr/>
                <p:nvPr/>
              </p:nvSpPr>
              <p:spPr bwMode="gray">
                <a:xfrm>
                  <a:off x="5775803" y="4967188"/>
                  <a:ext cx="108000" cy="108000"/>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73" name="Oval 772">
                  <a:extLst>
                    <a:ext uri="{FF2B5EF4-FFF2-40B4-BE49-F238E27FC236}">
                      <a16:creationId xmlns:a16="http://schemas.microsoft.com/office/drawing/2014/main" id="{4F33218E-547F-57F0-74BA-629FDF939CB1}"/>
                    </a:ext>
                  </a:extLst>
                </p:cNvPr>
                <p:cNvSpPr/>
                <p:nvPr/>
              </p:nvSpPr>
              <p:spPr bwMode="gray">
                <a:xfrm>
                  <a:off x="4293624" y="4453577"/>
                  <a:ext cx="108000" cy="108000"/>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74" name="Content Placeholder 3">
                  <a:extLst>
                    <a:ext uri="{FF2B5EF4-FFF2-40B4-BE49-F238E27FC236}">
                      <a16:creationId xmlns:a16="http://schemas.microsoft.com/office/drawing/2014/main" id="{2E52D203-ABBD-ECC8-506C-0CAD2EC254A2}"/>
                    </a:ext>
                  </a:extLst>
                </p:cNvPr>
                <p:cNvSpPr txBox="1">
                  <a:spLocks/>
                </p:cNvSpPr>
                <p:nvPr/>
              </p:nvSpPr>
              <p:spPr bwMode="gray">
                <a:xfrm>
                  <a:off x="608747" y="4520020"/>
                  <a:ext cx="1027338" cy="194547"/>
                </a:xfrm>
                <a:prstGeom prst="rect">
                  <a:avLst/>
                </a:prstGeom>
              </p:spPr>
              <p:txBody>
                <a:bodyPr lIns="0" tIns="0" rIns="0" bIns="0">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1" i="0" u="none" strike="noStrike" kern="1200" cap="none" spc="0" normalizeH="0" baseline="0" noProof="0">
                      <a:ln>
                        <a:noFill/>
                      </a:ln>
                      <a:solidFill>
                        <a:srgbClr val="000000"/>
                      </a:solidFill>
                      <a:effectLst/>
                      <a:uLnTx/>
                      <a:uFillTx/>
                      <a:latin typeface="ABBvoice"/>
                      <a:ea typeface="ABBvoice"/>
                      <a:cs typeface="ABBvoice"/>
                    </a:rPr>
                    <a:t>Domestic TEC, USA</a:t>
                  </a:r>
                  <a:endParaRPr kumimoji="0" lang="en-US" sz="8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775" name="Content Placeholder 3">
                  <a:extLst>
                    <a:ext uri="{FF2B5EF4-FFF2-40B4-BE49-F238E27FC236}">
                      <a16:creationId xmlns:a16="http://schemas.microsoft.com/office/drawing/2014/main" id="{B5673FEB-8D95-B810-CD16-CAB8520B279D}"/>
                    </a:ext>
                  </a:extLst>
                </p:cNvPr>
                <p:cNvSpPr txBox="1">
                  <a:spLocks/>
                </p:cNvSpPr>
                <p:nvPr/>
              </p:nvSpPr>
              <p:spPr bwMode="gray">
                <a:xfrm>
                  <a:off x="608747" y="6062688"/>
                  <a:ext cx="1141627" cy="138500"/>
                </a:xfrm>
                <a:prstGeom prst="rect">
                  <a:avLst/>
                </a:prstGeom>
              </p:spPr>
              <p:txBody>
                <a:bodyPr lIns="0" tIns="0" rIns="0" bIns="0">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1" i="0" u="none" strike="noStrike" kern="1200" cap="none" spc="0" normalizeH="0" baseline="0" noProof="0">
                      <a:ln>
                        <a:noFill/>
                      </a:ln>
                      <a:solidFill>
                        <a:srgbClr val="000000"/>
                      </a:solidFill>
                      <a:effectLst/>
                      <a:uLnTx/>
                      <a:uFillTx/>
                      <a:latin typeface="ABBvoice"/>
                      <a:ea typeface="ABBvoice"/>
                      <a:cs typeface="ABBvoice"/>
                    </a:rPr>
                    <a:t>Domestic TEC, Brazil</a:t>
                  </a:r>
                  <a:endParaRPr kumimoji="0" lang="en-US" sz="8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776" name="Content Placeholder 3">
                  <a:extLst>
                    <a:ext uri="{FF2B5EF4-FFF2-40B4-BE49-F238E27FC236}">
                      <a16:creationId xmlns:a16="http://schemas.microsoft.com/office/drawing/2014/main" id="{5187695E-8302-C271-B907-58A8C3015360}"/>
                    </a:ext>
                  </a:extLst>
                </p:cNvPr>
                <p:cNvSpPr txBox="1">
                  <a:spLocks/>
                </p:cNvSpPr>
                <p:nvPr/>
              </p:nvSpPr>
              <p:spPr bwMode="gray">
                <a:xfrm>
                  <a:off x="7173008" y="3940275"/>
                  <a:ext cx="781406" cy="260028"/>
                </a:xfrm>
                <a:prstGeom prst="rect">
                  <a:avLst/>
                </a:prstGeom>
              </p:spPr>
              <p:txBody>
                <a:bodyPr wrap="square" lIns="0" tIns="0" rIns="0" bIns="0">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1" i="0" u="none" strike="noStrike" kern="1200" cap="none" spc="0" normalizeH="0" baseline="0" noProof="0">
                      <a:ln>
                        <a:noFill/>
                      </a:ln>
                      <a:solidFill>
                        <a:srgbClr val="000000"/>
                      </a:solidFill>
                      <a:effectLst/>
                      <a:uLnTx/>
                      <a:uFillTx/>
                      <a:latin typeface="ABBvoice"/>
                      <a:ea typeface="ABBvoice"/>
                      <a:cs typeface="ABBvoice"/>
                    </a:rPr>
                    <a:t>Domestic TEC, </a:t>
                  </a:r>
                  <a:br>
                    <a:rPr kumimoji="0" lang="en-US" sz="800" b="1" i="0" u="none" strike="noStrike" kern="1200" cap="none" spc="0" normalizeH="0" baseline="0" noProof="0">
                      <a:ln>
                        <a:noFill/>
                      </a:ln>
                      <a:solidFill>
                        <a:srgbClr val="000000"/>
                      </a:solidFill>
                      <a:effectLst/>
                      <a:uLnTx/>
                      <a:uFillTx/>
                      <a:latin typeface="ABBvoice"/>
                      <a:ea typeface="ABBvoice"/>
                      <a:cs typeface="ABBvoice"/>
                    </a:rPr>
                  </a:br>
                  <a:r>
                    <a:rPr kumimoji="0" lang="en-US" sz="800" b="1" i="0" u="none" strike="noStrike" kern="1200" cap="none" spc="0" normalizeH="0" baseline="0" noProof="0">
                      <a:ln>
                        <a:noFill/>
                      </a:ln>
                      <a:solidFill>
                        <a:srgbClr val="000000"/>
                      </a:solidFill>
                      <a:effectLst/>
                      <a:uLnTx/>
                      <a:uFillTx/>
                      <a:latin typeface="ABBvoice"/>
                      <a:ea typeface="ABBvoice"/>
                      <a:cs typeface="ABBvoice"/>
                    </a:rPr>
                    <a:t>China</a:t>
                  </a:r>
                  <a:endParaRPr kumimoji="0" lang="en-US" sz="8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777" name="Content Placeholder 3">
                  <a:extLst>
                    <a:ext uri="{FF2B5EF4-FFF2-40B4-BE49-F238E27FC236}">
                      <a16:creationId xmlns:a16="http://schemas.microsoft.com/office/drawing/2014/main" id="{1072CB76-8C99-CE08-72B9-90A785ED6EA9}"/>
                    </a:ext>
                  </a:extLst>
                </p:cNvPr>
                <p:cNvSpPr txBox="1">
                  <a:spLocks/>
                </p:cNvSpPr>
                <p:nvPr/>
              </p:nvSpPr>
              <p:spPr bwMode="gray">
                <a:xfrm>
                  <a:off x="4758092" y="5915764"/>
                  <a:ext cx="1248902" cy="253659"/>
                </a:xfrm>
                <a:prstGeom prst="rect">
                  <a:avLst/>
                </a:prstGeom>
              </p:spPr>
              <p:txBody>
                <a:bodyPr lIns="0" tIns="0" rIns="0" bIns="0">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1" i="0" u="none" strike="noStrike" kern="1200" cap="none" spc="0" normalizeH="0" baseline="0" noProof="0">
                      <a:ln>
                        <a:noFill/>
                      </a:ln>
                      <a:solidFill>
                        <a:srgbClr val="000000"/>
                      </a:solidFill>
                      <a:effectLst/>
                      <a:uLnTx/>
                      <a:uFillTx/>
                      <a:latin typeface="ABBvoice"/>
                      <a:ea typeface="ABBvoice"/>
                      <a:cs typeface="ABBvoice"/>
                    </a:rPr>
                    <a:t>Regional TEC MEA &amp; IN, </a:t>
                  </a:r>
                  <a:r>
                    <a:rPr kumimoji="0" lang="en-US" sz="800" b="0" i="0" u="none" strike="noStrike" kern="1200" cap="none" spc="0" normalizeH="0" baseline="0" noProof="0">
                      <a:ln>
                        <a:noFill/>
                      </a:ln>
                      <a:solidFill>
                        <a:srgbClr val="000000"/>
                      </a:solidFill>
                      <a:effectLst/>
                      <a:uLnTx/>
                      <a:uFillTx/>
                      <a:latin typeface="ABBvoice"/>
                      <a:ea typeface="ABBvoice"/>
                      <a:cs typeface="ABBvoice"/>
                    </a:rPr>
                    <a:t>Bangalore, India</a:t>
                  </a:r>
                </a:p>
              </p:txBody>
            </p:sp>
            <p:sp>
              <p:nvSpPr>
                <p:cNvPr id="778" name="Content Placeholder 3">
                  <a:extLst>
                    <a:ext uri="{FF2B5EF4-FFF2-40B4-BE49-F238E27FC236}">
                      <a16:creationId xmlns:a16="http://schemas.microsoft.com/office/drawing/2014/main" id="{E5BE6577-95C4-3C1A-39FD-77C74A51E0DB}"/>
                    </a:ext>
                  </a:extLst>
                </p:cNvPr>
                <p:cNvSpPr txBox="1">
                  <a:spLocks/>
                </p:cNvSpPr>
                <p:nvPr/>
              </p:nvSpPr>
              <p:spPr bwMode="gray">
                <a:xfrm>
                  <a:off x="2523149" y="2315860"/>
                  <a:ext cx="1298609" cy="274424"/>
                </a:xfrm>
                <a:prstGeom prst="rect">
                  <a:avLst/>
                </a:prstGeom>
              </p:spPr>
              <p:txBody>
                <a:bodyPr lIns="0" tIns="0" rIns="0" bIns="0">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1" i="0" u="none" strike="noStrike" kern="1200" cap="none" spc="0" normalizeH="0" baseline="0" noProof="0">
                      <a:ln>
                        <a:noFill/>
                      </a:ln>
                      <a:solidFill>
                        <a:srgbClr val="000000"/>
                      </a:solidFill>
                      <a:effectLst/>
                      <a:uLnTx/>
                      <a:uFillTx/>
                      <a:latin typeface="ABBvoice"/>
                      <a:ea typeface="ABBvoice"/>
                      <a:cs typeface="ABBvoice"/>
                    </a:rPr>
                    <a:t>Regional TEC EUC &amp; DE, </a:t>
                  </a:r>
                  <a:r>
                    <a:rPr kumimoji="0" lang="en-US" sz="800" b="0" i="0" u="none" strike="noStrike" kern="1200" cap="none" spc="0" normalizeH="0" baseline="0" noProof="0">
                      <a:ln>
                        <a:noFill/>
                      </a:ln>
                      <a:solidFill>
                        <a:srgbClr val="000000"/>
                      </a:solidFill>
                      <a:effectLst/>
                      <a:uLnTx/>
                      <a:uFillTx/>
                      <a:latin typeface="ABBvoice"/>
                      <a:ea typeface="ABBvoice"/>
                      <a:cs typeface="ABBvoice"/>
                    </a:rPr>
                    <a:t>Ladenburg, Germany</a:t>
                  </a:r>
                </a:p>
              </p:txBody>
            </p:sp>
            <p:sp>
              <p:nvSpPr>
                <p:cNvPr id="779" name="Content Placeholder 3">
                  <a:extLst>
                    <a:ext uri="{FF2B5EF4-FFF2-40B4-BE49-F238E27FC236}">
                      <a16:creationId xmlns:a16="http://schemas.microsoft.com/office/drawing/2014/main" id="{0A9AFC7E-A641-1A5D-DAAD-F834B96A0279}"/>
                    </a:ext>
                  </a:extLst>
                </p:cNvPr>
                <p:cNvSpPr txBox="1">
                  <a:spLocks/>
                </p:cNvSpPr>
                <p:nvPr/>
              </p:nvSpPr>
              <p:spPr bwMode="gray">
                <a:xfrm>
                  <a:off x="4285663" y="2459700"/>
                  <a:ext cx="1567703" cy="149723"/>
                </a:xfrm>
                <a:prstGeom prst="rect">
                  <a:avLst/>
                </a:prstGeom>
              </p:spPr>
              <p:txBody>
                <a:bodyPr wrap="square" lIns="0" tIns="0" rIns="0" bIns="0">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1" i="0" u="none" strike="noStrike" kern="1200" cap="none" spc="0" normalizeH="0" baseline="0" noProof="0">
                      <a:ln>
                        <a:noFill/>
                      </a:ln>
                      <a:solidFill>
                        <a:srgbClr val="000000"/>
                      </a:solidFill>
                      <a:effectLst/>
                      <a:uLnTx/>
                      <a:uFillTx/>
                      <a:latin typeface="ABBvoice"/>
                      <a:ea typeface="ABBvoice"/>
                      <a:cs typeface="ABBvoice"/>
                    </a:rPr>
                    <a:t>Domestic TEC, Italy</a:t>
                  </a:r>
                  <a:endParaRPr kumimoji="0" lang="en-US" sz="8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780" name="Content Placeholder 3">
                  <a:extLst>
                    <a:ext uri="{FF2B5EF4-FFF2-40B4-BE49-F238E27FC236}">
                      <a16:creationId xmlns:a16="http://schemas.microsoft.com/office/drawing/2014/main" id="{56E38784-A56E-A084-0EB1-C5BBD42BA78F}"/>
                    </a:ext>
                  </a:extLst>
                </p:cNvPr>
                <p:cNvSpPr txBox="1">
                  <a:spLocks/>
                </p:cNvSpPr>
                <p:nvPr/>
              </p:nvSpPr>
              <p:spPr bwMode="gray">
                <a:xfrm>
                  <a:off x="4791528" y="5031963"/>
                  <a:ext cx="598679" cy="348961"/>
                </a:xfrm>
                <a:prstGeom prst="rect">
                  <a:avLst/>
                </a:prstGeom>
              </p:spPr>
              <p:txBody>
                <a:bodyPr lIns="0" tIns="0" rIns="0" bIns="0">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1" i="0" u="none" strike="noStrike" kern="1200" cap="none" spc="0" normalizeH="0" baseline="0" noProof="0">
                      <a:ln>
                        <a:noFill/>
                      </a:ln>
                      <a:solidFill>
                        <a:srgbClr val="000000"/>
                      </a:solidFill>
                      <a:effectLst/>
                      <a:uLnTx/>
                      <a:uFillTx/>
                      <a:latin typeface="ABBvoice"/>
                      <a:ea typeface="ABBvoice"/>
                      <a:cs typeface="ABBvoice"/>
                    </a:rPr>
                    <a:t>Domestic TEC, UAE</a:t>
                  </a:r>
                  <a:endParaRPr kumimoji="0" lang="en-US" sz="8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781" name="Oval 780">
                  <a:extLst>
                    <a:ext uri="{FF2B5EF4-FFF2-40B4-BE49-F238E27FC236}">
                      <a16:creationId xmlns:a16="http://schemas.microsoft.com/office/drawing/2014/main" id="{6070E105-9889-2734-7F04-8A10C3E9F959}"/>
                    </a:ext>
                  </a:extLst>
                </p:cNvPr>
                <p:cNvSpPr/>
                <p:nvPr/>
              </p:nvSpPr>
              <p:spPr bwMode="gray">
                <a:xfrm>
                  <a:off x="5338814" y="4611657"/>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82" name="Oval 781">
                  <a:extLst>
                    <a:ext uri="{FF2B5EF4-FFF2-40B4-BE49-F238E27FC236}">
                      <a16:creationId xmlns:a16="http://schemas.microsoft.com/office/drawing/2014/main" id="{D5CE297D-B12F-6632-51C3-3168CB691F11}"/>
                    </a:ext>
                  </a:extLst>
                </p:cNvPr>
                <p:cNvSpPr/>
                <p:nvPr/>
              </p:nvSpPr>
              <p:spPr bwMode="gray">
                <a:xfrm>
                  <a:off x="5390209" y="4565150"/>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83" name="Oval 782">
                  <a:extLst>
                    <a:ext uri="{FF2B5EF4-FFF2-40B4-BE49-F238E27FC236}">
                      <a16:creationId xmlns:a16="http://schemas.microsoft.com/office/drawing/2014/main" id="{1C0B4251-5B24-E214-4D69-773AC5FE5396}"/>
                    </a:ext>
                  </a:extLst>
                </p:cNvPr>
                <p:cNvSpPr/>
                <p:nvPr/>
              </p:nvSpPr>
              <p:spPr bwMode="gray">
                <a:xfrm>
                  <a:off x="5382179" y="4574741"/>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84" name="Oval 783">
                  <a:extLst>
                    <a:ext uri="{FF2B5EF4-FFF2-40B4-BE49-F238E27FC236}">
                      <a16:creationId xmlns:a16="http://schemas.microsoft.com/office/drawing/2014/main" id="{E2AB72DA-26CD-8D47-1F94-FCA93E02FCCA}"/>
                    </a:ext>
                  </a:extLst>
                </p:cNvPr>
                <p:cNvSpPr/>
                <p:nvPr/>
              </p:nvSpPr>
              <p:spPr bwMode="gray">
                <a:xfrm>
                  <a:off x="5533798" y="4617906"/>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85" name="Oval 784">
                  <a:extLst>
                    <a:ext uri="{FF2B5EF4-FFF2-40B4-BE49-F238E27FC236}">
                      <a16:creationId xmlns:a16="http://schemas.microsoft.com/office/drawing/2014/main" id="{51FFE47C-BE40-0601-CB6D-955C22097945}"/>
                    </a:ext>
                  </a:extLst>
                </p:cNvPr>
                <p:cNvSpPr/>
                <p:nvPr/>
              </p:nvSpPr>
              <p:spPr bwMode="gray">
                <a:xfrm>
                  <a:off x="5352576" y="4714567"/>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86" name="Oval 785">
                  <a:extLst>
                    <a:ext uri="{FF2B5EF4-FFF2-40B4-BE49-F238E27FC236}">
                      <a16:creationId xmlns:a16="http://schemas.microsoft.com/office/drawing/2014/main" id="{62016D41-FA68-F056-F625-3257D872D9B4}"/>
                    </a:ext>
                  </a:extLst>
                </p:cNvPr>
                <p:cNvSpPr/>
                <p:nvPr/>
              </p:nvSpPr>
              <p:spPr bwMode="gray">
                <a:xfrm>
                  <a:off x="4293624" y="3328730"/>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87" name="Oval 786">
                  <a:extLst>
                    <a:ext uri="{FF2B5EF4-FFF2-40B4-BE49-F238E27FC236}">
                      <a16:creationId xmlns:a16="http://schemas.microsoft.com/office/drawing/2014/main" id="{32FC2FFE-C64D-79B9-A248-22449F4EE971}"/>
                    </a:ext>
                  </a:extLst>
                </p:cNvPr>
                <p:cNvSpPr/>
                <p:nvPr/>
              </p:nvSpPr>
              <p:spPr bwMode="gray">
                <a:xfrm>
                  <a:off x="4184915" y="3376544"/>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88" name="Oval 787">
                  <a:extLst>
                    <a:ext uri="{FF2B5EF4-FFF2-40B4-BE49-F238E27FC236}">
                      <a16:creationId xmlns:a16="http://schemas.microsoft.com/office/drawing/2014/main" id="{B6FB8D4F-2D96-D285-1DC8-107C24504A1A}"/>
                    </a:ext>
                  </a:extLst>
                </p:cNvPr>
                <p:cNvSpPr/>
                <p:nvPr/>
              </p:nvSpPr>
              <p:spPr bwMode="gray">
                <a:xfrm>
                  <a:off x="4417193" y="3551764"/>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89" name="Oval 788">
                  <a:extLst>
                    <a:ext uri="{FF2B5EF4-FFF2-40B4-BE49-F238E27FC236}">
                      <a16:creationId xmlns:a16="http://schemas.microsoft.com/office/drawing/2014/main" id="{A2594366-DBCD-CF38-D1E7-1202D5659761}"/>
                    </a:ext>
                  </a:extLst>
                </p:cNvPr>
                <p:cNvSpPr/>
                <p:nvPr/>
              </p:nvSpPr>
              <p:spPr bwMode="gray">
                <a:xfrm>
                  <a:off x="4047866" y="342444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90" name="Oval 789">
                  <a:extLst>
                    <a:ext uri="{FF2B5EF4-FFF2-40B4-BE49-F238E27FC236}">
                      <a16:creationId xmlns:a16="http://schemas.microsoft.com/office/drawing/2014/main" id="{D16EAAA8-687B-5DE6-3574-1798869502D2}"/>
                    </a:ext>
                  </a:extLst>
                </p:cNvPr>
                <p:cNvSpPr/>
                <p:nvPr/>
              </p:nvSpPr>
              <p:spPr bwMode="gray">
                <a:xfrm>
                  <a:off x="4102490" y="3475496"/>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91" name="Oval 790">
                  <a:extLst>
                    <a:ext uri="{FF2B5EF4-FFF2-40B4-BE49-F238E27FC236}">
                      <a16:creationId xmlns:a16="http://schemas.microsoft.com/office/drawing/2014/main" id="{95359289-55B3-1251-7E48-A51EFADD642D}"/>
                    </a:ext>
                  </a:extLst>
                </p:cNvPr>
                <p:cNvSpPr/>
                <p:nvPr/>
              </p:nvSpPr>
              <p:spPr bwMode="gray">
                <a:xfrm>
                  <a:off x="4063781" y="3572942"/>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92" name="Oval 791">
                  <a:extLst>
                    <a:ext uri="{FF2B5EF4-FFF2-40B4-BE49-F238E27FC236}">
                      <a16:creationId xmlns:a16="http://schemas.microsoft.com/office/drawing/2014/main" id="{052BD53C-0B9F-85FE-D526-1E0B5C100F21}"/>
                    </a:ext>
                  </a:extLst>
                </p:cNvPr>
                <p:cNvSpPr/>
                <p:nvPr/>
              </p:nvSpPr>
              <p:spPr bwMode="gray">
                <a:xfrm>
                  <a:off x="4038894" y="3698543"/>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93" name="Oval 792">
                  <a:extLst>
                    <a:ext uri="{FF2B5EF4-FFF2-40B4-BE49-F238E27FC236}">
                      <a16:creationId xmlns:a16="http://schemas.microsoft.com/office/drawing/2014/main" id="{FF22C876-537C-8DA1-8E27-38BB9E12E2EE}"/>
                    </a:ext>
                  </a:extLst>
                </p:cNvPr>
                <p:cNvSpPr/>
                <p:nvPr/>
              </p:nvSpPr>
              <p:spPr bwMode="gray">
                <a:xfrm>
                  <a:off x="4623544" y="3682980"/>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94" name="Oval 793">
                  <a:extLst>
                    <a:ext uri="{FF2B5EF4-FFF2-40B4-BE49-F238E27FC236}">
                      <a16:creationId xmlns:a16="http://schemas.microsoft.com/office/drawing/2014/main" id="{F2F35998-9794-05D9-7197-5EDABD042EAF}"/>
                    </a:ext>
                  </a:extLst>
                </p:cNvPr>
                <p:cNvSpPr/>
                <p:nvPr/>
              </p:nvSpPr>
              <p:spPr bwMode="gray">
                <a:xfrm>
                  <a:off x="4936620" y="3551738"/>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95" name="Oval 794">
                  <a:extLst>
                    <a:ext uri="{FF2B5EF4-FFF2-40B4-BE49-F238E27FC236}">
                      <a16:creationId xmlns:a16="http://schemas.microsoft.com/office/drawing/2014/main" id="{029D620A-22ED-A4D7-9B8E-DBEC6D8DC96B}"/>
                    </a:ext>
                  </a:extLst>
                </p:cNvPr>
                <p:cNvSpPr/>
                <p:nvPr/>
              </p:nvSpPr>
              <p:spPr bwMode="gray">
                <a:xfrm>
                  <a:off x="4811497" y="3639438"/>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96" name="Oval 795">
                  <a:extLst>
                    <a:ext uri="{FF2B5EF4-FFF2-40B4-BE49-F238E27FC236}">
                      <a16:creationId xmlns:a16="http://schemas.microsoft.com/office/drawing/2014/main" id="{D8D189C7-59AE-2F27-5105-484D578C2F96}"/>
                    </a:ext>
                  </a:extLst>
                </p:cNvPr>
                <p:cNvSpPr/>
                <p:nvPr/>
              </p:nvSpPr>
              <p:spPr bwMode="gray">
                <a:xfrm>
                  <a:off x="3675850" y="3755272"/>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97" name="Oval 796">
                  <a:extLst>
                    <a:ext uri="{FF2B5EF4-FFF2-40B4-BE49-F238E27FC236}">
                      <a16:creationId xmlns:a16="http://schemas.microsoft.com/office/drawing/2014/main" id="{6E7F7193-7B16-21F8-49D7-B4A1A461C454}"/>
                    </a:ext>
                  </a:extLst>
                </p:cNvPr>
                <p:cNvSpPr/>
                <p:nvPr/>
              </p:nvSpPr>
              <p:spPr bwMode="gray">
                <a:xfrm>
                  <a:off x="3754543" y="378767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98" name="Oval 797">
                  <a:extLst>
                    <a:ext uri="{FF2B5EF4-FFF2-40B4-BE49-F238E27FC236}">
                      <a16:creationId xmlns:a16="http://schemas.microsoft.com/office/drawing/2014/main" id="{5B836F61-E71C-2A86-9F25-C3CDA95C5429}"/>
                    </a:ext>
                  </a:extLst>
                </p:cNvPr>
                <p:cNvSpPr/>
                <p:nvPr/>
              </p:nvSpPr>
              <p:spPr bwMode="gray">
                <a:xfrm>
                  <a:off x="3774420" y="3856068"/>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799" name="Oval 798">
                  <a:extLst>
                    <a:ext uri="{FF2B5EF4-FFF2-40B4-BE49-F238E27FC236}">
                      <a16:creationId xmlns:a16="http://schemas.microsoft.com/office/drawing/2014/main" id="{BBE03B07-17ED-A675-2AF9-08F0CFDAA9E4}"/>
                    </a:ext>
                  </a:extLst>
                </p:cNvPr>
                <p:cNvSpPr/>
                <p:nvPr/>
              </p:nvSpPr>
              <p:spPr bwMode="gray">
                <a:xfrm>
                  <a:off x="3675213" y="385283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00" name="Oval 799">
                  <a:extLst>
                    <a:ext uri="{FF2B5EF4-FFF2-40B4-BE49-F238E27FC236}">
                      <a16:creationId xmlns:a16="http://schemas.microsoft.com/office/drawing/2014/main" id="{E0F85594-82FD-ED17-458D-CBC0DFADE139}"/>
                    </a:ext>
                  </a:extLst>
                </p:cNvPr>
                <p:cNvSpPr/>
                <p:nvPr/>
              </p:nvSpPr>
              <p:spPr bwMode="gray">
                <a:xfrm>
                  <a:off x="4298893" y="3688716"/>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01" name="Oval 800">
                  <a:extLst>
                    <a:ext uri="{FF2B5EF4-FFF2-40B4-BE49-F238E27FC236}">
                      <a16:creationId xmlns:a16="http://schemas.microsoft.com/office/drawing/2014/main" id="{88F3E3D9-A00F-6C65-ED21-C30E545FD2A3}"/>
                    </a:ext>
                  </a:extLst>
                </p:cNvPr>
                <p:cNvSpPr/>
                <p:nvPr/>
              </p:nvSpPr>
              <p:spPr bwMode="gray">
                <a:xfrm>
                  <a:off x="4358893" y="3649296"/>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02" name="Oval 801">
                  <a:extLst>
                    <a:ext uri="{FF2B5EF4-FFF2-40B4-BE49-F238E27FC236}">
                      <a16:creationId xmlns:a16="http://schemas.microsoft.com/office/drawing/2014/main" id="{F366B33B-A583-4C4B-4C86-1468661CF69B}"/>
                    </a:ext>
                  </a:extLst>
                </p:cNvPr>
                <p:cNvSpPr/>
                <p:nvPr/>
              </p:nvSpPr>
              <p:spPr bwMode="gray">
                <a:xfrm>
                  <a:off x="4302257" y="3769426"/>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03" name="Oval 802">
                  <a:extLst>
                    <a:ext uri="{FF2B5EF4-FFF2-40B4-BE49-F238E27FC236}">
                      <a16:creationId xmlns:a16="http://schemas.microsoft.com/office/drawing/2014/main" id="{F48579BC-3C56-3A35-C721-A23D375ECEE4}"/>
                    </a:ext>
                  </a:extLst>
                </p:cNvPr>
                <p:cNvSpPr/>
                <p:nvPr/>
              </p:nvSpPr>
              <p:spPr bwMode="gray">
                <a:xfrm>
                  <a:off x="4391621" y="380088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04" name="Oval 803">
                  <a:extLst>
                    <a:ext uri="{FF2B5EF4-FFF2-40B4-BE49-F238E27FC236}">
                      <a16:creationId xmlns:a16="http://schemas.microsoft.com/office/drawing/2014/main" id="{F191C9C5-EBB5-A76C-EC6A-807F721A8146}"/>
                    </a:ext>
                  </a:extLst>
                </p:cNvPr>
                <p:cNvSpPr/>
                <p:nvPr/>
              </p:nvSpPr>
              <p:spPr bwMode="gray">
                <a:xfrm>
                  <a:off x="4406043" y="3924507"/>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05" name="Oval 804">
                  <a:extLst>
                    <a:ext uri="{FF2B5EF4-FFF2-40B4-BE49-F238E27FC236}">
                      <a16:creationId xmlns:a16="http://schemas.microsoft.com/office/drawing/2014/main" id="{7715B191-1412-8DBA-9FC3-CFC2717BEE4A}"/>
                    </a:ext>
                  </a:extLst>
                </p:cNvPr>
                <p:cNvSpPr/>
                <p:nvPr/>
              </p:nvSpPr>
              <p:spPr bwMode="gray">
                <a:xfrm>
                  <a:off x="4505927" y="399333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06" name="Oval 805">
                  <a:extLst>
                    <a:ext uri="{FF2B5EF4-FFF2-40B4-BE49-F238E27FC236}">
                      <a16:creationId xmlns:a16="http://schemas.microsoft.com/office/drawing/2014/main" id="{58520CC3-3B69-20EE-C8D2-CB62D7F7620D}"/>
                    </a:ext>
                  </a:extLst>
                </p:cNvPr>
                <p:cNvSpPr/>
                <p:nvPr/>
              </p:nvSpPr>
              <p:spPr bwMode="gray">
                <a:xfrm>
                  <a:off x="4439160" y="4173648"/>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07" name="Oval 806">
                  <a:extLst>
                    <a:ext uri="{FF2B5EF4-FFF2-40B4-BE49-F238E27FC236}">
                      <a16:creationId xmlns:a16="http://schemas.microsoft.com/office/drawing/2014/main" id="{035A663D-A558-4766-B0E6-CDF2C5030D72}"/>
                    </a:ext>
                  </a:extLst>
                </p:cNvPr>
                <p:cNvSpPr/>
                <p:nvPr/>
              </p:nvSpPr>
              <p:spPr bwMode="gray">
                <a:xfrm>
                  <a:off x="4415448" y="4249148"/>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08" name="Oval 807">
                  <a:extLst>
                    <a:ext uri="{FF2B5EF4-FFF2-40B4-BE49-F238E27FC236}">
                      <a16:creationId xmlns:a16="http://schemas.microsoft.com/office/drawing/2014/main" id="{EE5B69D6-C484-BA09-F071-BE4D92DBF406}"/>
                    </a:ext>
                  </a:extLst>
                </p:cNvPr>
                <p:cNvSpPr/>
                <p:nvPr/>
              </p:nvSpPr>
              <p:spPr bwMode="gray">
                <a:xfrm>
                  <a:off x="4339461" y="4095936"/>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09" name="Oval 808">
                  <a:extLst>
                    <a:ext uri="{FF2B5EF4-FFF2-40B4-BE49-F238E27FC236}">
                      <a16:creationId xmlns:a16="http://schemas.microsoft.com/office/drawing/2014/main" id="{40B26EB7-10ED-A64C-65B3-F86BDAA990EE}"/>
                    </a:ext>
                  </a:extLst>
                </p:cNvPr>
                <p:cNvSpPr/>
                <p:nvPr/>
              </p:nvSpPr>
              <p:spPr bwMode="gray">
                <a:xfrm>
                  <a:off x="4270617" y="4143572"/>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10" name="Oval 809">
                  <a:extLst>
                    <a:ext uri="{FF2B5EF4-FFF2-40B4-BE49-F238E27FC236}">
                      <a16:creationId xmlns:a16="http://schemas.microsoft.com/office/drawing/2014/main" id="{9C29CCE3-D465-241B-72C8-8A17BFA38BFF}"/>
                    </a:ext>
                  </a:extLst>
                </p:cNvPr>
                <p:cNvSpPr/>
                <p:nvPr/>
              </p:nvSpPr>
              <p:spPr bwMode="gray">
                <a:xfrm>
                  <a:off x="4233119" y="4228927"/>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11" name="Oval 810">
                  <a:extLst>
                    <a:ext uri="{FF2B5EF4-FFF2-40B4-BE49-F238E27FC236}">
                      <a16:creationId xmlns:a16="http://schemas.microsoft.com/office/drawing/2014/main" id="{B8EB6896-D886-B2E7-95D8-44972FC44DD7}"/>
                    </a:ext>
                  </a:extLst>
                </p:cNvPr>
                <p:cNvSpPr/>
                <p:nvPr/>
              </p:nvSpPr>
              <p:spPr bwMode="gray">
                <a:xfrm>
                  <a:off x="4168968" y="416479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12" name="Oval 811">
                  <a:extLst>
                    <a:ext uri="{FF2B5EF4-FFF2-40B4-BE49-F238E27FC236}">
                      <a16:creationId xmlns:a16="http://schemas.microsoft.com/office/drawing/2014/main" id="{D1580858-8B36-1DAC-9E4C-C7809E0277FF}"/>
                    </a:ext>
                  </a:extLst>
                </p:cNvPr>
                <p:cNvSpPr/>
                <p:nvPr/>
              </p:nvSpPr>
              <p:spPr bwMode="gray">
                <a:xfrm>
                  <a:off x="4101806" y="4121448"/>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13" name="Oval 812">
                  <a:extLst>
                    <a:ext uri="{FF2B5EF4-FFF2-40B4-BE49-F238E27FC236}">
                      <a16:creationId xmlns:a16="http://schemas.microsoft.com/office/drawing/2014/main" id="{F7C5D449-A88F-8726-42B5-0866FAC8AAD8}"/>
                    </a:ext>
                  </a:extLst>
                </p:cNvPr>
                <p:cNvSpPr/>
                <p:nvPr/>
              </p:nvSpPr>
              <p:spPr bwMode="gray">
                <a:xfrm>
                  <a:off x="4039528" y="4185426"/>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14" name="Oval 813">
                  <a:extLst>
                    <a:ext uri="{FF2B5EF4-FFF2-40B4-BE49-F238E27FC236}">
                      <a16:creationId xmlns:a16="http://schemas.microsoft.com/office/drawing/2014/main" id="{6AB1011C-8A21-3743-1512-9C5A65DC769A}"/>
                    </a:ext>
                  </a:extLst>
                </p:cNvPr>
                <p:cNvSpPr/>
                <p:nvPr/>
              </p:nvSpPr>
              <p:spPr bwMode="gray">
                <a:xfrm>
                  <a:off x="4041600" y="4055330"/>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15" name="Oval 814">
                  <a:extLst>
                    <a:ext uri="{FF2B5EF4-FFF2-40B4-BE49-F238E27FC236}">
                      <a16:creationId xmlns:a16="http://schemas.microsoft.com/office/drawing/2014/main" id="{85DC3225-4D54-4443-55B3-EDE1A2114713}"/>
                    </a:ext>
                  </a:extLst>
                </p:cNvPr>
                <p:cNvSpPr/>
                <p:nvPr/>
              </p:nvSpPr>
              <p:spPr bwMode="gray">
                <a:xfrm>
                  <a:off x="4109331" y="3949564"/>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16" name="Oval 815">
                  <a:extLst>
                    <a:ext uri="{FF2B5EF4-FFF2-40B4-BE49-F238E27FC236}">
                      <a16:creationId xmlns:a16="http://schemas.microsoft.com/office/drawing/2014/main" id="{98255FF9-275A-CAA0-FDFE-7DFDD875158A}"/>
                    </a:ext>
                  </a:extLst>
                </p:cNvPr>
                <p:cNvSpPr/>
                <p:nvPr/>
              </p:nvSpPr>
              <p:spPr bwMode="gray">
                <a:xfrm>
                  <a:off x="4151230" y="4001547"/>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17" name="Oval 816">
                  <a:extLst>
                    <a:ext uri="{FF2B5EF4-FFF2-40B4-BE49-F238E27FC236}">
                      <a16:creationId xmlns:a16="http://schemas.microsoft.com/office/drawing/2014/main" id="{B7DC1459-3868-99F7-D681-614241776FED}"/>
                    </a:ext>
                  </a:extLst>
                </p:cNvPr>
                <p:cNvSpPr/>
                <p:nvPr/>
              </p:nvSpPr>
              <p:spPr bwMode="gray">
                <a:xfrm>
                  <a:off x="4099855" y="3874397"/>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18" name="Oval 817">
                  <a:extLst>
                    <a:ext uri="{FF2B5EF4-FFF2-40B4-BE49-F238E27FC236}">
                      <a16:creationId xmlns:a16="http://schemas.microsoft.com/office/drawing/2014/main" id="{5D2598F3-111B-D394-4C17-E2FBC02782E9}"/>
                    </a:ext>
                  </a:extLst>
                </p:cNvPr>
                <p:cNvSpPr/>
                <p:nvPr/>
              </p:nvSpPr>
              <p:spPr bwMode="gray">
                <a:xfrm>
                  <a:off x="4184915" y="3918491"/>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19" name="Oval 818">
                  <a:extLst>
                    <a:ext uri="{FF2B5EF4-FFF2-40B4-BE49-F238E27FC236}">
                      <a16:creationId xmlns:a16="http://schemas.microsoft.com/office/drawing/2014/main" id="{FDF2DC14-6164-2E88-3B5B-CF4D504D9A9E}"/>
                    </a:ext>
                  </a:extLst>
                </p:cNvPr>
                <p:cNvSpPr/>
                <p:nvPr/>
              </p:nvSpPr>
              <p:spPr bwMode="gray">
                <a:xfrm>
                  <a:off x="4124586" y="3798422"/>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20" name="Oval 819">
                  <a:extLst>
                    <a:ext uri="{FF2B5EF4-FFF2-40B4-BE49-F238E27FC236}">
                      <a16:creationId xmlns:a16="http://schemas.microsoft.com/office/drawing/2014/main" id="{35C753A1-3218-90DC-16FB-5549716D0325}"/>
                    </a:ext>
                  </a:extLst>
                </p:cNvPr>
                <p:cNvSpPr/>
                <p:nvPr/>
              </p:nvSpPr>
              <p:spPr bwMode="gray">
                <a:xfrm>
                  <a:off x="4285664" y="3958285"/>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21" name="Oval 820">
                  <a:extLst>
                    <a:ext uri="{FF2B5EF4-FFF2-40B4-BE49-F238E27FC236}">
                      <a16:creationId xmlns:a16="http://schemas.microsoft.com/office/drawing/2014/main" id="{878FDE1B-F936-FA49-129E-29BDD2FC8A8C}"/>
                    </a:ext>
                  </a:extLst>
                </p:cNvPr>
                <p:cNvSpPr/>
                <p:nvPr/>
              </p:nvSpPr>
              <p:spPr bwMode="gray">
                <a:xfrm>
                  <a:off x="3903101" y="3867878"/>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22" name="Oval 821">
                  <a:extLst>
                    <a:ext uri="{FF2B5EF4-FFF2-40B4-BE49-F238E27FC236}">
                      <a16:creationId xmlns:a16="http://schemas.microsoft.com/office/drawing/2014/main" id="{5D28DED5-C30C-F092-67AA-0ED266706722}"/>
                    </a:ext>
                  </a:extLst>
                </p:cNvPr>
                <p:cNvSpPr/>
                <p:nvPr/>
              </p:nvSpPr>
              <p:spPr bwMode="gray">
                <a:xfrm>
                  <a:off x="3863248" y="391813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23" name="Oval 822">
                  <a:extLst>
                    <a:ext uri="{FF2B5EF4-FFF2-40B4-BE49-F238E27FC236}">
                      <a16:creationId xmlns:a16="http://schemas.microsoft.com/office/drawing/2014/main" id="{CF8F24B4-BABF-71C0-A78D-984DA1230DE4}"/>
                    </a:ext>
                  </a:extLst>
                </p:cNvPr>
                <p:cNvSpPr/>
                <p:nvPr/>
              </p:nvSpPr>
              <p:spPr bwMode="gray">
                <a:xfrm>
                  <a:off x="3892201" y="399385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24" name="Oval 823">
                  <a:extLst>
                    <a:ext uri="{FF2B5EF4-FFF2-40B4-BE49-F238E27FC236}">
                      <a16:creationId xmlns:a16="http://schemas.microsoft.com/office/drawing/2014/main" id="{DA19C7FB-487C-02A0-402F-04A3D07E1C09}"/>
                    </a:ext>
                  </a:extLst>
                </p:cNvPr>
                <p:cNvSpPr/>
                <p:nvPr/>
              </p:nvSpPr>
              <p:spPr bwMode="gray">
                <a:xfrm>
                  <a:off x="3826977" y="3986573"/>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25" name="Oval 824">
                  <a:extLst>
                    <a:ext uri="{FF2B5EF4-FFF2-40B4-BE49-F238E27FC236}">
                      <a16:creationId xmlns:a16="http://schemas.microsoft.com/office/drawing/2014/main" id="{EAAB90BA-E18E-C4CF-F504-16500C483DF2}"/>
                    </a:ext>
                  </a:extLst>
                </p:cNvPr>
                <p:cNvSpPr/>
                <p:nvPr/>
              </p:nvSpPr>
              <p:spPr bwMode="gray">
                <a:xfrm>
                  <a:off x="3693110" y="4213972"/>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26" name="Oval 825">
                  <a:extLst>
                    <a:ext uri="{FF2B5EF4-FFF2-40B4-BE49-F238E27FC236}">
                      <a16:creationId xmlns:a16="http://schemas.microsoft.com/office/drawing/2014/main" id="{55E28640-41DF-F386-AB85-1D40FC59A867}"/>
                    </a:ext>
                  </a:extLst>
                </p:cNvPr>
                <p:cNvSpPr/>
                <p:nvPr/>
              </p:nvSpPr>
              <p:spPr bwMode="gray">
                <a:xfrm>
                  <a:off x="3689296" y="4144205"/>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27" name="Oval 826">
                  <a:extLst>
                    <a:ext uri="{FF2B5EF4-FFF2-40B4-BE49-F238E27FC236}">
                      <a16:creationId xmlns:a16="http://schemas.microsoft.com/office/drawing/2014/main" id="{F12990C1-1677-50EC-AD62-83467B0939BB}"/>
                    </a:ext>
                  </a:extLst>
                </p:cNvPr>
                <p:cNvSpPr/>
                <p:nvPr/>
              </p:nvSpPr>
              <p:spPr bwMode="gray">
                <a:xfrm>
                  <a:off x="3619862" y="4214394"/>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28" name="Oval 827">
                  <a:extLst>
                    <a:ext uri="{FF2B5EF4-FFF2-40B4-BE49-F238E27FC236}">
                      <a16:creationId xmlns:a16="http://schemas.microsoft.com/office/drawing/2014/main" id="{26FBE70E-05D5-B012-383C-BA51D624B486}"/>
                    </a:ext>
                  </a:extLst>
                </p:cNvPr>
                <p:cNvSpPr/>
                <p:nvPr/>
              </p:nvSpPr>
              <p:spPr bwMode="gray">
                <a:xfrm>
                  <a:off x="3769947" y="4209435"/>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29" name="Oval 828">
                  <a:extLst>
                    <a:ext uri="{FF2B5EF4-FFF2-40B4-BE49-F238E27FC236}">
                      <a16:creationId xmlns:a16="http://schemas.microsoft.com/office/drawing/2014/main" id="{BB2DA740-F156-9787-BE11-FC935AA6B6E9}"/>
                    </a:ext>
                  </a:extLst>
                </p:cNvPr>
                <p:cNvSpPr/>
                <p:nvPr/>
              </p:nvSpPr>
              <p:spPr bwMode="gray">
                <a:xfrm>
                  <a:off x="3698464" y="4285521"/>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30" name="Oval 829">
                  <a:extLst>
                    <a:ext uri="{FF2B5EF4-FFF2-40B4-BE49-F238E27FC236}">
                      <a16:creationId xmlns:a16="http://schemas.microsoft.com/office/drawing/2014/main" id="{8C903292-236A-F07E-4E91-228017791D40}"/>
                    </a:ext>
                  </a:extLst>
                </p:cNvPr>
                <p:cNvSpPr/>
                <p:nvPr/>
              </p:nvSpPr>
              <p:spPr bwMode="gray">
                <a:xfrm>
                  <a:off x="3812881" y="4362968"/>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31" name="Oval 830">
                  <a:extLst>
                    <a:ext uri="{FF2B5EF4-FFF2-40B4-BE49-F238E27FC236}">
                      <a16:creationId xmlns:a16="http://schemas.microsoft.com/office/drawing/2014/main" id="{D0FCBCE8-F89C-2CF7-B38A-BC1B0FE14984}"/>
                    </a:ext>
                  </a:extLst>
                </p:cNvPr>
                <p:cNvSpPr/>
                <p:nvPr/>
              </p:nvSpPr>
              <p:spPr bwMode="gray">
                <a:xfrm>
                  <a:off x="3655955" y="4400949"/>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32" name="Oval 831">
                  <a:extLst>
                    <a:ext uri="{FF2B5EF4-FFF2-40B4-BE49-F238E27FC236}">
                      <a16:creationId xmlns:a16="http://schemas.microsoft.com/office/drawing/2014/main" id="{2B7414B3-2154-D9B8-4915-78EA27CB9EEC}"/>
                    </a:ext>
                  </a:extLst>
                </p:cNvPr>
                <p:cNvSpPr/>
                <p:nvPr/>
              </p:nvSpPr>
              <p:spPr bwMode="gray">
                <a:xfrm>
                  <a:off x="3966209" y="433931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33" name="Oval 832">
                  <a:extLst>
                    <a:ext uri="{FF2B5EF4-FFF2-40B4-BE49-F238E27FC236}">
                      <a16:creationId xmlns:a16="http://schemas.microsoft.com/office/drawing/2014/main" id="{36F5B709-7FD1-882B-1930-184FA445A408}"/>
                    </a:ext>
                  </a:extLst>
                </p:cNvPr>
                <p:cNvSpPr/>
                <p:nvPr/>
              </p:nvSpPr>
              <p:spPr bwMode="gray">
                <a:xfrm>
                  <a:off x="4612286" y="410499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34" name="Oval 833">
                  <a:extLst>
                    <a:ext uri="{FF2B5EF4-FFF2-40B4-BE49-F238E27FC236}">
                      <a16:creationId xmlns:a16="http://schemas.microsoft.com/office/drawing/2014/main" id="{28887E2A-C880-8B54-5853-358892A96CC0}"/>
                    </a:ext>
                  </a:extLst>
                </p:cNvPr>
                <p:cNvSpPr/>
                <p:nvPr/>
              </p:nvSpPr>
              <p:spPr bwMode="gray">
                <a:xfrm>
                  <a:off x="4892411" y="3678582"/>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35" name="Oval 834">
                  <a:extLst>
                    <a:ext uri="{FF2B5EF4-FFF2-40B4-BE49-F238E27FC236}">
                      <a16:creationId xmlns:a16="http://schemas.microsoft.com/office/drawing/2014/main" id="{91AEF2A2-731C-D07F-0553-B03CD63BA1EF}"/>
                    </a:ext>
                  </a:extLst>
                </p:cNvPr>
                <p:cNvSpPr/>
                <p:nvPr/>
              </p:nvSpPr>
              <p:spPr bwMode="gray">
                <a:xfrm>
                  <a:off x="5025891" y="3673068"/>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36" name="Oval 835">
                  <a:extLst>
                    <a:ext uri="{FF2B5EF4-FFF2-40B4-BE49-F238E27FC236}">
                      <a16:creationId xmlns:a16="http://schemas.microsoft.com/office/drawing/2014/main" id="{04D8A8C6-18B2-B722-082F-D96A22030768}"/>
                    </a:ext>
                  </a:extLst>
                </p:cNvPr>
                <p:cNvSpPr/>
                <p:nvPr/>
              </p:nvSpPr>
              <p:spPr bwMode="gray">
                <a:xfrm>
                  <a:off x="4907292" y="376488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37" name="Oval 836">
                  <a:extLst>
                    <a:ext uri="{FF2B5EF4-FFF2-40B4-BE49-F238E27FC236}">
                      <a16:creationId xmlns:a16="http://schemas.microsoft.com/office/drawing/2014/main" id="{7DADED4F-B86C-60FE-B651-098794CC0984}"/>
                    </a:ext>
                  </a:extLst>
                </p:cNvPr>
                <p:cNvSpPr/>
                <p:nvPr/>
              </p:nvSpPr>
              <p:spPr bwMode="gray">
                <a:xfrm>
                  <a:off x="4813476" y="3818250"/>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38" name="Oval 837">
                  <a:extLst>
                    <a:ext uri="{FF2B5EF4-FFF2-40B4-BE49-F238E27FC236}">
                      <a16:creationId xmlns:a16="http://schemas.microsoft.com/office/drawing/2014/main" id="{D5DC03EB-2E3D-C3A9-372C-C8E3EDB23685}"/>
                    </a:ext>
                  </a:extLst>
                </p:cNvPr>
                <p:cNvSpPr/>
                <p:nvPr/>
              </p:nvSpPr>
              <p:spPr bwMode="gray">
                <a:xfrm>
                  <a:off x="4629440" y="3905326"/>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39" name="Oval 838">
                  <a:extLst>
                    <a:ext uri="{FF2B5EF4-FFF2-40B4-BE49-F238E27FC236}">
                      <a16:creationId xmlns:a16="http://schemas.microsoft.com/office/drawing/2014/main" id="{7B6BB4E4-30CB-61D3-63C8-AC17F41BDFE0}"/>
                    </a:ext>
                  </a:extLst>
                </p:cNvPr>
                <p:cNvSpPr/>
                <p:nvPr/>
              </p:nvSpPr>
              <p:spPr bwMode="gray">
                <a:xfrm>
                  <a:off x="4693162" y="4027971"/>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40" name="Oval 839">
                  <a:extLst>
                    <a:ext uri="{FF2B5EF4-FFF2-40B4-BE49-F238E27FC236}">
                      <a16:creationId xmlns:a16="http://schemas.microsoft.com/office/drawing/2014/main" id="{0676198B-7A8B-22AA-ADC8-57B42A3DD5B9}"/>
                    </a:ext>
                  </a:extLst>
                </p:cNvPr>
                <p:cNvSpPr/>
                <p:nvPr/>
              </p:nvSpPr>
              <p:spPr bwMode="gray">
                <a:xfrm>
                  <a:off x="4818525" y="4000611"/>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41" name="Oval 840">
                  <a:extLst>
                    <a:ext uri="{FF2B5EF4-FFF2-40B4-BE49-F238E27FC236}">
                      <a16:creationId xmlns:a16="http://schemas.microsoft.com/office/drawing/2014/main" id="{6D93B9F8-F675-8A7B-DCD1-E6FF8D7641F1}"/>
                    </a:ext>
                  </a:extLst>
                </p:cNvPr>
                <p:cNvSpPr/>
                <p:nvPr/>
              </p:nvSpPr>
              <p:spPr bwMode="gray">
                <a:xfrm>
                  <a:off x="4884296" y="4099372"/>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42" name="Oval 841">
                  <a:extLst>
                    <a:ext uri="{FF2B5EF4-FFF2-40B4-BE49-F238E27FC236}">
                      <a16:creationId xmlns:a16="http://schemas.microsoft.com/office/drawing/2014/main" id="{D2F8325D-C6B4-E869-4DFD-EA68346E9582}"/>
                    </a:ext>
                  </a:extLst>
                </p:cNvPr>
                <p:cNvSpPr/>
                <p:nvPr/>
              </p:nvSpPr>
              <p:spPr bwMode="gray">
                <a:xfrm>
                  <a:off x="4764590" y="4183918"/>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43" name="Oval 842">
                  <a:extLst>
                    <a:ext uri="{FF2B5EF4-FFF2-40B4-BE49-F238E27FC236}">
                      <a16:creationId xmlns:a16="http://schemas.microsoft.com/office/drawing/2014/main" id="{0F1940C0-A5D0-6BB1-B84B-80E381C129ED}"/>
                    </a:ext>
                  </a:extLst>
                </p:cNvPr>
                <p:cNvSpPr/>
                <p:nvPr/>
              </p:nvSpPr>
              <p:spPr bwMode="gray">
                <a:xfrm>
                  <a:off x="4530595" y="4258573"/>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44" name="Oval 843">
                  <a:extLst>
                    <a:ext uri="{FF2B5EF4-FFF2-40B4-BE49-F238E27FC236}">
                      <a16:creationId xmlns:a16="http://schemas.microsoft.com/office/drawing/2014/main" id="{A51022F4-634A-93B1-EC2A-F3D490C0508F}"/>
                    </a:ext>
                  </a:extLst>
                </p:cNvPr>
                <p:cNvSpPr/>
                <p:nvPr/>
              </p:nvSpPr>
              <p:spPr bwMode="gray">
                <a:xfrm>
                  <a:off x="5263298" y="392133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45" name="Oval 844">
                  <a:extLst>
                    <a:ext uri="{FF2B5EF4-FFF2-40B4-BE49-F238E27FC236}">
                      <a16:creationId xmlns:a16="http://schemas.microsoft.com/office/drawing/2014/main" id="{80F1448E-E6CC-6860-46E3-754D3C0BD09C}"/>
                    </a:ext>
                  </a:extLst>
                </p:cNvPr>
                <p:cNvSpPr/>
                <p:nvPr/>
              </p:nvSpPr>
              <p:spPr bwMode="gray">
                <a:xfrm>
                  <a:off x="5478033" y="378353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46" name="Oval 845">
                  <a:extLst>
                    <a:ext uri="{FF2B5EF4-FFF2-40B4-BE49-F238E27FC236}">
                      <a16:creationId xmlns:a16="http://schemas.microsoft.com/office/drawing/2014/main" id="{91423206-5A0E-7804-23E6-C555B1383715}"/>
                    </a:ext>
                  </a:extLst>
                </p:cNvPr>
                <p:cNvSpPr/>
                <p:nvPr/>
              </p:nvSpPr>
              <p:spPr bwMode="gray">
                <a:xfrm>
                  <a:off x="5711543" y="3833720"/>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47" name="Oval 846">
                  <a:extLst>
                    <a:ext uri="{FF2B5EF4-FFF2-40B4-BE49-F238E27FC236}">
                      <a16:creationId xmlns:a16="http://schemas.microsoft.com/office/drawing/2014/main" id="{AEBC7DF7-1BD9-7AAE-F17C-513E0DE2F3DB}"/>
                    </a:ext>
                  </a:extLst>
                </p:cNvPr>
                <p:cNvSpPr/>
                <p:nvPr/>
              </p:nvSpPr>
              <p:spPr bwMode="gray">
                <a:xfrm>
                  <a:off x="5371869" y="4101021"/>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48" name="Oval 847">
                  <a:extLst>
                    <a:ext uri="{FF2B5EF4-FFF2-40B4-BE49-F238E27FC236}">
                      <a16:creationId xmlns:a16="http://schemas.microsoft.com/office/drawing/2014/main" id="{1E02745E-78BF-C6A3-4D4E-5453F50DD598}"/>
                    </a:ext>
                  </a:extLst>
                </p:cNvPr>
                <p:cNvSpPr/>
                <p:nvPr/>
              </p:nvSpPr>
              <p:spPr bwMode="gray">
                <a:xfrm>
                  <a:off x="4518893" y="439411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49" name="Oval 848">
                  <a:extLst>
                    <a:ext uri="{FF2B5EF4-FFF2-40B4-BE49-F238E27FC236}">
                      <a16:creationId xmlns:a16="http://schemas.microsoft.com/office/drawing/2014/main" id="{06F10A8D-D3BD-704F-74D0-4E8A73405F21}"/>
                    </a:ext>
                  </a:extLst>
                </p:cNvPr>
                <p:cNvSpPr/>
                <p:nvPr/>
              </p:nvSpPr>
              <p:spPr bwMode="gray">
                <a:xfrm>
                  <a:off x="5598781" y="4167936"/>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50" name="Oval 849">
                  <a:extLst>
                    <a:ext uri="{FF2B5EF4-FFF2-40B4-BE49-F238E27FC236}">
                      <a16:creationId xmlns:a16="http://schemas.microsoft.com/office/drawing/2014/main" id="{29DB052E-63EE-8CB3-ACF6-DD37B4714ADF}"/>
                    </a:ext>
                  </a:extLst>
                </p:cNvPr>
                <p:cNvSpPr/>
                <p:nvPr/>
              </p:nvSpPr>
              <p:spPr bwMode="gray">
                <a:xfrm>
                  <a:off x="5896302" y="4318913"/>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51" name="Oval 850">
                  <a:extLst>
                    <a:ext uri="{FF2B5EF4-FFF2-40B4-BE49-F238E27FC236}">
                      <a16:creationId xmlns:a16="http://schemas.microsoft.com/office/drawing/2014/main" id="{2084AB26-57E5-5CD4-3F26-807315D3E36A}"/>
                    </a:ext>
                  </a:extLst>
                </p:cNvPr>
                <p:cNvSpPr/>
                <p:nvPr/>
              </p:nvSpPr>
              <p:spPr bwMode="gray">
                <a:xfrm>
                  <a:off x="6153018" y="442071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52" name="Oval 851">
                  <a:extLst>
                    <a:ext uri="{FF2B5EF4-FFF2-40B4-BE49-F238E27FC236}">
                      <a16:creationId xmlns:a16="http://schemas.microsoft.com/office/drawing/2014/main" id="{046CA1BA-517E-799E-625D-C8012B70B934}"/>
                    </a:ext>
                  </a:extLst>
                </p:cNvPr>
                <p:cNvSpPr/>
                <p:nvPr/>
              </p:nvSpPr>
              <p:spPr bwMode="gray">
                <a:xfrm>
                  <a:off x="5969838" y="4439727"/>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53" name="Oval 852">
                  <a:extLst>
                    <a:ext uri="{FF2B5EF4-FFF2-40B4-BE49-F238E27FC236}">
                      <a16:creationId xmlns:a16="http://schemas.microsoft.com/office/drawing/2014/main" id="{A951F613-EB9D-B9AA-7688-F6816B4EC259}"/>
                    </a:ext>
                  </a:extLst>
                </p:cNvPr>
                <p:cNvSpPr/>
                <p:nvPr/>
              </p:nvSpPr>
              <p:spPr bwMode="gray">
                <a:xfrm>
                  <a:off x="5798635" y="4410802"/>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54" name="Oval 853">
                  <a:extLst>
                    <a:ext uri="{FF2B5EF4-FFF2-40B4-BE49-F238E27FC236}">
                      <a16:creationId xmlns:a16="http://schemas.microsoft.com/office/drawing/2014/main" id="{6FEE3258-2FDF-1F59-4723-6FD1FB0009E6}"/>
                    </a:ext>
                  </a:extLst>
                </p:cNvPr>
                <p:cNvSpPr/>
                <p:nvPr/>
              </p:nvSpPr>
              <p:spPr bwMode="gray">
                <a:xfrm>
                  <a:off x="5245723" y="441626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55" name="Oval 854">
                  <a:extLst>
                    <a:ext uri="{FF2B5EF4-FFF2-40B4-BE49-F238E27FC236}">
                      <a16:creationId xmlns:a16="http://schemas.microsoft.com/office/drawing/2014/main" id="{C59FE3CF-DB30-EBED-1A6A-5A3838DEF48D}"/>
                    </a:ext>
                  </a:extLst>
                </p:cNvPr>
                <p:cNvSpPr/>
                <p:nvPr/>
              </p:nvSpPr>
              <p:spPr bwMode="gray">
                <a:xfrm>
                  <a:off x="4193009" y="3866670"/>
                  <a:ext cx="108000" cy="108000"/>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56" name="Oval 855">
                  <a:extLst>
                    <a:ext uri="{FF2B5EF4-FFF2-40B4-BE49-F238E27FC236}">
                      <a16:creationId xmlns:a16="http://schemas.microsoft.com/office/drawing/2014/main" id="{79505161-1327-F7F2-247A-9533560BF772}"/>
                    </a:ext>
                  </a:extLst>
                </p:cNvPr>
                <p:cNvSpPr/>
                <p:nvPr/>
              </p:nvSpPr>
              <p:spPr bwMode="gray">
                <a:xfrm>
                  <a:off x="3923505" y="4024692"/>
                  <a:ext cx="108000" cy="108000"/>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57" name="Oval 856">
                  <a:extLst>
                    <a:ext uri="{FF2B5EF4-FFF2-40B4-BE49-F238E27FC236}">
                      <a16:creationId xmlns:a16="http://schemas.microsoft.com/office/drawing/2014/main" id="{0CDC59D6-6141-1CD1-6098-18EB98FEFA8A}"/>
                    </a:ext>
                  </a:extLst>
                </p:cNvPr>
                <p:cNvSpPr/>
                <p:nvPr/>
              </p:nvSpPr>
              <p:spPr bwMode="gray">
                <a:xfrm>
                  <a:off x="4255864" y="3519852"/>
                  <a:ext cx="108000" cy="108000"/>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58" name="Oval 857">
                  <a:extLst>
                    <a:ext uri="{FF2B5EF4-FFF2-40B4-BE49-F238E27FC236}">
                      <a16:creationId xmlns:a16="http://schemas.microsoft.com/office/drawing/2014/main" id="{8859EBC4-BDB7-3BB6-4639-1949DA823CA5}"/>
                    </a:ext>
                  </a:extLst>
                </p:cNvPr>
                <p:cNvSpPr/>
                <p:nvPr/>
              </p:nvSpPr>
              <p:spPr bwMode="gray">
                <a:xfrm>
                  <a:off x="6018654" y="4183702"/>
                  <a:ext cx="108000" cy="108000"/>
                </a:xfrm>
                <a:prstGeom prst="ellipse">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59" name="Oval 858">
                  <a:extLst>
                    <a:ext uri="{FF2B5EF4-FFF2-40B4-BE49-F238E27FC236}">
                      <a16:creationId xmlns:a16="http://schemas.microsoft.com/office/drawing/2014/main" id="{8A9ED262-4A49-A50D-D273-C4133F073DBB}"/>
                    </a:ext>
                  </a:extLst>
                </p:cNvPr>
                <p:cNvSpPr/>
                <p:nvPr/>
              </p:nvSpPr>
              <p:spPr bwMode="gray">
                <a:xfrm>
                  <a:off x="4163851" y="3588595"/>
                  <a:ext cx="108000" cy="108000"/>
                </a:xfrm>
                <a:prstGeom prst="ellipse">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60" name="Oval 859">
                  <a:extLst>
                    <a:ext uri="{FF2B5EF4-FFF2-40B4-BE49-F238E27FC236}">
                      <a16:creationId xmlns:a16="http://schemas.microsoft.com/office/drawing/2014/main" id="{FDB1EC63-07C5-686B-C8C5-37949E80FAE3}"/>
                    </a:ext>
                  </a:extLst>
                </p:cNvPr>
                <p:cNvSpPr/>
                <p:nvPr/>
              </p:nvSpPr>
              <p:spPr bwMode="gray">
                <a:xfrm>
                  <a:off x="3867997" y="4075849"/>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61" name="Oval 860">
                  <a:extLst>
                    <a:ext uri="{FF2B5EF4-FFF2-40B4-BE49-F238E27FC236}">
                      <a16:creationId xmlns:a16="http://schemas.microsoft.com/office/drawing/2014/main" id="{67E0D2E1-141E-2391-B235-C95EBDC9906E}"/>
                    </a:ext>
                  </a:extLst>
                </p:cNvPr>
                <p:cNvSpPr/>
                <p:nvPr/>
              </p:nvSpPr>
              <p:spPr bwMode="gray">
                <a:xfrm>
                  <a:off x="1628223" y="3864275"/>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62" name="Oval 861">
                  <a:extLst>
                    <a:ext uri="{FF2B5EF4-FFF2-40B4-BE49-F238E27FC236}">
                      <a16:creationId xmlns:a16="http://schemas.microsoft.com/office/drawing/2014/main" id="{54FBDDF5-1143-207B-E71F-ACDE733BBBF1}"/>
                    </a:ext>
                  </a:extLst>
                </p:cNvPr>
                <p:cNvSpPr/>
                <p:nvPr/>
              </p:nvSpPr>
              <p:spPr bwMode="gray">
                <a:xfrm>
                  <a:off x="1362313" y="407444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63" name="Oval 862">
                  <a:extLst>
                    <a:ext uri="{FF2B5EF4-FFF2-40B4-BE49-F238E27FC236}">
                      <a16:creationId xmlns:a16="http://schemas.microsoft.com/office/drawing/2014/main" id="{3EC06560-70B7-C922-49F0-56031208D929}"/>
                    </a:ext>
                  </a:extLst>
                </p:cNvPr>
                <p:cNvSpPr/>
                <p:nvPr/>
              </p:nvSpPr>
              <p:spPr bwMode="gray">
                <a:xfrm>
                  <a:off x="1454654" y="4344863"/>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64" name="Oval 863">
                  <a:extLst>
                    <a:ext uri="{FF2B5EF4-FFF2-40B4-BE49-F238E27FC236}">
                      <a16:creationId xmlns:a16="http://schemas.microsoft.com/office/drawing/2014/main" id="{2F33C881-A6A2-ECE3-2DE0-E82E8E07A03C}"/>
                    </a:ext>
                  </a:extLst>
                </p:cNvPr>
                <p:cNvSpPr/>
                <p:nvPr/>
              </p:nvSpPr>
              <p:spPr bwMode="gray">
                <a:xfrm>
                  <a:off x="1875996" y="404528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65" name="Oval 864">
                  <a:extLst>
                    <a:ext uri="{FF2B5EF4-FFF2-40B4-BE49-F238E27FC236}">
                      <a16:creationId xmlns:a16="http://schemas.microsoft.com/office/drawing/2014/main" id="{DF85BECD-1A71-CDC5-58FC-1C5C0026EE48}"/>
                    </a:ext>
                  </a:extLst>
                </p:cNvPr>
                <p:cNvSpPr/>
                <p:nvPr/>
              </p:nvSpPr>
              <p:spPr bwMode="gray">
                <a:xfrm>
                  <a:off x="2323936" y="4027063"/>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66" name="Oval 865">
                  <a:extLst>
                    <a:ext uri="{FF2B5EF4-FFF2-40B4-BE49-F238E27FC236}">
                      <a16:creationId xmlns:a16="http://schemas.microsoft.com/office/drawing/2014/main" id="{2DCED2DD-21F8-05FE-94E7-8BEFDFC9900D}"/>
                    </a:ext>
                  </a:extLst>
                </p:cNvPr>
                <p:cNvSpPr/>
                <p:nvPr/>
              </p:nvSpPr>
              <p:spPr bwMode="gray">
                <a:xfrm>
                  <a:off x="2372341" y="4084951"/>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67" name="Oval 866">
                  <a:extLst>
                    <a:ext uri="{FF2B5EF4-FFF2-40B4-BE49-F238E27FC236}">
                      <a16:creationId xmlns:a16="http://schemas.microsoft.com/office/drawing/2014/main" id="{11841690-AD72-A7CF-61DB-AE41117BF73B}"/>
                    </a:ext>
                  </a:extLst>
                </p:cNvPr>
                <p:cNvSpPr/>
                <p:nvPr/>
              </p:nvSpPr>
              <p:spPr bwMode="gray">
                <a:xfrm>
                  <a:off x="2144433" y="4067263"/>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68" name="Oval 867">
                  <a:extLst>
                    <a:ext uri="{FF2B5EF4-FFF2-40B4-BE49-F238E27FC236}">
                      <a16:creationId xmlns:a16="http://schemas.microsoft.com/office/drawing/2014/main" id="{4A080ADA-6F10-CD43-2DB8-1BE983191247}"/>
                    </a:ext>
                  </a:extLst>
                </p:cNvPr>
                <p:cNvSpPr/>
                <p:nvPr/>
              </p:nvSpPr>
              <p:spPr bwMode="gray">
                <a:xfrm>
                  <a:off x="2240450" y="406760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69" name="Oval 868">
                  <a:extLst>
                    <a:ext uri="{FF2B5EF4-FFF2-40B4-BE49-F238E27FC236}">
                      <a16:creationId xmlns:a16="http://schemas.microsoft.com/office/drawing/2014/main" id="{15C8DE3F-E86C-E210-AF7A-4DB400E6F92E}"/>
                    </a:ext>
                  </a:extLst>
                </p:cNvPr>
                <p:cNvSpPr/>
                <p:nvPr/>
              </p:nvSpPr>
              <p:spPr bwMode="gray">
                <a:xfrm>
                  <a:off x="2296236" y="4123194"/>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70" name="Oval 869">
                  <a:extLst>
                    <a:ext uri="{FF2B5EF4-FFF2-40B4-BE49-F238E27FC236}">
                      <a16:creationId xmlns:a16="http://schemas.microsoft.com/office/drawing/2014/main" id="{35061277-078F-D255-2865-6BC71D393E8E}"/>
                    </a:ext>
                  </a:extLst>
                </p:cNvPr>
                <p:cNvSpPr/>
                <p:nvPr/>
              </p:nvSpPr>
              <p:spPr bwMode="gray">
                <a:xfrm>
                  <a:off x="2267579" y="4205764"/>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71" name="Oval 870">
                  <a:extLst>
                    <a:ext uri="{FF2B5EF4-FFF2-40B4-BE49-F238E27FC236}">
                      <a16:creationId xmlns:a16="http://schemas.microsoft.com/office/drawing/2014/main" id="{767DD010-DF8F-8865-3E5F-F80E563EDDF5}"/>
                    </a:ext>
                  </a:extLst>
                </p:cNvPr>
                <p:cNvSpPr/>
                <p:nvPr/>
              </p:nvSpPr>
              <p:spPr bwMode="gray">
                <a:xfrm>
                  <a:off x="2208660" y="4148732"/>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72" name="Oval 871">
                  <a:extLst>
                    <a:ext uri="{FF2B5EF4-FFF2-40B4-BE49-F238E27FC236}">
                      <a16:creationId xmlns:a16="http://schemas.microsoft.com/office/drawing/2014/main" id="{1B932E29-6212-881E-9FE7-0AE906ED5270}"/>
                    </a:ext>
                  </a:extLst>
                </p:cNvPr>
                <p:cNvSpPr/>
                <p:nvPr/>
              </p:nvSpPr>
              <p:spPr bwMode="gray">
                <a:xfrm>
                  <a:off x="2064130" y="4148732"/>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73" name="Oval 872">
                  <a:extLst>
                    <a:ext uri="{FF2B5EF4-FFF2-40B4-BE49-F238E27FC236}">
                      <a16:creationId xmlns:a16="http://schemas.microsoft.com/office/drawing/2014/main" id="{2DF8E3EC-C9E8-C9A4-1D77-7DF9B4F41947}"/>
                    </a:ext>
                  </a:extLst>
                </p:cNvPr>
                <p:cNvSpPr/>
                <p:nvPr/>
              </p:nvSpPr>
              <p:spPr bwMode="gray">
                <a:xfrm>
                  <a:off x="1992130" y="422218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74" name="Oval 873">
                  <a:extLst>
                    <a:ext uri="{FF2B5EF4-FFF2-40B4-BE49-F238E27FC236}">
                      <a16:creationId xmlns:a16="http://schemas.microsoft.com/office/drawing/2014/main" id="{ABCF0FF6-B183-5F6C-34D3-B01FF138F34D}"/>
                    </a:ext>
                  </a:extLst>
                </p:cNvPr>
                <p:cNvSpPr/>
                <p:nvPr/>
              </p:nvSpPr>
              <p:spPr bwMode="gray">
                <a:xfrm>
                  <a:off x="1625597" y="4421902"/>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75" name="Oval 874">
                  <a:extLst>
                    <a:ext uri="{FF2B5EF4-FFF2-40B4-BE49-F238E27FC236}">
                      <a16:creationId xmlns:a16="http://schemas.microsoft.com/office/drawing/2014/main" id="{6FC94BD7-CEEC-B911-72CB-E083AF57FF39}"/>
                    </a:ext>
                  </a:extLst>
                </p:cNvPr>
                <p:cNvSpPr/>
                <p:nvPr/>
              </p:nvSpPr>
              <p:spPr bwMode="gray">
                <a:xfrm>
                  <a:off x="1836571" y="4309305"/>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76" name="Oval 875">
                  <a:extLst>
                    <a:ext uri="{FF2B5EF4-FFF2-40B4-BE49-F238E27FC236}">
                      <a16:creationId xmlns:a16="http://schemas.microsoft.com/office/drawing/2014/main" id="{680F3E44-9046-123C-FD5E-ED7C326D509F}"/>
                    </a:ext>
                  </a:extLst>
                </p:cNvPr>
                <p:cNvSpPr/>
                <p:nvPr/>
              </p:nvSpPr>
              <p:spPr bwMode="gray">
                <a:xfrm>
                  <a:off x="2175903" y="4311599"/>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77" name="Oval 876">
                  <a:extLst>
                    <a:ext uri="{FF2B5EF4-FFF2-40B4-BE49-F238E27FC236}">
                      <a16:creationId xmlns:a16="http://schemas.microsoft.com/office/drawing/2014/main" id="{64577F5D-73A6-EAE2-87BC-1DF9C9833DB3}"/>
                    </a:ext>
                  </a:extLst>
                </p:cNvPr>
                <p:cNvSpPr/>
                <p:nvPr/>
              </p:nvSpPr>
              <p:spPr bwMode="gray">
                <a:xfrm>
                  <a:off x="2112963" y="4367713"/>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78" name="Oval 877">
                  <a:extLst>
                    <a:ext uri="{FF2B5EF4-FFF2-40B4-BE49-F238E27FC236}">
                      <a16:creationId xmlns:a16="http://schemas.microsoft.com/office/drawing/2014/main" id="{1AD78615-050B-BE9B-67B3-D2BD7C35E501}"/>
                    </a:ext>
                  </a:extLst>
                </p:cNvPr>
                <p:cNvSpPr/>
                <p:nvPr/>
              </p:nvSpPr>
              <p:spPr bwMode="gray">
                <a:xfrm>
                  <a:off x="1887761" y="4461983"/>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79" name="Oval 878">
                  <a:extLst>
                    <a:ext uri="{FF2B5EF4-FFF2-40B4-BE49-F238E27FC236}">
                      <a16:creationId xmlns:a16="http://schemas.microsoft.com/office/drawing/2014/main" id="{776C33E5-5644-530D-6334-0570DD629630}"/>
                    </a:ext>
                  </a:extLst>
                </p:cNvPr>
                <p:cNvSpPr/>
                <p:nvPr/>
              </p:nvSpPr>
              <p:spPr bwMode="gray">
                <a:xfrm>
                  <a:off x="1808407" y="4499169"/>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80" name="Oval 879">
                  <a:extLst>
                    <a:ext uri="{FF2B5EF4-FFF2-40B4-BE49-F238E27FC236}">
                      <a16:creationId xmlns:a16="http://schemas.microsoft.com/office/drawing/2014/main" id="{6BA8029F-0FFC-4218-9108-A82F607CD041}"/>
                    </a:ext>
                  </a:extLst>
                </p:cNvPr>
                <p:cNvSpPr/>
                <p:nvPr/>
              </p:nvSpPr>
              <p:spPr bwMode="gray">
                <a:xfrm>
                  <a:off x="1762778" y="4593546"/>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81" name="Oval 880">
                  <a:extLst>
                    <a:ext uri="{FF2B5EF4-FFF2-40B4-BE49-F238E27FC236}">
                      <a16:creationId xmlns:a16="http://schemas.microsoft.com/office/drawing/2014/main" id="{DC878A7F-4748-3588-179A-990D92FC1DA1}"/>
                    </a:ext>
                  </a:extLst>
                </p:cNvPr>
                <p:cNvSpPr/>
                <p:nvPr/>
              </p:nvSpPr>
              <p:spPr bwMode="gray">
                <a:xfrm>
                  <a:off x="1838388" y="4706501"/>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82" name="Oval 881">
                  <a:extLst>
                    <a:ext uri="{FF2B5EF4-FFF2-40B4-BE49-F238E27FC236}">
                      <a16:creationId xmlns:a16="http://schemas.microsoft.com/office/drawing/2014/main" id="{B84F92F4-E61F-E21B-E11A-CD99D9019071}"/>
                    </a:ext>
                  </a:extLst>
                </p:cNvPr>
                <p:cNvSpPr/>
                <p:nvPr/>
              </p:nvSpPr>
              <p:spPr bwMode="gray">
                <a:xfrm>
                  <a:off x="2027373" y="478081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83" name="Oval 882">
                  <a:extLst>
                    <a:ext uri="{FF2B5EF4-FFF2-40B4-BE49-F238E27FC236}">
                      <a16:creationId xmlns:a16="http://schemas.microsoft.com/office/drawing/2014/main" id="{6F3554EA-983B-4F17-060C-9D724590DFCA}"/>
                    </a:ext>
                  </a:extLst>
                </p:cNvPr>
                <p:cNvSpPr/>
                <p:nvPr/>
              </p:nvSpPr>
              <p:spPr bwMode="gray">
                <a:xfrm>
                  <a:off x="2327463" y="4703228"/>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84" name="Oval 883">
                  <a:extLst>
                    <a:ext uri="{FF2B5EF4-FFF2-40B4-BE49-F238E27FC236}">
                      <a16:creationId xmlns:a16="http://schemas.microsoft.com/office/drawing/2014/main" id="{E922A717-2231-C898-25C1-D8D979F606D0}"/>
                    </a:ext>
                  </a:extLst>
                </p:cNvPr>
                <p:cNvSpPr/>
                <p:nvPr/>
              </p:nvSpPr>
              <p:spPr bwMode="gray">
                <a:xfrm>
                  <a:off x="2110088" y="4849207"/>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85" name="Oval 884">
                  <a:extLst>
                    <a:ext uri="{FF2B5EF4-FFF2-40B4-BE49-F238E27FC236}">
                      <a16:creationId xmlns:a16="http://schemas.microsoft.com/office/drawing/2014/main" id="{0C20BDCA-53A6-2D24-F92D-3B0431DC26F8}"/>
                    </a:ext>
                  </a:extLst>
                </p:cNvPr>
                <p:cNvSpPr/>
                <p:nvPr/>
              </p:nvSpPr>
              <p:spPr bwMode="gray">
                <a:xfrm>
                  <a:off x="2451611" y="4863366"/>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86" name="Oval 885">
                  <a:extLst>
                    <a:ext uri="{FF2B5EF4-FFF2-40B4-BE49-F238E27FC236}">
                      <a16:creationId xmlns:a16="http://schemas.microsoft.com/office/drawing/2014/main" id="{536DC345-E033-1E2D-8BF6-ED5DB6E05DE6}"/>
                    </a:ext>
                  </a:extLst>
                </p:cNvPr>
                <p:cNvSpPr/>
                <p:nvPr/>
              </p:nvSpPr>
              <p:spPr bwMode="gray">
                <a:xfrm>
                  <a:off x="2228143" y="4899845"/>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87" name="Oval 886">
                  <a:extLst>
                    <a:ext uri="{FF2B5EF4-FFF2-40B4-BE49-F238E27FC236}">
                      <a16:creationId xmlns:a16="http://schemas.microsoft.com/office/drawing/2014/main" id="{DEB0AD38-3C81-97A0-CFEA-D3CFF62AA724}"/>
                    </a:ext>
                  </a:extLst>
                </p:cNvPr>
                <p:cNvSpPr/>
                <p:nvPr/>
              </p:nvSpPr>
              <p:spPr bwMode="gray">
                <a:xfrm>
                  <a:off x="2555859" y="4948134"/>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88" name="Oval 887">
                  <a:extLst>
                    <a:ext uri="{FF2B5EF4-FFF2-40B4-BE49-F238E27FC236}">
                      <a16:creationId xmlns:a16="http://schemas.microsoft.com/office/drawing/2014/main" id="{932B4B05-C2FC-D053-FF13-A464C1044157}"/>
                    </a:ext>
                  </a:extLst>
                </p:cNvPr>
                <p:cNvSpPr/>
                <p:nvPr/>
              </p:nvSpPr>
              <p:spPr bwMode="gray">
                <a:xfrm>
                  <a:off x="2312652" y="4888877"/>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89" name="Oval 888">
                  <a:extLst>
                    <a:ext uri="{FF2B5EF4-FFF2-40B4-BE49-F238E27FC236}">
                      <a16:creationId xmlns:a16="http://schemas.microsoft.com/office/drawing/2014/main" id="{299C89BE-9F68-4DAB-D9C8-9743701187A9}"/>
                    </a:ext>
                  </a:extLst>
                </p:cNvPr>
                <p:cNvSpPr/>
                <p:nvPr/>
              </p:nvSpPr>
              <p:spPr bwMode="gray">
                <a:xfrm>
                  <a:off x="2323936" y="4983494"/>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90" name="Oval 889">
                  <a:extLst>
                    <a:ext uri="{FF2B5EF4-FFF2-40B4-BE49-F238E27FC236}">
                      <a16:creationId xmlns:a16="http://schemas.microsoft.com/office/drawing/2014/main" id="{96F032B5-D086-C918-CAA1-44152C312361}"/>
                    </a:ext>
                  </a:extLst>
                </p:cNvPr>
                <p:cNvSpPr/>
                <p:nvPr/>
              </p:nvSpPr>
              <p:spPr bwMode="gray">
                <a:xfrm>
                  <a:off x="2225648" y="5087484"/>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91" name="Oval 890">
                  <a:extLst>
                    <a:ext uri="{FF2B5EF4-FFF2-40B4-BE49-F238E27FC236}">
                      <a16:creationId xmlns:a16="http://schemas.microsoft.com/office/drawing/2014/main" id="{59AB0DAE-FED9-368A-B254-D32711FC684D}"/>
                    </a:ext>
                  </a:extLst>
                </p:cNvPr>
                <p:cNvSpPr/>
                <p:nvPr/>
              </p:nvSpPr>
              <p:spPr bwMode="gray">
                <a:xfrm>
                  <a:off x="2238993" y="5248903"/>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92" name="Oval 891">
                  <a:extLst>
                    <a:ext uri="{FF2B5EF4-FFF2-40B4-BE49-F238E27FC236}">
                      <a16:creationId xmlns:a16="http://schemas.microsoft.com/office/drawing/2014/main" id="{784F7D57-D0D6-6A21-0568-B4AC893E66E9}"/>
                    </a:ext>
                  </a:extLst>
                </p:cNvPr>
                <p:cNvSpPr/>
                <p:nvPr/>
              </p:nvSpPr>
              <p:spPr bwMode="gray">
                <a:xfrm>
                  <a:off x="2359936" y="5222159"/>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93" name="Oval 892">
                  <a:extLst>
                    <a:ext uri="{FF2B5EF4-FFF2-40B4-BE49-F238E27FC236}">
                      <a16:creationId xmlns:a16="http://schemas.microsoft.com/office/drawing/2014/main" id="{6A8136E7-D89A-6FF7-F04A-6FFAEA66129B}"/>
                    </a:ext>
                  </a:extLst>
                </p:cNvPr>
                <p:cNvSpPr/>
                <p:nvPr/>
              </p:nvSpPr>
              <p:spPr bwMode="gray">
                <a:xfrm>
                  <a:off x="2501129" y="509637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94" name="Oval 893">
                  <a:extLst>
                    <a:ext uri="{FF2B5EF4-FFF2-40B4-BE49-F238E27FC236}">
                      <a16:creationId xmlns:a16="http://schemas.microsoft.com/office/drawing/2014/main" id="{3DEBF69D-4DF5-4201-DAED-55E733DA921A}"/>
                    </a:ext>
                  </a:extLst>
                </p:cNvPr>
                <p:cNvSpPr/>
                <p:nvPr/>
              </p:nvSpPr>
              <p:spPr bwMode="gray">
                <a:xfrm>
                  <a:off x="2704842" y="512460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95" name="Oval 894">
                  <a:extLst>
                    <a:ext uri="{FF2B5EF4-FFF2-40B4-BE49-F238E27FC236}">
                      <a16:creationId xmlns:a16="http://schemas.microsoft.com/office/drawing/2014/main" id="{C5F096B5-EA80-1B4D-737F-4708EB7A50A6}"/>
                    </a:ext>
                  </a:extLst>
                </p:cNvPr>
                <p:cNvSpPr/>
                <p:nvPr/>
              </p:nvSpPr>
              <p:spPr bwMode="gray">
                <a:xfrm>
                  <a:off x="2436963" y="5374163"/>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96" name="Oval 895">
                  <a:extLst>
                    <a:ext uri="{FF2B5EF4-FFF2-40B4-BE49-F238E27FC236}">
                      <a16:creationId xmlns:a16="http://schemas.microsoft.com/office/drawing/2014/main" id="{FE1FC146-7514-B45D-649E-C5DBBCEB5121}"/>
                    </a:ext>
                  </a:extLst>
                </p:cNvPr>
                <p:cNvSpPr/>
                <p:nvPr/>
              </p:nvSpPr>
              <p:spPr bwMode="gray">
                <a:xfrm>
                  <a:off x="2564919" y="5399379"/>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97" name="Oval 896">
                  <a:extLst>
                    <a:ext uri="{FF2B5EF4-FFF2-40B4-BE49-F238E27FC236}">
                      <a16:creationId xmlns:a16="http://schemas.microsoft.com/office/drawing/2014/main" id="{2889A382-3D2F-31B5-A85B-199A4B73EF6E}"/>
                    </a:ext>
                  </a:extLst>
                </p:cNvPr>
                <p:cNvSpPr/>
                <p:nvPr/>
              </p:nvSpPr>
              <p:spPr bwMode="gray">
                <a:xfrm>
                  <a:off x="2405350" y="5502032"/>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98" name="Oval 897">
                  <a:extLst>
                    <a:ext uri="{FF2B5EF4-FFF2-40B4-BE49-F238E27FC236}">
                      <a16:creationId xmlns:a16="http://schemas.microsoft.com/office/drawing/2014/main" id="{23D6E4C4-C27A-56D1-8957-69821D62FA01}"/>
                    </a:ext>
                  </a:extLst>
                </p:cNvPr>
                <p:cNvSpPr/>
                <p:nvPr/>
              </p:nvSpPr>
              <p:spPr bwMode="gray">
                <a:xfrm>
                  <a:off x="2516180" y="5612530"/>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899" name="Oval 898">
                  <a:extLst>
                    <a:ext uri="{FF2B5EF4-FFF2-40B4-BE49-F238E27FC236}">
                      <a16:creationId xmlns:a16="http://schemas.microsoft.com/office/drawing/2014/main" id="{38C63C66-4F46-3C68-CC33-A2B986E7CA30}"/>
                    </a:ext>
                  </a:extLst>
                </p:cNvPr>
                <p:cNvSpPr/>
                <p:nvPr/>
              </p:nvSpPr>
              <p:spPr bwMode="gray">
                <a:xfrm>
                  <a:off x="2922205" y="5424745"/>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00" name="Oval 899">
                  <a:extLst>
                    <a:ext uri="{FF2B5EF4-FFF2-40B4-BE49-F238E27FC236}">
                      <a16:creationId xmlns:a16="http://schemas.microsoft.com/office/drawing/2014/main" id="{640D8D14-69DB-94A8-ECB7-3C701FE25F85}"/>
                    </a:ext>
                  </a:extLst>
                </p:cNvPr>
                <p:cNvSpPr/>
                <p:nvPr/>
              </p:nvSpPr>
              <p:spPr bwMode="gray">
                <a:xfrm>
                  <a:off x="2787451" y="5606557"/>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01" name="Oval 900">
                  <a:extLst>
                    <a:ext uri="{FF2B5EF4-FFF2-40B4-BE49-F238E27FC236}">
                      <a16:creationId xmlns:a16="http://schemas.microsoft.com/office/drawing/2014/main" id="{490A4353-B1F5-5290-7B40-3C4D6632AE2F}"/>
                    </a:ext>
                  </a:extLst>
                </p:cNvPr>
                <p:cNvSpPr/>
                <p:nvPr/>
              </p:nvSpPr>
              <p:spPr bwMode="gray">
                <a:xfrm>
                  <a:off x="2679765" y="5756553"/>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02" name="Oval 901">
                  <a:extLst>
                    <a:ext uri="{FF2B5EF4-FFF2-40B4-BE49-F238E27FC236}">
                      <a16:creationId xmlns:a16="http://schemas.microsoft.com/office/drawing/2014/main" id="{E14A2F64-0A95-B228-435B-94B523015C0E}"/>
                    </a:ext>
                  </a:extLst>
                </p:cNvPr>
                <p:cNvSpPr/>
                <p:nvPr/>
              </p:nvSpPr>
              <p:spPr bwMode="gray">
                <a:xfrm>
                  <a:off x="2604122" y="5812832"/>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03" name="Oval 902">
                  <a:extLst>
                    <a:ext uri="{FF2B5EF4-FFF2-40B4-BE49-F238E27FC236}">
                      <a16:creationId xmlns:a16="http://schemas.microsoft.com/office/drawing/2014/main" id="{D1D77BAF-E6F3-E49A-6B94-A9DCA951169B}"/>
                    </a:ext>
                  </a:extLst>
                </p:cNvPr>
                <p:cNvSpPr/>
                <p:nvPr/>
              </p:nvSpPr>
              <p:spPr bwMode="gray">
                <a:xfrm>
                  <a:off x="2487029" y="5902185"/>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04" name="Oval 903">
                  <a:extLst>
                    <a:ext uri="{FF2B5EF4-FFF2-40B4-BE49-F238E27FC236}">
                      <a16:creationId xmlns:a16="http://schemas.microsoft.com/office/drawing/2014/main" id="{04F1068D-F432-4BEE-F107-0B3E6C13911E}"/>
                    </a:ext>
                  </a:extLst>
                </p:cNvPr>
                <p:cNvSpPr/>
                <p:nvPr/>
              </p:nvSpPr>
              <p:spPr bwMode="gray">
                <a:xfrm>
                  <a:off x="2344353" y="5685473"/>
                  <a:ext cx="108000" cy="108000"/>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05" name="Oval 904">
                  <a:extLst>
                    <a:ext uri="{FF2B5EF4-FFF2-40B4-BE49-F238E27FC236}">
                      <a16:creationId xmlns:a16="http://schemas.microsoft.com/office/drawing/2014/main" id="{EE818CB7-D43B-1CEC-3D26-029BA79AF097}"/>
                    </a:ext>
                  </a:extLst>
                </p:cNvPr>
                <p:cNvSpPr/>
                <p:nvPr/>
              </p:nvSpPr>
              <p:spPr bwMode="gray">
                <a:xfrm>
                  <a:off x="2340226" y="5719759"/>
                  <a:ext cx="108000" cy="108000"/>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06" name="Oval 905">
                  <a:extLst>
                    <a:ext uri="{FF2B5EF4-FFF2-40B4-BE49-F238E27FC236}">
                      <a16:creationId xmlns:a16="http://schemas.microsoft.com/office/drawing/2014/main" id="{3E7B8598-3129-239D-F3AB-9206C3211BA9}"/>
                    </a:ext>
                  </a:extLst>
                </p:cNvPr>
                <p:cNvSpPr/>
                <p:nvPr/>
              </p:nvSpPr>
              <p:spPr bwMode="gray">
                <a:xfrm>
                  <a:off x="1941996" y="4148071"/>
                  <a:ext cx="108000" cy="108000"/>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07" name="Content Placeholder 3">
                  <a:extLst>
                    <a:ext uri="{FF2B5EF4-FFF2-40B4-BE49-F238E27FC236}">
                      <a16:creationId xmlns:a16="http://schemas.microsoft.com/office/drawing/2014/main" id="{45759C0E-9D4F-9BFA-9477-B53FB12E4BDB}"/>
                    </a:ext>
                  </a:extLst>
                </p:cNvPr>
                <p:cNvSpPr txBox="1">
                  <a:spLocks/>
                </p:cNvSpPr>
                <p:nvPr/>
              </p:nvSpPr>
              <p:spPr bwMode="gray">
                <a:xfrm>
                  <a:off x="2636405" y="4392940"/>
                  <a:ext cx="1174178" cy="310785"/>
                </a:xfrm>
                <a:prstGeom prst="rect">
                  <a:avLst/>
                </a:prstGeom>
              </p:spPr>
              <p:txBody>
                <a:bodyPr wrap="square" lIns="0" tIns="0" rIns="0" bIns="0">
                  <a:sp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1" i="0" u="none" strike="noStrike" kern="1200" cap="none" spc="0" normalizeH="0" baseline="0" noProof="0">
                      <a:ln>
                        <a:noFill/>
                      </a:ln>
                      <a:solidFill>
                        <a:srgbClr val="000000"/>
                      </a:solidFill>
                      <a:effectLst/>
                      <a:uLnTx/>
                      <a:uFillTx/>
                      <a:latin typeface="ABBvoice"/>
                      <a:ea typeface="ABBvoice"/>
                      <a:cs typeface="ABBvoice"/>
                    </a:rPr>
                    <a:t>Global TEC </a:t>
                  </a:r>
                  <a:br>
                    <a:rPr kumimoji="0" lang="en-US" sz="800" b="1" i="0" u="none" strike="noStrike" kern="1200" cap="none" spc="0" normalizeH="0" baseline="0" noProof="0">
                      <a:ln>
                        <a:noFill/>
                      </a:ln>
                      <a:solidFill>
                        <a:srgbClr val="000000"/>
                      </a:solidFill>
                      <a:effectLst/>
                      <a:uLnTx/>
                      <a:uFillTx/>
                      <a:latin typeface="ABBvoice"/>
                      <a:ea typeface="ABBvoice"/>
                      <a:cs typeface="ABBvoice"/>
                    </a:rPr>
                  </a:br>
                  <a:r>
                    <a:rPr kumimoji="0" lang="en-US" sz="800" b="0" i="0" u="none" strike="noStrike" kern="1200" cap="none" spc="0" normalizeH="0" baseline="0" noProof="0" err="1">
                      <a:ln>
                        <a:noFill/>
                      </a:ln>
                      <a:solidFill>
                        <a:srgbClr val="000000"/>
                      </a:solidFill>
                      <a:effectLst/>
                      <a:uLnTx/>
                      <a:uFillTx/>
                      <a:latin typeface="ABBvoice"/>
                      <a:ea typeface="ABBvoice"/>
                      <a:cs typeface="ABBvoice"/>
                    </a:rPr>
                    <a:t>Turgi</a:t>
                  </a:r>
                  <a:r>
                    <a:rPr kumimoji="0" lang="en-US" sz="800" b="0" i="0" u="none" strike="noStrike" kern="1200" cap="none" spc="0" normalizeH="0" baseline="0" noProof="0">
                      <a:ln>
                        <a:noFill/>
                      </a:ln>
                      <a:solidFill>
                        <a:srgbClr val="000000"/>
                      </a:solidFill>
                      <a:effectLst/>
                      <a:uLnTx/>
                      <a:uFillTx/>
                      <a:latin typeface="ABBvoice"/>
                      <a:ea typeface="ABBvoice"/>
                      <a:cs typeface="ABBvoice"/>
                    </a:rPr>
                    <a:t>,</a:t>
                  </a:r>
                  <a:r>
                    <a:rPr kumimoji="0" lang="en-US" sz="800" b="1" i="0" u="none" strike="noStrike" kern="1200" cap="none" spc="0" normalizeH="0" baseline="0" noProof="0">
                      <a:ln>
                        <a:noFill/>
                      </a:ln>
                      <a:solidFill>
                        <a:srgbClr val="000000"/>
                      </a:solidFill>
                      <a:effectLst/>
                      <a:uLnTx/>
                      <a:uFillTx/>
                      <a:latin typeface="ABBvoice"/>
                      <a:ea typeface="ABBvoice"/>
                      <a:cs typeface="ABBvoice"/>
                    </a:rPr>
                    <a:t> </a:t>
                  </a:r>
                  <a:r>
                    <a:rPr kumimoji="0" lang="en-US" sz="800" b="0" i="0" u="none" strike="noStrike" kern="1200" cap="none" spc="0" normalizeH="0" baseline="0" noProof="0">
                      <a:ln>
                        <a:noFill/>
                      </a:ln>
                      <a:solidFill>
                        <a:srgbClr val="000000"/>
                      </a:solidFill>
                      <a:effectLst/>
                      <a:uLnTx/>
                      <a:uFillTx/>
                      <a:latin typeface="ABBvoice"/>
                      <a:ea typeface="ABBvoice"/>
                      <a:cs typeface="ABBvoice"/>
                    </a:rPr>
                    <a:t>Switzerland</a:t>
                  </a:r>
                </a:p>
              </p:txBody>
            </p:sp>
            <p:sp>
              <p:nvSpPr>
                <p:cNvPr id="908" name="Oval 907">
                  <a:extLst>
                    <a:ext uri="{FF2B5EF4-FFF2-40B4-BE49-F238E27FC236}">
                      <a16:creationId xmlns:a16="http://schemas.microsoft.com/office/drawing/2014/main" id="{963A0578-0D68-9E3D-DD33-CF67B918DA3E}"/>
                    </a:ext>
                  </a:extLst>
                </p:cNvPr>
                <p:cNvSpPr/>
                <p:nvPr/>
              </p:nvSpPr>
              <p:spPr bwMode="gray">
                <a:xfrm>
                  <a:off x="2396334" y="6029279"/>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09" name="Freeform: Shape 908">
                  <a:extLst>
                    <a:ext uri="{FF2B5EF4-FFF2-40B4-BE49-F238E27FC236}">
                      <a16:creationId xmlns:a16="http://schemas.microsoft.com/office/drawing/2014/main" id="{4ED09CC7-7BCC-1676-E503-BC5015508689}"/>
                    </a:ext>
                  </a:extLst>
                </p:cNvPr>
                <p:cNvSpPr/>
                <p:nvPr/>
              </p:nvSpPr>
              <p:spPr bwMode="gray">
                <a:xfrm>
                  <a:off x="1683152" y="5481279"/>
                  <a:ext cx="1191515" cy="642745"/>
                </a:xfrm>
                <a:custGeom>
                  <a:avLst/>
                  <a:gdLst>
                    <a:gd name="connsiteX0" fmla="*/ 0 w 1295400"/>
                    <a:gd name="connsiteY0" fmla="*/ 624840 h 624840"/>
                    <a:gd name="connsiteX1" fmla="*/ 1295400 w 1295400"/>
                    <a:gd name="connsiteY1" fmla="*/ 624840 h 624840"/>
                    <a:gd name="connsiteX2" fmla="*/ 1295400 w 1295400"/>
                    <a:gd name="connsiteY2" fmla="*/ 0 h 624840"/>
                  </a:gdLst>
                  <a:ahLst/>
                  <a:cxnLst>
                    <a:cxn ang="0">
                      <a:pos x="connsiteX0" y="connsiteY0"/>
                    </a:cxn>
                    <a:cxn ang="0">
                      <a:pos x="connsiteX1" y="connsiteY1"/>
                    </a:cxn>
                    <a:cxn ang="0">
                      <a:pos x="connsiteX2" y="connsiteY2"/>
                    </a:cxn>
                  </a:cxnLst>
                  <a:rect l="l" t="t" r="r" b="b"/>
                  <a:pathLst>
                    <a:path w="1295400" h="624840">
                      <a:moveTo>
                        <a:pt x="0" y="624840"/>
                      </a:moveTo>
                      <a:lnTo>
                        <a:pt x="1295400" y="624840"/>
                      </a:lnTo>
                      <a:lnTo>
                        <a:pt x="1295400" y="0"/>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10" name="Freeform: Shape 909">
                  <a:extLst>
                    <a:ext uri="{FF2B5EF4-FFF2-40B4-BE49-F238E27FC236}">
                      <a16:creationId xmlns:a16="http://schemas.microsoft.com/office/drawing/2014/main" id="{0749FDAE-DA9D-0B26-7A39-EE80ACD74014}"/>
                    </a:ext>
                  </a:extLst>
                </p:cNvPr>
                <p:cNvSpPr/>
                <p:nvPr/>
              </p:nvSpPr>
              <p:spPr bwMode="gray">
                <a:xfrm flipH="1">
                  <a:off x="605554" y="5479290"/>
                  <a:ext cx="1718381" cy="306000"/>
                </a:xfrm>
                <a:custGeom>
                  <a:avLst/>
                  <a:gdLst>
                    <a:gd name="connsiteX0" fmla="*/ 0 w 1295400"/>
                    <a:gd name="connsiteY0" fmla="*/ 624840 h 624840"/>
                    <a:gd name="connsiteX1" fmla="*/ 1295400 w 1295400"/>
                    <a:gd name="connsiteY1" fmla="*/ 624840 h 624840"/>
                    <a:gd name="connsiteX2" fmla="*/ 1295400 w 1295400"/>
                    <a:gd name="connsiteY2" fmla="*/ 0 h 624840"/>
                  </a:gdLst>
                  <a:ahLst/>
                  <a:cxnLst>
                    <a:cxn ang="0">
                      <a:pos x="connsiteX0" y="connsiteY0"/>
                    </a:cxn>
                    <a:cxn ang="0">
                      <a:pos x="connsiteX1" y="connsiteY1"/>
                    </a:cxn>
                    <a:cxn ang="0">
                      <a:pos x="connsiteX2" y="connsiteY2"/>
                    </a:cxn>
                  </a:cxnLst>
                  <a:rect l="l" t="t" r="r" b="b"/>
                  <a:pathLst>
                    <a:path w="1295400" h="624840">
                      <a:moveTo>
                        <a:pt x="0" y="624840"/>
                      </a:moveTo>
                      <a:lnTo>
                        <a:pt x="1295400" y="624840"/>
                      </a:lnTo>
                      <a:lnTo>
                        <a:pt x="1295400" y="0"/>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11" name="Freeform: Shape 910">
                  <a:extLst>
                    <a:ext uri="{FF2B5EF4-FFF2-40B4-BE49-F238E27FC236}">
                      <a16:creationId xmlns:a16="http://schemas.microsoft.com/office/drawing/2014/main" id="{2B0B34B2-F923-54EF-FA8B-A1A7B38AD749}"/>
                    </a:ext>
                  </a:extLst>
                </p:cNvPr>
                <p:cNvSpPr/>
                <p:nvPr/>
              </p:nvSpPr>
              <p:spPr bwMode="gray">
                <a:xfrm flipH="1" flipV="1">
                  <a:off x="610824" y="4206239"/>
                  <a:ext cx="1307710" cy="249450"/>
                </a:xfrm>
                <a:custGeom>
                  <a:avLst/>
                  <a:gdLst>
                    <a:gd name="connsiteX0" fmla="*/ 0 w 1295400"/>
                    <a:gd name="connsiteY0" fmla="*/ 624840 h 624840"/>
                    <a:gd name="connsiteX1" fmla="*/ 1295400 w 1295400"/>
                    <a:gd name="connsiteY1" fmla="*/ 624840 h 624840"/>
                    <a:gd name="connsiteX2" fmla="*/ 1295400 w 1295400"/>
                    <a:gd name="connsiteY2" fmla="*/ 0 h 624840"/>
                  </a:gdLst>
                  <a:ahLst/>
                  <a:cxnLst>
                    <a:cxn ang="0">
                      <a:pos x="connsiteX0" y="connsiteY0"/>
                    </a:cxn>
                    <a:cxn ang="0">
                      <a:pos x="connsiteX1" y="connsiteY1"/>
                    </a:cxn>
                    <a:cxn ang="0">
                      <a:pos x="connsiteX2" y="connsiteY2"/>
                    </a:cxn>
                  </a:cxnLst>
                  <a:rect l="l" t="t" r="r" b="b"/>
                  <a:pathLst>
                    <a:path w="1295400" h="624840">
                      <a:moveTo>
                        <a:pt x="0" y="624840"/>
                      </a:moveTo>
                      <a:lnTo>
                        <a:pt x="1295400" y="624840"/>
                      </a:lnTo>
                      <a:lnTo>
                        <a:pt x="1295400" y="0"/>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12" name="Freeform: Shape 911">
                  <a:extLst>
                    <a:ext uri="{FF2B5EF4-FFF2-40B4-BE49-F238E27FC236}">
                      <a16:creationId xmlns:a16="http://schemas.microsoft.com/office/drawing/2014/main" id="{77927C91-DA5C-6F34-93FC-8DEB8F90F6DF}"/>
                    </a:ext>
                  </a:extLst>
                </p:cNvPr>
                <p:cNvSpPr/>
                <p:nvPr/>
              </p:nvSpPr>
              <p:spPr bwMode="gray">
                <a:xfrm flipH="1" flipV="1">
                  <a:off x="2645375" y="4086940"/>
                  <a:ext cx="1226112" cy="288000"/>
                </a:xfrm>
                <a:custGeom>
                  <a:avLst/>
                  <a:gdLst>
                    <a:gd name="connsiteX0" fmla="*/ 0 w 1295400"/>
                    <a:gd name="connsiteY0" fmla="*/ 624840 h 624840"/>
                    <a:gd name="connsiteX1" fmla="*/ 1295400 w 1295400"/>
                    <a:gd name="connsiteY1" fmla="*/ 624840 h 624840"/>
                    <a:gd name="connsiteX2" fmla="*/ 1295400 w 1295400"/>
                    <a:gd name="connsiteY2" fmla="*/ 0 h 624840"/>
                  </a:gdLst>
                  <a:ahLst/>
                  <a:cxnLst>
                    <a:cxn ang="0">
                      <a:pos x="connsiteX0" y="connsiteY0"/>
                    </a:cxn>
                    <a:cxn ang="0">
                      <a:pos x="connsiteX1" y="connsiteY1"/>
                    </a:cxn>
                    <a:cxn ang="0">
                      <a:pos x="connsiteX2" y="connsiteY2"/>
                    </a:cxn>
                  </a:cxnLst>
                  <a:rect l="l" t="t" r="r" b="b"/>
                  <a:pathLst>
                    <a:path w="1295400" h="624840">
                      <a:moveTo>
                        <a:pt x="0" y="624840"/>
                      </a:moveTo>
                      <a:lnTo>
                        <a:pt x="1295400" y="624840"/>
                      </a:lnTo>
                      <a:lnTo>
                        <a:pt x="1295400" y="0"/>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13" name="Freeform: Shape 912">
                  <a:extLst>
                    <a:ext uri="{FF2B5EF4-FFF2-40B4-BE49-F238E27FC236}">
                      <a16:creationId xmlns:a16="http://schemas.microsoft.com/office/drawing/2014/main" id="{03B432D3-1986-AE5C-83E0-B271A196BE45}"/>
                    </a:ext>
                  </a:extLst>
                </p:cNvPr>
                <p:cNvSpPr/>
                <p:nvPr/>
              </p:nvSpPr>
              <p:spPr bwMode="gray">
                <a:xfrm rot="5400000" flipH="1" flipV="1">
                  <a:off x="3108857" y="3038526"/>
                  <a:ext cx="1521014" cy="198830"/>
                </a:xfrm>
                <a:custGeom>
                  <a:avLst/>
                  <a:gdLst>
                    <a:gd name="connsiteX0" fmla="*/ 0 w 1295400"/>
                    <a:gd name="connsiteY0" fmla="*/ 624840 h 624840"/>
                    <a:gd name="connsiteX1" fmla="*/ 1295400 w 1295400"/>
                    <a:gd name="connsiteY1" fmla="*/ 624840 h 624840"/>
                    <a:gd name="connsiteX2" fmla="*/ 1295400 w 1295400"/>
                    <a:gd name="connsiteY2" fmla="*/ 0 h 624840"/>
                  </a:gdLst>
                  <a:ahLst/>
                  <a:cxnLst>
                    <a:cxn ang="0">
                      <a:pos x="connsiteX0" y="connsiteY0"/>
                    </a:cxn>
                    <a:cxn ang="0">
                      <a:pos x="connsiteX1" y="connsiteY1"/>
                    </a:cxn>
                    <a:cxn ang="0">
                      <a:pos x="connsiteX2" y="connsiteY2"/>
                    </a:cxn>
                  </a:cxnLst>
                  <a:rect l="l" t="t" r="r" b="b"/>
                  <a:pathLst>
                    <a:path w="1295400" h="624840">
                      <a:moveTo>
                        <a:pt x="0" y="624840"/>
                      </a:moveTo>
                      <a:lnTo>
                        <a:pt x="1295400" y="624840"/>
                      </a:lnTo>
                      <a:lnTo>
                        <a:pt x="1295400" y="0"/>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14" name="Freeform: Shape 913">
                  <a:extLst>
                    <a:ext uri="{FF2B5EF4-FFF2-40B4-BE49-F238E27FC236}">
                      <a16:creationId xmlns:a16="http://schemas.microsoft.com/office/drawing/2014/main" id="{008E217B-DE2E-375D-75AB-9FBDB8923BE5}"/>
                    </a:ext>
                  </a:extLst>
                </p:cNvPr>
                <p:cNvSpPr/>
                <p:nvPr/>
              </p:nvSpPr>
              <p:spPr bwMode="gray">
                <a:xfrm rot="16200000" flipV="1">
                  <a:off x="3300857" y="3242842"/>
                  <a:ext cx="1629428" cy="198830"/>
                </a:xfrm>
                <a:custGeom>
                  <a:avLst/>
                  <a:gdLst>
                    <a:gd name="connsiteX0" fmla="*/ 0 w 1295400"/>
                    <a:gd name="connsiteY0" fmla="*/ 624840 h 624840"/>
                    <a:gd name="connsiteX1" fmla="*/ 1295400 w 1295400"/>
                    <a:gd name="connsiteY1" fmla="*/ 624840 h 624840"/>
                    <a:gd name="connsiteX2" fmla="*/ 1295400 w 1295400"/>
                    <a:gd name="connsiteY2" fmla="*/ 0 h 624840"/>
                  </a:gdLst>
                  <a:ahLst/>
                  <a:cxnLst>
                    <a:cxn ang="0">
                      <a:pos x="connsiteX0" y="connsiteY0"/>
                    </a:cxn>
                    <a:cxn ang="0">
                      <a:pos x="connsiteX1" y="connsiteY1"/>
                    </a:cxn>
                    <a:cxn ang="0">
                      <a:pos x="connsiteX2" y="connsiteY2"/>
                    </a:cxn>
                  </a:cxnLst>
                  <a:rect l="l" t="t" r="r" b="b"/>
                  <a:pathLst>
                    <a:path w="1295400" h="624840">
                      <a:moveTo>
                        <a:pt x="0" y="624840"/>
                      </a:moveTo>
                      <a:lnTo>
                        <a:pt x="1295400" y="624840"/>
                      </a:lnTo>
                      <a:lnTo>
                        <a:pt x="1295400" y="0"/>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15" name="Freeform: Shape 914">
                  <a:extLst>
                    <a:ext uri="{FF2B5EF4-FFF2-40B4-BE49-F238E27FC236}">
                      <a16:creationId xmlns:a16="http://schemas.microsoft.com/office/drawing/2014/main" id="{9ED71867-34C5-BF2B-47AF-88DE6A394E89}"/>
                    </a:ext>
                  </a:extLst>
                </p:cNvPr>
                <p:cNvSpPr/>
                <p:nvPr/>
              </p:nvSpPr>
              <p:spPr bwMode="gray">
                <a:xfrm flipH="1" flipV="1">
                  <a:off x="6068184" y="4013069"/>
                  <a:ext cx="1023471" cy="147097"/>
                </a:xfrm>
                <a:custGeom>
                  <a:avLst/>
                  <a:gdLst>
                    <a:gd name="connsiteX0" fmla="*/ 0 w 1295400"/>
                    <a:gd name="connsiteY0" fmla="*/ 624840 h 624840"/>
                    <a:gd name="connsiteX1" fmla="*/ 1295400 w 1295400"/>
                    <a:gd name="connsiteY1" fmla="*/ 624840 h 624840"/>
                    <a:gd name="connsiteX2" fmla="*/ 1295400 w 1295400"/>
                    <a:gd name="connsiteY2" fmla="*/ 0 h 624840"/>
                  </a:gdLst>
                  <a:ahLst/>
                  <a:cxnLst>
                    <a:cxn ang="0">
                      <a:pos x="connsiteX0" y="connsiteY0"/>
                    </a:cxn>
                    <a:cxn ang="0">
                      <a:pos x="connsiteX1" y="connsiteY1"/>
                    </a:cxn>
                    <a:cxn ang="0">
                      <a:pos x="connsiteX2" y="connsiteY2"/>
                    </a:cxn>
                  </a:cxnLst>
                  <a:rect l="l" t="t" r="r" b="b"/>
                  <a:pathLst>
                    <a:path w="1295400" h="624840">
                      <a:moveTo>
                        <a:pt x="0" y="624840"/>
                      </a:moveTo>
                      <a:lnTo>
                        <a:pt x="1295400" y="624840"/>
                      </a:lnTo>
                      <a:lnTo>
                        <a:pt x="1295400" y="0"/>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16" name="Freeform: Shape 915">
                  <a:extLst>
                    <a:ext uri="{FF2B5EF4-FFF2-40B4-BE49-F238E27FC236}">
                      <a16:creationId xmlns:a16="http://schemas.microsoft.com/office/drawing/2014/main" id="{22E5911A-0EE5-E180-F071-F89C00184BE1}"/>
                    </a:ext>
                  </a:extLst>
                </p:cNvPr>
                <p:cNvSpPr/>
                <p:nvPr/>
              </p:nvSpPr>
              <p:spPr bwMode="gray">
                <a:xfrm flipV="1">
                  <a:off x="6571310" y="4348361"/>
                  <a:ext cx="1023471" cy="288000"/>
                </a:xfrm>
                <a:custGeom>
                  <a:avLst/>
                  <a:gdLst>
                    <a:gd name="connsiteX0" fmla="*/ 0 w 1295400"/>
                    <a:gd name="connsiteY0" fmla="*/ 624840 h 624840"/>
                    <a:gd name="connsiteX1" fmla="*/ 1295400 w 1295400"/>
                    <a:gd name="connsiteY1" fmla="*/ 624840 h 624840"/>
                    <a:gd name="connsiteX2" fmla="*/ 1295400 w 1295400"/>
                    <a:gd name="connsiteY2" fmla="*/ 0 h 624840"/>
                  </a:gdLst>
                  <a:ahLst/>
                  <a:cxnLst>
                    <a:cxn ang="0">
                      <a:pos x="connsiteX0" y="connsiteY0"/>
                    </a:cxn>
                    <a:cxn ang="0">
                      <a:pos x="connsiteX1" y="connsiteY1"/>
                    </a:cxn>
                    <a:cxn ang="0">
                      <a:pos x="connsiteX2" y="connsiteY2"/>
                    </a:cxn>
                  </a:cxnLst>
                  <a:rect l="l" t="t" r="r" b="b"/>
                  <a:pathLst>
                    <a:path w="1295400" h="624840">
                      <a:moveTo>
                        <a:pt x="0" y="624840"/>
                      </a:moveTo>
                      <a:lnTo>
                        <a:pt x="1295400" y="624840"/>
                      </a:lnTo>
                      <a:lnTo>
                        <a:pt x="1295400" y="0"/>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17" name="Freeform: Shape 916">
                  <a:extLst>
                    <a:ext uri="{FF2B5EF4-FFF2-40B4-BE49-F238E27FC236}">
                      <a16:creationId xmlns:a16="http://schemas.microsoft.com/office/drawing/2014/main" id="{20D9D955-D230-73DE-9A7C-4C2721B45B3A}"/>
                    </a:ext>
                  </a:extLst>
                </p:cNvPr>
                <p:cNvSpPr/>
                <p:nvPr/>
              </p:nvSpPr>
              <p:spPr bwMode="gray">
                <a:xfrm flipV="1">
                  <a:off x="4913361" y="4580979"/>
                  <a:ext cx="146406" cy="450984"/>
                </a:xfrm>
                <a:custGeom>
                  <a:avLst/>
                  <a:gdLst>
                    <a:gd name="connsiteX0" fmla="*/ 0 w 1295400"/>
                    <a:gd name="connsiteY0" fmla="*/ 624840 h 624840"/>
                    <a:gd name="connsiteX1" fmla="*/ 1295400 w 1295400"/>
                    <a:gd name="connsiteY1" fmla="*/ 624840 h 624840"/>
                    <a:gd name="connsiteX2" fmla="*/ 1295400 w 1295400"/>
                    <a:gd name="connsiteY2" fmla="*/ 0 h 624840"/>
                  </a:gdLst>
                  <a:ahLst/>
                  <a:cxnLst>
                    <a:cxn ang="0">
                      <a:pos x="connsiteX0" y="connsiteY0"/>
                    </a:cxn>
                    <a:cxn ang="0">
                      <a:pos x="connsiteX1" y="connsiteY1"/>
                    </a:cxn>
                    <a:cxn ang="0">
                      <a:pos x="connsiteX2" y="connsiteY2"/>
                    </a:cxn>
                  </a:cxnLst>
                  <a:rect l="l" t="t" r="r" b="b"/>
                  <a:pathLst>
                    <a:path w="1295400" h="624840">
                      <a:moveTo>
                        <a:pt x="0" y="624840"/>
                      </a:moveTo>
                      <a:lnTo>
                        <a:pt x="1295400" y="624840"/>
                      </a:lnTo>
                      <a:lnTo>
                        <a:pt x="1295400" y="0"/>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18" name="Freeform: Shape 917">
                  <a:extLst>
                    <a:ext uri="{FF2B5EF4-FFF2-40B4-BE49-F238E27FC236}">
                      <a16:creationId xmlns:a16="http://schemas.microsoft.com/office/drawing/2014/main" id="{AAE2B85A-6E85-6CB7-DF3B-93CB93EB6F3C}"/>
                    </a:ext>
                  </a:extLst>
                </p:cNvPr>
                <p:cNvSpPr/>
                <p:nvPr/>
              </p:nvSpPr>
              <p:spPr bwMode="gray">
                <a:xfrm flipV="1">
                  <a:off x="5348259" y="4688800"/>
                  <a:ext cx="157563" cy="1179077"/>
                </a:xfrm>
                <a:custGeom>
                  <a:avLst/>
                  <a:gdLst>
                    <a:gd name="connsiteX0" fmla="*/ 0 w 1295400"/>
                    <a:gd name="connsiteY0" fmla="*/ 624840 h 624840"/>
                    <a:gd name="connsiteX1" fmla="*/ 1295400 w 1295400"/>
                    <a:gd name="connsiteY1" fmla="*/ 624840 h 624840"/>
                    <a:gd name="connsiteX2" fmla="*/ 1295400 w 1295400"/>
                    <a:gd name="connsiteY2" fmla="*/ 0 h 624840"/>
                  </a:gdLst>
                  <a:ahLst/>
                  <a:cxnLst>
                    <a:cxn ang="0">
                      <a:pos x="connsiteX0" y="connsiteY0"/>
                    </a:cxn>
                    <a:cxn ang="0">
                      <a:pos x="connsiteX1" y="connsiteY1"/>
                    </a:cxn>
                    <a:cxn ang="0">
                      <a:pos x="connsiteX2" y="connsiteY2"/>
                    </a:cxn>
                  </a:cxnLst>
                  <a:rect l="l" t="t" r="r" b="b"/>
                  <a:pathLst>
                    <a:path w="1295400" h="624840">
                      <a:moveTo>
                        <a:pt x="0" y="624840"/>
                      </a:moveTo>
                      <a:lnTo>
                        <a:pt x="1295400" y="624840"/>
                      </a:lnTo>
                      <a:lnTo>
                        <a:pt x="1295400" y="0"/>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19" name="Oval 918">
                  <a:extLst>
                    <a:ext uri="{FF2B5EF4-FFF2-40B4-BE49-F238E27FC236}">
                      <a16:creationId xmlns:a16="http://schemas.microsoft.com/office/drawing/2014/main" id="{4C2641F8-A293-A156-44A7-CDC9FCF04AC7}"/>
                    </a:ext>
                  </a:extLst>
                </p:cNvPr>
                <p:cNvSpPr/>
                <p:nvPr/>
              </p:nvSpPr>
              <p:spPr bwMode="gray">
                <a:xfrm>
                  <a:off x="3923505" y="3519852"/>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20" name="Oval 919">
                  <a:extLst>
                    <a:ext uri="{FF2B5EF4-FFF2-40B4-BE49-F238E27FC236}">
                      <a16:creationId xmlns:a16="http://schemas.microsoft.com/office/drawing/2014/main" id="{F4A2ECD3-3132-8467-BF33-0C95362310F4}"/>
                    </a:ext>
                  </a:extLst>
                </p:cNvPr>
                <p:cNvSpPr/>
                <p:nvPr/>
              </p:nvSpPr>
              <p:spPr bwMode="gray">
                <a:xfrm>
                  <a:off x="3987158" y="3649980"/>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21" name="Oval 920">
                  <a:extLst>
                    <a:ext uri="{FF2B5EF4-FFF2-40B4-BE49-F238E27FC236}">
                      <a16:creationId xmlns:a16="http://schemas.microsoft.com/office/drawing/2014/main" id="{21658037-5613-5038-6D0B-ECBF117C2F11}"/>
                    </a:ext>
                  </a:extLst>
                </p:cNvPr>
                <p:cNvSpPr/>
                <p:nvPr/>
              </p:nvSpPr>
              <p:spPr bwMode="gray">
                <a:xfrm>
                  <a:off x="4009447" y="3858412"/>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22" name="Oval 921">
                  <a:extLst>
                    <a:ext uri="{FF2B5EF4-FFF2-40B4-BE49-F238E27FC236}">
                      <a16:creationId xmlns:a16="http://schemas.microsoft.com/office/drawing/2014/main" id="{03AEB1DD-4C1E-00DA-CB22-561A6B4DD12F}"/>
                    </a:ext>
                  </a:extLst>
                </p:cNvPr>
                <p:cNvSpPr/>
                <p:nvPr/>
              </p:nvSpPr>
              <p:spPr bwMode="gray">
                <a:xfrm>
                  <a:off x="3989655" y="3782250"/>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23" name="Oval 922">
                  <a:extLst>
                    <a:ext uri="{FF2B5EF4-FFF2-40B4-BE49-F238E27FC236}">
                      <a16:creationId xmlns:a16="http://schemas.microsoft.com/office/drawing/2014/main" id="{497B6DD5-45A3-F6FF-F1E6-8AF830CDE30D}"/>
                    </a:ext>
                  </a:extLst>
                </p:cNvPr>
                <p:cNvSpPr/>
                <p:nvPr/>
              </p:nvSpPr>
              <p:spPr bwMode="gray">
                <a:xfrm>
                  <a:off x="3977033" y="3884335"/>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24" name="Oval 923">
                  <a:extLst>
                    <a:ext uri="{FF2B5EF4-FFF2-40B4-BE49-F238E27FC236}">
                      <a16:creationId xmlns:a16="http://schemas.microsoft.com/office/drawing/2014/main" id="{DECF5857-74E1-36A1-E591-53E12DD57DEA}"/>
                    </a:ext>
                  </a:extLst>
                </p:cNvPr>
                <p:cNvSpPr/>
                <p:nvPr/>
              </p:nvSpPr>
              <p:spPr bwMode="gray">
                <a:xfrm>
                  <a:off x="3999923" y="3903538"/>
                  <a:ext cx="57600" cy="57600"/>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25" name="Oval 924">
                  <a:extLst>
                    <a:ext uri="{FF2B5EF4-FFF2-40B4-BE49-F238E27FC236}">
                      <a16:creationId xmlns:a16="http://schemas.microsoft.com/office/drawing/2014/main" id="{96141AA4-9FB3-64D9-A8E7-6A2E8EF6DF14}"/>
                    </a:ext>
                  </a:extLst>
                </p:cNvPr>
                <p:cNvSpPr/>
                <p:nvPr/>
              </p:nvSpPr>
              <p:spPr bwMode="gray">
                <a:xfrm>
                  <a:off x="3974720" y="3950845"/>
                  <a:ext cx="108000" cy="108000"/>
                </a:xfrm>
                <a:prstGeom prst="ellipse">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26" name="Oval 925">
                  <a:extLst>
                    <a:ext uri="{FF2B5EF4-FFF2-40B4-BE49-F238E27FC236}">
                      <a16:creationId xmlns:a16="http://schemas.microsoft.com/office/drawing/2014/main" id="{FBEE54EF-608E-7C92-B147-E9592128DC80}"/>
                    </a:ext>
                  </a:extLst>
                </p:cNvPr>
                <p:cNvSpPr/>
                <p:nvPr/>
              </p:nvSpPr>
              <p:spPr bwMode="gray">
                <a:xfrm>
                  <a:off x="1741310" y="4210369"/>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27" name="Oval 926">
                  <a:extLst>
                    <a:ext uri="{FF2B5EF4-FFF2-40B4-BE49-F238E27FC236}">
                      <a16:creationId xmlns:a16="http://schemas.microsoft.com/office/drawing/2014/main" id="{E8DD068C-B2EB-7CA5-FDB0-B8E372213C17}"/>
                    </a:ext>
                  </a:extLst>
                </p:cNvPr>
                <p:cNvSpPr/>
                <p:nvPr/>
              </p:nvSpPr>
              <p:spPr bwMode="gray">
                <a:xfrm>
                  <a:off x="2874668" y="5511816"/>
                  <a:ext cx="56534" cy="5653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28" name="Oval 927">
                  <a:extLst>
                    <a:ext uri="{FF2B5EF4-FFF2-40B4-BE49-F238E27FC236}">
                      <a16:creationId xmlns:a16="http://schemas.microsoft.com/office/drawing/2014/main" id="{A104EC43-F78B-1825-8B8B-DFF1B3DACA23}"/>
                    </a:ext>
                  </a:extLst>
                </p:cNvPr>
                <p:cNvSpPr/>
                <p:nvPr/>
              </p:nvSpPr>
              <p:spPr bwMode="gray">
                <a:xfrm>
                  <a:off x="5476268" y="4651991"/>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29" name="Oval 928">
                  <a:extLst>
                    <a:ext uri="{FF2B5EF4-FFF2-40B4-BE49-F238E27FC236}">
                      <a16:creationId xmlns:a16="http://schemas.microsoft.com/office/drawing/2014/main" id="{A205149E-3F49-2F7E-D007-65DB5D23C70C}"/>
                    </a:ext>
                  </a:extLst>
                </p:cNvPr>
                <p:cNvSpPr/>
                <p:nvPr/>
              </p:nvSpPr>
              <p:spPr bwMode="gray">
                <a:xfrm>
                  <a:off x="5414148" y="4692963"/>
                  <a:ext cx="57600" cy="5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sp>
              <p:nvSpPr>
                <p:cNvPr id="930" name="Content Placeholder 3">
                  <a:extLst>
                    <a:ext uri="{FF2B5EF4-FFF2-40B4-BE49-F238E27FC236}">
                      <a16:creationId xmlns:a16="http://schemas.microsoft.com/office/drawing/2014/main" id="{E253FED5-3B86-3EF6-5BBF-6644C82A3F46}"/>
                    </a:ext>
                  </a:extLst>
                </p:cNvPr>
                <p:cNvSpPr txBox="1">
                  <a:spLocks/>
                </p:cNvSpPr>
                <p:nvPr/>
              </p:nvSpPr>
              <p:spPr bwMode="gray">
                <a:xfrm>
                  <a:off x="608747" y="2813027"/>
                  <a:ext cx="1027338" cy="200761"/>
                </a:xfrm>
                <a:prstGeom prst="rect">
                  <a:avLst/>
                </a:prstGeom>
              </p:spPr>
              <p:txBody>
                <a:bodyPr lIns="0" tIns="0" rIns="0" bIns="0">
                  <a:noAutofit/>
                </a:bodyPr>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GB" sz="800" b="1" i="0" u="none" strike="noStrike" kern="1200" cap="none" spc="0" normalizeH="0" baseline="0" noProof="0">
                      <a:ln>
                        <a:noFill/>
                      </a:ln>
                      <a:solidFill>
                        <a:srgbClr val="000000"/>
                      </a:solidFill>
                      <a:effectLst/>
                      <a:uLnTx/>
                      <a:uFillTx/>
                      <a:latin typeface="ABBvoice"/>
                      <a:ea typeface="ABBvoice"/>
                      <a:cs typeface="ABBvoice"/>
                    </a:rPr>
                    <a:t>Domestic TEC, </a:t>
                  </a:r>
                  <a:r>
                    <a:rPr kumimoji="0" lang="en-US" sz="800" b="1" i="0" u="none" strike="noStrike" kern="1200" cap="none" spc="0" normalizeH="0" baseline="0" noProof="0">
                      <a:ln>
                        <a:noFill/>
                      </a:ln>
                      <a:solidFill>
                        <a:srgbClr val="000000"/>
                      </a:solidFill>
                      <a:effectLst/>
                      <a:uLnTx/>
                      <a:uFillTx/>
                      <a:latin typeface="ABBvoice"/>
                      <a:ea typeface="ABBvoice"/>
                      <a:cs typeface="ABBvoice"/>
                    </a:rPr>
                    <a:t>Canada</a:t>
                  </a:r>
                  <a:endParaRPr kumimoji="0" lang="en-US" sz="800" b="0" i="0" u="none" strike="noStrike" kern="1200" cap="none" spc="0" normalizeH="0" baseline="0" noProof="0">
                    <a:ln>
                      <a:noFill/>
                    </a:ln>
                    <a:solidFill>
                      <a:srgbClr val="000000"/>
                    </a:solidFill>
                    <a:effectLst/>
                    <a:uLnTx/>
                    <a:uFillTx/>
                    <a:latin typeface="ABBvoice"/>
                    <a:ea typeface="ABBvoice"/>
                    <a:cs typeface="ABBvoice"/>
                  </a:endParaRPr>
                </a:p>
              </p:txBody>
            </p:sp>
          </p:grpSp>
        </p:grpSp>
        <p:sp>
          <p:nvSpPr>
            <p:cNvPr id="1311" name="Freeform: Shape 1310">
              <a:extLst>
                <a:ext uri="{FF2B5EF4-FFF2-40B4-BE49-F238E27FC236}">
                  <a16:creationId xmlns:a16="http://schemas.microsoft.com/office/drawing/2014/main" id="{84AF83EC-2557-5982-093E-F4D57817C3F7}"/>
                </a:ext>
              </a:extLst>
            </p:cNvPr>
            <p:cNvSpPr/>
            <p:nvPr/>
          </p:nvSpPr>
          <p:spPr bwMode="gray">
            <a:xfrm>
              <a:off x="5870590" y="1068404"/>
              <a:ext cx="942454" cy="837022"/>
            </a:xfrm>
            <a:custGeom>
              <a:avLst/>
              <a:gdLst>
                <a:gd name="connsiteX0" fmla="*/ 577516 w 577516"/>
                <a:gd name="connsiteY0" fmla="*/ 279133 h 279133"/>
                <a:gd name="connsiteX1" fmla="*/ 577516 w 577516"/>
                <a:gd name="connsiteY1" fmla="*/ 0 h 279133"/>
                <a:gd name="connsiteX2" fmla="*/ 0 w 577516"/>
                <a:gd name="connsiteY2" fmla="*/ 0 h 279133"/>
              </a:gdLst>
              <a:ahLst/>
              <a:cxnLst>
                <a:cxn ang="0">
                  <a:pos x="connsiteX0" y="connsiteY0"/>
                </a:cxn>
                <a:cxn ang="0">
                  <a:pos x="connsiteX1" y="connsiteY1"/>
                </a:cxn>
                <a:cxn ang="0">
                  <a:pos x="connsiteX2" y="connsiteY2"/>
                </a:cxn>
              </a:cxnLst>
              <a:rect l="l" t="t" r="r" b="b"/>
              <a:pathLst>
                <a:path w="577516" h="279133">
                  <a:moveTo>
                    <a:pt x="577516" y="279133"/>
                  </a:moveTo>
                  <a:lnTo>
                    <a:pt x="577516" y="0"/>
                  </a:lnTo>
                  <a:lnTo>
                    <a:pt x="0" y="0"/>
                  </a:lnTo>
                </a:path>
              </a:pathLst>
            </a:cu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latin typeface="ABBvoice"/>
                <a:ea typeface="ABBvoice"/>
                <a:cs typeface="ABBvoice"/>
              </a:endParaRPr>
            </a:p>
          </p:txBody>
        </p:sp>
        <p:sp>
          <p:nvSpPr>
            <p:cNvPr id="1312" name="Oval 1311">
              <a:extLst>
                <a:ext uri="{FF2B5EF4-FFF2-40B4-BE49-F238E27FC236}">
                  <a16:creationId xmlns:a16="http://schemas.microsoft.com/office/drawing/2014/main" id="{2D1A5DB2-07E2-7E2A-B442-0B931283D972}"/>
                </a:ext>
              </a:extLst>
            </p:cNvPr>
            <p:cNvSpPr/>
            <p:nvPr/>
          </p:nvSpPr>
          <p:spPr bwMode="gray">
            <a:xfrm>
              <a:off x="6764897" y="1878241"/>
              <a:ext cx="85564" cy="85564"/>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ABBvoice"/>
                <a:ea typeface="ABBvoice"/>
                <a:cs typeface="ABBvoice"/>
              </a:endParaRPr>
            </a:p>
          </p:txBody>
        </p:sp>
      </p:grpSp>
      <p:grpSp>
        <p:nvGrpSpPr>
          <p:cNvPr id="8" name="Group 7">
            <a:extLst>
              <a:ext uri="{FF2B5EF4-FFF2-40B4-BE49-F238E27FC236}">
                <a16:creationId xmlns:a16="http://schemas.microsoft.com/office/drawing/2014/main" id="{DE39F7A6-1DF3-1E50-FB7F-898F86C2B7D5}"/>
              </a:ext>
            </a:extLst>
          </p:cNvPr>
          <p:cNvGrpSpPr/>
          <p:nvPr/>
        </p:nvGrpSpPr>
        <p:grpSpPr>
          <a:xfrm>
            <a:off x="5908193" y="5245179"/>
            <a:ext cx="1623690" cy="1334080"/>
            <a:chOff x="6009793" y="5346779"/>
            <a:chExt cx="1623690" cy="1334080"/>
          </a:xfrm>
        </p:grpSpPr>
        <p:pic>
          <p:nvPicPr>
            <p:cNvPr id="687" name="Graphic 686">
              <a:extLst>
                <a:ext uri="{FF2B5EF4-FFF2-40B4-BE49-F238E27FC236}">
                  <a16:creationId xmlns:a16="http://schemas.microsoft.com/office/drawing/2014/main" id="{12391251-A8DF-86A8-C153-B1298F12AEAC}"/>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6593038" y="5346779"/>
              <a:ext cx="457200" cy="457200"/>
            </a:xfrm>
            <a:prstGeom prst="rect">
              <a:avLst/>
            </a:prstGeom>
          </p:spPr>
        </p:pic>
        <p:sp>
          <p:nvSpPr>
            <p:cNvPr id="685" name="Text Placeholder 3">
              <a:extLst>
                <a:ext uri="{FF2B5EF4-FFF2-40B4-BE49-F238E27FC236}">
                  <a16:creationId xmlns:a16="http://schemas.microsoft.com/office/drawing/2014/main" id="{4E968B10-A11F-0B49-4E7A-E00262F9D21D}"/>
                </a:ext>
              </a:extLst>
            </p:cNvPr>
            <p:cNvSpPr txBox="1">
              <a:spLocks/>
            </p:cNvSpPr>
            <p:nvPr/>
          </p:nvSpPr>
          <p:spPr>
            <a:xfrm>
              <a:off x="6009793" y="6212859"/>
              <a:ext cx="1623690" cy="468000"/>
            </a:xfrm>
            <a:prstGeom prst="rect">
              <a:avLst/>
            </a:prstGeom>
          </p:spPr>
          <p:txBody>
            <a:bodyPr lIns="0" tIns="0" rIns="0" bIns="0" anchor="t"/>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9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chemeClr val="bg1"/>
                  </a:solidFill>
                  <a:effectLst/>
                  <a:uLnTx/>
                  <a:uFillTx/>
                  <a:latin typeface="ABBvoice"/>
                  <a:ea typeface="ABBvoice"/>
                  <a:cs typeface="ABBvoice"/>
                </a:rPr>
                <a:t>Regional and </a:t>
              </a:r>
              <a:br>
                <a:rPr kumimoji="0" lang="en-US" sz="1100" b="0" i="0" u="none" strike="noStrike" kern="1200" cap="none" spc="0" normalizeH="0" baseline="0" noProof="0">
                  <a:ln>
                    <a:noFill/>
                  </a:ln>
                  <a:solidFill>
                    <a:schemeClr val="bg1"/>
                  </a:solidFill>
                  <a:effectLst/>
                  <a:uLnTx/>
                  <a:uFillTx/>
                  <a:latin typeface="ABBvoice"/>
                  <a:ea typeface="ABBvoice"/>
                  <a:cs typeface="ABBvoice"/>
                </a:rPr>
              </a:br>
              <a:r>
                <a:rPr kumimoji="0" lang="en-US" sz="1100" b="0" i="0" u="none" strike="noStrike" kern="1200" cap="none" spc="0" normalizeH="0" baseline="0" noProof="0">
                  <a:ln>
                    <a:noFill/>
                  </a:ln>
                  <a:solidFill>
                    <a:schemeClr val="bg1"/>
                  </a:solidFill>
                  <a:effectLst/>
                  <a:uLnTx/>
                  <a:uFillTx/>
                  <a:latin typeface="ABBvoice"/>
                  <a:ea typeface="ABBvoice"/>
                  <a:cs typeface="ABBvoice"/>
                </a:rPr>
                <a:t>Global Tendering </a:t>
              </a:r>
              <a:br>
                <a:rPr kumimoji="0" lang="en-US" sz="1100" b="0" i="0" u="none" strike="noStrike" kern="1200" cap="none" spc="0" normalizeH="0" baseline="0" noProof="0">
                  <a:ln>
                    <a:noFill/>
                  </a:ln>
                  <a:solidFill>
                    <a:schemeClr val="bg1"/>
                  </a:solidFill>
                  <a:effectLst/>
                  <a:uLnTx/>
                  <a:uFillTx/>
                  <a:latin typeface="ABBvoice"/>
                  <a:ea typeface="ABBvoice"/>
                  <a:cs typeface="ABBvoice"/>
                </a:rPr>
              </a:br>
              <a:r>
                <a:rPr kumimoji="0" lang="en-US" sz="1100" b="0" i="0" u="none" strike="noStrike" kern="1200" cap="none" spc="0" normalizeH="0" baseline="0" noProof="0">
                  <a:ln>
                    <a:noFill/>
                  </a:ln>
                  <a:solidFill>
                    <a:schemeClr val="bg1"/>
                  </a:solidFill>
                  <a:effectLst/>
                  <a:uLnTx/>
                  <a:uFillTx/>
                  <a:latin typeface="ABBvoice"/>
                  <a:ea typeface="ABBvoice"/>
                  <a:cs typeface="ABBvoice"/>
                </a:rPr>
                <a:t>and Execution Centers</a:t>
              </a:r>
              <a:endParaRPr kumimoji="0" lang="en-US" sz="1200" b="0" i="0" u="none" strike="noStrike" kern="1200" cap="none" spc="0" normalizeH="0" baseline="0" noProof="0">
                <a:ln>
                  <a:noFill/>
                </a:ln>
                <a:solidFill>
                  <a:schemeClr val="bg1"/>
                </a:solidFill>
                <a:effectLst/>
                <a:uLnTx/>
                <a:uFillTx/>
                <a:latin typeface="ABBvoice"/>
                <a:ea typeface="ABBvoice"/>
                <a:cs typeface="ABBvoice"/>
              </a:endParaRPr>
            </a:p>
          </p:txBody>
        </p:sp>
        <p:sp>
          <p:nvSpPr>
            <p:cNvPr id="4" name="Text Placeholder 3">
              <a:extLst>
                <a:ext uri="{FF2B5EF4-FFF2-40B4-BE49-F238E27FC236}">
                  <a16:creationId xmlns:a16="http://schemas.microsoft.com/office/drawing/2014/main" id="{5C4DD7A4-64F7-D364-D5CC-E21D10BA8B57}"/>
                </a:ext>
              </a:extLst>
            </p:cNvPr>
            <p:cNvSpPr txBox="1">
              <a:spLocks/>
            </p:cNvSpPr>
            <p:nvPr/>
          </p:nvSpPr>
          <p:spPr>
            <a:xfrm>
              <a:off x="6562912" y="5870049"/>
              <a:ext cx="517452" cy="337752"/>
            </a:xfrm>
            <a:prstGeom prst="rect">
              <a:avLst/>
            </a:prstGeom>
          </p:spPr>
          <p:txBody>
            <a:bodyPr lIns="0" tIns="0" rIns="0" bIns="0" anchor="t"/>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2000" b="1" i="0" u="none" strike="noStrike" kern="1200" cap="none" spc="0" normalizeH="0" baseline="0" noProof="0">
                  <a:ln>
                    <a:noFill/>
                  </a:ln>
                  <a:solidFill>
                    <a:schemeClr val="bg1"/>
                  </a:solidFill>
                  <a:effectLst/>
                  <a:uLnTx/>
                  <a:uFillTx/>
                  <a:latin typeface="ABBvoice"/>
                  <a:ea typeface="ABBvoice"/>
                  <a:cs typeface="ABBvoice"/>
                </a:rPr>
                <a:t>5</a:t>
              </a:r>
            </a:p>
          </p:txBody>
        </p:sp>
      </p:grpSp>
      <p:grpSp>
        <p:nvGrpSpPr>
          <p:cNvPr id="7" name="Group 6">
            <a:extLst>
              <a:ext uri="{FF2B5EF4-FFF2-40B4-BE49-F238E27FC236}">
                <a16:creationId xmlns:a16="http://schemas.microsoft.com/office/drawing/2014/main" id="{C8637939-D421-BDA5-E2AC-340933EA9F9B}"/>
              </a:ext>
            </a:extLst>
          </p:cNvPr>
          <p:cNvGrpSpPr/>
          <p:nvPr/>
        </p:nvGrpSpPr>
        <p:grpSpPr>
          <a:xfrm>
            <a:off x="4106670" y="5245179"/>
            <a:ext cx="1741196" cy="1334080"/>
            <a:chOff x="4106670" y="5346779"/>
            <a:chExt cx="1741196" cy="1334080"/>
          </a:xfrm>
        </p:grpSpPr>
        <p:pic>
          <p:nvPicPr>
            <p:cNvPr id="682" name="Graphic 681">
              <a:extLst>
                <a:ext uri="{FF2B5EF4-FFF2-40B4-BE49-F238E27FC236}">
                  <a16:creationId xmlns:a16="http://schemas.microsoft.com/office/drawing/2014/main" id="{91CA9058-0F44-E261-B914-718EE2C977C4}"/>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4748668" y="5346779"/>
              <a:ext cx="457200" cy="457200"/>
            </a:xfrm>
            <a:prstGeom prst="rect">
              <a:avLst/>
            </a:prstGeom>
          </p:spPr>
        </p:pic>
        <p:sp>
          <p:nvSpPr>
            <p:cNvPr id="680" name="Text Placeholder 3">
              <a:extLst>
                <a:ext uri="{FF2B5EF4-FFF2-40B4-BE49-F238E27FC236}">
                  <a16:creationId xmlns:a16="http://schemas.microsoft.com/office/drawing/2014/main" id="{74FCB35A-98CA-B817-0395-8FEA50F420BE}"/>
                </a:ext>
              </a:extLst>
            </p:cNvPr>
            <p:cNvSpPr txBox="1">
              <a:spLocks/>
            </p:cNvSpPr>
            <p:nvPr/>
          </p:nvSpPr>
          <p:spPr>
            <a:xfrm>
              <a:off x="4106670" y="6212859"/>
              <a:ext cx="1741196" cy="468000"/>
            </a:xfrm>
            <a:prstGeom prst="rect">
              <a:avLst/>
            </a:prstGeom>
          </p:spPr>
          <p:txBody>
            <a:bodyPr lIns="0" tIns="0" rIns="0" bIns="0" anchor="t"/>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9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chemeClr val="bg1"/>
                  </a:solidFill>
                  <a:effectLst/>
                  <a:uLnTx/>
                  <a:uFillTx/>
                  <a:latin typeface="ABBvoice"/>
                  <a:ea typeface="ABBvoice"/>
                  <a:cs typeface="ABBvoice"/>
                </a:rPr>
                <a:t>Domestic Tendering </a:t>
              </a:r>
              <a:br>
                <a:rPr kumimoji="0" lang="en-US" sz="1100" b="0" i="0" u="none" strike="noStrike" kern="1200" cap="none" spc="0" normalizeH="0" baseline="0" noProof="0">
                  <a:ln>
                    <a:noFill/>
                  </a:ln>
                  <a:solidFill>
                    <a:schemeClr val="bg1"/>
                  </a:solidFill>
                  <a:effectLst/>
                  <a:uLnTx/>
                  <a:uFillTx/>
                  <a:latin typeface="ABBvoice"/>
                  <a:ea typeface="ABBvoice"/>
                  <a:cs typeface="ABBvoice"/>
                </a:rPr>
              </a:br>
              <a:r>
                <a:rPr kumimoji="0" lang="en-US" sz="1100" b="0" i="0" u="none" strike="noStrike" kern="1200" cap="none" spc="0" normalizeH="0" baseline="0" noProof="0">
                  <a:ln>
                    <a:noFill/>
                  </a:ln>
                  <a:solidFill>
                    <a:schemeClr val="bg1"/>
                  </a:solidFill>
                  <a:effectLst/>
                  <a:uLnTx/>
                  <a:uFillTx/>
                  <a:latin typeface="ABBvoice"/>
                  <a:ea typeface="ABBvoice"/>
                  <a:cs typeface="ABBvoice"/>
                </a:rPr>
                <a:t>and Execution </a:t>
              </a:r>
              <a:br>
                <a:rPr kumimoji="0" lang="en-US" sz="1100" b="0" i="0" u="none" strike="noStrike" kern="1200" cap="none" spc="0" normalizeH="0" baseline="0" noProof="0">
                  <a:ln>
                    <a:noFill/>
                  </a:ln>
                  <a:solidFill>
                    <a:schemeClr val="bg1"/>
                  </a:solidFill>
                  <a:effectLst/>
                  <a:uLnTx/>
                  <a:uFillTx/>
                  <a:latin typeface="ABBvoice"/>
                  <a:ea typeface="ABBvoice"/>
                  <a:cs typeface="ABBvoice"/>
                </a:rPr>
              </a:br>
              <a:r>
                <a:rPr kumimoji="0" lang="en-US" sz="1100" b="0" i="0" u="none" strike="noStrike" kern="1200" cap="none" spc="0" normalizeH="0" baseline="0" noProof="0">
                  <a:ln>
                    <a:noFill/>
                  </a:ln>
                  <a:solidFill>
                    <a:schemeClr val="bg1"/>
                  </a:solidFill>
                  <a:effectLst/>
                  <a:uLnTx/>
                  <a:uFillTx/>
                  <a:latin typeface="ABBvoice"/>
                  <a:ea typeface="ABBvoice"/>
                  <a:cs typeface="ABBvoice"/>
                </a:rPr>
                <a:t>Centers (TECs)</a:t>
              </a:r>
              <a:endParaRPr kumimoji="0" lang="en-US" sz="1200" b="0" i="0" u="none" strike="noStrike" kern="1200" cap="none" spc="0" normalizeH="0" baseline="0" noProof="0">
                <a:ln>
                  <a:noFill/>
                </a:ln>
                <a:solidFill>
                  <a:schemeClr val="bg1"/>
                </a:solidFill>
                <a:effectLst/>
                <a:uLnTx/>
                <a:uFillTx/>
                <a:latin typeface="ABBvoice"/>
                <a:ea typeface="ABBvoice"/>
                <a:cs typeface="ABBvoice"/>
              </a:endParaRPr>
            </a:p>
          </p:txBody>
        </p:sp>
        <p:sp>
          <p:nvSpPr>
            <p:cNvPr id="6" name="Text Placeholder 3">
              <a:extLst>
                <a:ext uri="{FF2B5EF4-FFF2-40B4-BE49-F238E27FC236}">
                  <a16:creationId xmlns:a16="http://schemas.microsoft.com/office/drawing/2014/main" id="{988E55FF-0896-2C60-E7BB-DA745604188D}"/>
                </a:ext>
              </a:extLst>
            </p:cNvPr>
            <p:cNvSpPr txBox="1">
              <a:spLocks/>
            </p:cNvSpPr>
            <p:nvPr/>
          </p:nvSpPr>
          <p:spPr>
            <a:xfrm>
              <a:off x="4718542" y="5870049"/>
              <a:ext cx="517452" cy="337752"/>
            </a:xfrm>
            <a:prstGeom prst="rect">
              <a:avLst/>
            </a:prstGeom>
          </p:spPr>
          <p:txBody>
            <a:bodyPr lIns="0" tIns="0" rIns="0" bIns="0" anchor="t"/>
            <a:lstStyle>
              <a:lvl1pPr marL="0" indent="0" algn="l" defTabSz="914491" rtl="0" eaLnBrk="1" latinLnBrk="0" hangingPunct="1">
                <a:spcBef>
                  <a:spcPts val="600"/>
                </a:spcBef>
                <a:buFont typeface="Arial" panose="020B0604020202020204" pitchFamily="34" charset="0"/>
                <a:buNone/>
                <a:defRPr sz="1400" kern="1200">
                  <a:solidFill>
                    <a:schemeClr val="tx1"/>
                  </a:solidFill>
                  <a:latin typeface="+mn-lt"/>
                  <a:ea typeface="+mn-ea"/>
                  <a:cs typeface="+mn-cs"/>
                </a:defRPr>
              </a:lvl1pPr>
              <a:lvl2pPr marL="180018" indent="-180018" algn="l" defTabSz="914491" rtl="0" eaLnBrk="1" latinLnBrk="0" hangingPunct="1">
                <a:spcBef>
                  <a:spcPts val="600"/>
                </a:spcBef>
                <a:buFont typeface="ABBvoiceOff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9pPr>
            </a:lstStyle>
            <a:p>
              <a:pPr marL="0" marR="0" lvl="0" indent="0" algn="ctr"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2000" b="1" i="0" u="none" strike="noStrike" kern="1200" cap="none" spc="0" normalizeH="0" baseline="0" noProof="0">
                  <a:ln>
                    <a:noFill/>
                  </a:ln>
                  <a:solidFill>
                    <a:schemeClr val="bg1"/>
                  </a:solidFill>
                  <a:effectLst/>
                  <a:uLnTx/>
                  <a:uFillTx/>
                  <a:latin typeface="ABBvoice"/>
                  <a:ea typeface="ABBvoice"/>
                  <a:cs typeface="ABBvoice"/>
                </a:rPr>
                <a:t>9</a:t>
              </a:r>
            </a:p>
          </p:txBody>
        </p:sp>
      </p:grpSp>
    </p:spTree>
    <p:extLst>
      <p:ext uri="{BB962C8B-B14F-4D97-AF65-F5344CB8AC3E}">
        <p14:creationId xmlns:p14="http://schemas.microsoft.com/office/powerpoint/2010/main" val="1762967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A12103F6-2D62-03EE-CF89-EFD92815B00D}"/>
              </a:ext>
            </a:extLst>
          </p:cNvPr>
          <p:cNvGraphicFramePr>
            <a:graphicFrameLocks noGrp="1"/>
          </p:cNvGraphicFramePr>
          <p:nvPr>
            <p:extLst>
              <p:ext uri="{D42A27DB-BD31-4B8C-83A1-F6EECF244321}">
                <p14:modId xmlns:p14="http://schemas.microsoft.com/office/powerpoint/2010/main" val="3200847749"/>
              </p:ext>
            </p:extLst>
          </p:nvPr>
        </p:nvGraphicFramePr>
        <p:xfrm>
          <a:off x="331790" y="2163415"/>
          <a:ext cx="11593507" cy="4221480"/>
        </p:xfrm>
        <a:graphic>
          <a:graphicData uri="http://schemas.openxmlformats.org/drawingml/2006/table">
            <a:tbl>
              <a:tblPr bandRow="1">
                <a:tableStyleId>{773F8A54-F971-430D-9108-034FE38666EA}</a:tableStyleId>
              </a:tblPr>
              <a:tblGrid>
                <a:gridCol w="1545388">
                  <a:extLst>
                    <a:ext uri="{9D8B030D-6E8A-4147-A177-3AD203B41FA5}">
                      <a16:colId xmlns:a16="http://schemas.microsoft.com/office/drawing/2014/main" val="1665661333"/>
                    </a:ext>
                  </a:extLst>
                </a:gridCol>
                <a:gridCol w="2330755">
                  <a:extLst>
                    <a:ext uri="{9D8B030D-6E8A-4147-A177-3AD203B41FA5}">
                      <a16:colId xmlns:a16="http://schemas.microsoft.com/office/drawing/2014/main" val="1191415893"/>
                    </a:ext>
                  </a:extLst>
                </a:gridCol>
                <a:gridCol w="2288633">
                  <a:extLst>
                    <a:ext uri="{9D8B030D-6E8A-4147-A177-3AD203B41FA5}">
                      <a16:colId xmlns:a16="http://schemas.microsoft.com/office/drawing/2014/main" val="1140770520"/>
                    </a:ext>
                  </a:extLst>
                </a:gridCol>
                <a:gridCol w="2288633">
                  <a:extLst>
                    <a:ext uri="{9D8B030D-6E8A-4147-A177-3AD203B41FA5}">
                      <a16:colId xmlns:a16="http://schemas.microsoft.com/office/drawing/2014/main" val="2998756988"/>
                    </a:ext>
                  </a:extLst>
                </a:gridCol>
                <a:gridCol w="3140098">
                  <a:extLst>
                    <a:ext uri="{9D8B030D-6E8A-4147-A177-3AD203B41FA5}">
                      <a16:colId xmlns:a16="http://schemas.microsoft.com/office/drawing/2014/main" val="3317791288"/>
                    </a:ext>
                  </a:extLst>
                </a:gridCol>
              </a:tblGrid>
              <a:tr h="442432">
                <a:tc>
                  <a:txBody>
                    <a:bodyPr/>
                    <a:lstStyle/>
                    <a:p>
                      <a:pPr lvl="0" algn="l">
                        <a:spcBef>
                          <a:spcPts val="300"/>
                        </a:spcBef>
                        <a:buNone/>
                      </a:pPr>
                      <a:r>
                        <a:rPr lang="en-US" sz="1200" b="1" noProof="0"/>
                        <a:t>Complexity</a:t>
                      </a:r>
                      <a:endParaRPr lang="en-US" sz="1200" i="0"/>
                    </a:p>
                  </a:txBody>
                  <a:tcPr marL="137160" marR="137160" marT="137160" marB="137160"/>
                </a:tc>
                <a:tc>
                  <a:txBody>
                    <a:bodyPr/>
                    <a:lstStyle/>
                    <a:p>
                      <a:pPr marL="0" lvl="0" indent="0" algn="l">
                        <a:spcBef>
                          <a:spcPts val="300"/>
                        </a:spcBef>
                        <a:buFont typeface="Arial" panose="020B0604020202020204" pitchFamily="34" charset="0"/>
                        <a:buNone/>
                      </a:pPr>
                      <a:endParaRPr lang="en-US" sz="1100" i="0"/>
                    </a:p>
                  </a:txBody>
                  <a:tcPr marL="137160" marR="137160" marT="137160" marB="137160"/>
                </a:tc>
                <a:tc gridSpan="2">
                  <a:txBody>
                    <a:bodyPr/>
                    <a:lstStyle/>
                    <a:p>
                      <a:pPr marL="0" lvl="0" indent="0" algn="ctr">
                        <a:spcBef>
                          <a:spcPts val="300"/>
                        </a:spcBef>
                        <a:buFont typeface="Arial" panose="020B0604020202020204" pitchFamily="34" charset="0"/>
                        <a:buNone/>
                      </a:pPr>
                      <a:endParaRPr lang="en-US" sz="1100" i="0"/>
                    </a:p>
                  </a:txBody>
                  <a:tcPr marL="137160" marR="137160" marT="137160" marB="137160"/>
                </a:tc>
                <a:tc hMerge="1">
                  <a:txBody>
                    <a:bodyPr/>
                    <a:lstStyle/>
                    <a:p>
                      <a:pPr marL="0" lvl="0" indent="0" algn="l">
                        <a:buFont typeface="Arial" panose="020B0604020202020204" pitchFamily="34" charset="0"/>
                        <a:buNone/>
                      </a:pPr>
                      <a:endParaRPr lang="en-US" sz="1200" noProof="0">
                        <a:solidFill>
                          <a:schemeClr val="tx1"/>
                        </a:solidFill>
                      </a:endParaRPr>
                    </a:p>
                  </a:txBody>
                  <a:tcPr marL="72000" marR="72000" marT="72000" marB="72000"/>
                </a:tc>
                <a:tc>
                  <a:txBody>
                    <a:bodyPr/>
                    <a:lstStyle/>
                    <a:p>
                      <a:pPr lvl="0" algn="l">
                        <a:spcBef>
                          <a:spcPts val="300"/>
                        </a:spcBef>
                        <a:buNone/>
                      </a:pPr>
                      <a:endParaRPr lang="en-US" sz="1100" i="0"/>
                    </a:p>
                  </a:txBody>
                  <a:tcPr marL="137160" marR="137160" marT="137160" marB="137160"/>
                </a:tc>
                <a:extLst>
                  <a:ext uri="{0D108BD9-81ED-4DB2-BD59-A6C34878D82A}">
                    <a16:rowId xmlns:a16="http://schemas.microsoft.com/office/drawing/2014/main" val="400006014"/>
                  </a:ext>
                </a:extLst>
              </a:tr>
              <a:tr h="766881">
                <a:tc rowSpan="2">
                  <a:txBody>
                    <a:bodyPr/>
                    <a:lstStyle/>
                    <a:p>
                      <a:pPr algn="l">
                        <a:spcBef>
                          <a:spcPts val="300"/>
                        </a:spcBef>
                      </a:pPr>
                      <a:r>
                        <a:rPr lang="en-US" sz="1200" b="1" noProof="0"/>
                        <a:t>Scope of supply </a:t>
                      </a:r>
                      <a:br>
                        <a:rPr lang="en-US" sz="1200" b="1" noProof="0"/>
                      </a:br>
                      <a:r>
                        <a:rPr lang="en-US" sz="1200" b="1" noProof="0"/>
                        <a:t>to customers</a:t>
                      </a:r>
                      <a:endParaRPr lang="en-US" sz="1200" b="1" i="0" noProof="0"/>
                    </a:p>
                  </a:txBody>
                  <a:tcPr marL="137160" marR="137160" marT="137160" marB="137160"/>
                </a:tc>
                <a:tc rowSpan="2">
                  <a:txBody>
                    <a:bodyPr/>
                    <a:lstStyle/>
                    <a:p>
                      <a:pPr marL="0" indent="0" algn="l">
                        <a:spcBef>
                          <a:spcPts val="300"/>
                        </a:spcBef>
                        <a:buFont typeface="Arial" panose="020B0604020202020204" pitchFamily="34" charset="0"/>
                        <a:buNone/>
                      </a:pPr>
                      <a:r>
                        <a:rPr lang="en-US" sz="1050" b="1" noProof="0"/>
                        <a:t>Everything within </a:t>
                      </a:r>
                      <a:br>
                        <a:rPr lang="en-US" sz="1050" b="1" noProof="0"/>
                      </a:br>
                      <a:r>
                        <a:rPr lang="en-US" sz="1050" b="1" noProof="0"/>
                        <a:t>a Product supply:</a:t>
                      </a:r>
                    </a:p>
                    <a:p>
                      <a:pPr marL="0" indent="0" algn="l">
                        <a:spcBef>
                          <a:spcPts val="300"/>
                        </a:spcBef>
                        <a:buFont typeface="Arial" panose="020B0604020202020204" pitchFamily="34" charset="0"/>
                        <a:buNone/>
                      </a:pPr>
                      <a:r>
                        <a:rPr lang="en-US" sz="1050" noProof="0"/>
                        <a:t>Mostly configured-to-order </a:t>
                      </a:r>
                      <a:br>
                        <a:rPr lang="en-US" sz="1050" noProof="0"/>
                      </a:br>
                      <a:r>
                        <a:rPr lang="en-US" sz="1050" noProof="0"/>
                        <a:t>and only little engineered-</a:t>
                      </a:r>
                      <a:br>
                        <a:rPr lang="en-US" sz="1050" noProof="0"/>
                      </a:br>
                      <a:r>
                        <a:rPr lang="en-US" sz="1050" noProof="0"/>
                        <a:t>to-order</a:t>
                      </a:r>
                      <a:endParaRPr lang="en-US" sz="1050" i="0" noProof="0"/>
                    </a:p>
                  </a:txBody>
                  <a:tcPr marL="137160" marR="137160" marT="137160" marB="137160"/>
                </a:tc>
                <a:tc gridSpan="3">
                  <a:txBody>
                    <a:bodyPr/>
                    <a:lstStyle/>
                    <a:p>
                      <a:pPr marL="0" marR="0" lvl="0" indent="0" algn="l" rtl="0" eaLnBrk="1" fontAlgn="auto" latinLnBrk="0" hangingPunct="1">
                        <a:lnSpc>
                          <a:spcPct val="100000"/>
                        </a:lnSpc>
                        <a:spcBef>
                          <a:spcPts val="300"/>
                        </a:spcBef>
                        <a:spcAft>
                          <a:spcPts val="0"/>
                        </a:spcAft>
                        <a:buClrTx/>
                        <a:buSzTx/>
                        <a:buFontTx/>
                        <a:buNone/>
                      </a:pPr>
                      <a:r>
                        <a:rPr lang="en-US" sz="1050" b="1" noProof="0">
                          <a:solidFill>
                            <a:schemeClr val="tx1"/>
                          </a:solidFill>
                        </a:rPr>
                        <a:t>Engineered package of products/services containing:</a:t>
                      </a:r>
                    </a:p>
                    <a:p>
                      <a:pPr marL="0" marR="0" lvl="0" indent="0" algn="l" defTabSz="914491" rtl="0" eaLnBrk="1" fontAlgn="auto" latinLnBrk="0" hangingPunct="1">
                        <a:lnSpc>
                          <a:spcPct val="100000"/>
                        </a:lnSpc>
                        <a:spcBef>
                          <a:spcPts val="300"/>
                        </a:spcBef>
                        <a:spcAft>
                          <a:spcPts val="0"/>
                        </a:spcAft>
                        <a:buClrTx/>
                        <a:buSzTx/>
                        <a:buFontTx/>
                        <a:buNone/>
                        <a:tabLst/>
                        <a:defRPr/>
                      </a:pPr>
                      <a:r>
                        <a:rPr lang="en-US" sz="1050" b="0" noProof="0">
                          <a:solidFill>
                            <a:schemeClr val="tx1"/>
                          </a:solidFill>
                        </a:rPr>
                        <a:t>Project management, </a:t>
                      </a:r>
                      <a:r>
                        <a:rPr lang="en-US" sz="1050" b="0" baseline="0" noProof="0">
                          <a:solidFill>
                            <a:schemeClr val="tx1"/>
                          </a:solidFill>
                        </a:rPr>
                        <a:t>integration </a:t>
                      </a:r>
                      <a:r>
                        <a:rPr lang="en-US" sz="1050" b="0" noProof="0">
                          <a:solidFill>
                            <a:schemeClr val="tx1"/>
                          </a:solidFill>
                        </a:rPr>
                        <a:t>engineering, product engineering, supplier qualification and supply management, </a:t>
                      </a:r>
                      <a:r>
                        <a:rPr lang="en-US" sz="1050" b="0" baseline="0" noProof="0">
                          <a:solidFill>
                            <a:schemeClr val="tx1"/>
                          </a:solidFill>
                        </a:rPr>
                        <a:t>technical or commercial cross-</a:t>
                      </a:r>
                      <a:r>
                        <a:rPr lang="en-US" sz="1050" b="0" noProof="0">
                          <a:solidFill>
                            <a:schemeClr val="tx1"/>
                          </a:solidFill>
                        </a:rPr>
                        <a:t>coordination</a:t>
                      </a:r>
                      <a:r>
                        <a:rPr lang="en-US" sz="1050" b="0" baseline="0" noProof="0">
                          <a:solidFill>
                            <a:schemeClr val="tx1"/>
                          </a:solidFill>
                        </a:rPr>
                        <a:t> or risk management.</a:t>
                      </a:r>
                      <a:endParaRPr lang="en-US" sz="1050" b="0" i="0" baseline="0" noProof="0">
                        <a:solidFill>
                          <a:schemeClr val="tx1"/>
                        </a:solidFill>
                      </a:endParaRPr>
                    </a:p>
                  </a:txBody>
                  <a:tcPr marL="137160" marR="137160" marT="137160" marB="137160"/>
                </a:tc>
                <a:tc hMerge="1">
                  <a:txBody>
                    <a:bodyPr/>
                    <a:lstStyle/>
                    <a:p>
                      <a:endParaRPr lang="de-CH" sz="1400"/>
                    </a:p>
                  </a:txBody>
                  <a:tcPr anchor="ctr"/>
                </a:tc>
                <a:tc hMerge="1">
                  <a:txBody>
                    <a:bodyPr/>
                    <a:lstStyle/>
                    <a:p>
                      <a:pPr marL="0" marR="0" lvl="0" indent="0" algn="ctr" defTabSz="914491" rtl="0" eaLnBrk="1" fontAlgn="auto" latinLnBrk="0" hangingPunct="1">
                        <a:lnSpc>
                          <a:spcPct val="100000"/>
                        </a:lnSpc>
                        <a:spcBef>
                          <a:spcPts val="0"/>
                        </a:spcBef>
                        <a:spcAft>
                          <a:spcPts val="0"/>
                        </a:spcAft>
                        <a:buClrTx/>
                        <a:buSzTx/>
                        <a:buFontTx/>
                        <a:buNone/>
                        <a:tabLst/>
                        <a:defRPr/>
                      </a:pPr>
                      <a:endParaRPr lang="en-US" sz="1200" b="0" baseline="0">
                        <a:solidFill>
                          <a:schemeClr val="tx1"/>
                        </a:solidFill>
                      </a:endParaRPr>
                    </a:p>
                  </a:txBody>
                  <a:tcPr marL="72000" marR="72000" marT="72000" marB="72000"/>
                </a:tc>
                <a:extLst>
                  <a:ext uri="{0D108BD9-81ED-4DB2-BD59-A6C34878D82A}">
                    <a16:rowId xmlns:a16="http://schemas.microsoft.com/office/drawing/2014/main" val="3718004575"/>
                  </a:ext>
                </a:extLst>
              </a:tr>
              <a:tr h="1533763">
                <a:tc vMerge="1">
                  <a:txBody>
                    <a:bodyPr/>
                    <a:lstStyle/>
                    <a:p>
                      <a:endParaRPr lang="en-US" sz="1400" b="1" noProof="0"/>
                    </a:p>
                  </a:txBody>
                  <a:tcPr marL="72000" marR="72000" marT="72000" marB="72000"/>
                </a:tc>
                <a:tc vMerge="1">
                  <a:txBody>
                    <a:bodyPr/>
                    <a:lstStyle/>
                    <a:p>
                      <a:endParaRPr lang="en-US"/>
                    </a:p>
                  </a:txBody>
                  <a:tcPr/>
                </a:tc>
                <a:tc gridSpan="2">
                  <a:txBody>
                    <a:bodyPr/>
                    <a:lstStyle/>
                    <a:p>
                      <a:pPr algn="l">
                        <a:spcBef>
                          <a:spcPts val="300"/>
                        </a:spcBef>
                      </a:pPr>
                      <a:r>
                        <a:rPr lang="en-US" sz="1050" noProof="0"/>
                        <a:t>Package scope typically comprising:</a:t>
                      </a:r>
                    </a:p>
                    <a:p>
                      <a:pPr marL="180975" indent="-180975" algn="l">
                        <a:spcBef>
                          <a:spcPts val="300"/>
                        </a:spcBef>
                        <a:buFont typeface="Arial" panose="020B0604020202020204" pitchFamily="34" charset="0"/>
                        <a:buChar char="•"/>
                      </a:pPr>
                      <a:r>
                        <a:rPr lang="en-US" sz="1050" noProof="0"/>
                        <a:t>Drives</a:t>
                      </a:r>
                    </a:p>
                    <a:p>
                      <a:pPr marL="180975" marR="0" lvl="0" indent="-180975" algn="l" defTabSz="914491"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50" noProof="0"/>
                        <a:t>Motors, transformers, switchgears with single feeders, </a:t>
                      </a:r>
                      <a:br>
                        <a:rPr lang="en-US" sz="1050" noProof="0"/>
                      </a:br>
                      <a:r>
                        <a:rPr lang="en-US" sz="1050" noProof="0"/>
                        <a:t>e-houses, fin fan, cables selection</a:t>
                      </a:r>
                    </a:p>
                    <a:p>
                      <a:pPr marL="180975" indent="-180975" algn="l">
                        <a:spcBef>
                          <a:spcPts val="300"/>
                        </a:spcBef>
                        <a:buFont typeface="Arial" panose="020B0604020202020204" pitchFamily="34" charset="0"/>
                        <a:buChar char="•"/>
                      </a:pPr>
                      <a:r>
                        <a:rPr lang="en-US" sz="1050" noProof="0"/>
                        <a:t>Third party supplies</a:t>
                      </a:r>
                    </a:p>
                    <a:p>
                      <a:pPr marL="180975" indent="-180975" algn="l">
                        <a:spcBef>
                          <a:spcPts val="300"/>
                        </a:spcBef>
                        <a:buFont typeface="Arial" panose="020B0604020202020204" pitchFamily="34" charset="0"/>
                        <a:buChar char="•"/>
                      </a:pPr>
                      <a:r>
                        <a:rPr lang="en-US" sz="1050" noProof="0"/>
                        <a:t>Special testing required below 4 MW</a:t>
                      </a:r>
                    </a:p>
                    <a:p>
                      <a:pPr marL="180975" indent="-180975" algn="l">
                        <a:spcBef>
                          <a:spcPts val="300"/>
                        </a:spcBef>
                        <a:buFont typeface="Arial" panose="020B0604020202020204" pitchFamily="34" charset="0"/>
                        <a:buChar char="•"/>
                      </a:pPr>
                      <a:r>
                        <a:rPr lang="en-US" sz="1050" noProof="0"/>
                        <a:t>Field services</a:t>
                      </a:r>
                      <a:endParaRPr lang="en-US" sz="1050" i="0" noProof="0"/>
                    </a:p>
                  </a:txBody>
                  <a:tcPr marL="137160" marR="137160" marT="137160" marB="137160"/>
                </a:tc>
                <a:tc hMerge="1">
                  <a:txBody>
                    <a:bodyPr/>
                    <a:lstStyle/>
                    <a:p>
                      <a:endParaRPr lang="en-US"/>
                    </a:p>
                  </a:txBody>
                  <a:tcPr/>
                </a:tc>
                <a:tc>
                  <a:txBody>
                    <a:bodyPr/>
                    <a:lstStyle/>
                    <a:p>
                      <a:pPr algn="l">
                        <a:spcBef>
                          <a:spcPts val="300"/>
                        </a:spcBef>
                      </a:pPr>
                      <a:r>
                        <a:rPr lang="en-US" sz="1050" noProof="0"/>
                        <a:t>Mid including also:</a:t>
                      </a:r>
                    </a:p>
                    <a:p>
                      <a:pPr marL="180975" marR="0" lvl="0" indent="-180975" algn="l" defTabSz="914491"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50" noProof="0">
                          <a:solidFill>
                            <a:schemeClr val="tx1"/>
                          </a:solidFill>
                        </a:rPr>
                        <a:t>Global OEMs and project pursuits</a:t>
                      </a:r>
                      <a:endParaRPr lang="en-US" sz="1050" noProof="0"/>
                    </a:p>
                    <a:p>
                      <a:pPr marL="180975" indent="-180975" algn="l">
                        <a:spcBef>
                          <a:spcPts val="300"/>
                        </a:spcBef>
                        <a:buFont typeface="Arial" panose="020B0604020202020204" pitchFamily="34" charset="0"/>
                        <a:buChar char="•"/>
                      </a:pPr>
                      <a:r>
                        <a:rPr lang="en-US" sz="1050" noProof="0"/>
                        <a:t>Packages for special applications</a:t>
                      </a:r>
                      <a:r>
                        <a:rPr lang="en-US" sz="1050" baseline="30000" noProof="0"/>
                        <a:t>1</a:t>
                      </a:r>
                    </a:p>
                    <a:p>
                      <a:pPr marL="180975" indent="-180975" algn="l">
                        <a:spcBef>
                          <a:spcPts val="300"/>
                        </a:spcBef>
                        <a:buFont typeface="Arial" panose="020B0604020202020204" pitchFamily="34" charset="0"/>
                        <a:buChar char="•"/>
                      </a:pPr>
                      <a:r>
                        <a:rPr lang="en-US" sz="1050" noProof="0"/>
                        <a:t>Packages with complex components, </a:t>
                      </a:r>
                      <a:br>
                        <a:rPr lang="en-US" sz="1050" noProof="0"/>
                      </a:br>
                      <a:r>
                        <a:rPr lang="en-US" sz="1050" noProof="0"/>
                        <a:t>such as: harmonic filters, chillers or PLCs</a:t>
                      </a:r>
                      <a:r>
                        <a:rPr lang="en-US" sz="1050" baseline="30000" noProof="0"/>
                        <a:t>2</a:t>
                      </a:r>
                    </a:p>
                    <a:p>
                      <a:pPr marL="180975" indent="-180975" algn="l">
                        <a:spcBef>
                          <a:spcPts val="300"/>
                        </a:spcBef>
                        <a:buFont typeface="Arial" panose="020B0604020202020204" pitchFamily="34" charset="0"/>
                        <a:buChar char="•"/>
                      </a:pPr>
                      <a:r>
                        <a:rPr lang="en-US" sz="1050" noProof="0"/>
                        <a:t>Special testing required above 4 MW</a:t>
                      </a:r>
                      <a:endParaRPr lang="en-US" sz="1050" i="0" noProof="0"/>
                    </a:p>
                  </a:txBody>
                  <a:tcPr marL="137160" marR="137160" marT="137160" marB="137160"/>
                </a:tc>
                <a:extLst>
                  <a:ext uri="{0D108BD9-81ED-4DB2-BD59-A6C34878D82A}">
                    <a16:rowId xmlns:a16="http://schemas.microsoft.com/office/drawing/2014/main" val="1171419976"/>
                  </a:ext>
                </a:extLst>
              </a:tr>
              <a:tr h="656273">
                <a:tc>
                  <a:txBody>
                    <a:bodyPr/>
                    <a:lstStyle/>
                    <a:p>
                      <a:pPr lvl="0" algn="l">
                        <a:spcBef>
                          <a:spcPts val="300"/>
                        </a:spcBef>
                        <a:buNone/>
                      </a:pPr>
                      <a:r>
                        <a:rPr lang="en-US" sz="1200" b="1" noProof="0"/>
                        <a:t>Project</a:t>
                      </a:r>
                      <a:br>
                        <a:rPr lang="en-US" sz="1200" b="0" noProof="0"/>
                      </a:br>
                      <a:r>
                        <a:rPr lang="en-US" sz="1200" b="1" noProof="0"/>
                        <a:t>responsibility</a:t>
                      </a:r>
                      <a:endParaRPr lang="en-US" sz="1200" i="0"/>
                    </a:p>
                  </a:txBody>
                  <a:tcPr marL="137160" marR="137160" marT="137160" marB="137160"/>
                </a:tc>
                <a:tc>
                  <a:txBody>
                    <a:bodyPr/>
                    <a:lstStyle/>
                    <a:p>
                      <a:pPr marL="266700" lvl="0" indent="0" algn="l">
                        <a:spcBef>
                          <a:spcPts val="300"/>
                        </a:spcBef>
                        <a:buNone/>
                      </a:pPr>
                      <a:r>
                        <a:rPr lang="en-US" sz="1050" noProof="0"/>
                        <a:t>Any country </a:t>
                      </a:r>
                      <a:br>
                        <a:rPr lang="en-US" sz="1050" noProof="0"/>
                      </a:br>
                      <a:r>
                        <a:rPr lang="en-US" sz="1050" noProof="0"/>
                        <a:t>with ABB offices</a:t>
                      </a:r>
                      <a:endParaRPr lang="en-US" sz="1050" i="0"/>
                    </a:p>
                  </a:txBody>
                  <a:tcPr marL="137160" marR="137160" marT="137160" marB="137160"/>
                </a:tc>
                <a:tc>
                  <a:txBody>
                    <a:bodyPr/>
                    <a:lstStyle/>
                    <a:p>
                      <a:pPr marL="263525" lvl="0" indent="3175" algn="l">
                        <a:spcBef>
                          <a:spcPts val="300"/>
                        </a:spcBef>
                        <a:buNone/>
                      </a:pPr>
                      <a:r>
                        <a:rPr lang="en-US" sz="1050" noProof="0"/>
                        <a:t>Specific country</a:t>
                      </a:r>
                      <a:endParaRPr lang="en-US" sz="1050"/>
                    </a:p>
                    <a:p>
                      <a:pPr marL="263525" lvl="0" indent="3175" algn="l">
                        <a:spcBef>
                          <a:spcPts val="300"/>
                        </a:spcBef>
                        <a:buNone/>
                      </a:pPr>
                      <a:r>
                        <a:rPr lang="en-US" sz="1050" noProof="0"/>
                        <a:t>(BR, CA, CN, DE, JP, IT, IN, US, UAE)</a:t>
                      </a:r>
                      <a:endParaRPr lang="en-US" sz="1050" i="0"/>
                    </a:p>
                  </a:txBody>
                  <a:tcPr marL="137160" marR="137160" marT="137160" marB="137160"/>
                </a:tc>
                <a:tc>
                  <a:txBody>
                    <a:bodyPr/>
                    <a:lstStyle/>
                    <a:p>
                      <a:pPr marL="266700" lvl="0" indent="0" algn="l">
                        <a:spcBef>
                          <a:spcPts val="300"/>
                        </a:spcBef>
                        <a:buNone/>
                      </a:pPr>
                      <a:r>
                        <a:rPr lang="en-US" sz="1050" noProof="0"/>
                        <a:t>Specific region</a:t>
                      </a:r>
                      <a:endParaRPr lang="en-US" sz="1050"/>
                    </a:p>
                    <a:p>
                      <a:pPr marL="355600" lvl="0" indent="-88900" algn="l">
                        <a:spcBef>
                          <a:spcPts val="300"/>
                        </a:spcBef>
                        <a:buNone/>
                      </a:pPr>
                      <a:r>
                        <a:rPr lang="en-US" sz="1050" noProof="0"/>
                        <a:t>(APAC, EUC, LTAM, MEA)</a:t>
                      </a:r>
                      <a:endParaRPr lang="en-US" sz="1050" i="0"/>
                    </a:p>
                  </a:txBody>
                  <a:tcPr marL="137160" marR="137160" marT="137160" marB="137160"/>
                </a:tc>
                <a:tc>
                  <a:txBody>
                    <a:bodyPr/>
                    <a:lstStyle/>
                    <a:p>
                      <a:pPr marL="269875" lvl="0" indent="-3175" algn="l">
                        <a:spcBef>
                          <a:spcPts val="300"/>
                        </a:spcBef>
                        <a:buNone/>
                      </a:pPr>
                      <a:r>
                        <a:rPr lang="en-US" sz="1050" noProof="0"/>
                        <a:t>Global</a:t>
                      </a:r>
                    </a:p>
                  </a:txBody>
                  <a:tcPr marL="137160" marR="137160" marT="137160" marB="137160" anchor="ctr"/>
                </a:tc>
                <a:extLst>
                  <a:ext uri="{0D108BD9-81ED-4DB2-BD59-A6C34878D82A}">
                    <a16:rowId xmlns:a16="http://schemas.microsoft.com/office/drawing/2014/main" val="887634579"/>
                  </a:ext>
                </a:extLst>
              </a:tr>
              <a:tr h="575161">
                <a:tc>
                  <a:txBody>
                    <a:bodyPr/>
                    <a:lstStyle/>
                    <a:p>
                      <a:pPr algn="l">
                        <a:spcBef>
                          <a:spcPts val="300"/>
                        </a:spcBef>
                      </a:pPr>
                      <a:r>
                        <a:rPr lang="en-US" sz="1200" b="1" noProof="0"/>
                        <a:t>Governance</a:t>
                      </a:r>
                      <a:endParaRPr lang="en-US" sz="1200" b="1" i="0" noProof="0"/>
                    </a:p>
                  </a:txBody>
                  <a:tcPr marL="137160" marR="137160" marT="137160" marB="137160"/>
                </a:tc>
                <a:tc>
                  <a:txBody>
                    <a:bodyPr/>
                    <a:lstStyle/>
                    <a:p>
                      <a:pPr marL="0" indent="0" algn="l">
                        <a:spcBef>
                          <a:spcPts val="300"/>
                        </a:spcBef>
                        <a:buFont typeface="Arial" panose="020B0604020202020204" pitchFamily="34" charset="0"/>
                        <a:buNone/>
                      </a:pPr>
                      <a:r>
                        <a:rPr lang="en-US" sz="1050" noProof="0"/>
                        <a:t>Business Lines and </a:t>
                      </a:r>
                      <a:br>
                        <a:rPr lang="en-US" sz="1050" noProof="0"/>
                      </a:br>
                      <a:r>
                        <a:rPr lang="en-US" sz="1050" noProof="0"/>
                        <a:t>local management</a:t>
                      </a:r>
                      <a:endParaRPr lang="en-US" sz="1050" i="0" noProof="0"/>
                    </a:p>
                  </a:txBody>
                  <a:tcPr marL="137160" marR="137160" marT="137160" marB="137160"/>
                </a:tc>
                <a:tc gridSpan="3">
                  <a:txBody>
                    <a:bodyPr/>
                    <a:lstStyle/>
                    <a:p>
                      <a:pPr marL="0" indent="0" algn="l">
                        <a:spcBef>
                          <a:spcPts val="300"/>
                        </a:spcBef>
                        <a:buFont typeface="Arial" panose="020B0604020202020204" pitchFamily="34" charset="0"/>
                        <a:buNone/>
                      </a:pPr>
                      <a:r>
                        <a:rPr lang="en-US" sz="1050" noProof="0">
                          <a:solidFill>
                            <a:schemeClr val="tx1"/>
                          </a:solidFill>
                        </a:rPr>
                        <a:t>Global governance through Business Line Packaging</a:t>
                      </a:r>
                      <a:endParaRPr lang="en-US" sz="1050" i="0" noProof="0">
                        <a:solidFill>
                          <a:schemeClr val="tx1"/>
                        </a:solidFill>
                      </a:endParaRPr>
                    </a:p>
                  </a:txBody>
                  <a:tcPr marL="137160" marR="137160" marT="137160" marB="137160"/>
                </a:tc>
                <a:tc hMerge="1">
                  <a:txBody>
                    <a:bodyPr/>
                    <a:lstStyle/>
                    <a:p>
                      <a:endParaRPr lang="en-US"/>
                    </a:p>
                  </a:txBody>
                  <a:tcPr/>
                </a:tc>
                <a:tc hMerge="1">
                  <a:txBody>
                    <a:bodyPr/>
                    <a:lstStyle/>
                    <a:p>
                      <a:pPr marL="0" indent="0" algn="ctr">
                        <a:buFont typeface="Arial" panose="020B0604020202020204" pitchFamily="34" charset="0"/>
                        <a:buNone/>
                      </a:pPr>
                      <a:endParaRPr lang="en-US" sz="1200" noProof="0">
                        <a:solidFill>
                          <a:schemeClr val="tx1"/>
                        </a:solidFill>
                      </a:endParaRPr>
                    </a:p>
                  </a:txBody>
                  <a:tcPr marL="72000" marR="72000" marT="72000" marB="72000"/>
                </a:tc>
                <a:extLst>
                  <a:ext uri="{0D108BD9-81ED-4DB2-BD59-A6C34878D82A}">
                    <a16:rowId xmlns:a16="http://schemas.microsoft.com/office/drawing/2014/main" val="2274639113"/>
                  </a:ext>
                </a:extLst>
              </a:tr>
            </a:tbl>
          </a:graphicData>
        </a:graphic>
      </p:graphicFrame>
      <p:sp>
        <p:nvSpPr>
          <p:cNvPr id="2" name="Title 1">
            <a:extLst>
              <a:ext uri="{FF2B5EF4-FFF2-40B4-BE49-F238E27FC236}">
                <a16:creationId xmlns:a16="http://schemas.microsoft.com/office/drawing/2014/main" id="{A37210BD-E8EC-A8C6-368F-D0F04E5327DF}"/>
              </a:ext>
            </a:extLst>
          </p:cNvPr>
          <p:cNvSpPr>
            <a:spLocks noGrp="1"/>
          </p:cNvSpPr>
          <p:nvPr>
            <p:ph type="title"/>
          </p:nvPr>
        </p:nvSpPr>
        <p:spPr/>
        <p:txBody>
          <a:bodyPr/>
          <a:lstStyle/>
          <a:p>
            <a:r>
              <a:rPr lang="en-US"/>
              <a:t>LSUs vs TECs – The difference</a:t>
            </a:r>
          </a:p>
        </p:txBody>
      </p:sp>
      <p:sp>
        <p:nvSpPr>
          <p:cNvPr id="4" name="Text Placeholder 3">
            <a:extLst>
              <a:ext uri="{FF2B5EF4-FFF2-40B4-BE49-F238E27FC236}">
                <a16:creationId xmlns:a16="http://schemas.microsoft.com/office/drawing/2014/main" id="{E6913372-BB92-C1E9-3817-F4D70B4446EE}"/>
              </a:ext>
            </a:extLst>
          </p:cNvPr>
          <p:cNvSpPr>
            <a:spLocks noGrp="1"/>
          </p:cNvSpPr>
          <p:nvPr>
            <p:ph type="body" sz="quarter" idx="14"/>
          </p:nvPr>
        </p:nvSpPr>
        <p:spPr/>
        <p:txBody>
          <a:bodyPr/>
          <a:lstStyle/>
          <a:p>
            <a:r>
              <a:rPr lang="en-US"/>
              <a:t>Global Business Line Packaging</a:t>
            </a:r>
          </a:p>
        </p:txBody>
      </p:sp>
      <p:sp>
        <p:nvSpPr>
          <p:cNvPr id="22" name="Arrow: Pentagon 21">
            <a:extLst>
              <a:ext uri="{FF2B5EF4-FFF2-40B4-BE49-F238E27FC236}">
                <a16:creationId xmlns:a16="http://schemas.microsoft.com/office/drawing/2014/main" id="{D7208DB6-C1FE-3C7D-0742-278EB78476D0}"/>
              </a:ext>
            </a:extLst>
          </p:cNvPr>
          <p:cNvSpPr/>
          <p:nvPr/>
        </p:nvSpPr>
        <p:spPr bwMode="gray">
          <a:xfrm>
            <a:off x="2023925" y="2266514"/>
            <a:ext cx="2176216" cy="252000"/>
          </a:xfrm>
          <a:prstGeom prst="homePlate">
            <a:avLst/>
          </a:pr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1200" b="1">
                <a:solidFill>
                  <a:schemeClr val="tx1"/>
                </a:solidFill>
              </a:rPr>
              <a:t>Low</a:t>
            </a:r>
          </a:p>
        </p:txBody>
      </p:sp>
      <p:sp>
        <p:nvSpPr>
          <p:cNvPr id="24" name="Arrow: Chevron 23">
            <a:extLst>
              <a:ext uri="{FF2B5EF4-FFF2-40B4-BE49-F238E27FC236}">
                <a16:creationId xmlns:a16="http://schemas.microsoft.com/office/drawing/2014/main" id="{B16154A7-38F3-318A-4969-4C295F38B02D}"/>
              </a:ext>
            </a:extLst>
          </p:cNvPr>
          <p:cNvSpPr/>
          <p:nvPr/>
        </p:nvSpPr>
        <p:spPr bwMode="gray">
          <a:xfrm>
            <a:off x="4340232" y="2266514"/>
            <a:ext cx="4454079" cy="239829"/>
          </a:xfrm>
          <a:prstGeom prst="chevron">
            <a:avLst/>
          </a:pr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1200" b="1">
                <a:solidFill>
                  <a:schemeClr val="bg1"/>
                </a:solidFill>
              </a:rPr>
              <a:t>Typically – Mid </a:t>
            </a:r>
          </a:p>
        </p:txBody>
      </p:sp>
      <p:sp>
        <p:nvSpPr>
          <p:cNvPr id="25" name="Arrow: Chevron 24">
            <a:extLst>
              <a:ext uri="{FF2B5EF4-FFF2-40B4-BE49-F238E27FC236}">
                <a16:creationId xmlns:a16="http://schemas.microsoft.com/office/drawing/2014/main" id="{B1C2E74C-43F4-FDC4-8A14-1FDDDFFC550A}"/>
              </a:ext>
            </a:extLst>
          </p:cNvPr>
          <p:cNvSpPr/>
          <p:nvPr/>
        </p:nvSpPr>
        <p:spPr bwMode="gray">
          <a:xfrm>
            <a:off x="8934401" y="2266514"/>
            <a:ext cx="2990895" cy="252000"/>
          </a:xfrm>
          <a:prstGeom prst="chevron">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1200" b="1">
                <a:solidFill>
                  <a:schemeClr val="bg1"/>
                </a:solidFill>
              </a:rPr>
              <a:t>Typically – High</a:t>
            </a:r>
          </a:p>
        </p:txBody>
      </p:sp>
      <p:sp>
        <p:nvSpPr>
          <p:cNvPr id="5" name="Footer Placeholder 4">
            <a:extLst>
              <a:ext uri="{FF2B5EF4-FFF2-40B4-BE49-F238E27FC236}">
                <a16:creationId xmlns:a16="http://schemas.microsoft.com/office/drawing/2014/main" id="{C09A57F9-5F46-5A0D-E679-A32EAE107594}"/>
              </a:ext>
            </a:extLst>
          </p:cNvPr>
          <p:cNvSpPr>
            <a:spLocks noGrp="1"/>
          </p:cNvSpPr>
          <p:nvPr>
            <p:ph type="ftr" sz="quarter" idx="10"/>
          </p:nvPr>
        </p:nvSpPr>
        <p:spPr/>
        <p:txBody>
          <a:bodyPr/>
          <a:lstStyle/>
          <a:p>
            <a:r>
              <a:rPr lang="en-US"/>
              <a:t>1. Special applications includes: mills for metals and mining, high speed compressor/pumps, static converter and test stands</a:t>
            </a:r>
          </a:p>
        </p:txBody>
      </p:sp>
      <p:sp>
        <p:nvSpPr>
          <p:cNvPr id="6" name="Date Placeholder 5">
            <a:extLst>
              <a:ext uri="{FF2B5EF4-FFF2-40B4-BE49-F238E27FC236}">
                <a16:creationId xmlns:a16="http://schemas.microsoft.com/office/drawing/2014/main" id="{1951E67B-F440-D04E-A7A3-091AD13269E3}"/>
              </a:ext>
            </a:extLst>
          </p:cNvPr>
          <p:cNvSpPr>
            <a:spLocks noGrp="1"/>
          </p:cNvSpPr>
          <p:nvPr>
            <p:ph type="dt" sz="half" idx="11"/>
          </p:nvPr>
        </p:nvSpPr>
        <p:spPr/>
        <p:txBody>
          <a:bodyPr/>
          <a:lstStyle/>
          <a:p>
            <a:fld id="{46355A8A-D6D9-4907-8D48-7F71EFC48A8D}" type="datetime4">
              <a:rPr lang="en-US" smtClean="0"/>
              <a:t>January 21, 2026</a:t>
            </a:fld>
            <a:endParaRPr lang="en-US"/>
          </a:p>
        </p:txBody>
      </p:sp>
      <p:sp>
        <p:nvSpPr>
          <p:cNvPr id="7" name="Slide Number Placeholder 6">
            <a:extLst>
              <a:ext uri="{FF2B5EF4-FFF2-40B4-BE49-F238E27FC236}">
                <a16:creationId xmlns:a16="http://schemas.microsoft.com/office/drawing/2014/main" id="{E2460094-4995-35A2-D228-E06590302115}"/>
              </a:ext>
            </a:extLst>
          </p:cNvPr>
          <p:cNvSpPr>
            <a:spLocks noGrp="1"/>
          </p:cNvSpPr>
          <p:nvPr>
            <p:ph type="sldNum" sz="quarter" idx="12"/>
          </p:nvPr>
        </p:nvSpPr>
        <p:spPr/>
        <p:txBody>
          <a:bodyPr/>
          <a:lstStyle/>
          <a:p>
            <a:r>
              <a:rPr lang="en-US"/>
              <a:t>Slide </a:t>
            </a:r>
            <a:fld id="{619F89D8-7AE3-494A-97F3-03D680869632}" type="slidenum">
              <a:rPr lang="en-US" smtClean="0"/>
              <a:pPr/>
              <a:t>19</a:t>
            </a:fld>
            <a:endParaRPr lang="en-US"/>
          </a:p>
        </p:txBody>
      </p:sp>
      <p:sp>
        <p:nvSpPr>
          <p:cNvPr id="11" name="Rectangle 10">
            <a:extLst>
              <a:ext uri="{FF2B5EF4-FFF2-40B4-BE49-F238E27FC236}">
                <a16:creationId xmlns:a16="http://schemas.microsoft.com/office/drawing/2014/main" id="{B61A50F6-FB10-9B38-1CE0-FEC67958F130}"/>
              </a:ext>
            </a:extLst>
          </p:cNvPr>
          <p:cNvSpPr/>
          <p:nvPr/>
        </p:nvSpPr>
        <p:spPr bwMode="gray">
          <a:xfrm>
            <a:off x="2023925" y="1899579"/>
            <a:ext cx="2284697" cy="216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spcBef>
                <a:spcPts val="600"/>
              </a:spcBef>
            </a:pPr>
            <a:r>
              <a:rPr lang="en-US" sz="1200" b="1" cap="all" spc="100">
                <a:solidFill>
                  <a:schemeClr val="tx1"/>
                </a:solidFill>
              </a:rPr>
              <a:t>Local Sales Unit</a:t>
            </a:r>
          </a:p>
        </p:txBody>
      </p:sp>
      <p:sp>
        <p:nvSpPr>
          <p:cNvPr id="3" name="Rectangle 2">
            <a:extLst>
              <a:ext uri="{FF2B5EF4-FFF2-40B4-BE49-F238E27FC236}">
                <a16:creationId xmlns:a16="http://schemas.microsoft.com/office/drawing/2014/main" id="{F60E9387-014B-9461-EC57-A2A759C0F9F0}"/>
              </a:ext>
            </a:extLst>
          </p:cNvPr>
          <p:cNvSpPr/>
          <p:nvPr/>
        </p:nvSpPr>
        <p:spPr bwMode="gray">
          <a:xfrm>
            <a:off x="4340232" y="1899579"/>
            <a:ext cx="2264280" cy="216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spcBef>
                <a:spcPts val="600"/>
              </a:spcBef>
            </a:pPr>
            <a:r>
              <a:rPr lang="en-US" sz="1200" b="1" cap="all" spc="100">
                <a:solidFill>
                  <a:schemeClr val="tx1"/>
                </a:solidFill>
              </a:rPr>
              <a:t>Domestic TEC</a:t>
            </a:r>
          </a:p>
        </p:txBody>
      </p:sp>
      <p:sp>
        <p:nvSpPr>
          <p:cNvPr id="8" name="Rectangle 7">
            <a:extLst>
              <a:ext uri="{FF2B5EF4-FFF2-40B4-BE49-F238E27FC236}">
                <a16:creationId xmlns:a16="http://schemas.microsoft.com/office/drawing/2014/main" id="{E7D67D6D-4BAD-1B27-217C-071B88A97586}"/>
              </a:ext>
            </a:extLst>
          </p:cNvPr>
          <p:cNvSpPr/>
          <p:nvPr/>
        </p:nvSpPr>
        <p:spPr bwMode="gray">
          <a:xfrm>
            <a:off x="6620681" y="1899579"/>
            <a:ext cx="2257527" cy="216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spcBef>
                <a:spcPts val="600"/>
              </a:spcBef>
            </a:pPr>
            <a:r>
              <a:rPr lang="en-US" sz="1200" b="1" cap="all" spc="100">
                <a:solidFill>
                  <a:schemeClr val="tx1"/>
                </a:solidFill>
              </a:rPr>
              <a:t>Regional TEC</a:t>
            </a:r>
          </a:p>
        </p:txBody>
      </p:sp>
      <p:sp>
        <p:nvSpPr>
          <p:cNvPr id="9" name="Rectangle 8">
            <a:extLst>
              <a:ext uri="{FF2B5EF4-FFF2-40B4-BE49-F238E27FC236}">
                <a16:creationId xmlns:a16="http://schemas.microsoft.com/office/drawing/2014/main" id="{7F9A9CB6-F0A2-BF24-1D16-572186B035CC}"/>
              </a:ext>
            </a:extLst>
          </p:cNvPr>
          <p:cNvSpPr/>
          <p:nvPr/>
        </p:nvSpPr>
        <p:spPr bwMode="gray">
          <a:xfrm>
            <a:off x="8934401" y="1899579"/>
            <a:ext cx="3066146" cy="216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spcBef>
                <a:spcPts val="600"/>
              </a:spcBef>
            </a:pPr>
            <a:r>
              <a:rPr lang="en-US" sz="1200" b="1" cap="all" spc="100">
                <a:solidFill>
                  <a:schemeClr val="tx1"/>
                </a:solidFill>
              </a:rPr>
              <a:t>Global TEC</a:t>
            </a:r>
          </a:p>
        </p:txBody>
      </p:sp>
      <p:sp>
        <p:nvSpPr>
          <p:cNvPr id="18" name="Isosceles Triangle 17">
            <a:extLst>
              <a:ext uri="{FF2B5EF4-FFF2-40B4-BE49-F238E27FC236}">
                <a16:creationId xmlns:a16="http://schemas.microsoft.com/office/drawing/2014/main" id="{2D7C113E-61D1-19C8-A0BC-3AB8030BB852}"/>
              </a:ext>
            </a:extLst>
          </p:cNvPr>
          <p:cNvSpPr/>
          <p:nvPr/>
        </p:nvSpPr>
        <p:spPr bwMode="gray">
          <a:xfrm rot="5400000">
            <a:off x="1972129" y="5248832"/>
            <a:ext cx="239829" cy="136237"/>
          </a:xfrm>
          <a:prstGeom prst="triangle">
            <a:avLst/>
          </a:pr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19" name="Isosceles Triangle 18">
            <a:extLst>
              <a:ext uri="{FF2B5EF4-FFF2-40B4-BE49-F238E27FC236}">
                <a16:creationId xmlns:a16="http://schemas.microsoft.com/office/drawing/2014/main" id="{A5EA08EC-1135-888D-A205-678A7DFA3746}"/>
              </a:ext>
            </a:extLst>
          </p:cNvPr>
          <p:cNvSpPr/>
          <p:nvPr/>
        </p:nvSpPr>
        <p:spPr bwMode="gray">
          <a:xfrm rot="5400000">
            <a:off x="4288436" y="5248832"/>
            <a:ext cx="239829" cy="136237"/>
          </a:xfrm>
          <a:prstGeom prst="triangle">
            <a:avLst/>
          </a:pr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20" name="Isosceles Triangle 19">
            <a:extLst>
              <a:ext uri="{FF2B5EF4-FFF2-40B4-BE49-F238E27FC236}">
                <a16:creationId xmlns:a16="http://schemas.microsoft.com/office/drawing/2014/main" id="{2ADDB3CB-55F9-4CFE-9DC9-D4C0421D45BA}"/>
              </a:ext>
            </a:extLst>
          </p:cNvPr>
          <p:cNvSpPr/>
          <p:nvPr/>
        </p:nvSpPr>
        <p:spPr bwMode="gray">
          <a:xfrm rot="5400000">
            <a:off x="6568885" y="5248832"/>
            <a:ext cx="239829" cy="136237"/>
          </a:xfrm>
          <a:prstGeom prst="triangl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21" name="Isosceles Triangle 20">
            <a:extLst>
              <a:ext uri="{FF2B5EF4-FFF2-40B4-BE49-F238E27FC236}">
                <a16:creationId xmlns:a16="http://schemas.microsoft.com/office/drawing/2014/main" id="{004F287F-DF8D-27F5-C52F-3F958E9C4C1C}"/>
              </a:ext>
            </a:extLst>
          </p:cNvPr>
          <p:cNvSpPr/>
          <p:nvPr/>
        </p:nvSpPr>
        <p:spPr bwMode="gray">
          <a:xfrm rot="5400000">
            <a:off x="8882605" y="5248832"/>
            <a:ext cx="239829" cy="136237"/>
          </a:xfrm>
          <a:prstGeom prst="triangle">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Tree>
    <p:extLst>
      <p:ext uri="{BB962C8B-B14F-4D97-AF65-F5344CB8AC3E}">
        <p14:creationId xmlns:p14="http://schemas.microsoft.com/office/powerpoint/2010/main" val="4027641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417A019-228D-AC0B-C96A-D10CD4109BC1}"/>
              </a:ext>
            </a:extLst>
          </p:cNvPr>
          <p:cNvSpPr/>
          <p:nvPr/>
        </p:nvSpPr>
        <p:spPr bwMode="gray">
          <a:xfrm>
            <a:off x="1" y="0"/>
            <a:ext cx="12192000" cy="6857999"/>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6" name="TextBox 5">
            <a:extLst>
              <a:ext uri="{FF2B5EF4-FFF2-40B4-BE49-F238E27FC236}">
                <a16:creationId xmlns:a16="http://schemas.microsoft.com/office/drawing/2014/main" id="{4178757E-B811-FCA5-F147-06C6C63B4B7B}"/>
              </a:ext>
            </a:extLst>
          </p:cNvPr>
          <p:cNvSpPr txBox="1"/>
          <p:nvPr/>
        </p:nvSpPr>
        <p:spPr bwMode="gray">
          <a:xfrm>
            <a:off x="5708295" y="2235651"/>
            <a:ext cx="6671171" cy="5002605"/>
          </a:xfrm>
          <a:prstGeom prst="rect">
            <a:avLst/>
          </a:prstGeom>
          <a:noFill/>
        </p:spPr>
        <p:txBody>
          <a:bodyPr wrap="square" lIns="0" tIns="0" rIns="0" bIns="0" rtlCol="0">
            <a:noAutofit/>
          </a:bodyPr>
          <a:lstStyle/>
          <a:p>
            <a:pPr algn="l">
              <a:spcBef>
                <a:spcPts val="600"/>
              </a:spcBef>
            </a:pPr>
            <a:r>
              <a:rPr lang="en-US" sz="34400" b="1">
                <a:solidFill>
                  <a:schemeClr val="bg1"/>
                </a:solidFill>
              </a:rPr>
              <a:t>03.</a:t>
            </a:r>
          </a:p>
        </p:txBody>
      </p:sp>
      <p:pic>
        <p:nvPicPr>
          <p:cNvPr id="5" name="Graphic 4">
            <a:hlinkClick r:id="rId2" action="ppaction://hlinksldjump"/>
            <a:extLst>
              <a:ext uri="{FF2B5EF4-FFF2-40B4-BE49-F238E27FC236}">
                <a16:creationId xmlns:a16="http://schemas.microsoft.com/office/drawing/2014/main" id="{AC7D42A9-83CA-BD1B-3709-4AFCA63294C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5711458" y="4150581"/>
            <a:ext cx="2286000" cy="2286000"/>
          </a:xfrm>
          <a:prstGeom prst="rect">
            <a:avLst/>
          </a:prstGeom>
        </p:spPr>
      </p:pic>
      <p:sp>
        <p:nvSpPr>
          <p:cNvPr id="3" name="Title 3">
            <a:extLst>
              <a:ext uri="{FF2B5EF4-FFF2-40B4-BE49-F238E27FC236}">
                <a16:creationId xmlns:a16="http://schemas.microsoft.com/office/drawing/2014/main" id="{D9AED64F-727E-46D9-8F1E-E211B54B3365}"/>
              </a:ext>
            </a:extLst>
          </p:cNvPr>
          <p:cNvSpPr txBox="1">
            <a:spLocks/>
          </p:cNvSpPr>
          <p:nvPr/>
        </p:nvSpPr>
        <p:spPr>
          <a:xfrm>
            <a:off x="647125" y="369624"/>
            <a:ext cx="5448875" cy="3780957"/>
          </a:xfrm>
          <a:prstGeom prst="rect">
            <a:avLst/>
          </a:prstGeom>
        </p:spPr>
        <p:txBody>
          <a:bodyPr anchor="t"/>
          <a:lstStyle>
            <a:lvl1pPr algn="l" defTabSz="914491" rtl="0" eaLnBrk="1" latinLnBrk="0" hangingPunct="1">
              <a:spcBef>
                <a:spcPct val="0"/>
              </a:spcBef>
              <a:buNone/>
              <a:defRPr sz="2400" b="1" kern="1200">
                <a:solidFill>
                  <a:schemeClr val="tx1"/>
                </a:solidFill>
                <a:latin typeface="+mj-lt"/>
                <a:ea typeface="+mj-ea"/>
                <a:cs typeface="+mj-cs"/>
              </a:defRPr>
            </a:lvl1pPr>
          </a:lstStyle>
          <a:p>
            <a:pPr marL="0" marR="0" lvl="0" indent="0" algn="l" defTabSz="914491"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a:ln>
                  <a:noFill/>
                </a:ln>
                <a:solidFill>
                  <a:srgbClr val="FF000F"/>
                </a:solidFill>
                <a:effectLst/>
                <a:uLnTx/>
                <a:uFillTx/>
                <a:latin typeface="ABBvoice"/>
                <a:ea typeface="ABBvoice"/>
                <a:cs typeface="ABBvoice"/>
              </a:rPr>
              <a:t>—</a:t>
            </a:r>
            <a:br>
              <a:rPr kumimoji="0" lang="pl-PL" sz="5400" b="1" i="0" u="none" strike="noStrike" kern="1200" cap="none" spc="0" normalizeH="0" baseline="0" noProof="0">
                <a:ln>
                  <a:noFill/>
                </a:ln>
                <a:solidFill>
                  <a:srgbClr val="000000"/>
                </a:solidFill>
                <a:effectLst/>
                <a:uLnTx/>
                <a:uFillTx/>
                <a:latin typeface="ABBvoice"/>
                <a:ea typeface="ABBvoice"/>
                <a:cs typeface="ABBvoice"/>
              </a:rPr>
            </a:br>
            <a:r>
              <a:rPr lang="en-US" sz="5400">
                <a:solidFill>
                  <a:srgbClr val="000000"/>
                </a:solidFill>
                <a:latin typeface="ABBvoice"/>
                <a:ea typeface="ABBvoice"/>
                <a:cs typeface="ABBvoice"/>
              </a:rPr>
              <a:t>Reference Cases</a:t>
            </a:r>
            <a:endParaRPr kumimoji="0" lang="en-US" sz="5400" b="0" i="0" u="none" strike="noStrike" kern="1200" cap="none" spc="0" normalizeH="0" baseline="0" noProof="0">
              <a:ln>
                <a:noFill/>
              </a:ln>
              <a:solidFill>
                <a:srgbClr val="000000"/>
              </a:solidFill>
              <a:effectLst/>
              <a:uLnTx/>
              <a:uFillTx/>
              <a:latin typeface="ABBvoice Light" panose="020D0403020503020204" pitchFamily="34" charset="0"/>
              <a:ea typeface="ABBvoice Light" panose="020D0403020503020204" pitchFamily="34" charset="0"/>
              <a:cs typeface="ABBvoice Light" panose="020D0403020503020204" pitchFamily="34" charset="0"/>
            </a:endParaRPr>
          </a:p>
        </p:txBody>
      </p:sp>
    </p:spTree>
    <p:extLst>
      <p:ext uri="{BB962C8B-B14F-4D97-AF65-F5344CB8AC3E}">
        <p14:creationId xmlns:p14="http://schemas.microsoft.com/office/powerpoint/2010/main" val="83084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44BC44F-D597-CBDC-5A31-CC78CD9771BE}"/>
              </a:ext>
            </a:extLst>
          </p:cNvPr>
          <p:cNvGrpSpPr/>
          <p:nvPr/>
        </p:nvGrpSpPr>
        <p:grpSpPr>
          <a:xfrm>
            <a:off x="0" y="1927224"/>
            <a:ext cx="3596223" cy="4239576"/>
            <a:chOff x="0" y="1927224"/>
            <a:chExt cx="3596223" cy="4239576"/>
          </a:xfrm>
        </p:grpSpPr>
        <p:pic>
          <p:nvPicPr>
            <p:cNvPr id="4" name="Picture 3">
              <a:extLst>
                <a:ext uri="{FF2B5EF4-FFF2-40B4-BE49-F238E27FC236}">
                  <a16:creationId xmlns:a16="http://schemas.microsoft.com/office/drawing/2014/main" id="{A9492EA6-F99F-F20F-EB8D-636AB1EE9EA1}"/>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1" y="1927224"/>
              <a:ext cx="3596222" cy="4239576"/>
            </a:xfrm>
            <a:prstGeom prst="rect">
              <a:avLst/>
            </a:prstGeom>
          </p:spPr>
        </p:pic>
        <p:sp>
          <p:nvSpPr>
            <p:cNvPr id="27" name="Rectangle 26">
              <a:extLst>
                <a:ext uri="{FF2B5EF4-FFF2-40B4-BE49-F238E27FC236}">
                  <a16:creationId xmlns:a16="http://schemas.microsoft.com/office/drawing/2014/main" id="{8A6D264F-BB1E-752B-94D6-F231EC8F59C9}"/>
                </a:ext>
              </a:extLst>
            </p:cNvPr>
            <p:cNvSpPr/>
            <p:nvPr/>
          </p:nvSpPr>
          <p:spPr bwMode="gray">
            <a:xfrm flipV="1">
              <a:off x="0" y="1927224"/>
              <a:ext cx="3596223" cy="1501775"/>
            </a:xfrm>
            <a:prstGeom prst="rect">
              <a:avLst/>
            </a:prstGeom>
            <a:gradFill>
              <a:gsLst>
                <a:gs pos="0">
                  <a:schemeClr val="tx1">
                    <a:alpha val="0"/>
                  </a:schemeClr>
                </a:gs>
                <a:gs pos="100000">
                  <a:schemeClr val="tx1">
                    <a:alpha val="30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grpSp>
      <p:sp>
        <p:nvSpPr>
          <p:cNvPr id="22" name="TextBox 21">
            <a:extLst>
              <a:ext uri="{FF2B5EF4-FFF2-40B4-BE49-F238E27FC236}">
                <a16:creationId xmlns:a16="http://schemas.microsoft.com/office/drawing/2014/main" id="{B5250F0F-E388-5E49-C24C-75100A7200A8}"/>
              </a:ext>
            </a:extLst>
          </p:cNvPr>
          <p:cNvSpPr txBox="1"/>
          <p:nvPr/>
        </p:nvSpPr>
        <p:spPr bwMode="gray">
          <a:xfrm>
            <a:off x="3260644" y="1679834"/>
            <a:ext cx="2599993" cy="1878947"/>
          </a:xfrm>
          <a:prstGeom prst="rect">
            <a:avLst/>
          </a:prstGeom>
          <a:noFill/>
        </p:spPr>
        <p:txBody>
          <a:bodyPr wrap="square" lIns="0" tIns="0" rIns="0" bIns="0" rtlCol="0" anchor="ctr">
            <a:noAutofit/>
          </a:bodyPr>
          <a:lstStyle/>
          <a:p>
            <a:pPr algn="l">
              <a:spcBef>
                <a:spcPts val="600"/>
              </a:spcBef>
            </a:pPr>
            <a:r>
              <a:rPr lang="en-US" sz="23900">
                <a:solidFill>
                  <a:schemeClr val="accent5"/>
                </a:solidFill>
              </a:rPr>
              <a:t>→</a:t>
            </a:r>
          </a:p>
        </p:txBody>
      </p:sp>
      <p:sp>
        <p:nvSpPr>
          <p:cNvPr id="3" name="Title 2">
            <a:extLst>
              <a:ext uri="{FF2B5EF4-FFF2-40B4-BE49-F238E27FC236}">
                <a16:creationId xmlns:a16="http://schemas.microsoft.com/office/drawing/2014/main" id="{0A1CFE0A-023B-4FB3-8FCB-2273915510FD}"/>
              </a:ext>
            </a:extLst>
          </p:cNvPr>
          <p:cNvSpPr>
            <a:spLocks noGrp="1"/>
          </p:cNvSpPr>
          <p:nvPr>
            <p:ph type="title"/>
          </p:nvPr>
        </p:nvSpPr>
        <p:spPr/>
        <p:txBody>
          <a:bodyPr/>
          <a:lstStyle/>
          <a:p>
            <a:r>
              <a:rPr lang="en-US" b="1"/>
              <a:t>Delivering trust through proven execution and strong collaboration</a:t>
            </a:r>
            <a:endParaRPr lang="en-US"/>
          </a:p>
        </p:txBody>
      </p:sp>
      <p:sp>
        <p:nvSpPr>
          <p:cNvPr id="15" name="Footer Placeholder 2">
            <a:extLst>
              <a:ext uri="{FF2B5EF4-FFF2-40B4-BE49-F238E27FC236}">
                <a16:creationId xmlns:a16="http://schemas.microsoft.com/office/drawing/2014/main" id="{2151CBF0-D6B9-3DCF-6A62-B99A3C190431}"/>
              </a:ext>
            </a:extLst>
          </p:cNvPr>
          <p:cNvSpPr>
            <a:spLocks noGrp="1"/>
          </p:cNvSpPr>
          <p:nvPr>
            <p:ph type="ftr" sz="quarter" idx="10"/>
          </p:nvPr>
        </p:nvSpPr>
        <p:spPr/>
        <p:txBody>
          <a:bodyPr lIns="0" tIns="0" rIns="0" bIns="0"/>
          <a:lstStyle/>
          <a:p>
            <a:endParaRPr lang="en-US" noProof="0"/>
          </a:p>
        </p:txBody>
      </p:sp>
      <p:sp>
        <p:nvSpPr>
          <p:cNvPr id="7" name="Date Placeholder 6">
            <a:extLst>
              <a:ext uri="{FF2B5EF4-FFF2-40B4-BE49-F238E27FC236}">
                <a16:creationId xmlns:a16="http://schemas.microsoft.com/office/drawing/2014/main" id="{ADCAC5EC-691B-4BC1-ACCD-A54BB1967AC6}"/>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016A11-4950-4F3F-938B-45DEE5F72969}" type="datetime4">
              <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8" name="Slide Number Placeholder 7">
            <a:extLst>
              <a:ext uri="{FF2B5EF4-FFF2-40B4-BE49-F238E27FC236}">
                <a16:creationId xmlns:a16="http://schemas.microsoft.com/office/drawing/2014/main" id="{2039930B-7AEE-490B-9E03-B7EF084892F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sp>
        <p:nvSpPr>
          <p:cNvPr id="16" name="TextBox 15">
            <a:extLst>
              <a:ext uri="{FF2B5EF4-FFF2-40B4-BE49-F238E27FC236}">
                <a16:creationId xmlns:a16="http://schemas.microsoft.com/office/drawing/2014/main" id="{34D0135C-E579-4179-BF39-5B180CA7A637}"/>
              </a:ext>
            </a:extLst>
          </p:cNvPr>
          <p:cNvSpPr txBox="1"/>
          <p:nvPr/>
        </p:nvSpPr>
        <p:spPr bwMode="gray">
          <a:xfrm>
            <a:off x="6829922" y="3285440"/>
            <a:ext cx="2304000" cy="3177328"/>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BBvoice"/>
                <a:ea typeface="ABBvoice"/>
                <a:cs typeface="ABBvoice"/>
              </a:rPr>
              <a:t>What?</a:t>
            </a:r>
          </a:p>
          <a:p>
            <a:pPr>
              <a:spcBef>
                <a:spcPts val="600"/>
              </a:spcBef>
              <a:defRPr/>
            </a:pPr>
            <a:r>
              <a:rPr kumimoji="0" lang="en-US" sz="1200" b="0" i="0" u="none" strike="noStrike" kern="1200" cap="none" spc="0" normalizeH="0" baseline="0" noProof="0" dirty="0">
                <a:ln>
                  <a:noFill/>
                </a:ln>
                <a:solidFill>
                  <a:srgbClr val="000000"/>
                </a:solidFill>
                <a:effectLst/>
                <a:uLnTx/>
                <a:uFillTx/>
                <a:latin typeface="ABBvoice"/>
                <a:ea typeface="ABBvoice"/>
                <a:cs typeface="ABBvoice"/>
              </a:rPr>
              <a:t>The project involved the deployment of advanced Variable Speed Drive Systems for feed gas compressor trains, including: </a:t>
            </a:r>
            <a:r>
              <a:rPr lang="en-US" sz="1200" dirty="0">
                <a:solidFill>
                  <a:srgbClr val="000000"/>
                </a:solidFill>
                <a:latin typeface="ABBvoice"/>
                <a:ea typeface="ABBvoice"/>
                <a:cs typeface="ABBvoice"/>
              </a:rPr>
              <a:t>converter transformer connected to 132kV in hazardous zone 2 (cat III), 28MW water-cooled</a:t>
            </a:r>
            <a:r>
              <a:rPr kumimoji="0" lang="en-US" sz="1200" b="0" i="0" u="none" strike="noStrike" kern="1200" cap="none" spc="0" normalizeH="0" baseline="0" noProof="0" dirty="0">
                <a:ln>
                  <a:noFill/>
                </a:ln>
                <a:solidFill>
                  <a:srgbClr val="000000"/>
                </a:solidFill>
                <a:effectLst/>
                <a:uLnTx/>
                <a:uFillTx/>
                <a:latin typeface="ABBvoice"/>
                <a:ea typeface="ABBvoice"/>
                <a:cs typeface="ABBvoice"/>
              </a:rPr>
              <a:t> MEGADRIVE-LCI </a:t>
            </a:r>
            <a:r>
              <a:rPr lang="en-US" sz="1200" dirty="0">
                <a:solidFill>
                  <a:srgbClr val="000000"/>
                </a:solidFill>
                <a:latin typeface="ABBvoice"/>
                <a:ea typeface="ABBvoice"/>
                <a:cs typeface="ABBvoice"/>
              </a:rPr>
              <a:t>driving &gt;98% efficiency AMS</a:t>
            </a:r>
            <a:r>
              <a:rPr kumimoji="0" lang="en-US" sz="1200" b="0" i="0" u="none" strike="noStrike" kern="1200" cap="none" spc="0" normalizeH="0" baseline="0" noProof="0" dirty="0">
                <a:ln>
                  <a:noFill/>
                </a:ln>
                <a:solidFill>
                  <a:srgbClr val="000000"/>
                </a:solidFill>
                <a:effectLst/>
                <a:uLnTx/>
                <a:uFillTx/>
                <a:latin typeface="ABBvoice"/>
                <a:ea typeface="ABBvoice"/>
                <a:cs typeface="ABBvoice"/>
              </a:rPr>
              <a:t> synchronous motor, harmonic filter systems</a:t>
            </a:r>
            <a:r>
              <a:rPr lang="en-US" sz="1200" dirty="0">
                <a:solidFill>
                  <a:srgbClr val="000000"/>
                </a:solidFill>
                <a:latin typeface="ABBvoice"/>
                <a:ea typeface="ABBvoice"/>
                <a:cs typeface="ABBvoice"/>
              </a:rPr>
              <a:t> meeting Norwegian regulations, string test alongside compression OEM</a:t>
            </a:r>
            <a:endParaRPr lang="en-US" sz="1200" b="0" i="0" u="none" strike="noStrike" kern="1200" cap="none" spc="0" normalizeH="0" baseline="0" noProof="0" dirty="0">
              <a:ln>
                <a:noFill/>
              </a:ln>
              <a:solidFill>
                <a:srgbClr val="000000"/>
              </a:solidFill>
              <a:effectLst/>
              <a:uLnTx/>
              <a:uFillTx/>
              <a:latin typeface="ABBvoice"/>
              <a:ea typeface="ABBvoice"/>
              <a:cs typeface="ABBvoice"/>
            </a:endParaRPr>
          </a:p>
        </p:txBody>
      </p:sp>
      <p:sp>
        <p:nvSpPr>
          <p:cNvPr id="21" name="TextBox 20">
            <a:extLst>
              <a:ext uri="{FF2B5EF4-FFF2-40B4-BE49-F238E27FC236}">
                <a16:creationId xmlns:a16="http://schemas.microsoft.com/office/drawing/2014/main" id="{5F041CF6-39D5-4B58-80DC-30E184C51B00}"/>
              </a:ext>
            </a:extLst>
          </p:cNvPr>
          <p:cNvSpPr txBox="1"/>
          <p:nvPr/>
        </p:nvSpPr>
        <p:spPr bwMode="gray">
          <a:xfrm>
            <a:off x="9552421"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BBvoice"/>
                <a:ea typeface="ABBvoice"/>
                <a:cs typeface="ABBvoice"/>
              </a:rPr>
              <a:t>Why?</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200" dirty="0">
                <a:solidFill>
                  <a:srgbClr val="000000"/>
                </a:solidFill>
                <a:latin typeface="ABBvoice"/>
                <a:ea typeface="ABBvoice"/>
                <a:cs typeface="ABBvoice"/>
              </a:rPr>
              <a:t>Ability to deliver with speed, quality, and reliability - backed by a strong track record of execution in complex projects.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200" dirty="0">
                <a:solidFill>
                  <a:srgbClr val="000000"/>
                </a:solidFill>
                <a:latin typeface="ABBvoice"/>
                <a:ea typeface="ABBvoice"/>
                <a:cs typeface="ABBvoice"/>
              </a:rPr>
              <a:t>Proactive approach, proven collaboration, and commitment to compliance and continuous improvement built the trust and confidence needed for a successful partnership</a:t>
            </a:r>
          </a:p>
        </p:txBody>
      </p:sp>
      <p:sp>
        <p:nvSpPr>
          <p:cNvPr id="6" name="TextBox 5">
            <a:extLst>
              <a:ext uri="{FF2B5EF4-FFF2-40B4-BE49-F238E27FC236}">
                <a16:creationId xmlns:a16="http://schemas.microsoft.com/office/drawing/2014/main" id="{68F6D7E1-5079-3661-2E74-4ED172370882}"/>
              </a:ext>
            </a:extLst>
          </p:cNvPr>
          <p:cNvSpPr txBox="1"/>
          <p:nvPr/>
        </p:nvSpPr>
        <p:spPr bwMode="gray">
          <a:xfrm>
            <a:off x="4107422"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BBvoice"/>
                <a:ea typeface="ABBvoice"/>
                <a:cs typeface="ABBvoice"/>
              </a:rPr>
              <a:t>Who?</a:t>
            </a: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dirty="0"/>
              <a:t>The </a:t>
            </a:r>
            <a:r>
              <a:rPr lang="en-US" sz="1200" dirty="0" err="1"/>
              <a:t>Snøhvit</a:t>
            </a:r>
            <a:r>
              <a:rPr lang="en-US" sz="1200" dirty="0"/>
              <a:t> project, located at the Hammerfest LNG plant in Norway, is a flagship initiative led by Equinor and supported by major industrial partners. It is recognized for pioneering electrification and carbon reduction in LNG production</a:t>
            </a:r>
            <a:endParaRPr kumimoji="0" lang="en-US" sz="1200" i="0" u="none" strike="noStrike" kern="1200" cap="none" spc="0" normalizeH="0" baseline="0" noProof="0" dirty="0">
              <a:ln>
                <a:noFill/>
              </a:ln>
              <a:solidFill>
                <a:srgbClr val="000000"/>
              </a:solidFill>
              <a:effectLst/>
              <a:uLnTx/>
              <a:uFillTx/>
              <a:latin typeface="ABBvoice"/>
              <a:ea typeface="ABBvoice"/>
              <a:cs typeface="ABBvoice"/>
            </a:endParaRPr>
          </a:p>
        </p:txBody>
      </p:sp>
      <p:pic>
        <p:nvPicPr>
          <p:cNvPr id="23" name="Graphic 22">
            <a:extLst>
              <a:ext uri="{FF2B5EF4-FFF2-40B4-BE49-F238E27FC236}">
                <a16:creationId xmlns:a16="http://schemas.microsoft.com/office/drawing/2014/main" id="{D898A778-0891-C703-EF94-9737B2F8256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07422" y="2643079"/>
            <a:ext cx="457200" cy="457200"/>
          </a:xfrm>
          <a:prstGeom prst="rect">
            <a:avLst/>
          </a:prstGeom>
        </p:spPr>
      </p:pic>
      <p:pic>
        <p:nvPicPr>
          <p:cNvPr id="24" name="Graphic 23">
            <a:extLst>
              <a:ext uri="{FF2B5EF4-FFF2-40B4-BE49-F238E27FC236}">
                <a16:creationId xmlns:a16="http://schemas.microsoft.com/office/drawing/2014/main" id="{ABA5DF22-6A14-38FF-0A83-5B6B2FD0B39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29921" y="2643079"/>
            <a:ext cx="457200" cy="457200"/>
          </a:xfrm>
          <a:prstGeom prst="rect">
            <a:avLst/>
          </a:prstGeom>
        </p:spPr>
      </p:pic>
      <p:pic>
        <p:nvPicPr>
          <p:cNvPr id="25" name="Graphic 24">
            <a:extLst>
              <a:ext uri="{FF2B5EF4-FFF2-40B4-BE49-F238E27FC236}">
                <a16:creationId xmlns:a16="http://schemas.microsoft.com/office/drawing/2014/main" id="{308F625D-DC31-B748-23AE-FD2EFF80E03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52421" y="2643079"/>
            <a:ext cx="457200" cy="457200"/>
          </a:xfrm>
          <a:prstGeom prst="rect">
            <a:avLst/>
          </a:prstGeom>
        </p:spPr>
      </p:pic>
      <p:sp>
        <p:nvSpPr>
          <p:cNvPr id="28" name="Content Placeholder 4">
            <a:extLst>
              <a:ext uri="{FF2B5EF4-FFF2-40B4-BE49-F238E27FC236}">
                <a16:creationId xmlns:a16="http://schemas.microsoft.com/office/drawing/2014/main" id="{00029DB3-B834-62D2-885C-1214C84A3263}"/>
              </a:ext>
            </a:extLst>
          </p:cNvPr>
          <p:cNvSpPr txBox="1">
            <a:spLocks/>
          </p:cNvSpPr>
          <p:nvPr/>
        </p:nvSpPr>
        <p:spPr bwMode="gray">
          <a:xfrm>
            <a:off x="322181" y="2439953"/>
            <a:ext cx="2938463" cy="544985"/>
          </a:xfrm>
          <a:prstGeom prst="rect">
            <a:avLst/>
          </a:prstGeom>
        </p:spPr>
        <p:txBody>
          <a:bodyPr vert="horz" lIns="0" tIns="0" rIns="0" bIns="0" rtlCol="0">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600" b="0" i="0" u="none" strike="noStrike" kern="1200" cap="all" spc="200" normalizeH="0" baseline="0" noProof="0">
                <a:ln>
                  <a:noFill/>
                </a:ln>
                <a:solidFill>
                  <a:srgbClr val="FFFFFF"/>
                </a:solidFill>
                <a:effectLst/>
                <a:uLnTx/>
                <a:uFillTx/>
                <a:latin typeface="ABBvoice"/>
                <a:ea typeface="ABBvoice"/>
                <a:cs typeface="ABBvoice"/>
              </a:rPr>
              <a:t>Project reference: </a:t>
            </a:r>
            <a:endParaRPr lang="en-US" sz="1600" b="1" cap="all" spc="200">
              <a:solidFill>
                <a:srgbClr val="FFFFFF"/>
              </a:solidFill>
              <a:latin typeface="ABBvoice"/>
              <a:ea typeface="ABBvoice"/>
              <a:cs typeface="ABBvoice"/>
            </a:endParaRPr>
          </a:p>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600" b="1" i="0" u="none" strike="noStrike" kern="1200" cap="all" spc="200" normalizeH="0" baseline="0" noProof="0">
                <a:ln>
                  <a:noFill/>
                </a:ln>
                <a:solidFill>
                  <a:srgbClr val="FFFFFF"/>
                </a:solidFill>
                <a:effectLst/>
                <a:uLnTx/>
                <a:uFillTx/>
                <a:latin typeface="ABBvoice"/>
                <a:ea typeface="ABBvoice"/>
                <a:cs typeface="ABBvoice"/>
              </a:rPr>
              <a:t>OIL AND GAS</a:t>
            </a:r>
          </a:p>
        </p:txBody>
      </p:sp>
    </p:spTree>
    <p:custDataLst>
      <p:custData r:id="rId1"/>
      <p:custData r:id="rId2"/>
    </p:custDataLst>
    <p:extLst>
      <p:ext uri="{BB962C8B-B14F-4D97-AF65-F5344CB8AC3E}">
        <p14:creationId xmlns:p14="http://schemas.microsoft.com/office/powerpoint/2010/main" val="2596174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33CB9-7679-E4FE-FCEE-0884503C6B8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F355066-FCB0-8CFD-F3E5-08F54DB51F1D}"/>
              </a:ext>
            </a:extLst>
          </p:cNvPr>
          <p:cNvGrpSpPr/>
          <p:nvPr/>
        </p:nvGrpSpPr>
        <p:grpSpPr>
          <a:xfrm>
            <a:off x="0" y="1927224"/>
            <a:ext cx="3596223" cy="4250210"/>
            <a:chOff x="0" y="1927224"/>
            <a:chExt cx="3596223" cy="4250210"/>
          </a:xfrm>
        </p:grpSpPr>
        <p:pic>
          <p:nvPicPr>
            <p:cNvPr id="26" name="Picture Placeholder 9">
              <a:extLst>
                <a:ext uri="{FF2B5EF4-FFF2-40B4-BE49-F238E27FC236}">
                  <a16:creationId xmlns:a16="http://schemas.microsoft.com/office/drawing/2014/main" id="{D025147B-0BA1-C9E4-24BB-89DD56C1E86C}"/>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bwMode="gray">
            <a:xfrm>
              <a:off x="0" y="1927225"/>
              <a:ext cx="3596223" cy="4250209"/>
            </a:xfrm>
            <a:prstGeom prst="rect">
              <a:avLst/>
            </a:prstGeom>
          </p:spPr>
        </p:pic>
        <p:sp>
          <p:nvSpPr>
            <p:cNvPr id="27" name="Rectangle 26">
              <a:extLst>
                <a:ext uri="{FF2B5EF4-FFF2-40B4-BE49-F238E27FC236}">
                  <a16:creationId xmlns:a16="http://schemas.microsoft.com/office/drawing/2014/main" id="{3BC63CE0-32BB-83B9-3813-1A76D895313C}"/>
                </a:ext>
              </a:extLst>
            </p:cNvPr>
            <p:cNvSpPr/>
            <p:nvPr/>
          </p:nvSpPr>
          <p:spPr bwMode="gray">
            <a:xfrm flipV="1">
              <a:off x="0" y="1927224"/>
              <a:ext cx="3596223" cy="1501775"/>
            </a:xfrm>
            <a:prstGeom prst="rect">
              <a:avLst/>
            </a:prstGeom>
            <a:gradFill>
              <a:gsLst>
                <a:gs pos="0">
                  <a:schemeClr val="tx1">
                    <a:alpha val="0"/>
                  </a:schemeClr>
                </a:gs>
                <a:gs pos="100000">
                  <a:schemeClr val="tx1">
                    <a:alpha val="30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grpSp>
      <p:sp>
        <p:nvSpPr>
          <p:cNvPr id="22" name="TextBox 21">
            <a:extLst>
              <a:ext uri="{FF2B5EF4-FFF2-40B4-BE49-F238E27FC236}">
                <a16:creationId xmlns:a16="http://schemas.microsoft.com/office/drawing/2014/main" id="{565A286D-7861-F33F-DEA5-2C15C0631C1F}"/>
              </a:ext>
            </a:extLst>
          </p:cNvPr>
          <p:cNvSpPr txBox="1"/>
          <p:nvPr/>
        </p:nvSpPr>
        <p:spPr bwMode="gray">
          <a:xfrm>
            <a:off x="3260644" y="1679834"/>
            <a:ext cx="2599993" cy="1878947"/>
          </a:xfrm>
          <a:prstGeom prst="rect">
            <a:avLst/>
          </a:prstGeom>
          <a:noFill/>
        </p:spPr>
        <p:txBody>
          <a:bodyPr wrap="square" lIns="0" tIns="0" rIns="0" bIns="0" rtlCol="0" anchor="ctr">
            <a:noAutofit/>
          </a:bodyPr>
          <a:lstStyle/>
          <a:p>
            <a:pPr algn="l">
              <a:spcBef>
                <a:spcPts val="600"/>
              </a:spcBef>
            </a:pPr>
            <a:r>
              <a:rPr lang="en-US" sz="23900">
                <a:solidFill>
                  <a:schemeClr val="accent5"/>
                </a:solidFill>
              </a:rPr>
              <a:t>→</a:t>
            </a:r>
          </a:p>
        </p:txBody>
      </p:sp>
      <p:sp>
        <p:nvSpPr>
          <p:cNvPr id="3" name="Title 2">
            <a:extLst>
              <a:ext uri="{FF2B5EF4-FFF2-40B4-BE49-F238E27FC236}">
                <a16:creationId xmlns:a16="http://schemas.microsoft.com/office/drawing/2014/main" id="{4964C81C-F4F7-F0C7-8D3B-DC55B554A959}"/>
              </a:ext>
            </a:extLst>
          </p:cNvPr>
          <p:cNvSpPr>
            <a:spLocks noGrp="1"/>
          </p:cNvSpPr>
          <p:nvPr>
            <p:ph type="title"/>
          </p:nvPr>
        </p:nvSpPr>
        <p:spPr/>
        <p:txBody>
          <a:bodyPr/>
          <a:lstStyle/>
          <a:p>
            <a:r>
              <a:rPr lang="en-US"/>
              <a:t>Sustainable solutions for the energy supply of the future</a:t>
            </a:r>
          </a:p>
        </p:txBody>
      </p:sp>
      <p:sp>
        <p:nvSpPr>
          <p:cNvPr id="15" name="Footer Placeholder 2">
            <a:extLst>
              <a:ext uri="{FF2B5EF4-FFF2-40B4-BE49-F238E27FC236}">
                <a16:creationId xmlns:a16="http://schemas.microsoft.com/office/drawing/2014/main" id="{27A444D4-12A7-59AC-5229-F72B81AF5F9F}"/>
              </a:ext>
            </a:extLst>
          </p:cNvPr>
          <p:cNvSpPr>
            <a:spLocks noGrp="1"/>
          </p:cNvSpPr>
          <p:nvPr>
            <p:ph type="ftr" sz="quarter" idx="10"/>
          </p:nvPr>
        </p:nvSpPr>
        <p:spPr/>
        <p:txBody>
          <a:bodyPr lIns="0" tIns="0" rIns="0" bIns="0"/>
          <a:lstStyle/>
          <a:p>
            <a:endParaRPr lang="en-US" noProof="0"/>
          </a:p>
        </p:txBody>
      </p:sp>
      <p:sp>
        <p:nvSpPr>
          <p:cNvPr id="7" name="Date Placeholder 6">
            <a:extLst>
              <a:ext uri="{FF2B5EF4-FFF2-40B4-BE49-F238E27FC236}">
                <a16:creationId xmlns:a16="http://schemas.microsoft.com/office/drawing/2014/main" id="{55A9DE0E-B0A5-36D0-D668-AB20B0334275}"/>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016A11-4950-4F3F-938B-45DEE5F72969}" type="datetime4">
              <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8" name="Slide Number Placeholder 7">
            <a:extLst>
              <a:ext uri="{FF2B5EF4-FFF2-40B4-BE49-F238E27FC236}">
                <a16:creationId xmlns:a16="http://schemas.microsoft.com/office/drawing/2014/main" id="{D47B4802-618A-51C8-9691-947588209FA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sp>
        <p:nvSpPr>
          <p:cNvPr id="16" name="TextBox 15">
            <a:extLst>
              <a:ext uri="{FF2B5EF4-FFF2-40B4-BE49-F238E27FC236}">
                <a16:creationId xmlns:a16="http://schemas.microsoft.com/office/drawing/2014/main" id="{52B9B1D0-7C61-1AA6-D3FD-1BACB8A16BB1}"/>
              </a:ext>
            </a:extLst>
          </p:cNvPr>
          <p:cNvSpPr txBox="1"/>
          <p:nvPr/>
        </p:nvSpPr>
        <p:spPr bwMode="gray">
          <a:xfrm>
            <a:off x="6829922"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What?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Two medium voltage motors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Medium voltage switchgear</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Frequency converters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200">
                <a:solidFill>
                  <a:srgbClr val="000000"/>
                </a:solidFill>
                <a:latin typeface="ABBvoice"/>
                <a:ea typeface="ABBvoice"/>
                <a:cs typeface="ABBvoice"/>
              </a:rPr>
              <a:t>Control software </a:t>
            </a:r>
            <a:r>
              <a:rPr kumimoji="0" lang="en-US" sz="1200" b="0" i="0" u="none" strike="noStrike" kern="1200" cap="none" spc="0" normalizeH="0" baseline="0" noProof="0">
                <a:ln>
                  <a:noFill/>
                </a:ln>
                <a:solidFill>
                  <a:srgbClr val="000000"/>
                </a:solidFill>
                <a:effectLst/>
                <a:uLnTx/>
                <a:uFillTx/>
                <a:latin typeface="ABBvoice"/>
                <a:ea typeface="ABBvoice"/>
                <a:cs typeface="ABBvoice"/>
              </a:rPr>
              <a:t>for test stand applications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200">
                <a:solidFill>
                  <a:srgbClr val="000000"/>
                </a:solidFill>
                <a:latin typeface="ABBvoice"/>
                <a:ea typeface="ABBvoice"/>
                <a:cs typeface="ABBvoice"/>
              </a:rPr>
              <a:t>I</a:t>
            </a:r>
            <a:r>
              <a:rPr kumimoji="0" lang="en-US" sz="1200" b="0" i="0" u="none" strike="noStrike" kern="1200" cap="none" spc="0" normalizeH="0" baseline="0" noProof="0" err="1">
                <a:ln>
                  <a:noFill/>
                </a:ln>
                <a:solidFill>
                  <a:srgbClr val="000000"/>
                </a:solidFill>
                <a:effectLst/>
                <a:uLnTx/>
                <a:uFillTx/>
                <a:latin typeface="ABBvoice"/>
                <a:ea typeface="ABBvoice"/>
                <a:cs typeface="ABBvoice"/>
              </a:rPr>
              <a:t>nstallation</a:t>
            </a:r>
            <a:r>
              <a:rPr kumimoji="0" lang="en-US" sz="1200" b="0" i="0" u="none" strike="noStrike" kern="1200" cap="none" spc="0" normalizeH="0" baseline="0" noProof="0">
                <a:ln>
                  <a:noFill/>
                </a:ln>
                <a:solidFill>
                  <a:srgbClr val="000000"/>
                </a:solidFill>
                <a:effectLst/>
                <a:uLnTx/>
                <a:uFillTx/>
                <a:latin typeface="ABBvoice"/>
                <a:ea typeface="ABBvoice"/>
                <a:cs typeface="ABBvoice"/>
              </a:rPr>
              <a:t> </a:t>
            </a:r>
            <a:br>
              <a:rPr kumimoji="0" lang="en-US" sz="1200" b="0" i="0" u="none" strike="noStrike" kern="1200" cap="none" spc="0" normalizeH="0" baseline="0" noProof="0">
                <a:ln>
                  <a:noFill/>
                </a:ln>
                <a:solidFill>
                  <a:srgbClr val="000000"/>
                </a:solidFill>
                <a:effectLst/>
                <a:uLnTx/>
                <a:uFillTx/>
                <a:latin typeface="ABBvoice"/>
                <a:ea typeface="ABBvoice"/>
                <a:cs typeface="ABBvoice"/>
              </a:rPr>
            </a:br>
            <a:r>
              <a:rPr kumimoji="0" lang="en-US" sz="1200" b="0" i="0" u="none" strike="noStrike" kern="1200" cap="none" spc="0" normalizeH="0" baseline="0" noProof="0">
                <a:ln>
                  <a:noFill/>
                </a:ln>
                <a:solidFill>
                  <a:srgbClr val="000000"/>
                </a:solidFill>
                <a:effectLst/>
                <a:uLnTx/>
                <a:uFillTx/>
                <a:latin typeface="ABBvoice"/>
                <a:ea typeface="ABBvoice"/>
                <a:cs typeface="ABBvoice"/>
              </a:rPr>
              <a:t>and commissioning</a:t>
            </a:r>
          </a:p>
        </p:txBody>
      </p:sp>
      <p:sp>
        <p:nvSpPr>
          <p:cNvPr id="21" name="TextBox 20">
            <a:extLst>
              <a:ext uri="{FF2B5EF4-FFF2-40B4-BE49-F238E27FC236}">
                <a16:creationId xmlns:a16="http://schemas.microsoft.com/office/drawing/2014/main" id="{830CC714-DD6D-78BE-9011-412DA52386C8}"/>
              </a:ext>
            </a:extLst>
          </p:cNvPr>
          <p:cNvSpPr txBox="1"/>
          <p:nvPr/>
        </p:nvSpPr>
        <p:spPr bwMode="gray">
          <a:xfrm>
            <a:off x="9552421"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Why?</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Highly customized test stand solution for a unique customer case</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BBvoice"/>
                <a:ea typeface="ABBvoice"/>
                <a:cs typeface="ABBvoice"/>
              </a:rPr>
              <a:t>Commitment to sustainability extends beyond the product offering</a:t>
            </a:r>
          </a:p>
        </p:txBody>
      </p:sp>
      <p:sp>
        <p:nvSpPr>
          <p:cNvPr id="6" name="TextBox 5">
            <a:extLst>
              <a:ext uri="{FF2B5EF4-FFF2-40B4-BE49-F238E27FC236}">
                <a16:creationId xmlns:a16="http://schemas.microsoft.com/office/drawing/2014/main" id="{D72A5F23-8845-CBAC-EACD-11E1A7CFF4AA}"/>
              </a:ext>
            </a:extLst>
          </p:cNvPr>
          <p:cNvSpPr txBox="1"/>
          <p:nvPr/>
        </p:nvSpPr>
        <p:spPr bwMode="gray">
          <a:xfrm>
            <a:off x="4107422"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BBvoice"/>
                <a:ea typeface="ABBvoice"/>
                <a:cs typeface="ABBvoice"/>
              </a:rPr>
              <a:t>Who?</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i="0" u="none" strike="noStrike" kern="1200" cap="none" spc="0" normalizeH="0" baseline="0" noProof="0" dirty="0">
                <a:ln>
                  <a:noFill/>
                </a:ln>
                <a:solidFill>
                  <a:srgbClr val="000000"/>
                </a:solidFill>
                <a:effectLst/>
                <a:uLnTx/>
                <a:uFillTx/>
                <a:latin typeface="ABBvoice"/>
                <a:ea typeface="ABBvoice"/>
                <a:cs typeface="ABBvoice"/>
              </a:rPr>
              <a:t>Cooperation project with </a:t>
            </a:r>
            <a:r>
              <a:rPr kumimoji="0" lang="en-US" sz="1200" i="0" u="none" strike="noStrike" kern="1200" cap="none" spc="0" normalizeH="0" baseline="0" noProof="0" dirty="0" err="1">
                <a:ln>
                  <a:noFill/>
                </a:ln>
                <a:solidFill>
                  <a:srgbClr val="000000"/>
                </a:solidFill>
                <a:effectLst/>
                <a:uLnTx/>
                <a:uFillTx/>
                <a:latin typeface="ABBvoice"/>
                <a:ea typeface="ABBvoice"/>
                <a:cs typeface="ABBvoice"/>
              </a:rPr>
              <a:t>CorPower</a:t>
            </a:r>
            <a:r>
              <a:rPr kumimoji="0" lang="en-US" sz="1200" i="0" u="none" strike="noStrike" kern="1200" cap="none" spc="0" normalizeH="0" baseline="0" noProof="0" dirty="0">
                <a:ln>
                  <a:noFill/>
                </a:ln>
                <a:solidFill>
                  <a:srgbClr val="000000"/>
                </a:solidFill>
                <a:effectLst/>
                <a:uLnTx/>
                <a:uFillTx/>
                <a:latin typeface="ABBvoice"/>
                <a:ea typeface="ABBvoice"/>
                <a:cs typeface="ABBvoice"/>
              </a:rPr>
              <a:t> Ocean, which has developed a prototype in the form of a buoy that takes wave power and turns it into electricity</a:t>
            </a:r>
          </a:p>
        </p:txBody>
      </p:sp>
      <p:pic>
        <p:nvPicPr>
          <p:cNvPr id="23" name="Graphic 22">
            <a:extLst>
              <a:ext uri="{FF2B5EF4-FFF2-40B4-BE49-F238E27FC236}">
                <a16:creationId xmlns:a16="http://schemas.microsoft.com/office/drawing/2014/main" id="{8ACB3547-5C16-78F4-1525-36F14D16F17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07422" y="2643079"/>
            <a:ext cx="457200" cy="457200"/>
          </a:xfrm>
          <a:prstGeom prst="rect">
            <a:avLst/>
          </a:prstGeom>
        </p:spPr>
      </p:pic>
      <p:pic>
        <p:nvPicPr>
          <p:cNvPr id="24" name="Graphic 23">
            <a:extLst>
              <a:ext uri="{FF2B5EF4-FFF2-40B4-BE49-F238E27FC236}">
                <a16:creationId xmlns:a16="http://schemas.microsoft.com/office/drawing/2014/main" id="{AC858306-E96A-5C32-8657-C1E2E7DFAC4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29921" y="2643079"/>
            <a:ext cx="457200" cy="457200"/>
          </a:xfrm>
          <a:prstGeom prst="rect">
            <a:avLst/>
          </a:prstGeom>
        </p:spPr>
      </p:pic>
      <p:pic>
        <p:nvPicPr>
          <p:cNvPr id="25" name="Graphic 24">
            <a:extLst>
              <a:ext uri="{FF2B5EF4-FFF2-40B4-BE49-F238E27FC236}">
                <a16:creationId xmlns:a16="http://schemas.microsoft.com/office/drawing/2014/main" id="{7D0CA7E1-7B19-2C3D-2EC4-F77EBC21804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52421" y="2643079"/>
            <a:ext cx="457200" cy="457200"/>
          </a:xfrm>
          <a:prstGeom prst="rect">
            <a:avLst/>
          </a:prstGeom>
        </p:spPr>
      </p:pic>
      <p:sp>
        <p:nvSpPr>
          <p:cNvPr id="28" name="Content Placeholder 4">
            <a:extLst>
              <a:ext uri="{FF2B5EF4-FFF2-40B4-BE49-F238E27FC236}">
                <a16:creationId xmlns:a16="http://schemas.microsoft.com/office/drawing/2014/main" id="{74202B83-CADC-FB5A-BFDC-FDC42E9D7860}"/>
              </a:ext>
            </a:extLst>
          </p:cNvPr>
          <p:cNvSpPr txBox="1">
            <a:spLocks/>
          </p:cNvSpPr>
          <p:nvPr/>
        </p:nvSpPr>
        <p:spPr bwMode="gray">
          <a:xfrm>
            <a:off x="322181" y="2439953"/>
            <a:ext cx="2938463" cy="154725"/>
          </a:xfrm>
          <a:prstGeom prst="rect">
            <a:avLst/>
          </a:prstGeom>
        </p:spPr>
        <p:txBody>
          <a:bodyPr vert="horz" lIns="0" tIns="0" rIns="0" bIns="0" rtlCol="0">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600" b="0" i="0" u="none" strike="noStrike" kern="1200" cap="all" spc="200" normalizeH="0" baseline="0" noProof="0">
                <a:ln>
                  <a:noFill/>
                </a:ln>
                <a:solidFill>
                  <a:srgbClr val="FFFFFF"/>
                </a:solidFill>
                <a:effectLst/>
                <a:uLnTx/>
                <a:uFillTx/>
                <a:latin typeface="ABBvoice"/>
                <a:ea typeface="ABBvoice"/>
                <a:cs typeface="ABBvoice"/>
              </a:rPr>
              <a:t>Project reference: </a:t>
            </a:r>
            <a:r>
              <a:rPr kumimoji="0" lang="en-US" sz="1600" b="1" i="0" u="none" strike="noStrike" kern="1200" cap="all" spc="200" normalizeH="0" baseline="0" noProof="0">
                <a:ln>
                  <a:noFill/>
                </a:ln>
                <a:solidFill>
                  <a:srgbClr val="FFFFFF"/>
                </a:solidFill>
                <a:effectLst/>
                <a:uLnTx/>
                <a:uFillTx/>
                <a:latin typeface="ABBvoice"/>
                <a:ea typeface="ABBvoice"/>
                <a:cs typeface="ABBvoice"/>
              </a:rPr>
              <a:t>POWER GENERATION </a:t>
            </a:r>
          </a:p>
        </p:txBody>
      </p:sp>
    </p:spTree>
    <p:custDataLst>
      <p:custData r:id="rId1"/>
      <p:custData r:id="rId2"/>
    </p:custDataLst>
    <p:extLst>
      <p:ext uri="{BB962C8B-B14F-4D97-AF65-F5344CB8AC3E}">
        <p14:creationId xmlns:p14="http://schemas.microsoft.com/office/powerpoint/2010/main" val="1291304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A09A935-0BE3-39B5-EF04-3E713C84A694}"/>
              </a:ext>
            </a:extLst>
          </p:cNvPr>
          <p:cNvGrpSpPr/>
          <p:nvPr/>
        </p:nvGrpSpPr>
        <p:grpSpPr>
          <a:xfrm>
            <a:off x="0" y="1927223"/>
            <a:ext cx="3596223" cy="4250211"/>
            <a:chOff x="0" y="1927223"/>
            <a:chExt cx="3596223" cy="4250211"/>
          </a:xfrm>
        </p:grpSpPr>
        <p:pic>
          <p:nvPicPr>
            <p:cNvPr id="27" name="Picture Placeholder 9">
              <a:extLst>
                <a:ext uri="{FF2B5EF4-FFF2-40B4-BE49-F238E27FC236}">
                  <a16:creationId xmlns:a16="http://schemas.microsoft.com/office/drawing/2014/main" id="{27DB23A4-34DE-AE56-0D2E-5D376B54FA93}"/>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bwMode="gray">
            <a:xfrm>
              <a:off x="0" y="1927225"/>
              <a:ext cx="3596223" cy="4250209"/>
            </a:xfrm>
            <a:prstGeom prst="rect">
              <a:avLst/>
            </a:prstGeom>
          </p:spPr>
        </p:pic>
        <p:sp>
          <p:nvSpPr>
            <p:cNvPr id="28" name="Rectangle 27">
              <a:extLst>
                <a:ext uri="{FF2B5EF4-FFF2-40B4-BE49-F238E27FC236}">
                  <a16:creationId xmlns:a16="http://schemas.microsoft.com/office/drawing/2014/main" id="{71B449EB-8259-6551-DD4A-86E961283658}"/>
                </a:ext>
              </a:extLst>
            </p:cNvPr>
            <p:cNvSpPr/>
            <p:nvPr/>
          </p:nvSpPr>
          <p:spPr bwMode="gray">
            <a:xfrm flipV="1">
              <a:off x="0" y="1927223"/>
              <a:ext cx="3596223" cy="1915596"/>
            </a:xfrm>
            <a:prstGeom prst="rect">
              <a:avLst/>
            </a:prstGeom>
            <a:gradFill>
              <a:gsLst>
                <a:gs pos="0">
                  <a:schemeClr val="tx1">
                    <a:alpha val="0"/>
                  </a:schemeClr>
                </a:gs>
                <a:gs pos="100000">
                  <a:schemeClr val="tx1">
                    <a:alpha val="70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grpSp>
      <p:sp>
        <p:nvSpPr>
          <p:cNvPr id="17" name="TextBox 16">
            <a:extLst>
              <a:ext uri="{FF2B5EF4-FFF2-40B4-BE49-F238E27FC236}">
                <a16:creationId xmlns:a16="http://schemas.microsoft.com/office/drawing/2014/main" id="{B30D58C7-62F5-CF10-D2C4-C2459CFAB603}"/>
              </a:ext>
            </a:extLst>
          </p:cNvPr>
          <p:cNvSpPr txBox="1"/>
          <p:nvPr/>
        </p:nvSpPr>
        <p:spPr bwMode="gray">
          <a:xfrm>
            <a:off x="3260644" y="1679834"/>
            <a:ext cx="2599993" cy="1878947"/>
          </a:xfrm>
          <a:prstGeom prst="rect">
            <a:avLst/>
          </a:prstGeom>
          <a:noFill/>
        </p:spPr>
        <p:txBody>
          <a:bodyPr wrap="square" lIns="0" tIns="0" rIns="0" bIns="0" rtlCol="0" anchor="ctr">
            <a:noAutofit/>
          </a:bodyPr>
          <a:lstStyle/>
          <a:p>
            <a:pPr algn="l">
              <a:spcBef>
                <a:spcPts val="600"/>
              </a:spcBef>
            </a:pPr>
            <a:r>
              <a:rPr lang="en-US" sz="23900">
                <a:solidFill>
                  <a:schemeClr val="accent5"/>
                </a:solidFill>
              </a:rPr>
              <a:t>→</a:t>
            </a:r>
          </a:p>
        </p:txBody>
      </p:sp>
      <p:sp>
        <p:nvSpPr>
          <p:cNvPr id="29" name="Content Placeholder 4">
            <a:extLst>
              <a:ext uri="{FF2B5EF4-FFF2-40B4-BE49-F238E27FC236}">
                <a16:creationId xmlns:a16="http://schemas.microsoft.com/office/drawing/2014/main" id="{C302AD65-CDD3-0299-0A0E-53DBF94A96D8}"/>
              </a:ext>
            </a:extLst>
          </p:cNvPr>
          <p:cNvSpPr txBox="1">
            <a:spLocks/>
          </p:cNvSpPr>
          <p:nvPr/>
        </p:nvSpPr>
        <p:spPr bwMode="gray">
          <a:xfrm>
            <a:off x="322181" y="2439953"/>
            <a:ext cx="2938463" cy="154725"/>
          </a:xfrm>
          <a:prstGeom prst="rect">
            <a:avLst/>
          </a:prstGeom>
        </p:spPr>
        <p:txBody>
          <a:bodyPr vert="horz" lIns="0" tIns="0" rIns="0" bIns="0" rtlCol="0">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600" b="0" i="0" u="none" strike="noStrike" kern="1200" cap="all" spc="200" normalizeH="0" baseline="0" noProof="0">
                <a:ln>
                  <a:noFill/>
                </a:ln>
                <a:solidFill>
                  <a:srgbClr val="FFFFFF"/>
                </a:solidFill>
                <a:effectLst/>
                <a:uLnTx/>
                <a:uFillTx/>
                <a:latin typeface="ABBvoice"/>
                <a:ea typeface="ABBvoice"/>
                <a:cs typeface="ABBvoice"/>
              </a:rPr>
              <a:t>PROJECT REFERENCE: </a:t>
            </a:r>
            <a:r>
              <a:rPr kumimoji="0" lang="en-US" sz="1600" b="1" i="0" u="none" strike="noStrike" kern="1200" cap="all" spc="200" normalizeH="0" baseline="0" noProof="0">
                <a:ln>
                  <a:noFill/>
                </a:ln>
                <a:solidFill>
                  <a:srgbClr val="FFFFFF"/>
                </a:solidFill>
                <a:effectLst/>
                <a:uLnTx/>
                <a:uFillTx/>
                <a:latin typeface="ABBvoice"/>
                <a:ea typeface="ABBvoice"/>
                <a:cs typeface="ABBvoice"/>
              </a:rPr>
              <a:t>POWER GENERATION </a:t>
            </a:r>
          </a:p>
        </p:txBody>
      </p:sp>
      <p:sp>
        <p:nvSpPr>
          <p:cNvPr id="3" name="Title 2">
            <a:extLst>
              <a:ext uri="{FF2B5EF4-FFF2-40B4-BE49-F238E27FC236}">
                <a16:creationId xmlns:a16="http://schemas.microsoft.com/office/drawing/2014/main" id="{0A1CFE0A-023B-4FB3-8FCB-2273915510FD}"/>
              </a:ext>
            </a:extLst>
          </p:cNvPr>
          <p:cNvSpPr>
            <a:spLocks noGrp="1"/>
          </p:cNvSpPr>
          <p:nvPr>
            <p:ph type="title"/>
          </p:nvPr>
        </p:nvSpPr>
        <p:spPr/>
        <p:txBody>
          <a:bodyPr/>
          <a:lstStyle/>
          <a:p>
            <a:r>
              <a:rPr lang="en-US"/>
              <a:t>Efficient integration and complex constraint management in a 60MW pump storage power plant</a:t>
            </a:r>
          </a:p>
        </p:txBody>
      </p:sp>
      <p:sp>
        <p:nvSpPr>
          <p:cNvPr id="15" name="Footer Placeholder 2">
            <a:extLst>
              <a:ext uri="{FF2B5EF4-FFF2-40B4-BE49-F238E27FC236}">
                <a16:creationId xmlns:a16="http://schemas.microsoft.com/office/drawing/2014/main" id="{2151CBF0-D6B9-3DCF-6A62-B99A3C190431}"/>
              </a:ext>
            </a:extLst>
          </p:cNvPr>
          <p:cNvSpPr>
            <a:spLocks noGrp="1"/>
          </p:cNvSpPr>
          <p:nvPr>
            <p:ph type="ftr" sz="quarter" idx="10"/>
          </p:nvPr>
        </p:nvSpPr>
        <p:spPr/>
        <p:txBody>
          <a:bodyPr lIns="0" tIns="0" rIns="0" bIns="0"/>
          <a:lstStyle/>
          <a:p>
            <a:endParaRPr lang="en-US" noProof="0"/>
          </a:p>
        </p:txBody>
      </p:sp>
      <p:sp>
        <p:nvSpPr>
          <p:cNvPr id="16" name="TextBox 15">
            <a:extLst>
              <a:ext uri="{FF2B5EF4-FFF2-40B4-BE49-F238E27FC236}">
                <a16:creationId xmlns:a16="http://schemas.microsoft.com/office/drawing/2014/main" id="{34D0135C-E579-4179-BF39-5B180CA7A637}"/>
              </a:ext>
            </a:extLst>
          </p:cNvPr>
          <p:cNvSpPr txBox="1"/>
          <p:nvPr/>
        </p:nvSpPr>
        <p:spPr bwMode="gray">
          <a:xfrm>
            <a:off x="6829922" y="3285440"/>
            <a:ext cx="2304000" cy="2891994"/>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What?</a:t>
            </a:r>
          </a:p>
          <a:p>
            <a:pPr marL="171450" indent="-171450">
              <a:buFont typeface="Arial" panose="020B0604020202020204" pitchFamily="34" charset="0"/>
              <a:buChar char="•"/>
            </a:pPr>
            <a:r>
              <a:rPr lang="de-CH" sz="1100">
                <a:solidFill>
                  <a:srgbClr val="000000"/>
                </a:solidFill>
                <a:latin typeface="ABBvoice"/>
                <a:ea typeface="ABBvoice"/>
                <a:cs typeface="ABBvoice"/>
              </a:rPr>
              <a:t>75 MVA OFWF 6-winding </a:t>
            </a:r>
            <a:r>
              <a:rPr lang="de-CH" sz="1100" err="1">
                <a:solidFill>
                  <a:srgbClr val="000000"/>
                </a:solidFill>
                <a:latin typeface="ABBvoice"/>
                <a:ea typeface="ABBvoice"/>
                <a:cs typeface="ABBvoice"/>
              </a:rPr>
              <a:t>transformer</a:t>
            </a:r>
            <a:r>
              <a:rPr lang="de-CH" sz="1100">
                <a:solidFill>
                  <a:srgbClr val="000000"/>
                </a:solidFill>
                <a:latin typeface="ABBvoice"/>
                <a:ea typeface="ABBvoice"/>
                <a:cs typeface="ABBvoice"/>
              </a:rPr>
              <a:t> (ETD / CZ) incl. additional </a:t>
            </a:r>
            <a:r>
              <a:rPr lang="de-CH" sz="1100" err="1">
                <a:solidFill>
                  <a:srgbClr val="000000"/>
                </a:solidFill>
                <a:latin typeface="ABBvoice"/>
                <a:ea typeface="ABBvoice"/>
                <a:cs typeface="ABBvoice"/>
              </a:rPr>
              <a:t>filter</a:t>
            </a:r>
            <a:r>
              <a:rPr lang="de-CH" sz="1100">
                <a:solidFill>
                  <a:srgbClr val="000000"/>
                </a:solidFill>
                <a:latin typeface="ABBvoice"/>
                <a:ea typeface="ABBvoice"/>
                <a:cs typeface="ABBvoice"/>
              </a:rPr>
              <a:t> </a:t>
            </a:r>
            <a:r>
              <a:rPr lang="de-CH" sz="1100" err="1">
                <a:solidFill>
                  <a:srgbClr val="000000"/>
                </a:solidFill>
                <a:latin typeface="ABBvoice"/>
                <a:ea typeface="ABBvoice"/>
                <a:cs typeface="ABBvoice"/>
              </a:rPr>
              <a:t>winding</a:t>
            </a:r>
            <a:endParaRPr lang="de-CH" sz="1100">
              <a:solidFill>
                <a:srgbClr val="000000"/>
              </a:solidFill>
              <a:latin typeface="ABBvoice"/>
              <a:ea typeface="ABBvoice"/>
              <a:cs typeface="ABBvoice"/>
            </a:endParaRPr>
          </a:p>
          <a:p>
            <a:pPr marL="171450" indent="-171450">
              <a:buFont typeface="Arial" panose="020B0604020202020204" pitchFamily="34" charset="0"/>
              <a:buChar char="•"/>
            </a:pPr>
            <a:r>
              <a:rPr lang="de-CH" sz="1100">
                <a:solidFill>
                  <a:srgbClr val="000000"/>
                </a:solidFill>
                <a:latin typeface="ABBvoice"/>
                <a:ea typeface="ABBvoice"/>
                <a:cs typeface="ABBvoice"/>
              </a:rPr>
              <a:t>Tripple-</a:t>
            </a:r>
            <a:r>
              <a:rPr lang="de-CH" sz="1100" err="1">
                <a:solidFill>
                  <a:srgbClr val="000000"/>
                </a:solidFill>
                <a:latin typeface="ABBvoice"/>
                <a:ea typeface="ABBvoice"/>
                <a:cs typeface="ABBvoice"/>
              </a:rPr>
              <a:t>branch</a:t>
            </a:r>
            <a:r>
              <a:rPr lang="de-CH" sz="1100">
                <a:solidFill>
                  <a:srgbClr val="000000"/>
                </a:solidFill>
                <a:latin typeface="ABBvoice"/>
                <a:ea typeface="ABBvoice"/>
                <a:cs typeface="ABBvoice"/>
              </a:rPr>
              <a:t> </a:t>
            </a:r>
            <a:r>
              <a:rPr lang="de-CH" sz="1100" err="1">
                <a:solidFill>
                  <a:srgbClr val="000000"/>
                </a:solidFill>
                <a:latin typeface="ABBvoice"/>
                <a:ea typeface="ABBvoice"/>
                <a:cs typeface="ABBvoice"/>
              </a:rPr>
              <a:t>harmonic</a:t>
            </a:r>
            <a:r>
              <a:rPr lang="de-CH" sz="1100">
                <a:solidFill>
                  <a:srgbClr val="000000"/>
                </a:solidFill>
                <a:latin typeface="ABBvoice"/>
                <a:ea typeface="ABBvoice"/>
                <a:cs typeface="ABBvoice"/>
              </a:rPr>
              <a:t> </a:t>
            </a:r>
            <a:r>
              <a:rPr lang="de-CH" sz="1100" err="1">
                <a:solidFill>
                  <a:srgbClr val="000000"/>
                </a:solidFill>
                <a:latin typeface="ABBvoice"/>
                <a:ea typeface="ABBvoice"/>
                <a:cs typeface="ABBvoice"/>
              </a:rPr>
              <a:t>line</a:t>
            </a:r>
            <a:r>
              <a:rPr lang="de-CH" sz="1100">
                <a:solidFill>
                  <a:srgbClr val="000000"/>
                </a:solidFill>
                <a:latin typeface="ABBvoice"/>
                <a:ea typeface="ABBvoice"/>
                <a:cs typeface="ABBvoice"/>
              </a:rPr>
              <a:t> </a:t>
            </a:r>
            <a:r>
              <a:rPr lang="de-CH" sz="1100" err="1">
                <a:solidFill>
                  <a:srgbClr val="000000"/>
                </a:solidFill>
                <a:latin typeface="ABBvoice"/>
                <a:ea typeface="ABBvoice"/>
                <a:cs typeface="ABBvoice"/>
              </a:rPr>
              <a:t>filter</a:t>
            </a:r>
            <a:endParaRPr lang="de-CH" sz="1100">
              <a:solidFill>
                <a:srgbClr val="000000"/>
              </a:solidFill>
              <a:latin typeface="ABBvoice"/>
              <a:ea typeface="ABBvoice"/>
              <a:cs typeface="ABBvoice"/>
            </a:endParaRPr>
          </a:p>
          <a:p>
            <a:pPr marL="171450" indent="-171450">
              <a:buFont typeface="Arial" panose="020B0604020202020204" pitchFamily="34" charset="0"/>
              <a:buChar char="•"/>
            </a:pPr>
            <a:r>
              <a:rPr lang="de-CH" sz="1100">
                <a:solidFill>
                  <a:srgbClr val="000000"/>
                </a:solidFill>
                <a:latin typeface="ABBvoice"/>
                <a:ea typeface="ABBvoice"/>
                <a:cs typeface="ABBvoice"/>
              </a:rPr>
              <a:t>60 MW </a:t>
            </a:r>
            <a:r>
              <a:rPr lang="de-CH" sz="1100" err="1">
                <a:solidFill>
                  <a:srgbClr val="000000"/>
                </a:solidFill>
                <a:latin typeface="ABBvoice"/>
                <a:ea typeface="ABBvoice"/>
                <a:cs typeface="ABBvoice"/>
              </a:rPr>
              <a:t>rated</a:t>
            </a:r>
            <a:r>
              <a:rPr lang="de-CH" sz="1100">
                <a:solidFill>
                  <a:srgbClr val="000000"/>
                </a:solidFill>
                <a:latin typeface="ABBvoice"/>
                <a:ea typeface="ABBvoice"/>
                <a:cs typeface="ABBvoice"/>
              </a:rPr>
              <a:t> liquid </a:t>
            </a:r>
            <a:r>
              <a:rPr lang="de-CH" sz="1100" err="1">
                <a:solidFill>
                  <a:srgbClr val="000000"/>
                </a:solidFill>
                <a:latin typeface="ABBvoice"/>
                <a:ea typeface="ABBvoice"/>
                <a:cs typeface="ABBvoice"/>
              </a:rPr>
              <a:t>cooled</a:t>
            </a:r>
            <a:r>
              <a:rPr lang="de-CH" sz="1100">
                <a:solidFill>
                  <a:srgbClr val="000000"/>
                </a:solidFill>
                <a:latin typeface="ABBvoice"/>
                <a:ea typeface="ABBvoice"/>
                <a:cs typeface="ABBvoice"/>
              </a:rPr>
              <a:t> LCI </a:t>
            </a:r>
            <a:r>
              <a:rPr lang="de-CH" sz="1100" err="1">
                <a:solidFill>
                  <a:srgbClr val="000000"/>
                </a:solidFill>
                <a:latin typeface="ABBvoice"/>
                <a:ea typeface="ABBvoice"/>
                <a:cs typeface="ABBvoice"/>
              </a:rPr>
              <a:t>drive</a:t>
            </a:r>
            <a:r>
              <a:rPr lang="de-CH" sz="1100">
                <a:solidFill>
                  <a:srgbClr val="000000"/>
                </a:solidFill>
                <a:latin typeface="ABBvoice"/>
                <a:ea typeface="ABBvoice"/>
                <a:cs typeface="ABBvoice"/>
              </a:rPr>
              <a:t>, 24-pulse </a:t>
            </a:r>
            <a:r>
              <a:rPr lang="de-CH" sz="1100" err="1">
                <a:solidFill>
                  <a:srgbClr val="000000"/>
                </a:solidFill>
                <a:latin typeface="ABBvoice"/>
                <a:ea typeface="ABBvoice"/>
                <a:cs typeface="ABBvoice"/>
              </a:rPr>
              <a:t>thyristor</a:t>
            </a:r>
            <a:r>
              <a:rPr lang="de-CH" sz="1100">
                <a:solidFill>
                  <a:srgbClr val="000000"/>
                </a:solidFill>
                <a:latin typeface="ABBvoice"/>
                <a:ea typeface="ABBvoice"/>
                <a:cs typeface="ABBvoice"/>
              </a:rPr>
              <a:t> </a:t>
            </a:r>
            <a:r>
              <a:rPr lang="de-CH" sz="1100" err="1">
                <a:solidFill>
                  <a:srgbClr val="000000"/>
                </a:solidFill>
                <a:latin typeface="ABBvoice"/>
                <a:ea typeface="ABBvoice"/>
                <a:cs typeface="ABBvoice"/>
              </a:rPr>
              <a:t>rectifier</a:t>
            </a:r>
            <a:r>
              <a:rPr lang="de-CH" sz="1100">
                <a:solidFill>
                  <a:srgbClr val="000000"/>
                </a:solidFill>
                <a:latin typeface="ABBvoice"/>
                <a:ea typeface="ABBvoice"/>
                <a:cs typeface="ABBvoice"/>
              </a:rPr>
              <a:t>, 2 x 6-pulse </a:t>
            </a:r>
            <a:r>
              <a:rPr lang="de-CH" sz="1100" err="1">
                <a:solidFill>
                  <a:srgbClr val="000000"/>
                </a:solidFill>
                <a:latin typeface="ABBvoice"/>
                <a:ea typeface="ABBvoice"/>
                <a:cs typeface="ABBvoice"/>
              </a:rPr>
              <a:t>inverter</a:t>
            </a:r>
            <a:r>
              <a:rPr lang="de-CH" sz="1100">
                <a:solidFill>
                  <a:srgbClr val="000000"/>
                </a:solidFill>
                <a:latin typeface="ABBvoice"/>
                <a:ea typeface="ABBvoice"/>
                <a:cs typeface="ABBvoice"/>
              </a:rPr>
              <a:t> </a:t>
            </a:r>
          </a:p>
          <a:p>
            <a:pPr marL="171450" indent="-171450">
              <a:buFont typeface="Arial" panose="020B0604020202020204" pitchFamily="34" charset="0"/>
              <a:buChar char="•"/>
            </a:pPr>
            <a:r>
              <a:rPr lang="de-CH" sz="1100">
                <a:solidFill>
                  <a:srgbClr val="000000"/>
                </a:solidFill>
                <a:latin typeface="ABBvoice"/>
                <a:ea typeface="ABBvoice"/>
                <a:cs typeface="ABBvoice"/>
              </a:rPr>
              <a:t>60 MW @3000rpm </a:t>
            </a:r>
            <a:r>
              <a:rPr lang="de-CH" sz="1100" err="1">
                <a:solidFill>
                  <a:srgbClr val="000000"/>
                </a:solidFill>
                <a:latin typeface="ABBvoice"/>
                <a:ea typeface="ABBvoice"/>
                <a:cs typeface="ABBvoice"/>
              </a:rPr>
              <a:t>rated</a:t>
            </a:r>
            <a:r>
              <a:rPr lang="de-CH" sz="1100">
                <a:solidFill>
                  <a:srgbClr val="000000"/>
                </a:solidFill>
                <a:latin typeface="ABBvoice"/>
                <a:ea typeface="ABBvoice"/>
                <a:cs typeface="ABBvoice"/>
              </a:rPr>
              <a:t> </a:t>
            </a:r>
            <a:r>
              <a:rPr lang="de-CH" sz="1100" err="1">
                <a:solidFill>
                  <a:srgbClr val="000000"/>
                </a:solidFill>
                <a:latin typeface="ABBvoice"/>
                <a:ea typeface="ABBvoice"/>
                <a:cs typeface="ABBvoice"/>
              </a:rPr>
              <a:t>synchronous</a:t>
            </a:r>
            <a:r>
              <a:rPr lang="de-CH" sz="1100">
                <a:solidFill>
                  <a:srgbClr val="000000"/>
                </a:solidFill>
                <a:latin typeface="ABBvoice"/>
                <a:ea typeface="ABBvoice"/>
                <a:cs typeface="ABBvoice"/>
              </a:rPr>
              <a:t> </a:t>
            </a:r>
            <a:r>
              <a:rPr lang="de-CH" sz="1100" err="1">
                <a:solidFill>
                  <a:srgbClr val="000000"/>
                </a:solidFill>
                <a:latin typeface="ABBvoice"/>
                <a:ea typeface="ABBvoice"/>
                <a:cs typeface="ABBvoice"/>
              </a:rPr>
              <a:t>motor</a:t>
            </a:r>
            <a:r>
              <a:rPr lang="de-CH" sz="1100">
                <a:solidFill>
                  <a:srgbClr val="000000"/>
                </a:solidFill>
                <a:latin typeface="ABBvoice"/>
                <a:ea typeface="ABBvoice"/>
                <a:cs typeface="ABBvoice"/>
              </a:rPr>
              <a:t> (</a:t>
            </a:r>
            <a:r>
              <a:rPr lang="de-CH" sz="1100" err="1">
                <a:solidFill>
                  <a:srgbClr val="000000"/>
                </a:solidFill>
                <a:latin typeface="ABBvoice"/>
                <a:ea typeface="ABBvoice"/>
                <a:cs typeface="ABBvoice"/>
              </a:rPr>
              <a:t>Jeumont</a:t>
            </a:r>
            <a:r>
              <a:rPr lang="de-CH" sz="1100">
                <a:solidFill>
                  <a:srgbClr val="000000"/>
                </a:solidFill>
                <a:latin typeface="ABBvoice"/>
                <a:ea typeface="ABBvoice"/>
                <a:cs typeface="ABBvoice"/>
              </a:rPr>
              <a:t> Electric/FR)</a:t>
            </a:r>
          </a:p>
          <a:p>
            <a:pPr marL="171450" indent="-171450">
              <a:buFont typeface="Arial" panose="020B0604020202020204" pitchFamily="34" charset="0"/>
              <a:buChar char="•"/>
            </a:pPr>
            <a:r>
              <a:rPr lang="de-CH" sz="1100">
                <a:solidFill>
                  <a:srgbClr val="000000"/>
                </a:solidFill>
                <a:latin typeface="ABBvoice"/>
                <a:ea typeface="ABBvoice"/>
                <a:cs typeface="ABBvoice"/>
              </a:rPr>
              <a:t>Power </a:t>
            </a:r>
            <a:r>
              <a:rPr lang="de-CH" sz="1100" err="1">
                <a:solidFill>
                  <a:srgbClr val="000000"/>
                </a:solidFill>
                <a:latin typeface="ABBvoice"/>
                <a:ea typeface="ABBvoice"/>
                <a:cs typeface="ABBvoice"/>
              </a:rPr>
              <a:t>cables</a:t>
            </a:r>
            <a:r>
              <a:rPr lang="de-CH" sz="1100">
                <a:solidFill>
                  <a:srgbClr val="000000"/>
                </a:solidFill>
                <a:latin typeface="ABBvoice"/>
                <a:ea typeface="ABBvoice"/>
                <a:cs typeface="ABBvoice"/>
              </a:rPr>
              <a:t>, incl. </a:t>
            </a:r>
            <a:r>
              <a:rPr lang="de-CH" sz="1100" err="1">
                <a:solidFill>
                  <a:srgbClr val="000000"/>
                </a:solidFill>
                <a:latin typeface="ABBvoice"/>
                <a:ea typeface="ABBvoice"/>
                <a:cs typeface="ABBvoice"/>
              </a:rPr>
              <a:t>installation</a:t>
            </a:r>
            <a:r>
              <a:rPr lang="de-CH" sz="1100">
                <a:solidFill>
                  <a:srgbClr val="000000"/>
                </a:solidFill>
                <a:latin typeface="ABBvoice"/>
                <a:ea typeface="ABBvoice"/>
                <a:cs typeface="ABBvoice"/>
              </a:rPr>
              <a:t> material</a:t>
            </a:r>
          </a:p>
          <a:p>
            <a:pPr marL="171450" indent="-171450">
              <a:buFont typeface="Arial" panose="020B0604020202020204" pitchFamily="34" charset="0"/>
              <a:buChar char="•"/>
            </a:pPr>
            <a:r>
              <a:rPr lang="de-CH" sz="1100">
                <a:solidFill>
                  <a:srgbClr val="000000"/>
                </a:solidFill>
                <a:latin typeface="ABBvoice"/>
                <a:ea typeface="ABBvoice"/>
                <a:cs typeface="ABBvoice"/>
              </a:rPr>
              <a:t>Heavy </a:t>
            </a:r>
            <a:r>
              <a:rPr lang="de-CH" sz="1100" err="1">
                <a:solidFill>
                  <a:srgbClr val="000000"/>
                </a:solidFill>
                <a:latin typeface="ABBvoice"/>
                <a:ea typeface="ABBvoice"/>
                <a:cs typeface="ABBvoice"/>
              </a:rPr>
              <a:t>lifting</a:t>
            </a:r>
            <a:r>
              <a:rPr lang="de-CH" sz="1100">
                <a:solidFill>
                  <a:srgbClr val="000000"/>
                </a:solidFill>
                <a:latin typeface="ABBvoice"/>
                <a:ea typeface="ABBvoice"/>
                <a:cs typeface="ABBvoice"/>
              </a:rPr>
              <a:t> and </a:t>
            </a:r>
            <a:r>
              <a:rPr lang="de-CH" sz="1100" err="1">
                <a:solidFill>
                  <a:srgbClr val="000000"/>
                </a:solidFill>
                <a:latin typeface="ABBvoice"/>
                <a:ea typeface="ABBvoice"/>
                <a:cs typeface="ABBvoice"/>
              </a:rPr>
              <a:t>installation</a:t>
            </a:r>
            <a:endParaRPr lang="de-CH" sz="1100">
              <a:solidFill>
                <a:srgbClr val="000000"/>
              </a:solidFill>
              <a:latin typeface="ABBvoice"/>
              <a:ea typeface="ABBvoice"/>
              <a:cs typeface="ABBvoice"/>
            </a:endParaRPr>
          </a:p>
        </p:txBody>
      </p:sp>
      <p:sp>
        <p:nvSpPr>
          <p:cNvPr id="21" name="TextBox 20">
            <a:extLst>
              <a:ext uri="{FF2B5EF4-FFF2-40B4-BE49-F238E27FC236}">
                <a16:creationId xmlns:a16="http://schemas.microsoft.com/office/drawing/2014/main" id="{5F041CF6-39D5-4B58-80DC-30E184C51B00}"/>
              </a:ext>
            </a:extLst>
          </p:cNvPr>
          <p:cNvSpPr txBox="1"/>
          <p:nvPr/>
        </p:nvSpPr>
        <p:spPr bwMode="gray">
          <a:xfrm>
            <a:off x="9552421"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Why?</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Looking at brownfield integration, ABB designed the most compact solution for 60MW pump storage power plant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While integrating various 3rd party equipment, ABB’s services on site comprised lifting and installation thoroughly planned to cope with complex constraints given by an existing powerhouse and its space limitations</a:t>
            </a:r>
          </a:p>
        </p:txBody>
      </p:sp>
      <p:sp>
        <p:nvSpPr>
          <p:cNvPr id="6" name="TextBox 5">
            <a:extLst>
              <a:ext uri="{FF2B5EF4-FFF2-40B4-BE49-F238E27FC236}">
                <a16:creationId xmlns:a16="http://schemas.microsoft.com/office/drawing/2014/main" id="{68F6D7E1-5079-3661-2E74-4ED172370882}"/>
              </a:ext>
            </a:extLst>
          </p:cNvPr>
          <p:cNvSpPr txBox="1"/>
          <p:nvPr/>
        </p:nvSpPr>
        <p:spPr bwMode="gray">
          <a:xfrm>
            <a:off x="4107422"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Who?</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100" i="0" u="none" strike="noStrike" kern="1200" cap="none" spc="0" normalizeH="0" baseline="0" noProof="0">
                <a:ln>
                  <a:noFill/>
                </a:ln>
                <a:solidFill>
                  <a:srgbClr val="000000"/>
                </a:solidFill>
                <a:effectLst/>
                <a:uLnTx/>
                <a:uFillTx/>
                <a:latin typeface="ABBvoice"/>
                <a:ea typeface="ABBvoice"/>
                <a:cs typeface="ABBvoice"/>
              </a:rPr>
              <a:t>VERBUND is Austria's leading electricity company and one of the largest producers of electricity from hydropower in Europe. Close to 100% of our electricity generation comes from climate friendly, renewable hydropower</a:t>
            </a:r>
          </a:p>
        </p:txBody>
      </p:sp>
      <p:pic>
        <p:nvPicPr>
          <p:cNvPr id="5" name="Graphic 4">
            <a:extLst>
              <a:ext uri="{FF2B5EF4-FFF2-40B4-BE49-F238E27FC236}">
                <a16:creationId xmlns:a16="http://schemas.microsoft.com/office/drawing/2014/main" id="{A3D05EA4-C908-39BB-8E8E-DC81C760FB6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07422" y="2643079"/>
            <a:ext cx="457200" cy="457200"/>
          </a:xfrm>
          <a:prstGeom prst="rect">
            <a:avLst/>
          </a:prstGeom>
        </p:spPr>
      </p:pic>
      <p:pic>
        <p:nvPicPr>
          <p:cNvPr id="9" name="Graphic 8">
            <a:extLst>
              <a:ext uri="{FF2B5EF4-FFF2-40B4-BE49-F238E27FC236}">
                <a16:creationId xmlns:a16="http://schemas.microsoft.com/office/drawing/2014/main" id="{3CFA7997-6C26-0BE2-B2BC-957AF8DD7EF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29921" y="2643079"/>
            <a:ext cx="457200" cy="457200"/>
          </a:xfrm>
          <a:prstGeom prst="rect">
            <a:avLst/>
          </a:prstGeom>
        </p:spPr>
      </p:pic>
      <p:pic>
        <p:nvPicPr>
          <p:cNvPr id="12" name="Graphic 11">
            <a:extLst>
              <a:ext uri="{FF2B5EF4-FFF2-40B4-BE49-F238E27FC236}">
                <a16:creationId xmlns:a16="http://schemas.microsoft.com/office/drawing/2014/main" id="{CE1F1B65-950E-1B09-75EA-A7C326C64B1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52421" y="2643079"/>
            <a:ext cx="457200" cy="457200"/>
          </a:xfrm>
          <a:prstGeom prst="rect">
            <a:avLst/>
          </a:prstGeom>
        </p:spPr>
      </p:pic>
    </p:spTree>
    <p:custDataLst>
      <p:custData r:id="rId1"/>
      <p:custData r:id="rId2"/>
    </p:custDataLst>
    <p:extLst>
      <p:ext uri="{BB962C8B-B14F-4D97-AF65-F5344CB8AC3E}">
        <p14:creationId xmlns:p14="http://schemas.microsoft.com/office/powerpoint/2010/main" val="2121597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39CDAF7-6D69-0432-451D-AD2D1997DF64}"/>
              </a:ext>
            </a:extLst>
          </p:cNvPr>
          <p:cNvGrpSpPr/>
          <p:nvPr/>
        </p:nvGrpSpPr>
        <p:grpSpPr>
          <a:xfrm>
            <a:off x="0" y="1927224"/>
            <a:ext cx="3596223" cy="4250210"/>
            <a:chOff x="0" y="1927224"/>
            <a:chExt cx="3596223" cy="4250210"/>
          </a:xfrm>
        </p:grpSpPr>
        <p:pic>
          <p:nvPicPr>
            <p:cNvPr id="32" name="Picture Placeholder 9">
              <a:extLst>
                <a:ext uri="{FF2B5EF4-FFF2-40B4-BE49-F238E27FC236}">
                  <a16:creationId xmlns:a16="http://schemas.microsoft.com/office/drawing/2014/main" id="{B22C634E-DDD1-CAD2-F34D-C8984E092534}"/>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bwMode="gray">
            <a:xfrm>
              <a:off x="0" y="1927225"/>
              <a:ext cx="3596223" cy="4250209"/>
            </a:xfrm>
            <a:prstGeom prst="rect">
              <a:avLst/>
            </a:prstGeom>
          </p:spPr>
        </p:pic>
        <p:sp>
          <p:nvSpPr>
            <p:cNvPr id="33" name="Rectangle 32">
              <a:extLst>
                <a:ext uri="{FF2B5EF4-FFF2-40B4-BE49-F238E27FC236}">
                  <a16:creationId xmlns:a16="http://schemas.microsoft.com/office/drawing/2014/main" id="{6C44742A-BAA4-7C98-7215-5346E0E72F46}"/>
                </a:ext>
              </a:extLst>
            </p:cNvPr>
            <p:cNvSpPr/>
            <p:nvPr/>
          </p:nvSpPr>
          <p:spPr bwMode="gray">
            <a:xfrm flipV="1">
              <a:off x="0" y="1927224"/>
              <a:ext cx="3596223" cy="1996189"/>
            </a:xfrm>
            <a:prstGeom prst="rect">
              <a:avLst/>
            </a:prstGeom>
            <a:gradFill>
              <a:gsLst>
                <a:gs pos="0">
                  <a:schemeClr val="tx1">
                    <a:alpha val="0"/>
                  </a:schemeClr>
                </a:gs>
                <a:gs pos="100000">
                  <a:schemeClr val="tx1">
                    <a:alpha val="50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grpSp>
      <p:sp>
        <p:nvSpPr>
          <p:cNvPr id="3" name="Title 2">
            <a:extLst>
              <a:ext uri="{FF2B5EF4-FFF2-40B4-BE49-F238E27FC236}">
                <a16:creationId xmlns:a16="http://schemas.microsoft.com/office/drawing/2014/main" id="{0A1CFE0A-023B-4FB3-8FCB-2273915510FD}"/>
              </a:ext>
            </a:extLst>
          </p:cNvPr>
          <p:cNvSpPr>
            <a:spLocks noGrp="1"/>
          </p:cNvSpPr>
          <p:nvPr>
            <p:ph type="title"/>
          </p:nvPr>
        </p:nvSpPr>
        <p:spPr/>
        <p:txBody>
          <a:bodyPr/>
          <a:lstStyle/>
          <a:p>
            <a:r>
              <a:rPr lang="en-US"/>
              <a:t>Increasing power and decreasing energy consumption in metal shredding system application</a:t>
            </a:r>
          </a:p>
        </p:txBody>
      </p:sp>
      <p:sp>
        <p:nvSpPr>
          <p:cNvPr id="17" name="TextBox 16">
            <a:extLst>
              <a:ext uri="{FF2B5EF4-FFF2-40B4-BE49-F238E27FC236}">
                <a16:creationId xmlns:a16="http://schemas.microsoft.com/office/drawing/2014/main" id="{B30D58C7-62F5-CF10-D2C4-C2459CFAB603}"/>
              </a:ext>
            </a:extLst>
          </p:cNvPr>
          <p:cNvSpPr txBox="1"/>
          <p:nvPr/>
        </p:nvSpPr>
        <p:spPr bwMode="gray">
          <a:xfrm>
            <a:off x="3260644" y="1679834"/>
            <a:ext cx="2599993" cy="1878947"/>
          </a:xfrm>
          <a:prstGeom prst="rect">
            <a:avLst/>
          </a:prstGeom>
          <a:noFill/>
        </p:spPr>
        <p:txBody>
          <a:bodyPr wrap="square" lIns="0" tIns="0" rIns="0" bIns="0" rtlCol="0" anchor="ctr">
            <a:noAutofit/>
          </a:bodyPr>
          <a:lstStyle/>
          <a:p>
            <a:pPr algn="l">
              <a:spcBef>
                <a:spcPts val="600"/>
              </a:spcBef>
            </a:pPr>
            <a:r>
              <a:rPr lang="en-US" sz="23900">
                <a:solidFill>
                  <a:schemeClr val="accent5"/>
                </a:solidFill>
              </a:rPr>
              <a:t>→</a:t>
            </a:r>
          </a:p>
        </p:txBody>
      </p:sp>
      <p:sp>
        <p:nvSpPr>
          <p:cNvPr id="15" name="Footer Placeholder 2">
            <a:extLst>
              <a:ext uri="{FF2B5EF4-FFF2-40B4-BE49-F238E27FC236}">
                <a16:creationId xmlns:a16="http://schemas.microsoft.com/office/drawing/2014/main" id="{2151CBF0-D6B9-3DCF-6A62-B99A3C190431}"/>
              </a:ext>
            </a:extLst>
          </p:cNvPr>
          <p:cNvSpPr>
            <a:spLocks noGrp="1"/>
          </p:cNvSpPr>
          <p:nvPr>
            <p:ph type="ftr" sz="quarter" idx="10"/>
          </p:nvPr>
        </p:nvSpPr>
        <p:spPr/>
        <p:txBody>
          <a:bodyPr lIns="0" tIns="0" rIns="0" bIns="0"/>
          <a:lstStyle/>
          <a:p>
            <a:endParaRPr lang="en-US" noProof="0"/>
          </a:p>
        </p:txBody>
      </p:sp>
      <p:sp>
        <p:nvSpPr>
          <p:cNvPr id="7" name="Date Placeholder 6">
            <a:extLst>
              <a:ext uri="{FF2B5EF4-FFF2-40B4-BE49-F238E27FC236}">
                <a16:creationId xmlns:a16="http://schemas.microsoft.com/office/drawing/2014/main" id="{ADCAC5EC-691B-4BC1-ACCD-A54BB1967AC6}"/>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016A11-4950-4F3F-938B-45DEE5F72969}" type="datetime4">
              <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8" name="Slide Number Placeholder 7">
            <a:extLst>
              <a:ext uri="{FF2B5EF4-FFF2-40B4-BE49-F238E27FC236}">
                <a16:creationId xmlns:a16="http://schemas.microsoft.com/office/drawing/2014/main" id="{2039930B-7AEE-490B-9E03-B7EF084892F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sp>
        <p:nvSpPr>
          <p:cNvPr id="16" name="TextBox 15">
            <a:extLst>
              <a:ext uri="{FF2B5EF4-FFF2-40B4-BE49-F238E27FC236}">
                <a16:creationId xmlns:a16="http://schemas.microsoft.com/office/drawing/2014/main" id="{34D0135C-E579-4179-BF39-5B180CA7A637}"/>
              </a:ext>
            </a:extLst>
          </p:cNvPr>
          <p:cNvSpPr txBox="1"/>
          <p:nvPr/>
        </p:nvSpPr>
        <p:spPr bwMode="gray">
          <a:xfrm>
            <a:off x="6829922"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What?</a:t>
            </a:r>
          </a:p>
          <a:p>
            <a:pPr marR="0" lvl="0" algn="l" defTabSz="914400" rtl="0" eaLnBrk="1" fontAlgn="auto" latinLnBrk="0" hangingPunct="1">
              <a:lnSpc>
                <a:spcPct val="100000"/>
              </a:lnSpc>
              <a:spcBef>
                <a:spcPts val="600"/>
              </a:spcBef>
              <a:spcAft>
                <a:spcPts val="0"/>
              </a:spcAft>
              <a:buClrTx/>
              <a:buSzTx/>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ACS6080 medium voltage </a:t>
            </a:r>
            <a:br>
              <a:rPr kumimoji="0" lang="en-US" sz="1100" b="0" i="0" u="none" strike="noStrike" kern="1200" cap="none" spc="0" normalizeH="0" baseline="0" noProof="0">
                <a:ln>
                  <a:noFill/>
                </a:ln>
                <a:solidFill>
                  <a:srgbClr val="000000"/>
                </a:solidFill>
                <a:effectLst/>
                <a:uLnTx/>
                <a:uFillTx/>
                <a:latin typeface="ABBvoice"/>
                <a:ea typeface="ABBvoice"/>
                <a:cs typeface="ABBvoice"/>
              </a:rPr>
            </a:br>
            <a:r>
              <a:rPr kumimoji="0" lang="en-US" sz="1100" b="0" i="0" u="none" strike="noStrike" kern="1200" cap="none" spc="0" normalizeH="0" baseline="0" noProof="0">
                <a:ln>
                  <a:noFill/>
                </a:ln>
                <a:solidFill>
                  <a:srgbClr val="000000"/>
                </a:solidFill>
                <a:effectLst/>
                <a:uLnTx/>
                <a:uFillTx/>
                <a:latin typeface="ABBvoice"/>
                <a:ea typeface="ABBvoice"/>
                <a:cs typeface="ABBvoice"/>
              </a:rPr>
              <a:t>AC drive and motor and transformer package</a:t>
            </a:r>
          </a:p>
        </p:txBody>
      </p:sp>
      <p:sp>
        <p:nvSpPr>
          <p:cNvPr id="21" name="TextBox 20">
            <a:extLst>
              <a:ext uri="{FF2B5EF4-FFF2-40B4-BE49-F238E27FC236}">
                <a16:creationId xmlns:a16="http://schemas.microsoft.com/office/drawing/2014/main" id="{5F041CF6-39D5-4B58-80DC-30E184C51B00}"/>
              </a:ext>
            </a:extLst>
          </p:cNvPr>
          <p:cNvSpPr txBox="1"/>
          <p:nvPr/>
        </p:nvSpPr>
        <p:spPr bwMode="gray">
          <a:xfrm>
            <a:off x="9552421"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Why?</a:t>
            </a:r>
          </a:p>
          <a:p>
            <a:pPr marR="0" lvl="0" algn="l" defTabSz="914400" rtl="0" eaLnBrk="1" fontAlgn="auto" latinLnBrk="0" hangingPunct="1">
              <a:lnSpc>
                <a:spcPct val="100000"/>
              </a:lnSpc>
              <a:spcBef>
                <a:spcPts val="600"/>
              </a:spcBef>
              <a:spcAft>
                <a:spcPts val="0"/>
              </a:spcAft>
              <a:buClrTx/>
              <a:buSzTx/>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Subsequent energy cost savings and the higher ton per hour in material processing thanks to the increased power of the system overall</a:t>
            </a:r>
          </a:p>
        </p:txBody>
      </p:sp>
      <p:sp>
        <p:nvSpPr>
          <p:cNvPr id="6" name="TextBox 5">
            <a:extLst>
              <a:ext uri="{FF2B5EF4-FFF2-40B4-BE49-F238E27FC236}">
                <a16:creationId xmlns:a16="http://schemas.microsoft.com/office/drawing/2014/main" id="{68F6D7E1-5079-3661-2E74-4ED172370882}"/>
              </a:ext>
            </a:extLst>
          </p:cNvPr>
          <p:cNvSpPr txBox="1"/>
          <p:nvPr/>
        </p:nvSpPr>
        <p:spPr bwMode="gray">
          <a:xfrm>
            <a:off x="4107422"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Who?</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100" i="0" u="none" strike="noStrike" kern="1200" cap="none" spc="0" normalizeH="0" baseline="0" noProof="0">
                <a:ln>
                  <a:noFill/>
                </a:ln>
                <a:solidFill>
                  <a:srgbClr val="000000"/>
                </a:solidFill>
                <a:effectLst/>
                <a:uLnTx/>
                <a:uFillTx/>
                <a:latin typeface="ABBvoice"/>
                <a:ea typeface="ABBvoice"/>
                <a:cs typeface="ABBvoice"/>
              </a:rPr>
              <a:t>Sims Metal, a division of Sims Limited, is a leading metal recycler that buys, processes, and sells ferrous and non-ferrous metal. Their purpose is to create a world without waste to preserve our planet</a:t>
            </a:r>
          </a:p>
        </p:txBody>
      </p:sp>
      <p:pic>
        <p:nvPicPr>
          <p:cNvPr id="5" name="Graphic 4">
            <a:extLst>
              <a:ext uri="{FF2B5EF4-FFF2-40B4-BE49-F238E27FC236}">
                <a16:creationId xmlns:a16="http://schemas.microsoft.com/office/drawing/2014/main" id="{A3D05EA4-C908-39BB-8E8E-DC81C760FB6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07422" y="2643079"/>
            <a:ext cx="457200" cy="457200"/>
          </a:xfrm>
          <a:prstGeom prst="rect">
            <a:avLst/>
          </a:prstGeom>
        </p:spPr>
      </p:pic>
      <p:pic>
        <p:nvPicPr>
          <p:cNvPr id="9" name="Graphic 8">
            <a:extLst>
              <a:ext uri="{FF2B5EF4-FFF2-40B4-BE49-F238E27FC236}">
                <a16:creationId xmlns:a16="http://schemas.microsoft.com/office/drawing/2014/main" id="{3CFA7997-6C26-0BE2-B2BC-957AF8DD7EF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29921" y="2643079"/>
            <a:ext cx="457200" cy="457200"/>
          </a:xfrm>
          <a:prstGeom prst="rect">
            <a:avLst/>
          </a:prstGeom>
        </p:spPr>
      </p:pic>
      <p:pic>
        <p:nvPicPr>
          <p:cNvPr id="12" name="Graphic 11">
            <a:extLst>
              <a:ext uri="{FF2B5EF4-FFF2-40B4-BE49-F238E27FC236}">
                <a16:creationId xmlns:a16="http://schemas.microsoft.com/office/drawing/2014/main" id="{CE1F1B65-950E-1B09-75EA-A7C326C64B1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52421" y="2643079"/>
            <a:ext cx="457200" cy="457200"/>
          </a:xfrm>
          <a:prstGeom prst="rect">
            <a:avLst/>
          </a:prstGeom>
        </p:spPr>
      </p:pic>
      <p:sp>
        <p:nvSpPr>
          <p:cNvPr id="34" name="Content Placeholder 4">
            <a:extLst>
              <a:ext uri="{FF2B5EF4-FFF2-40B4-BE49-F238E27FC236}">
                <a16:creationId xmlns:a16="http://schemas.microsoft.com/office/drawing/2014/main" id="{FDFAD26F-1E1B-967E-6E19-01A9477C61FC}"/>
              </a:ext>
            </a:extLst>
          </p:cNvPr>
          <p:cNvSpPr txBox="1">
            <a:spLocks/>
          </p:cNvSpPr>
          <p:nvPr/>
        </p:nvSpPr>
        <p:spPr bwMode="gray">
          <a:xfrm>
            <a:off x="322181" y="2439953"/>
            <a:ext cx="2938463" cy="154725"/>
          </a:xfrm>
          <a:prstGeom prst="rect">
            <a:avLst/>
          </a:prstGeom>
        </p:spPr>
        <p:txBody>
          <a:bodyPr vert="horz" lIns="0" tIns="0" rIns="0" bIns="0" rtlCol="0">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600" b="0" i="0" u="none" strike="noStrike" kern="1200" cap="all" spc="200" normalizeH="0" baseline="0" noProof="0">
                <a:ln>
                  <a:noFill/>
                </a:ln>
                <a:solidFill>
                  <a:srgbClr val="FFFFFF"/>
                </a:solidFill>
                <a:effectLst/>
                <a:uLnTx/>
                <a:uFillTx/>
                <a:latin typeface="ABBvoice"/>
                <a:ea typeface="ABBvoice"/>
                <a:cs typeface="ABBvoice"/>
              </a:rPr>
              <a:t>PROJECT REFERENCE: </a:t>
            </a:r>
            <a:r>
              <a:rPr kumimoji="0" lang="en-US" sz="1600" b="1" i="0" u="none" strike="noStrike" kern="1200" cap="all" spc="200" normalizeH="0" baseline="0" noProof="0">
                <a:ln>
                  <a:noFill/>
                </a:ln>
                <a:solidFill>
                  <a:srgbClr val="FFFFFF"/>
                </a:solidFill>
                <a:effectLst/>
                <a:uLnTx/>
                <a:uFillTx/>
                <a:latin typeface="ABBvoice"/>
                <a:ea typeface="ABBvoice"/>
                <a:cs typeface="ABBvoice"/>
              </a:rPr>
              <a:t>metals</a:t>
            </a:r>
            <a:r>
              <a:rPr kumimoji="0" lang="en-US" sz="1600" b="0" i="0" u="none" strike="noStrike" kern="1200" cap="all" spc="200" normalizeH="0" baseline="0" noProof="0">
                <a:ln>
                  <a:noFill/>
                </a:ln>
                <a:solidFill>
                  <a:srgbClr val="FFFFFF"/>
                </a:solidFill>
                <a:effectLst/>
                <a:uLnTx/>
                <a:uFillTx/>
                <a:latin typeface="ABBvoice"/>
                <a:ea typeface="ABBvoice"/>
                <a:cs typeface="ABBvoice"/>
              </a:rPr>
              <a:t> </a:t>
            </a:r>
          </a:p>
        </p:txBody>
      </p:sp>
    </p:spTree>
    <p:custDataLst>
      <p:custData r:id="rId1"/>
      <p:custData r:id="rId2"/>
    </p:custDataLst>
    <p:extLst>
      <p:ext uri="{BB962C8B-B14F-4D97-AF65-F5344CB8AC3E}">
        <p14:creationId xmlns:p14="http://schemas.microsoft.com/office/powerpoint/2010/main" val="64068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792D9F-B7E1-F00A-3367-E0850C26218F}"/>
              </a:ext>
            </a:extLst>
          </p:cNvPr>
          <p:cNvGrpSpPr/>
          <p:nvPr/>
        </p:nvGrpSpPr>
        <p:grpSpPr>
          <a:xfrm>
            <a:off x="0" y="1927221"/>
            <a:ext cx="3596223" cy="4250213"/>
            <a:chOff x="0" y="1927221"/>
            <a:chExt cx="3596223" cy="4250213"/>
          </a:xfrm>
        </p:grpSpPr>
        <p:pic>
          <p:nvPicPr>
            <p:cNvPr id="25" name="Picture Placeholder 9">
              <a:extLst>
                <a:ext uri="{FF2B5EF4-FFF2-40B4-BE49-F238E27FC236}">
                  <a16:creationId xmlns:a16="http://schemas.microsoft.com/office/drawing/2014/main" id="{2A9CB7FF-D5A4-380E-2F4D-D3768D09474F}"/>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bwMode="gray">
            <a:xfrm>
              <a:off x="0" y="1927225"/>
              <a:ext cx="3596223" cy="4250209"/>
            </a:xfrm>
            <a:prstGeom prst="rect">
              <a:avLst/>
            </a:prstGeom>
          </p:spPr>
        </p:pic>
        <p:sp>
          <p:nvSpPr>
            <p:cNvPr id="26" name="Rectangle 25">
              <a:extLst>
                <a:ext uri="{FF2B5EF4-FFF2-40B4-BE49-F238E27FC236}">
                  <a16:creationId xmlns:a16="http://schemas.microsoft.com/office/drawing/2014/main" id="{0FE9481A-FACD-CA10-3879-A007D788CFAB}"/>
                </a:ext>
              </a:extLst>
            </p:cNvPr>
            <p:cNvSpPr/>
            <p:nvPr/>
          </p:nvSpPr>
          <p:spPr bwMode="gray">
            <a:xfrm flipV="1">
              <a:off x="0" y="1927221"/>
              <a:ext cx="3596223" cy="1915438"/>
            </a:xfrm>
            <a:prstGeom prst="rect">
              <a:avLst/>
            </a:prstGeom>
            <a:gradFill>
              <a:gsLst>
                <a:gs pos="0">
                  <a:schemeClr val="tx1">
                    <a:alpha val="0"/>
                  </a:schemeClr>
                </a:gs>
                <a:gs pos="100000">
                  <a:schemeClr val="tx1">
                    <a:alpha val="59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grpSp>
      <p:sp>
        <p:nvSpPr>
          <p:cNvPr id="3" name="Title 2">
            <a:extLst>
              <a:ext uri="{FF2B5EF4-FFF2-40B4-BE49-F238E27FC236}">
                <a16:creationId xmlns:a16="http://schemas.microsoft.com/office/drawing/2014/main" id="{0A1CFE0A-023B-4FB3-8FCB-2273915510FD}"/>
              </a:ext>
            </a:extLst>
          </p:cNvPr>
          <p:cNvSpPr>
            <a:spLocks noGrp="1"/>
          </p:cNvSpPr>
          <p:nvPr>
            <p:ph type="title"/>
          </p:nvPr>
        </p:nvSpPr>
        <p:spPr/>
        <p:txBody>
          <a:bodyPr/>
          <a:lstStyle/>
          <a:p>
            <a:r>
              <a:rPr lang="en-US"/>
              <a:t>Optimized VSDs for a new Magnetite Mine</a:t>
            </a:r>
          </a:p>
        </p:txBody>
      </p:sp>
      <p:sp>
        <p:nvSpPr>
          <p:cNvPr id="15" name="Footer Placeholder 2">
            <a:extLst>
              <a:ext uri="{FF2B5EF4-FFF2-40B4-BE49-F238E27FC236}">
                <a16:creationId xmlns:a16="http://schemas.microsoft.com/office/drawing/2014/main" id="{2151CBF0-D6B9-3DCF-6A62-B99A3C190431}"/>
              </a:ext>
            </a:extLst>
          </p:cNvPr>
          <p:cNvSpPr>
            <a:spLocks noGrp="1"/>
          </p:cNvSpPr>
          <p:nvPr>
            <p:ph type="ftr" sz="quarter" idx="10"/>
          </p:nvPr>
        </p:nvSpPr>
        <p:spPr/>
        <p:txBody>
          <a:bodyPr lIns="0" tIns="0" rIns="0" bIns="0"/>
          <a:lstStyle/>
          <a:p>
            <a:endParaRPr lang="en-US" noProof="0"/>
          </a:p>
        </p:txBody>
      </p:sp>
      <p:sp>
        <p:nvSpPr>
          <p:cNvPr id="7" name="Date Placeholder 6">
            <a:extLst>
              <a:ext uri="{FF2B5EF4-FFF2-40B4-BE49-F238E27FC236}">
                <a16:creationId xmlns:a16="http://schemas.microsoft.com/office/drawing/2014/main" id="{ADCAC5EC-691B-4BC1-ACCD-A54BB1967AC6}"/>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016A11-4950-4F3F-938B-45DEE5F72969}" type="datetime4">
              <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8" name="Slide Number Placeholder 7">
            <a:extLst>
              <a:ext uri="{FF2B5EF4-FFF2-40B4-BE49-F238E27FC236}">
                <a16:creationId xmlns:a16="http://schemas.microsoft.com/office/drawing/2014/main" id="{2039930B-7AEE-490B-9E03-B7EF084892F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sp>
        <p:nvSpPr>
          <p:cNvPr id="17" name="TextBox 16">
            <a:extLst>
              <a:ext uri="{FF2B5EF4-FFF2-40B4-BE49-F238E27FC236}">
                <a16:creationId xmlns:a16="http://schemas.microsoft.com/office/drawing/2014/main" id="{B30D58C7-62F5-CF10-D2C4-C2459CFAB603}"/>
              </a:ext>
            </a:extLst>
          </p:cNvPr>
          <p:cNvSpPr txBox="1"/>
          <p:nvPr/>
        </p:nvSpPr>
        <p:spPr bwMode="gray">
          <a:xfrm>
            <a:off x="3260644" y="1679834"/>
            <a:ext cx="2599993" cy="1878947"/>
          </a:xfrm>
          <a:prstGeom prst="rect">
            <a:avLst/>
          </a:prstGeom>
          <a:noFill/>
        </p:spPr>
        <p:txBody>
          <a:bodyPr wrap="square" lIns="0" tIns="0" rIns="0" bIns="0" rtlCol="0" anchor="ctr">
            <a:noAutofit/>
          </a:bodyPr>
          <a:lstStyle/>
          <a:p>
            <a:pPr algn="l">
              <a:spcBef>
                <a:spcPts val="600"/>
              </a:spcBef>
            </a:pPr>
            <a:r>
              <a:rPr lang="en-US" sz="23900">
                <a:solidFill>
                  <a:schemeClr val="accent5"/>
                </a:solidFill>
              </a:rPr>
              <a:t>→</a:t>
            </a:r>
          </a:p>
        </p:txBody>
      </p:sp>
      <p:sp>
        <p:nvSpPr>
          <p:cNvPr id="27" name="Content Placeholder 4">
            <a:extLst>
              <a:ext uri="{FF2B5EF4-FFF2-40B4-BE49-F238E27FC236}">
                <a16:creationId xmlns:a16="http://schemas.microsoft.com/office/drawing/2014/main" id="{72972D58-49AB-6BB2-50E7-D99AC6E1F46F}"/>
              </a:ext>
            </a:extLst>
          </p:cNvPr>
          <p:cNvSpPr txBox="1">
            <a:spLocks/>
          </p:cNvSpPr>
          <p:nvPr/>
        </p:nvSpPr>
        <p:spPr bwMode="gray">
          <a:xfrm>
            <a:off x="322181" y="2439953"/>
            <a:ext cx="2938463" cy="154725"/>
          </a:xfrm>
          <a:prstGeom prst="rect">
            <a:avLst/>
          </a:prstGeom>
        </p:spPr>
        <p:txBody>
          <a:bodyPr vert="horz" lIns="0" tIns="0" rIns="0" bIns="0" rtlCol="0">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600" b="0" i="0" u="none" strike="noStrike" kern="1200" cap="all" spc="200" normalizeH="0" baseline="0" noProof="0">
                <a:ln>
                  <a:noFill/>
                </a:ln>
                <a:solidFill>
                  <a:srgbClr val="FFFFFF"/>
                </a:solidFill>
                <a:effectLst/>
                <a:uLnTx/>
                <a:uFillTx/>
                <a:latin typeface="ABBvoice"/>
                <a:ea typeface="ABBvoice"/>
                <a:cs typeface="ABBvoice"/>
              </a:rPr>
              <a:t>PROJECT REFERENCE: </a:t>
            </a:r>
            <a:r>
              <a:rPr kumimoji="0" lang="en-US" sz="1600" b="1" i="0" u="none" strike="noStrike" kern="1200" cap="all" spc="200" normalizeH="0" baseline="0" noProof="0">
                <a:ln>
                  <a:noFill/>
                </a:ln>
                <a:solidFill>
                  <a:srgbClr val="FFFFFF"/>
                </a:solidFill>
                <a:effectLst/>
                <a:uLnTx/>
                <a:uFillTx/>
                <a:latin typeface="ABBvoice"/>
                <a:ea typeface="ABBvoice"/>
                <a:cs typeface="ABBvoice"/>
              </a:rPr>
              <a:t>MINING</a:t>
            </a:r>
            <a:r>
              <a:rPr kumimoji="0" lang="en-US" sz="1600" b="0" i="0" u="none" strike="noStrike" kern="1200" cap="all" spc="200" normalizeH="0" baseline="0" noProof="0">
                <a:ln>
                  <a:noFill/>
                </a:ln>
                <a:solidFill>
                  <a:srgbClr val="FFFFFF"/>
                </a:solidFill>
                <a:effectLst/>
                <a:uLnTx/>
                <a:uFillTx/>
                <a:latin typeface="ABBvoice"/>
                <a:ea typeface="ABBvoice"/>
                <a:cs typeface="ABBvoice"/>
              </a:rPr>
              <a:t> </a:t>
            </a:r>
          </a:p>
        </p:txBody>
      </p:sp>
      <p:sp>
        <p:nvSpPr>
          <p:cNvPr id="16" name="TextBox 15">
            <a:extLst>
              <a:ext uri="{FF2B5EF4-FFF2-40B4-BE49-F238E27FC236}">
                <a16:creationId xmlns:a16="http://schemas.microsoft.com/office/drawing/2014/main" id="{34D0135C-E579-4179-BF39-5B180CA7A637}"/>
              </a:ext>
            </a:extLst>
          </p:cNvPr>
          <p:cNvSpPr txBox="1"/>
          <p:nvPr/>
        </p:nvSpPr>
        <p:spPr bwMode="gray">
          <a:xfrm>
            <a:off x="6829922" y="3285440"/>
            <a:ext cx="2304000" cy="2891994"/>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What?</a:t>
            </a:r>
          </a:p>
          <a:p>
            <a:pPr marR="0" lvl="0" algn="l" defTabSz="914400" rtl="0" eaLnBrk="1" fontAlgn="auto" latinLnBrk="0" hangingPunct="1">
              <a:lnSpc>
                <a:spcPct val="100000"/>
              </a:lnSpc>
              <a:spcBef>
                <a:spcPts val="600"/>
              </a:spcBef>
              <a:spcAft>
                <a:spcPts val="0"/>
              </a:spcAft>
              <a:buClrTx/>
              <a:buSzTx/>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Drives (incl. </a:t>
            </a:r>
            <a:r>
              <a:rPr kumimoji="0" lang="en-US" sz="1100" b="0" i="0" u="none" strike="noStrike" kern="1200" cap="none" spc="0" normalizeH="0" baseline="0" noProof="0" err="1">
                <a:ln>
                  <a:noFill/>
                </a:ln>
                <a:solidFill>
                  <a:srgbClr val="000000"/>
                </a:solidFill>
                <a:effectLst/>
                <a:uLnTx/>
                <a:uFillTx/>
                <a:latin typeface="ABBvoice"/>
                <a:ea typeface="ABBvoice"/>
                <a:cs typeface="ABBvoice"/>
              </a:rPr>
              <a:t>multidrives</a:t>
            </a:r>
            <a:r>
              <a:rPr kumimoji="0" lang="en-US" sz="1100" b="0" i="0" u="none" strike="noStrike" kern="1200" cap="none" spc="0" normalizeH="0" baseline="0" noProof="0">
                <a:ln>
                  <a:noFill/>
                </a:ln>
                <a:solidFill>
                  <a:srgbClr val="000000"/>
                </a:solidFill>
                <a:effectLst/>
                <a:uLnTx/>
                <a:uFillTx/>
                <a:latin typeface="ABBvoice"/>
                <a:ea typeface="ABBvoice"/>
                <a:cs typeface="ABBvoice"/>
              </a:rPr>
              <a:t>) and motors of various voltages, </a:t>
            </a:r>
            <a:br>
              <a:rPr kumimoji="0" lang="en-US" sz="1100" b="0" i="0" u="none" strike="noStrike" kern="1200" cap="none" spc="0" normalizeH="0" baseline="0" noProof="0">
                <a:ln>
                  <a:noFill/>
                </a:ln>
                <a:solidFill>
                  <a:srgbClr val="000000"/>
                </a:solidFill>
                <a:effectLst/>
                <a:uLnTx/>
                <a:uFillTx/>
                <a:latin typeface="ABBvoice"/>
                <a:ea typeface="ABBvoice"/>
                <a:cs typeface="ABBvoice"/>
              </a:rPr>
            </a:br>
            <a:r>
              <a:rPr kumimoji="0" lang="en-US" sz="1100" b="0" i="0" u="none" strike="noStrike" kern="1200" cap="none" spc="0" normalizeH="0" baseline="0" noProof="0">
                <a:ln>
                  <a:noFill/>
                </a:ln>
                <a:solidFill>
                  <a:srgbClr val="000000"/>
                </a:solidFill>
                <a:effectLst/>
                <a:uLnTx/>
                <a:uFillTx/>
                <a:latin typeface="ABBvoice"/>
                <a:ea typeface="ABBvoice"/>
                <a:cs typeface="ABBvoice"/>
              </a:rPr>
              <a:t>e-rooms, transformers, engineering and project management to ensure smooth integration</a:t>
            </a:r>
          </a:p>
        </p:txBody>
      </p:sp>
      <p:sp>
        <p:nvSpPr>
          <p:cNvPr id="21" name="TextBox 20">
            <a:extLst>
              <a:ext uri="{FF2B5EF4-FFF2-40B4-BE49-F238E27FC236}">
                <a16:creationId xmlns:a16="http://schemas.microsoft.com/office/drawing/2014/main" id="{5F041CF6-39D5-4B58-80DC-30E184C51B00}"/>
              </a:ext>
            </a:extLst>
          </p:cNvPr>
          <p:cNvSpPr txBox="1"/>
          <p:nvPr/>
        </p:nvSpPr>
        <p:spPr bwMode="gray">
          <a:xfrm>
            <a:off x="9552421"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Why?</a:t>
            </a:r>
          </a:p>
          <a:p>
            <a:pPr marR="0" lvl="0" algn="l" defTabSz="914400" rtl="0" eaLnBrk="1" fontAlgn="auto" latinLnBrk="0" hangingPunct="1">
              <a:lnSpc>
                <a:spcPct val="100000"/>
              </a:lnSpc>
              <a:spcBef>
                <a:spcPts val="600"/>
              </a:spcBef>
              <a:spcAft>
                <a:spcPts val="0"/>
              </a:spcAft>
              <a:buClrTx/>
              <a:buSzTx/>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Complete drive system for all the applications providing industry-leading energy efficiency, reduction of operational cost thanks to optimized footprint and reduced HVAC installation needs</a:t>
            </a:r>
          </a:p>
        </p:txBody>
      </p:sp>
      <p:sp>
        <p:nvSpPr>
          <p:cNvPr id="6" name="TextBox 5">
            <a:extLst>
              <a:ext uri="{FF2B5EF4-FFF2-40B4-BE49-F238E27FC236}">
                <a16:creationId xmlns:a16="http://schemas.microsoft.com/office/drawing/2014/main" id="{68F6D7E1-5079-3661-2E74-4ED172370882}"/>
              </a:ext>
            </a:extLst>
          </p:cNvPr>
          <p:cNvSpPr txBox="1"/>
          <p:nvPr/>
        </p:nvSpPr>
        <p:spPr bwMode="gray">
          <a:xfrm>
            <a:off x="4107422"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Who?</a:t>
            </a: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100">
                <a:solidFill>
                  <a:srgbClr val="000000"/>
                </a:solidFill>
                <a:latin typeface="ABBvoice"/>
                <a:ea typeface="ABBvoice"/>
                <a:cs typeface="ABBvoice"/>
              </a:rPr>
              <a:t>The Iron Bridge Magnetite Project, an unincorporated joint venture between Fortescue’s subsidiary FMG Magnetite Pty Ltd and Formosa Steel IB (Iron Bridge Joint Venture), covers the development of a new magnetite mine, including processing and transport facilities</a:t>
            </a:r>
          </a:p>
        </p:txBody>
      </p:sp>
      <p:pic>
        <p:nvPicPr>
          <p:cNvPr id="5" name="Graphic 4">
            <a:extLst>
              <a:ext uri="{FF2B5EF4-FFF2-40B4-BE49-F238E27FC236}">
                <a16:creationId xmlns:a16="http://schemas.microsoft.com/office/drawing/2014/main" id="{A3D05EA4-C908-39BB-8E8E-DC81C760FB6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07422" y="2643079"/>
            <a:ext cx="457200" cy="457200"/>
          </a:xfrm>
          <a:prstGeom prst="rect">
            <a:avLst/>
          </a:prstGeom>
        </p:spPr>
      </p:pic>
      <p:pic>
        <p:nvPicPr>
          <p:cNvPr id="9" name="Graphic 8">
            <a:extLst>
              <a:ext uri="{FF2B5EF4-FFF2-40B4-BE49-F238E27FC236}">
                <a16:creationId xmlns:a16="http://schemas.microsoft.com/office/drawing/2014/main" id="{3CFA7997-6C26-0BE2-B2BC-957AF8DD7EF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29921" y="2643079"/>
            <a:ext cx="457200" cy="457200"/>
          </a:xfrm>
          <a:prstGeom prst="rect">
            <a:avLst/>
          </a:prstGeom>
        </p:spPr>
      </p:pic>
      <p:pic>
        <p:nvPicPr>
          <p:cNvPr id="12" name="Graphic 11">
            <a:extLst>
              <a:ext uri="{FF2B5EF4-FFF2-40B4-BE49-F238E27FC236}">
                <a16:creationId xmlns:a16="http://schemas.microsoft.com/office/drawing/2014/main" id="{CE1F1B65-950E-1B09-75EA-A7C326C64B1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52421" y="2643079"/>
            <a:ext cx="457200" cy="457200"/>
          </a:xfrm>
          <a:prstGeom prst="rect">
            <a:avLst/>
          </a:prstGeom>
        </p:spPr>
      </p:pic>
    </p:spTree>
    <p:custDataLst>
      <p:custData r:id="rId1"/>
      <p:custData r:id="rId2"/>
    </p:custDataLst>
    <p:extLst>
      <p:ext uri="{BB962C8B-B14F-4D97-AF65-F5344CB8AC3E}">
        <p14:creationId xmlns:p14="http://schemas.microsoft.com/office/powerpoint/2010/main" val="1284111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A5F72AF-457D-D237-CB9F-BFBB630D1863}"/>
              </a:ext>
            </a:extLst>
          </p:cNvPr>
          <p:cNvGrpSpPr/>
          <p:nvPr/>
        </p:nvGrpSpPr>
        <p:grpSpPr>
          <a:xfrm>
            <a:off x="0" y="1927217"/>
            <a:ext cx="3596223" cy="4250217"/>
            <a:chOff x="0" y="1927217"/>
            <a:chExt cx="3596223" cy="4250217"/>
          </a:xfrm>
        </p:grpSpPr>
        <p:pic>
          <p:nvPicPr>
            <p:cNvPr id="29" name="Picture Placeholder 9">
              <a:extLst>
                <a:ext uri="{FF2B5EF4-FFF2-40B4-BE49-F238E27FC236}">
                  <a16:creationId xmlns:a16="http://schemas.microsoft.com/office/drawing/2014/main" id="{755A1AC7-A9E6-B2AB-2B65-27348B8FD0DE}"/>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bwMode="gray">
            <a:xfrm>
              <a:off x="0" y="1927225"/>
              <a:ext cx="3596223" cy="4250209"/>
            </a:xfrm>
            <a:prstGeom prst="rect">
              <a:avLst/>
            </a:prstGeom>
          </p:spPr>
        </p:pic>
        <p:sp>
          <p:nvSpPr>
            <p:cNvPr id="18" name="Rectangle 17">
              <a:extLst>
                <a:ext uri="{FF2B5EF4-FFF2-40B4-BE49-F238E27FC236}">
                  <a16:creationId xmlns:a16="http://schemas.microsoft.com/office/drawing/2014/main" id="{31641303-5100-BEB5-67BC-4CDFAA01DB45}"/>
                </a:ext>
              </a:extLst>
            </p:cNvPr>
            <p:cNvSpPr/>
            <p:nvPr/>
          </p:nvSpPr>
          <p:spPr bwMode="gray">
            <a:xfrm flipV="1">
              <a:off x="0" y="1927217"/>
              <a:ext cx="3596223" cy="1797329"/>
            </a:xfrm>
            <a:prstGeom prst="rect">
              <a:avLst/>
            </a:prstGeom>
            <a:gradFill>
              <a:gsLst>
                <a:gs pos="0">
                  <a:schemeClr val="tx1">
                    <a:alpha val="0"/>
                  </a:schemeClr>
                </a:gs>
                <a:gs pos="100000">
                  <a:schemeClr val="tx1">
                    <a:alpha val="40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grpSp>
      <p:sp>
        <p:nvSpPr>
          <p:cNvPr id="3" name="Title 2">
            <a:extLst>
              <a:ext uri="{FF2B5EF4-FFF2-40B4-BE49-F238E27FC236}">
                <a16:creationId xmlns:a16="http://schemas.microsoft.com/office/drawing/2014/main" id="{0A1CFE0A-023B-4FB3-8FCB-2273915510FD}"/>
              </a:ext>
            </a:extLst>
          </p:cNvPr>
          <p:cNvSpPr>
            <a:spLocks noGrp="1"/>
          </p:cNvSpPr>
          <p:nvPr>
            <p:ph type="title"/>
          </p:nvPr>
        </p:nvSpPr>
        <p:spPr/>
        <p:txBody>
          <a:bodyPr/>
          <a:lstStyle/>
          <a:p>
            <a:r>
              <a:rPr lang="en-US"/>
              <a:t>Rolling out electric powertrain system for ArcelorMittal Nippon Steel’s </a:t>
            </a:r>
            <a:br>
              <a:rPr lang="en-US"/>
            </a:br>
            <a:r>
              <a:rPr lang="en-US"/>
              <a:t>new steel mill in Hazira, India</a:t>
            </a:r>
          </a:p>
        </p:txBody>
      </p:sp>
      <p:sp>
        <p:nvSpPr>
          <p:cNvPr id="15" name="Footer Placeholder 2">
            <a:extLst>
              <a:ext uri="{FF2B5EF4-FFF2-40B4-BE49-F238E27FC236}">
                <a16:creationId xmlns:a16="http://schemas.microsoft.com/office/drawing/2014/main" id="{2151CBF0-D6B9-3DCF-6A62-B99A3C190431}"/>
              </a:ext>
            </a:extLst>
          </p:cNvPr>
          <p:cNvSpPr>
            <a:spLocks noGrp="1"/>
          </p:cNvSpPr>
          <p:nvPr>
            <p:ph type="ftr" sz="quarter" idx="10"/>
          </p:nvPr>
        </p:nvSpPr>
        <p:spPr/>
        <p:txBody>
          <a:bodyPr lIns="0" tIns="0" rIns="0" bIns="0"/>
          <a:lstStyle/>
          <a:p>
            <a:endParaRPr lang="en-US" noProof="0"/>
          </a:p>
        </p:txBody>
      </p:sp>
      <p:sp>
        <p:nvSpPr>
          <p:cNvPr id="7" name="Date Placeholder 6">
            <a:extLst>
              <a:ext uri="{FF2B5EF4-FFF2-40B4-BE49-F238E27FC236}">
                <a16:creationId xmlns:a16="http://schemas.microsoft.com/office/drawing/2014/main" id="{ADCAC5EC-691B-4BC1-ACCD-A54BB1967AC6}"/>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016A11-4950-4F3F-938B-45DEE5F72969}" type="datetime4">
              <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8" name="Slide Number Placeholder 7">
            <a:extLst>
              <a:ext uri="{FF2B5EF4-FFF2-40B4-BE49-F238E27FC236}">
                <a16:creationId xmlns:a16="http://schemas.microsoft.com/office/drawing/2014/main" id="{2039930B-7AEE-490B-9E03-B7EF084892F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sp>
        <p:nvSpPr>
          <p:cNvPr id="17" name="TextBox 16">
            <a:extLst>
              <a:ext uri="{FF2B5EF4-FFF2-40B4-BE49-F238E27FC236}">
                <a16:creationId xmlns:a16="http://schemas.microsoft.com/office/drawing/2014/main" id="{B30D58C7-62F5-CF10-D2C4-C2459CFAB603}"/>
              </a:ext>
            </a:extLst>
          </p:cNvPr>
          <p:cNvSpPr txBox="1"/>
          <p:nvPr/>
        </p:nvSpPr>
        <p:spPr bwMode="gray">
          <a:xfrm>
            <a:off x="3260644" y="1679834"/>
            <a:ext cx="2599993" cy="1878947"/>
          </a:xfrm>
          <a:prstGeom prst="rect">
            <a:avLst/>
          </a:prstGeom>
          <a:noFill/>
        </p:spPr>
        <p:txBody>
          <a:bodyPr wrap="square" lIns="0" tIns="0" rIns="0" bIns="0" rtlCol="0" anchor="ctr">
            <a:noAutofit/>
          </a:bodyPr>
          <a:lstStyle/>
          <a:p>
            <a:pPr algn="l">
              <a:spcBef>
                <a:spcPts val="600"/>
              </a:spcBef>
            </a:pPr>
            <a:r>
              <a:rPr lang="en-US" sz="23900">
                <a:solidFill>
                  <a:schemeClr val="accent5"/>
                </a:solidFill>
              </a:rPr>
              <a:t>→</a:t>
            </a:r>
          </a:p>
        </p:txBody>
      </p:sp>
      <p:sp>
        <p:nvSpPr>
          <p:cNvPr id="19" name="Content Placeholder 4">
            <a:extLst>
              <a:ext uri="{FF2B5EF4-FFF2-40B4-BE49-F238E27FC236}">
                <a16:creationId xmlns:a16="http://schemas.microsoft.com/office/drawing/2014/main" id="{E40749C3-D5AC-4323-90FE-8BAAA7132B25}"/>
              </a:ext>
            </a:extLst>
          </p:cNvPr>
          <p:cNvSpPr txBox="1">
            <a:spLocks/>
          </p:cNvSpPr>
          <p:nvPr/>
        </p:nvSpPr>
        <p:spPr bwMode="gray">
          <a:xfrm>
            <a:off x="322181" y="2439953"/>
            <a:ext cx="2938463" cy="154725"/>
          </a:xfrm>
          <a:prstGeom prst="rect">
            <a:avLst/>
          </a:prstGeom>
        </p:spPr>
        <p:txBody>
          <a:bodyPr vert="horz" lIns="0" tIns="0" rIns="0" bIns="0" rtlCol="0">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600" b="0" i="0" u="none" strike="noStrike" kern="1200" cap="all" spc="200" normalizeH="0" baseline="0" noProof="0">
                <a:ln>
                  <a:noFill/>
                </a:ln>
                <a:solidFill>
                  <a:srgbClr val="FFFFFF"/>
                </a:solidFill>
                <a:effectLst/>
                <a:uLnTx/>
                <a:uFillTx/>
                <a:latin typeface="ABBvoice"/>
                <a:ea typeface="ABBvoice"/>
                <a:cs typeface="ABBvoice"/>
              </a:rPr>
              <a:t>PROJECT REFERENCE: </a:t>
            </a:r>
            <a:r>
              <a:rPr kumimoji="0" lang="en-US" sz="1600" b="1" i="0" u="none" strike="noStrike" kern="1200" cap="all" spc="200" normalizeH="0" baseline="0" noProof="0">
                <a:ln>
                  <a:noFill/>
                </a:ln>
                <a:solidFill>
                  <a:srgbClr val="FFFFFF"/>
                </a:solidFill>
                <a:effectLst/>
                <a:uLnTx/>
                <a:uFillTx/>
                <a:latin typeface="ABBvoice"/>
                <a:ea typeface="ABBvoice"/>
                <a:cs typeface="ABBvoice"/>
              </a:rPr>
              <a:t>METALS</a:t>
            </a:r>
          </a:p>
        </p:txBody>
      </p:sp>
      <p:sp>
        <p:nvSpPr>
          <p:cNvPr id="16" name="TextBox 15">
            <a:extLst>
              <a:ext uri="{FF2B5EF4-FFF2-40B4-BE49-F238E27FC236}">
                <a16:creationId xmlns:a16="http://schemas.microsoft.com/office/drawing/2014/main" id="{34D0135C-E579-4179-BF39-5B180CA7A637}"/>
              </a:ext>
            </a:extLst>
          </p:cNvPr>
          <p:cNvSpPr txBox="1"/>
          <p:nvPr/>
        </p:nvSpPr>
        <p:spPr bwMode="gray">
          <a:xfrm>
            <a:off x="6829922" y="3285440"/>
            <a:ext cx="2304000" cy="2891994"/>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What?</a:t>
            </a:r>
          </a:p>
          <a:p>
            <a:pPr marR="0" lvl="0" algn="l" defTabSz="914400" rtl="0" eaLnBrk="1" fontAlgn="auto" latinLnBrk="0" hangingPunct="1">
              <a:lnSpc>
                <a:spcPct val="100000"/>
              </a:lnSpc>
              <a:spcBef>
                <a:spcPts val="300"/>
              </a:spcBef>
              <a:spcAft>
                <a:spcPts val="0"/>
              </a:spcAft>
              <a:buClrTx/>
              <a:buSzTx/>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MV and LV drives gearless solution</a:t>
            </a:r>
          </a:p>
        </p:txBody>
      </p:sp>
      <p:sp>
        <p:nvSpPr>
          <p:cNvPr id="21" name="TextBox 20">
            <a:extLst>
              <a:ext uri="{FF2B5EF4-FFF2-40B4-BE49-F238E27FC236}">
                <a16:creationId xmlns:a16="http://schemas.microsoft.com/office/drawing/2014/main" id="{5F041CF6-39D5-4B58-80DC-30E184C51B00}"/>
              </a:ext>
            </a:extLst>
          </p:cNvPr>
          <p:cNvSpPr txBox="1"/>
          <p:nvPr/>
        </p:nvSpPr>
        <p:spPr bwMode="gray">
          <a:xfrm>
            <a:off x="9552421"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Why?</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Domain expertise to customer and end-user throughout their decision making</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High reliability for applications from auxiliary to highest performance demands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Local servicing ensured and customer support throughout equipment lifetime</a:t>
            </a:r>
          </a:p>
        </p:txBody>
      </p:sp>
      <p:sp>
        <p:nvSpPr>
          <p:cNvPr id="6" name="TextBox 5">
            <a:extLst>
              <a:ext uri="{FF2B5EF4-FFF2-40B4-BE49-F238E27FC236}">
                <a16:creationId xmlns:a16="http://schemas.microsoft.com/office/drawing/2014/main" id="{68F6D7E1-5079-3661-2E74-4ED172370882}"/>
              </a:ext>
            </a:extLst>
          </p:cNvPr>
          <p:cNvSpPr txBox="1"/>
          <p:nvPr/>
        </p:nvSpPr>
        <p:spPr bwMode="gray">
          <a:xfrm>
            <a:off x="4107422"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Who?</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100" i="0" u="none" strike="noStrike" kern="1200" cap="none" spc="0" normalizeH="0" baseline="0" noProof="0">
                <a:ln>
                  <a:noFill/>
                </a:ln>
                <a:solidFill>
                  <a:srgbClr val="000000"/>
                </a:solidFill>
                <a:effectLst/>
                <a:uLnTx/>
                <a:uFillTx/>
                <a:latin typeface="ABBvoice"/>
                <a:ea typeface="ABBvoice"/>
                <a:cs typeface="ABBvoice"/>
              </a:rPr>
              <a:t>ABB is partnering with SMS group in a multi-million-dollar project  supply electrical equipment for </a:t>
            </a:r>
            <a:br>
              <a:rPr kumimoji="0" lang="en-US" sz="1100" i="0" u="none" strike="noStrike" kern="1200" cap="none" spc="0" normalizeH="0" baseline="0" noProof="0">
                <a:ln>
                  <a:noFill/>
                </a:ln>
                <a:solidFill>
                  <a:srgbClr val="000000"/>
                </a:solidFill>
                <a:effectLst/>
                <a:uLnTx/>
                <a:uFillTx/>
                <a:latin typeface="ABBvoice"/>
                <a:ea typeface="ABBvoice"/>
                <a:cs typeface="ABBvoice"/>
              </a:rPr>
            </a:br>
            <a:r>
              <a:rPr kumimoji="0" lang="en-US" sz="1100" i="0" u="none" strike="noStrike" kern="1200" cap="none" spc="0" normalizeH="0" baseline="0" noProof="0">
                <a:ln>
                  <a:noFill/>
                </a:ln>
                <a:solidFill>
                  <a:srgbClr val="000000"/>
                </a:solidFill>
                <a:effectLst/>
                <a:uLnTx/>
                <a:uFillTx/>
                <a:latin typeface="ABBvoice"/>
                <a:ea typeface="ABBvoice"/>
                <a:cs typeface="ABBvoice"/>
              </a:rPr>
              <a:t>a new hot strip mill at Hazira, in Gujarat. Steel demand to grow by 1.5 times till 2050. ABB supporting industry that makes 9% of global GHG in efficient manner</a:t>
            </a:r>
          </a:p>
        </p:txBody>
      </p:sp>
      <p:pic>
        <p:nvPicPr>
          <p:cNvPr id="5" name="Graphic 4">
            <a:extLst>
              <a:ext uri="{FF2B5EF4-FFF2-40B4-BE49-F238E27FC236}">
                <a16:creationId xmlns:a16="http://schemas.microsoft.com/office/drawing/2014/main" id="{A3D05EA4-C908-39BB-8E8E-DC81C760FB6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07422" y="2643079"/>
            <a:ext cx="457200" cy="457200"/>
          </a:xfrm>
          <a:prstGeom prst="rect">
            <a:avLst/>
          </a:prstGeom>
        </p:spPr>
      </p:pic>
      <p:pic>
        <p:nvPicPr>
          <p:cNvPr id="9" name="Graphic 8">
            <a:extLst>
              <a:ext uri="{FF2B5EF4-FFF2-40B4-BE49-F238E27FC236}">
                <a16:creationId xmlns:a16="http://schemas.microsoft.com/office/drawing/2014/main" id="{3CFA7997-6C26-0BE2-B2BC-957AF8DD7EF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29921" y="2643079"/>
            <a:ext cx="457200" cy="457200"/>
          </a:xfrm>
          <a:prstGeom prst="rect">
            <a:avLst/>
          </a:prstGeom>
        </p:spPr>
      </p:pic>
      <p:pic>
        <p:nvPicPr>
          <p:cNvPr id="12" name="Graphic 11">
            <a:extLst>
              <a:ext uri="{FF2B5EF4-FFF2-40B4-BE49-F238E27FC236}">
                <a16:creationId xmlns:a16="http://schemas.microsoft.com/office/drawing/2014/main" id="{CE1F1B65-950E-1B09-75EA-A7C326C64B1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52421" y="2643079"/>
            <a:ext cx="457200" cy="457200"/>
          </a:xfrm>
          <a:prstGeom prst="rect">
            <a:avLst/>
          </a:prstGeom>
        </p:spPr>
      </p:pic>
    </p:spTree>
    <p:custDataLst>
      <p:custData r:id="rId1"/>
      <p:custData r:id="rId2"/>
    </p:custDataLst>
    <p:extLst>
      <p:ext uri="{BB962C8B-B14F-4D97-AF65-F5344CB8AC3E}">
        <p14:creationId xmlns:p14="http://schemas.microsoft.com/office/powerpoint/2010/main" val="3347801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F681623-3260-EF85-01EA-C2CC61F09DA2}"/>
              </a:ext>
            </a:extLst>
          </p:cNvPr>
          <p:cNvGrpSpPr/>
          <p:nvPr/>
        </p:nvGrpSpPr>
        <p:grpSpPr>
          <a:xfrm>
            <a:off x="0" y="1927214"/>
            <a:ext cx="3596223" cy="4250220"/>
            <a:chOff x="0" y="1927214"/>
            <a:chExt cx="3596223" cy="4250220"/>
          </a:xfrm>
        </p:grpSpPr>
        <p:pic>
          <p:nvPicPr>
            <p:cNvPr id="23" name="Picture Placeholder 9">
              <a:extLst>
                <a:ext uri="{FF2B5EF4-FFF2-40B4-BE49-F238E27FC236}">
                  <a16:creationId xmlns:a16="http://schemas.microsoft.com/office/drawing/2014/main" id="{EF132112-4923-6951-DE35-B2778EC9D411}"/>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bwMode="gray">
            <a:xfrm>
              <a:off x="0" y="1927225"/>
              <a:ext cx="3596223" cy="4250209"/>
            </a:xfrm>
            <a:prstGeom prst="rect">
              <a:avLst/>
            </a:prstGeom>
          </p:spPr>
        </p:pic>
        <p:sp>
          <p:nvSpPr>
            <p:cNvPr id="18" name="Rectangle 17">
              <a:extLst>
                <a:ext uri="{FF2B5EF4-FFF2-40B4-BE49-F238E27FC236}">
                  <a16:creationId xmlns:a16="http://schemas.microsoft.com/office/drawing/2014/main" id="{31641303-5100-BEB5-67BC-4CDFAA01DB45}"/>
                </a:ext>
              </a:extLst>
            </p:cNvPr>
            <p:cNvSpPr/>
            <p:nvPr/>
          </p:nvSpPr>
          <p:spPr bwMode="gray">
            <a:xfrm flipV="1">
              <a:off x="0" y="1927214"/>
              <a:ext cx="3596223" cy="1501786"/>
            </a:xfrm>
            <a:prstGeom prst="rect">
              <a:avLst/>
            </a:prstGeom>
            <a:gradFill>
              <a:gsLst>
                <a:gs pos="0">
                  <a:schemeClr val="tx1">
                    <a:alpha val="0"/>
                  </a:schemeClr>
                </a:gs>
                <a:gs pos="100000">
                  <a:schemeClr val="tx1">
                    <a:alpha val="70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grpSp>
      <p:sp>
        <p:nvSpPr>
          <p:cNvPr id="3" name="Title 2">
            <a:extLst>
              <a:ext uri="{FF2B5EF4-FFF2-40B4-BE49-F238E27FC236}">
                <a16:creationId xmlns:a16="http://schemas.microsoft.com/office/drawing/2014/main" id="{0A1CFE0A-023B-4FB3-8FCB-2273915510FD}"/>
              </a:ext>
            </a:extLst>
          </p:cNvPr>
          <p:cNvSpPr>
            <a:spLocks noGrp="1"/>
          </p:cNvSpPr>
          <p:nvPr>
            <p:ph type="title"/>
          </p:nvPr>
        </p:nvSpPr>
        <p:spPr/>
        <p:txBody>
          <a:bodyPr/>
          <a:lstStyle/>
          <a:p>
            <a:r>
              <a:rPr lang="en-US"/>
              <a:t>Advancing district heating with high-speed heat pump solutions</a:t>
            </a:r>
          </a:p>
        </p:txBody>
      </p:sp>
      <p:sp>
        <p:nvSpPr>
          <p:cNvPr id="15" name="Footer Placeholder 2">
            <a:extLst>
              <a:ext uri="{FF2B5EF4-FFF2-40B4-BE49-F238E27FC236}">
                <a16:creationId xmlns:a16="http://schemas.microsoft.com/office/drawing/2014/main" id="{2151CBF0-D6B9-3DCF-6A62-B99A3C190431}"/>
              </a:ext>
            </a:extLst>
          </p:cNvPr>
          <p:cNvSpPr>
            <a:spLocks noGrp="1"/>
          </p:cNvSpPr>
          <p:nvPr>
            <p:ph type="ftr" sz="quarter" idx="10"/>
          </p:nvPr>
        </p:nvSpPr>
        <p:spPr/>
        <p:txBody>
          <a:bodyPr lIns="0" tIns="0" rIns="0" bIns="0"/>
          <a:lstStyle/>
          <a:p>
            <a:endParaRPr lang="en-US" noProof="0"/>
          </a:p>
        </p:txBody>
      </p:sp>
      <p:sp>
        <p:nvSpPr>
          <p:cNvPr id="7" name="Date Placeholder 6">
            <a:extLst>
              <a:ext uri="{FF2B5EF4-FFF2-40B4-BE49-F238E27FC236}">
                <a16:creationId xmlns:a16="http://schemas.microsoft.com/office/drawing/2014/main" id="{ADCAC5EC-691B-4BC1-ACCD-A54BB1967AC6}"/>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016A11-4950-4F3F-938B-45DEE5F72969}" type="datetime4">
              <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8" name="Slide Number Placeholder 7">
            <a:extLst>
              <a:ext uri="{FF2B5EF4-FFF2-40B4-BE49-F238E27FC236}">
                <a16:creationId xmlns:a16="http://schemas.microsoft.com/office/drawing/2014/main" id="{2039930B-7AEE-490B-9E03-B7EF084892F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sp>
        <p:nvSpPr>
          <p:cNvPr id="17" name="TextBox 16">
            <a:extLst>
              <a:ext uri="{FF2B5EF4-FFF2-40B4-BE49-F238E27FC236}">
                <a16:creationId xmlns:a16="http://schemas.microsoft.com/office/drawing/2014/main" id="{B30D58C7-62F5-CF10-D2C4-C2459CFAB603}"/>
              </a:ext>
            </a:extLst>
          </p:cNvPr>
          <p:cNvSpPr txBox="1"/>
          <p:nvPr/>
        </p:nvSpPr>
        <p:spPr bwMode="gray">
          <a:xfrm>
            <a:off x="3260644" y="1679834"/>
            <a:ext cx="2599993" cy="1878947"/>
          </a:xfrm>
          <a:prstGeom prst="rect">
            <a:avLst/>
          </a:prstGeom>
          <a:noFill/>
        </p:spPr>
        <p:txBody>
          <a:bodyPr wrap="square" lIns="0" tIns="0" rIns="0" bIns="0" rtlCol="0" anchor="ctr">
            <a:noAutofit/>
          </a:bodyPr>
          <a:lstStyle/>
          <a:p>
            <a:pPr algn="l">
              <a:spcBef>
                <a:spcPts val="600"/>
              </a:spcBef>
            </a:pPr>
            <a:r>
              <a:rPr lang="en-US" sz="23900">
                <a:solidFill>
                  <a:schemeClr val="accent5"/>
                </a:solidFill>
              </a:rPr>
              <a:t>→</a:t>
            </a:r>
          </a:p>
        </p:txBody>
      </p:sp>
      <p:sp>
        <p:nvSpPr>
          <p:cNvPr id="19" name="Content Placeholder 4">
            <a:extLst>
              <a:ext uri="{FF2B5EF4-FFF2-40B4-BE49-F238E27FC236}">
                <a16:creationId xmlns:a16="http://schemas.microsoft.com/office/drawing/2014/main" id="{E40749C3-D5AC-4323-90FE-8BAAA7132B25}"/>
              </a:ext>
            </a:extLst>
          </p:cNvPr>
          <p:cNvSpPr txBox="1">
            <a:spLocks/>
          </p:cNvSpPr>
          <p:nvPr/>
        </p:nvSpPr>
        <p:spPr bwMode="gray">
          <a:xfrm>
            <a:off x="322181" y="2439953"/>
            <a:ext cx="2938463" cy="154725"/>
          </a:xfrm>
          <a:prstGeom prst="rect">
            <a:avLst/>
          </a:prstGeom>
        </p:spPr>
        <p:txBody>
          <a:bodyPr vert="horz" lIns="0" tIns="0" rIns="0" bIns="0" rtlCol="0">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600" b="0" i="0" u="none" strike="noStrike" kern="1200" cap="all" spc="200" normalizeH="0" baseline="0" noProof="0">
                <a:ln>
                  <a:noFill/>
                </a:ln>
                <a:solidFill>
                  <a:srgbClr val="FFFFFF"/>
                </a:solidFill>
                <a:effectLst/>
                <a:uLnTx/>
                <a:uFillTx/>
                <a:latin typeface="ABBvoice"/>
                <a:ea typeface="ABBvoice"/>
                <a:cs typeface="ABBvoice"/>
              </a:rPr>
              <a:t>PROJECT REFERENCE: </a:t>
            </a:r>
            <a:r>
              <a:rPr kumimoji="0" lang="en-US" sz="1600" b="1" i="0" u="none" strike="noStrike" kern="1200" cap="all" spc="200" normalizeH="0" baseline="0" noProof="0">
                <a:ln>
                  <a:noFill/>
                </a:ln>
                <a:solidFill>
                  <a:srgbClr val="FFFFFF"/>
                </a:solidFill>
                <a:effectLst/>
                <a:uLnTx/>
                <a:uFillTx/>
                <a:latin typeface="ABBvoice"/>
                <a:ea typeface="ABBvoice"/>
                <a:cs typeface="ABBvoice"/>
              </a:rPr>
              <a:t>ELECTRIC HEATING </a:t>
            </a:r>
          </a:p>
        </p:txBody>
      </p:sp>
      <p:sp>
        <p:nvSpPr>
          <p:cNvPr id="16" name="TextBox 15">
            <a:extLst>
              <a:ext uri="{FF2B5EF4-FFF2-40B4-BE49-F238E27FC236}">
                <a16:creationId xmlns:a16="http://schemas.microsoft.com/office/drawing/2014/main" id="{34D0135C-E579-4179-BF39-5B180CA7A637}"/>
              </a:ext>
            </a:extLst>
          </p:cNvPr>
          <p:cNvSpPr txBox="1"/>
          <p:nvPr/>
        </p:nvSpPr>
        <p:spPr bwMode="gray">
          <a:xfrm>
            <a:off x="6829922" y="3285440"/>
            <a:ext cx="2304000" cy="2891994"/>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What?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2 x ACS5000 medium voltage drives, rated for 10.7 MW continuous operation at highspeed motor</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4 x 18-pulse drive dry type transformers, rated for continuous operation</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Set of commissioning and operational spares</a:t>
            </a:r>
          </a:p>
        </p:txBody>
      </p:sp>
      <p:sp>
        <p:nvSpPr>
          <p:cNvPr id="21" name="TextBox 20">
            <a:extLst>
              <a:ext uri="{FF2B5EF4-FFF2-40B4-BE49-F238E27FC236}">
                <a16:creationId xmlns:a16="http://schemas.microsoft.com/office/drawing/2014/main" id="{5F041CF6-39D5-4B58-80DC-30E184C51B00}"/>
              </a:ext>
            </a:extLst>
          </p:cNvPr>
          <p:cNvSpPr txBox="1"/>
          <p:nvPr/>
        </p:nvSpPr>
        <p:spPr bwMode="gray">
          <a:xfrm>
            <a:off x="9552421"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Why?</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ABB has been known and long-time partner to various compressor OEM over the decades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Joining forces once more while this time, use of well-proven high-speed solutions in a case of heat pump application for district heating</a:t>
            </a:r>
          </a:p>
        </p:txBody>
      </p:sp>
      <p:sp>
        <p:nvSpPr>
          <p:cNvPr id="6" name="TextBox 5">
            <a:extLst>
              <a:ext uri="{FF2B5EF4-FFF2-40B4-BE49-F238E27FC236}">
                <a16:creationId xmlns:a16="http://schemas.microsoft.com/office/drawing/2014/main" id="{68F6D7E1-5079-3661-2E74-4ED172370882}"/>
              </a:ext>
            </a:extLst>
          </p:cNvPr>
          <p:cNvSpPr txBox="1"/>
          <p:nvPr/>
        </p:nvSpPr>
        <p:spPr bwMode="gray">
          <a:xfrm>
            <a:off x="4107422"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Who?</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i="0" u="none" strike="noStrike" kern="1200" cap="none" spc="0" normalizeH="0" baseline="0" noProof="0">
                <a:ln>
                  <a:noFill/>
                </a:ln>
                <a:solidFill>
                  <a:srgbClr val="000000"/>
                </a:solidFill>
                <a:effectLst/>
                <a:uLnTx/>
                <a:uFillTx/>
                <a:latin typeface="ABBvoice"/>
                <a:ea typeface="ABBvoice"/>
                <a:cs typeface="ABBvoice"/>
              </a:rPr>
              <a:t>MWt Sea Water Heat Pump Compressor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i="0" u="none" strike="noStrike" kern="1200" cap="none" spc="0" normalizeH="0" baseline="0" noProof="0">
                <a:ln>
                  <a:noFill/>
                </a:ln>
                <a:solidFill>
                  <a:srgbClr val="000000"/>
                </a:solidFill>
                <a:effectLst/>
                <a:uLnTx/>
                <a:uFillTx/>
                <a:latin typeface="ABBvoice"/>
                <a:ea typeface="ABBvoice"/>
                <a:cs typeface="ABBvoice"/>
              </a:rPr>
              <a:t>Compressor OEM: MAN Energy Solutions (CH)</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i="0" u="none" strike="noStrike" kern="1200" cap="none" spc="0" normalizeH="0" baseline="0" noProof="0">
                <a:ln>
                  <a:noFill/>
                </a:ln>
                <a:solidFill>
                  <a:srgbClr val="000000"/>
                </a:solidFill>
                <a:effectLst/>
                <a:uLnTx/>
                <a:uFillTx/>
                <a:latin typeface="ABBvoice"/>
                <a:ea typeface="ABBvoice"/>
                <a:cs typeface="ABBvoice"/>
              </a:rPr>
              <a:t>Procurement consultant: </a:t>
            </a:r>
            <a:r>
              <a:rPr kumimoji="0" lang="en-US" sz="1100" i="0" u="none" strike="noStrike" kern="1200" cap="none" spc="0" normalizeH="0" baseline="0" noProof="0" err="1">
                <a:ln>
                  <a:noFill/>
                </a:ln>
                <a:solidFill>
                  <a:srgbClr val="000000"/>
                </a:solidFill>
                <a:effectLst/>
                <a:uLnTx/>
                <a:uFillTx/>
                <a:latin typeface="ABBvoice"/>
                <a:ea typeface="ABBvoice"/>
                <a:cs typeface="ABBvoice"/>
              </a:rPr>
              <a:t>Tolstrup</a:t>
            </a:r>
            <a:r>
              <a:rPr kumimoji="0" lang="en-US" sz="1100" i="0" u="none" strike="noStrike" kern="1200" cap="none" spc="0" normalizeH="0" baseline="0" noProof="0">
                <a:ln>
                  <a:noFill/>
                </a:ln>
                <a:solidFill>
                  <a:srgbClr val="000000"/>
                </a:solidFill>
                <a:effectLst/>
                <a:uLnTx/>
                <a:uFillTx/>
                <a:latin typeface="ABBvoice"/>
                <a:ea typeface="ABBvoice"/>
                <a:cs typeface="ABBvoice"/>
              </a:rPr>
              <a:t> &amp; </a:t>
            </a:r>
            <a:r>
              <a:rPr kumimoji="0" lang="en-US" sz="1100" i="0" u="none" strike="noStrike" kern="1200" cap="none" spc="0" normalizeH="0" baseline="0" noProof="0" err="1">
                <a:ln>
                  <a:noFill/>
                </a:ln>
                <a:solidFill>
                  <a:srgbClr val="000000"/>
                </a:solidFill>
                <a:effectLst/>
                <a:uLnTx/>
                <a:uFillTx/>
                <a:latin typeface="ABBvoice"/>
                <a:ea typeface="ABBvoice"/>
                <a:cs typeface="ABBvoice"/>
              </a:rPr>
              <a:t>Hvilsted</a:t>
            </a:r>
            <a:r>
              <a:rPr kumimoji="0" lang="en-US" sz="1100" i="0" u="none" strike="noStrike" kern="1200" cap="none" spc="0" normalizeH="0" baseline="0" noProof="0">
                <a:ln>
                  <a:noFill/>
                </a:ln>
                <a:solidFill>
                  <a:srgbClr val="000000"/>
                </a:solidFill>
                <a:effectLst/>
                <a:uLnTx/>
                <a:uFillTx/>
                <a:latin typeface="ABBvoice"/>
                <a:ea typeface="ABBvoice"/>
                <a:cs typeface="ABBvoice"/>
              </a:rPr>
              <a:t> </a:t>
            </a:r>
            <a:r>
              <a:rPr kumimoji="0" lang="en-US" sz="1100" i="0" u="none" strike="noStrike" kern="1200" cap="none" spc="0" normalizeH="0" baseline="0" noProof="0" err="1">
                <a:ln>
                  <a:noFill/>
                </a:ln>
                <a:solidFill>
                  <a:srgbClr val="000000"/>
                </a:solidFill>
                <a:effectLst/>
                <a:uLnTx/>
                <a:uFillTx/>
                <a:latin typeface="ABBvoice"/>
                <a:ea typeface="ABBvoice"/>
                <a:cs typeface="ABBvoice"/>
              </a:rPr>
              <a:t>ApS</a:t>
            </a:r>
            <a:r>
              <a:rPr kumimoji="0" lang="en-US" sz="1100" i="0" u="none" strike="noStrike" kern="1200" cap="none" spc="0" normalizeH="0" baseline="0" noProof="0">
                <a:ln>
                  <a:noFill/>
                </a:ln>
                <a:solidFill>
                  <a:srgbClr val="000000"/>
                </a:solidFill>
                <a:effectLst/>
                <a:uLnTx/>
                <a:uFillTx/>
                <a:latin typeface="ABBvoice"/>
                <a:ea typeface="ABBvoice"/>
                <a:cs typeface="ABBvoice"/>
              </a:rPr>
              <a:t> (DK)</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i="0" u="none" strike="noStrike" kern="1200" cap="none" spc="0" normalizeH="0" baseline="0" noProof="0">
                <a:ln>
                  <a:noFill/>
                </a:ln>
                <a:solidFill>
                  <a:srgbClr val="000000"/>
                </a:solidFill>
                <a:effectLst/>
                <a:uLnTx/>
                <a:uFillTx/>
                <a:latin typeface="ABBvoice"/>
                <a:ea typeface="ABBvoice"/>
                <a:cs typeface="ABBvoice"/>
              </a:rPr>
              <a:t>End-customer: DIN </a:t>
            </a:r>
            <a:r>
              <a:rPr kumimoji="0" lang="en-US" sz="1100" i="0" u="none" strike="noStrike" kern="1200" cap="none" spc="0" normalizeH="0" baseline="0" noProof="0" err="1">
                <a:ln>
                  <a:noFill/>
                </a:ln>
                <a:solidFill>
                  <a:srgbClr val="000000"/>
                </a:solidFill>
                <a:effectLst/>
                <a:uLnTx/>
                <a:uFillTx/>
                <a:latin typeface="ABBvoice"/>
                <a:ea typeface="ABBvoice"/>
                <a:cs typeface="ABBvoice"/>
              </a:rPr>
              <a:t>Forsyning</a:t>
            </a:r>
            <a:r>
              <a:rPr kumimoji="0" lang="en-US" sz="1100" i="0" u="none" strike="noStrike" kern="1200" cap="none" spc="0" normalizeH="0" baseline="0" noProof="0">
                <a:ln>
                  <a:noFill/>
                </a:ln>
                <a:solidFill>
                  <a:srgbClr val="000000"/>
                </a:solidFill>
                <a:effectLst/>
                <a:uLnTx/>
                <a:uFillTx/>
                <a:latin typeface="ABBvoice"/>
                <a:ea typeface="ABBvoice"/>
                <a:cs typeface="ABBvoice"/>
              </a:rPr>
              <a:t> </a:t>
            </a:r>
            <a:r>
              <a:rPr kumimoji="0" lang="en-US" sz="1100" i="0" u="none" strike="noStrike" kern="1200" cap="none" spc="0" normalizeH="0" baseline="0" noProof="0" err="1">
                <a:ln>
                  <a:noFill/>
                </a:ln>
                <a:solidFill>
                  <a:srgbClr val="000000"/>
                </a:solidFill>
                <a:effectLst/>
                <a:uLnTx/>
                <a:uFillTx/>
                <a:latin typeface="ABBvoice"/>
                <a:ea typeface="ABBvoice"/>
                <a:cs typeface="ABBvoice"/>
              </a:rPr>
              <a:t>Varme</a:t>
            </a:r>
            <a:r>
              <a:rPr kumimoji="0" lang="en-US" sz="1100" i="0" u="none" strike="noStrike" kern="1200" cap="none" spc="0" normalizeH="0" baseline="0" noProof="0">
                <a:ln>
                  <a:noFill/>
                </a:ln>
                <a:solidFill>
                  <a:srgbClr val="000000"/>
                </a:solidFill>
                <a:effectLst/>
                <a:uLnTx/>
                <a:uFillTx/>
                <a:latin typeface="ABBvoice"/>
                <a:ea typeface="ABBvoice"/>
                <a:cs typeface="ABBvoice"/>
              </a:rPr>
              <a:t> A/S (DK)</a:t>
            </a:r>
          </a:p>
        </p:txBody>
      </p:sp>
      <p:pic>
        <p:nvPicPr>
          <p:cNvPr id="5" name="Graphic 4">
            <a:extLst>
              <a:ext uri="{FF2B5EF4-FFF2-40B4-BE49-F238E27FC236}">
                <a16:creationId xmlns:a16="http://schemas.microsoft.com/office/drawing/2014/main" id="{A3D05EA4-C908-39BB-8E8E-DC81C760FB6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07422" y="2643079"/>
            <a:ext cx="457200" cy="457200"/>
          </a:xfrm>
          <a:prstGeom prst="rect">
            <a:avLst/>
          </a:prstGeom>
        </p:spPr>
      </p:pic>
      <p:pic>
        <p:nvPicPr>
          <p:cNvPr id="9" name="Graphic 8">
            <a:extLst>
              <a:ext uri="{FF2B5EF4-FFF2-40B4-BE49-F238E27FC236}">
                <a16:creationId xmlns:a16="http://schemas.microsoft.com/office/drawing/2014/main" id="{3CFA7997-6C26-0BE2-B2BC-957AF8DD7EF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29921" y="2643079"/>
            <a:ext cx="457200" cy="457200"/>
          </a:xfrm>
          <a:prstGeom prst="rect">
            <a:avLst/>
          </a:prstGeom>
        </p:spPr>
      </p:pic>
      <p:pic>
        <p:nvPicPr>
          <p:cNvPr id="12" name="Graphic 11">
            <a:extLst>
              <a:ext uri="{FF2B5EF4-FFF2-40B4-BE49-F238E27FC236}">
                <a16:creationId xmlns:a16="http://schemas.microsoft.com/office/drawing/2014/main" id="{CE1F1B65-950E-1B09-75EA-A7C326C64B1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52421" y="2643079"/>
            <a:ext cx="457200" cy="457200"/>
          </a:xfrm>
          <a:prstGeom prst="rect">
            <a:avLst/>
          </a:prstGeom>
        </p:spPr>
      </p:pic>
    </p:spTree>
    <p:custDataLst>
      <p:custData r:id="rId1"/>
      <p:custData r:id="rId2"/>
    </p:custDataLst>
    <p:extLst>
      <p:ext uri="{BB962C8B-B14F-4D97-AF65-F5344CB8AC3E}">
        <p14:creationId xmlns:p14="http://schemas.microsoft.com/office/powerpoint/2010/main" val="504524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813A592-45C8-1C97-3C05-9803B257AB8C}"/>
              </a:ext>
            </a:extLst>
          </p:cNvPr>
          <p:cNvGrpSpPr/>
          <p:nvPr/>
        </p:nvGrpSpPr>
        <p:grpSpPr>
          <a:xfrm>
            <a:off x="0" y="1927215"/>
            <a:ext cx="3596223" cy="4250219"/>
            <a:chOff x="0" y="1927215"/>
            <a:chExt cx="3596223" cy="4250219"/>
          </a:xfrm>
        </p:grpSpPr>
        <p:pic>
          <p:nvPicPr>
            <p:cNvPr id="24" name="Picture Placeholder 9">
              <a:extLst>
                <a:ext uri="{FF2B5EF4-FFF2-40B4-BE49-F238E27FC236}">
                  <a16:creationId xmlns:a16="http://schemas.microsoft.com/office/drawing/2014/main" id="{CCC47B02-56DE-BEF5-48BE-A20BE5A12481}"/>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bwMode="gray">
            <a:xfrm>
              <a:off x="0" y="1927225"/>
              <a:ext cx="3596223" cy="4250209"/>
            </a:xfrm>
            <a:prstGeom prst="rect">
              <a:avLst/>
            </a:prstGeom>
          </p:spPr>
        </p:pic>
        <p:sp>
          <p:nvSpPr>
            <p:cNvPr id="18" name="Rectangle 17">
              <a:extLst>
                <a:ext uri="{FF2B5EF4-FFF2-40B4-BE49-F238E27FC236}">
                  <a16:creationId xmlns:a16="http://schemas.microsoft.com/office/drawing/2014/main" id="{31641303-5100-BEB5-67BC-4CDFAA01DB45}"/>
                </a:ext>
              </a:extLst>
            </p:cNvPr>
            <p:cNvSpPr/>
            <p:nvPr/>
          </p:nvSpPr>
          <p:spPr bwMode="gray">
            <a:xfrm flipV="1">
              <a:off x="0" y="1927215"/>
              <a:ext cx="3596223" cy="1719751"/>
            </a:xfrm>
            <a:prstGeom prst="rect">
              <a:avLst/>
            </a:prstGeom>
            <a:gradFill>
              <a:gsLst>
                <a:gs pos="0">
                  <a:schemeClr val="tx1">
                    <a:alpha val="0"/>
                  </a:schemeClr>
                </a:gs>
                <a:gs pos="100000">
                  <a:schemeClr val="tx1">
                    <a:alpha val="40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grpSp>
      <p:sp>
        <p:nvSpPr>
          <p:cNvPr id="3" name="Title 2">
            <a:extLst>
              <a:ext uri="{FF2B5EF4-FFF2-40B4-BE49-F238E27FC236}">
                <a16:creationId xmlns:a16="http://schemas.microsoft.com/office/drawing/2014/main" id="{0A1CFE0A-023B-4FB3-8FCB-2273915510FD}"/>
              </a:ext>
            </a:extLst>
          </p:cNvPr>
          <p:cNvSpPr>
            <a:spLocks noGrp="1"/>
          </p:cNvSpPr>
          <p:nvPr>
            <p:ph type="title"/>
          </p:nvPr>
        </p:nvSpPr>
        <p:spPr/>
        <p:txBody>
          <a:bodyPr/>
          <a:lstStyle/>
          <a:p>
            <a:r>
              <a:rPr lang="en-US"/>
              <a:t>Turning all stones for a successful gas turbine to electrical motor conversion</a:t>
            </a:r>
          </a:p>
        </p:txBody>
      </p:sp>
      <p:sp>
        <p:nvSpPr>
          <p:cNvPr id="15" name="Footer Placeholder 2">
            <a:extLst>
              <a:ext uri="{FF2B5EF4-FFF2-40B4-BE49-F238E27FC236}">
                <a16:creationId xmlns:a16="http://schemas.microsoft.com/office/drawing/2014/main" id="{2151CBF0-D6B9-3DCF-6A62-B99A3C190431}"/>
              </a:ext>
            </a:extLst>
          </p:cNvPr>
          <p:cNvSpPr>
            <a:spLocks noGrp="1"/>
          </p:cNvSpPr>
          <p:nvPr>
            <p:ph type="ftr" sz="quarter" idx="10"/>
          </p:nvPr>
        </p:nvSpPr>
        <p:spPr/>
        <p:txBody>
          <a:bodyPr lIns="0" tIns="0" rIns="0" bIns="0"/>
          <a:lstStyle/>
          <a:p>
            <a:endParaRPr lang="en-US" noProof="0"/>
          </a:p>
        </p:txBody>
      </p:sp>
      <p:sp>
        <p:nvSpPr>
          <p:cNvPr id="7" name="Date Placeholder 6">
            <a:extLst>
              <a:ext uri="{FF2B5EF4-FFF2-40B4-BE49-F238E27FC236}">
                <a16:creationId xmlns:a16="http://schemas.microsoft.com/office/drawing/2014/main" id="{ADCAC5EC-691B-4BC1-ACCD-A54BB1967AC6}"/>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016A11-4950-4F3F-938B-45DEE5F72969}" type="datetime4">
              <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8" name="Slide Number Placeholder 7">
            <a:extLst>
              <a:ext uri="{FF2B5EF4-FFF2-40B4-BE49-F238E27FC236}">
                <a16:creationId xmlns:a16="http://schemas.microsoft.com/office/drawing/2014/main" id="{2039930B-7AEE-490B-9E03-B7EF084892F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sp>
        <p:nvSpPr>
          <p:cNvPr id="17" name="TextBox 16">
            <a:extLst>
              <a:ext uri="{FF2B5EF4-FFF2-40B4-BE49-F238E27FC236}">
                <a16:creationId xmlns:a16="http://schemas.microsoft.com/office/drawing/2014/main" id="{B30D58C7-62F5-CF10-D2C4-C2459CFAB603}"/>
              </a:ext>
            </a:extLst>
          </p:cNvPr>
          <p:cNvSpPr txBox="1"/>
          <p:nvPr/>
        </p:nvSpPr>
        <p:spPr bwMode="gray">
          <a:xfrm>
            <a:off x="3260644" y="1679834"/>
            <a:ext cx="2599993" cy="1878947"/>
          </a:xfrm>
          <a:prstGeom prst="rect">
            <a:avLst/>
          </a:prstGeom>
          <a:noFill/>
        </p:spPr>
        <p:txBody>
          <a:bodyPr wrap="square" lIns="0" tIns="0" rIns="0" bIns="0" rtlCol="0" anchor="ctr">
            <a:noAutofit/>
          </a:bodyPr>
          <a:lstStyle>
            <a:defPPr>
              <a:defRPr lang="en-US"/>
            </a:defPPr>
            <a:lvl1pPr>
              <a:spcBef>
                <a:spcPts val="600"/>
              </a:spcBef>
              <a:defRPr sz="23900">
                <a:solidFill>
                  <a:schemeClr val="accent5"/>
                </a:solidFill>
              </a:defRPr>
            </a:lvl1pPr>
          </a:lstStyle>
          <a:p>
            <a:r>
              <a:rPr lang="en-US"/>
              <a:t>→</a:t>
            </a:r>
          </a:p>
        </p:txBody>
      </p:sp>
      <p:sp>
        <p:nvSpPr>
          <p:cNvPr id="19" name="Content Placeholder 4">
            <a:extLst>
              <a:ext uri="{FF2B5EF4-FFF2-40B4-BE49-F238E27FC236}">
                <a16:creationId xmlns:a16="http://schemas.microsoft.com/office/drawing/2014/main" id="{E40749C3-D5AC-4323-90FE-8BAAA7132B25}"/>
              </a:ext>
            </a:extLst>
          </p:cNvPr>
          <p:cNvSpPr txBox="1">
            <a:spLocks/>
          </p:cNvSpPr>
          <p:nvPr/>
        </p:nvSpPr>
        <p:spPr bwMode="gray">
          <a:xfrm>
            <a:off x="322181" y="2439953"/>
            <a:ext cx="2938463" cy="154725"/>
          </a:xfrm>
          <a:prstGeom prst="rect">
            <a:avLst/>
          </a:prstGeom>
        </p:spPr>
        <p:txBody>
          <a:bodyPr vert="horz" lIns="0" tIns="0" rIns="0" bIns="0" rtlCol="0">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600" b="0" i="0" u="none" strike="noStrike" kern="1200" cap="all" spc="200" normalizeH="0" baseline="0" noProof="0">
                <a:ln>
                  <a:noFill/>
                </a:ln>
                <a:solidFill>
                  <a:srgbClr val="FFFFFF"/>
                </a:solidFill>
                <a:effectLst/>
                <a:uLnTx/>
                <a:uFillTx/>
                <a:latin typeface="ABBvoice"/>
                <a:ea typeface="ABBvoice"/>
                <a:cs typeface="ABBvoice"/>
              </a:rPr>
              <a:t>PROJECT REFERENCE: </a:t>
            </a:r>
            <a:r>
              <a:rPr kumimoji="0" lang="en-US" sz="1600" b="1" i="0" u="none" strike="noStrike" kern="1200" cap="all" spc="200" normalizeH="0" baseline="0" noProof="0">
                <a:ln>
                  <a:noFill/>
                </a:ln>
                <a:solidFill>
                  <a:srgbClr val="FFFFFF"/>
                </a:solidFill>
                <a:effectLst/>
                <a:uLnTx/>
                <a:uFillTx/>
                <a:latin typeface="ABBvoice"/>
                <a:ea typeface="ABBvoice"/>
                <a:cs typeface="ABBvoice"/>
              </a:rPr>
              <a:t>CHEMICAL, OIL AND GAS</a:t>
            </a:r>
          </a:p>
        </p:txBody>
      </p:sp>
      <p:sp>
        <p:nvSpPr>
          <p:cNvPr id="16" name="TextBox 15">
            <a:extLst>
              <a:ext uri="{FF2B5EF4-FFF2-40B4-BE49-F238E27FC236}">
                <a16:creationId xmlns:a16="http://schemas.microsoft.com/office/drawing/2014/main" id="{34D0135C-E579-4179-BF39-5B180CA7A637}"/>
              </a:ext>
            </a:extLst>
          </p:cNvPr>
          <p:cNvSpPr txBox="1"/>
          <p:nvPr/>
        </p:nvSpPr>
        <p:spPr bwMode="gray">
          <a:xfrm>
            <a:off x="6829922" y="3285440"/>
            <a:ext cx="2304000" cy="2891994"/>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What?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ACS5000W medium voltage drive  of the newest generation 9.6 MW</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Input transformer and ABB induction machine</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Successful turbine to electric conversion in defined shutdown time (from May 29–Jun 20, 2023, for VSD system commissioning)</a:t>
            </a:r>
          </a:p>
        </p:txBody>
      </p:sp>
      <p:sp>
        <p:nvSpPr>
          <p:cNvPr id="21" name="TextBox 20">
            <a:extLst>
              <a:ext uri="{FF2B5EF4-FFF2-40B4-BE49-F238E27FC236}">
                <a16:creationId xmlns:a16="http://schemas.microsoft.com/office/drawing/2014/main" id="{5F041CF6-39D5-4B58-80DC-30E184C51B00}"/>
              </a:ext>
            </a:extLst>
          </p:cNvPr>
          <p:cNvSpPr txBox="1"/>
          <p:nvPr/>
        </p:nvSpPr>
        <p:spPr bwMode="gray">
          <a:xfrm>
            <a:off x="9552421"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Why?</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Turned around an aging installation of an end-of-life gas turbine by replacing it with modern electrical VSDS saving tremendous amounts of energy and emissions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ABB as trusted partner to meet customer’s narrow shutdown window, which comes once in 5 years - initial talks about this conversion started in 2017 resulting in purchase in 2022</a:t>
            </a:r>
          </a:p>
        </p:txBody>
      </p:sp>
      <p:sp>
        <p:nvSpPr>
          <p:cNvPr id="6" name="TextBox 5">
            <a:extLst>
              <a:ext uri="{FF2B5EF4-FFF2-40B4-BE49-F238E27FC236}">
                <a16:creationId xmlns:a16="http://schemas.microsoft.com/office/drawing/2014/main" id="{68F6D7E1-5079-3661-2E74-4ED172370882}"/>
              </a:ext>
            </a:extLst>
          </p:cNvPr>
          <p:cNvSpPr txBox="1"/>
          <p:nvPr/>
        </p:nvSpPr>
        <p:spPr bwMode="gray">
          <a:xfrm>
            <a:off x="4107422"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Who?</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i="0" u="none" strike="noStrike" kern="1200" cap="none" spc="0" normalizeH="0" baseline="0" noProof="0">
                <a:ln>
                  <a:noFill/>
                </a:ln>
                <a:solidFill>
                  <a:srgbClr val="000000"/>
                </a:solidFill>
                <a:effectLst/>
                <a:uLnTx/>
                <a:uFillTx/>
                <a:latin typeface="ABBvoice"/>
                <a:ea typeface="ABBvoice"/>
                <a:cs typeface="ABBvoice"/>
              </a:rPr>
              <a:t>It is a joint venture between the government and a number of foreign stakeholders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i="0" u="none" strike="noStrike" kern="1200" cap="none" spc="0" normalizeH="0" baseline="0" noProof="0">
                <a:ln>
                  <a:noFill/>
                </a:ln>
                <a:solidFill>
                  <a:srgbClr val="000000"/>
                </a:solidFill>
                <a:effectLst/>
                <a:uLnTx/>
                <a:uFillTx/>
                <a:latin typeface="ABBvoice"/>
                <a:ea typeface="ABBvoice"/>
                <a:cs typeface="ABBvoice"/>
              </a:rPr>
              <a:t>Operating several compression trains driven by gas turbines built in the 1970's</a:t>
            </a:r>
          </a:p>
        </p:txBody>
      </p:sp>
      <p:pic>
        <p:nvPicPr>
          <p:cNvPr id="5" name="Graphic 4">
            <a:extLst>
              <a:ext uri="{FF2B5EF4-FFF2-40B4-BE49-F238E27FC236}">
                <a16:creationId xmlns:a16="http://schemas.microsoft.com/office/drawing/2014/main" id="{A3D05EA4-C908-39BB-8E8E-DC81C760FB6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07422" y="2643079"/>
            <a:ext cx="457200" cy="457200"/>
          </a:xfrm>
          <a:prstGeom prst="rect">
            <a:avLst/>
          </a:prstGeom>
        </p:spPr>
      </p:pic>
      <p:pic>
        <p:nvPicPr>
          <p:cNvPr id="9" name="Graphic 8">
            <a:extLst>
              <a:ext uri="{FF2B5EF4-FFF2-40B4-BE49-F238E27FC236}">
                <a16:creationId xmlns:a16="http://schemas.microsoft.com/office/drawing/2014/main" id="{3CFA7997-6C26-0BE2-B2BC-957AF8DD7EF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29921" y="2643079"/>
            <a:ext cx="457200" cy="457200"/>
          </a:xfrm>
          <a:prstGeom prst="rect">
            <a:avLst/>
          </a:prstGeom>
        </p:spPr>
      </p:pic>
      <p:pic>
        <p:nvPicPr>
          <p:cNvPr id="12" name="Graphic 11">
            <a:extLst>
              <a:ext uri="{FF2B5EF4-FFF2-40B4-BE49-F238E27FC236}">
                <a16:creationId xmlns:a16="http://schemas.microsoft.com/office/drawing/2014/main" id="{CE1F1B65-950E-1B09-75EA-A7C326C64B1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52421" y="2643079"/>
            <a:ext cx="457200" cy="457200"/>
          </a:xfrm>
          <a:prstGeom prst="rect">
            <a:avLst/>
          </a:prstGeom>
        </p:spPr>
      </p:pic>
    </p:spTree>
    <p:custDataLst>
      <p:custData r:id="rId1"/>
      <p:custData r:id="rId2"/>
    </p:custDataLst>
    <p:extLst>
      <p:ext uri="{BB962C8B-B14F-4D97-AF65-F5344CB8AC3E}">
        <p14:creationId xmlns:p14="http://schemas.microsoft.com/office/powerpoint/2010/main" val="4188366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02F7FFD-FB18-8612-271B-046C6D4AFE87}"/>
              </a:ext>
            </a:extLst>
          </p:cNvPr>
          <p:cNvGrpSpPr/>
          <p:nvPr/>
        </p:nvGrpSpPr>
        <p:grpSpPr>
          <a:xfrm>
            <a:off x="0" y="1927210"/>
            <a:ext cx="3596223" cy="4250224"/>
            <a:chOff x="0" y="1927210"/>
            <a:chExt cx="3596223" cy="4250224"/>
          </a:xfrm>
        </p:grpSpPr>
        <p:pic>
          <p:nvPicPr>
            <p:cNvPr id="3074" name="Picture 2">
              <a:extLst>
                <a:ext uri="{FF2B5EF4-FFF2-40B4-BE49-F238E27FC236}">
                  <a16:creationId xmlns:a16="http://schemas.microsoft.com/office/drawing/2014/main" id="{5A0AAEAB-A4E2-8847-B5FF-B45830DD1AD6}"/>
                </a:ext>
              </a:extLst>
            </p:cNvPr>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a:stretch>
              <a:fillRect/>
            </a:stretch>
          </p:blipFill>
          <p:spPr bwMode="auto">
            <a:xfrm>
              <a:off x="0" y="1927211"/>
              <a:ext cx="3596223" cy="4250223"/>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31641303-5100-BEB5-67BC-4CDFAA01DB45}"/>
                </a:ext>
              </a:extLst>
            </p:cNvPr>
            <p:cNvSpPr/>
            <p:nvPr/>
          </p:nvSpPr>
          <p:spPr bwMode="gray">
            <a:xfrm flipV="1">
              <a:off x="0" y="1927210"/>
              <a:ext cx="3596223" cy="1915608"/>
            </a:xfrm>
            <a:prstGeom prst="rect">
              <a:avLst/>
            </a:prstGeom>
            <a:gradFill>
              <a:gsLst>
                <a:gs pos="0">
                  <a:schemeClr val="tx1">
                    <a:alpha val="0"/>
                  </a:schemeClr>
                </a:gs>
                <a:gs pos="100000">
                  <a:schemeClr val="tx1">
                    <a:alpha val="70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grpSp>
      <p:sp>
        <p:nvSpPr>
          <p:cNvPr id="3" name="Title 2">
            <a:extLst>
              <a:ext uri="{FF2B5EF4-FFF2-40B4-BE49-F238E27FC236}">
                <a16:creationId xmlns:a16="http://schemas.microsoft.com/office/drawing/2014/main" id="{0A1CFE0A-023B-4FB3-8FCB-2273915510FD}"/>
              </a:ext>
            </a:extLst>
          </p:cNvPr>
          <p:cNvSpPr>
            <a:spLocks noGrp="1"/>
          </p:cNvSpPr>
          <p:nvPr>
            <p:ph type="title"/>
          </p:nvPr>
        </p:nvSpPr>
        <p:spPr/>
        <p:txBody>
          <a:bodyPr/>
          <a:lstStyle/>
          <a:p>
            <a:r>
              <a:rPr lang="en-US"/>
              <a:t>ABB's electric high-power supply to plasma torches enabling </a:t>
            </a:r>
            <a:br>
              <a:rPr lang="en-US"/>
            </a:br>
            <a:r>
              <a:rPr lang="en-US"/>
              <a:t>carbon-neutral industrial heat at very high temperatures</a:t>
            </a:r>
          </a:p>
        </p:txBody>
      </p:sp>
      <p:sp>
        <p:nvSpPr>
          <p:cNvPr id="15" name="Footer Placeholder 2">
            <a:extLst>
              <a:ext uri="{FF2B5EF4-FFF2-40B4-BE49-F238E27FC236}">
                <a16:creationId xmlns:a16="http://schemas.microsoft.com/office/drawing/2014/main" id="{2151CBF0-D6B9-3DCF-6A62-B99A3C190431}"/>
              </a:ext>
            </a:extLst>
          </p:cNvPr>
          <p:cNvSpPr>
            <a:spLocks noGrp="1"/>
          </p:cNvSpPr>
          <p:nvPr>
            <p:ph type="ftr" sz="quarter" idx="10"/>
          </p:nvPr>
        </p:nvSpPr>
        <p:spPr/>
        <p:txBody>
          <a:bodyPr lIns="0" tIns="0" rIns="0" bIns="0"/>
          <a:lstStyle/>
          <a:p>
            <a:endParaRPr lang="en-US" noProof="0"/>
          </a:p>
        </p:txBody>
      </p:sp>
      <p:sp>
        <p:nvSpPr>
          <p:cNvPr id="7" name="Date Placeholder 6">
            <a:extLst>
              <a:ext uri="{FF2B5EF4-FFF2-40B4-BE49-F238E27FC236}">
                <a16:creationId xmlns:a16="http://schemas.microsoft.com/office/drawing/2014/main" id="{ADCAC5EC-691B-4BC1-ACCD-A54BB1967AC6}"/>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016A11-4950-4F3F-938B-45DEE5F72969}" type="datetime4">
              <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8" name="Slide Number Placeholder 7">
            <a:extLst>
              <a:ext uri="{FF2B5EF4-FFF2-40B4-BE49-F238E27FC236}">
                <a16:creationId xmlns:a16="http://schemas.microsoft.com/office/drawing/2014/main" id="{2039930B-7AEE-490B-9E03-B7EF084892F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sp>
        <p:nvSpPr>
          <p:cNvPr id="17" name="TextBox 16">
            <a:extLst>
              <a:ext uri="{FF2B5EF4-FFF2-40B4-BE49-F238E27FC236}">
                <a16:creationId xmlns:a16="http://schemas.microsoft.com/office/drawing/2014/main" id="{B30D58C7-62F5-CF10-D2C4-C2459CFAB603}"/>
              </a:ext>
            </a:extLst>
          </p:cNvPr>
          <p:cNvSpPr txBox="1"/>
          <p:nvPr/>
        </p:nvSpPr>
        <p:spPr bwMode="gray">
          <a:xfrm>
            <a:off x="3260644" y="1679834"/>
            <a:ext cx="2599993" cy="1878947"/>
          </a:xfrm>
          <a:prstGeom prst="rect">
            <a:avLst/>
          </a:prstGeom>
          <a:noFill/>
        </p:spPr>
        <p:txBody>
          <a:bodyPr wrap="square" lIns="0" tIns="0" rIns="0" bIns="0" rtlCol="0" anchor="ctr">
            <a:noAutofit/>
          </a:bodyPr>
          <a:lstStyle/>
          <a:p>
            <a:pPr algn="l">
              <a:spcBef>
                <a:spcPts val="600"/>
              </a:spcBef>
            </a:pPr>
            <a:r>
              <a:rPr lang="en-US" sz="23900">
                <a:solidFill>
                  <a:schemeClr val="accent5"/>
                </a:solidFill>
              </a:rPr>
              <a:t>→</a:t>
            </a:r>
          </a:p>
        </p:txBody>
      </p:sp>
      <p:sp>
        <p:nvSpPr>
          <p:cNvPr id="19" name="Content Placeholder 4">
            <a:extLst>
              <a:ext uri="{FF2B5EF4-FFF2-40B4-BE49-F238E27FC236}">
                <a16:creationId xmlns:a16="http://schemas.microsoft.com/office/drawing/2014/main" id="{E40749C3-D5AC-4323-90FE-8BAAA7132B25}"/>
              </a:ext>
            </a:extLst>
          </p:cNvPr>
          <p:cNvSpPr txBox="1">
            <a:spLocks/>
          </p:cNvSpPr>
          <p:nvPr/>
        </p:nvSpPr>
        <p:spPr bwMode="gray">
          <a:xfrm>
            <a:off x="322181" y="2439953"/>
            <a:ext cx="2938463" cy="154725"/>
          </a:xfrm>
          <a:prstGeom prst="rect">
            <a:avLst/>
          </a:prstGeom>
        </p:spPr>
        <p:txBody>
          <a:bodyPr vert="horz" lIns="0" tIns="0" rIns="0" bIns="0" rtlCol="0">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600" b="0" i="0" u="none" strike="noStrike" kern="1200" cap="all" spc="200" normalizeH="0" baseline="0" noProof="0">
                <a:ln>
                  <a:noFill/>
                </a:ln>
                <a:solidFill>
                  <a:srgbClr val="FFFFFF"/>
                </a:solidFill>
                <a:effectLst/>
                <a:uLnTx/>
                <a:uFillTx/>
                <a:latin typeface="ABBvoice"/>
                <a:ea typeface="ABBvoice"/>
                <a:cs typeface="ABBvoice"/>
              </a:rPr>
              <a:t>PROJECT REFERENCE: </a:t>
            </a:r>
            <a:r>
              <a:rPr kumimoji="0" lang="en-US" sz="1600" b="1" i="0" u="none" strike="noStrike" kern="1200" cap="all" spc="200" normalizeH="0" baseline="0" noProof="0">
                <a:ln>
                  <a:noFill/>
                </a:ln>
                <a:solidFill>
                  <a:srgbClr val="FFFFFF"/>
                </a:solidFill>
                <a:effectLst/>
                <a:uLnTx/>
                <a:uFillTx/>
                <a:latin typeface="ABBvoice"/>
                <a:ea typeface="ABBvoice"/>
                <a:cs typeface="ABBvoice"/>
              </a:rPr>
              <a:t>ELECTRIC HEATING</a:t>
            </a:r>
          </a:p>
        </p:txBody>
      </p:sp>
      <p:sp>
        <p:nvSpPr>
          <p:cNvPr id="16" name="TextBox 15">
            <a:extLst>
              <a:ext uri="{FF2B5EF4-FFF2-40B4-BE49-F238E27FC236}">
                <a16:creationId xmlns:a16="http://schemas.microsoft.com/office/drawing/2014/main" id="{34D0135C-E579-4179-BF39-5B180CA7A637}"/>
              </a:ext>
            </a:extLst>
          </p:cNvPr>
          <p:cNvSpPr txBox="1"/>
          <p:nvPr/>
        </p:nvSpPr>
        <p:spPr bwMode="gray">
          <a:xfrm>
            <a:off x="6829922" y="3285440"/>
            <a:ext cx="2304000" cy="2891994"/>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What?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ACS5000 based system for application specific solution</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Engineering customization with software and application control</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Input transformer</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Output filter, choke and disconnector</a:t>
            </a:r>
          </a:p>
          <a:p>
            <a:pPr marL="171450" indent="-171450">
              <a:spcBef>
                <a:spcPts val="600"/>
              </a:spcBef>
              <a:buFont typeface="Arial" panose="020B0604020202020204" pitchFamily="34" charset="0"/>
              <a:buChar char="•"/>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E-house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Torch ignitor</a:t>
            </a:r>
          </a:p>
        </p:txBody>
      </p:sp>
      <p:sp>
        <p:nvSpPr>
          <p:cNvPr id="21" name="TextBox 20">
            <a:extLst>
              <a:ext uri="{FF2B5EF4-FFF2-40B4-BE49-F238E27FC236}">
                <a16:creationId xmlns:a16="http://schemas.microsoft.com/office/drawing/2014/main" id="{5F041CF6-39D5-4B58-80DC-30E184C51B00}"/>
              </a:ext>
            </a:extLst>
          </p:cNvPr>
          <p:cNvSpPr txBox="1"/>
          <p:nvPr/>
        </p:nvSpPr>
        <p:spPr bwMode="gray">
          <a:xfrm>
            <a:off x="9552421" y="3285440"/>
            <a:ext cx="2304000" cy="3177328"/>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Why?</a:t>
            </a:r>
          </a:p>
          <a:p>
            <a:pPr marL="171450" indent="-171450">
              <a:spcBef>
                <a:spcPts val="600"/>
              </a:spcBef>
              <a:buFont typeface="Arial" panose="020B0604020202020204" pitchFamily="34" charset="0"/>
              <a:buChar char="•"/>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Decarbonizing hard to abate industries </a:t>
            </a:r>
            <a:r>
              <a:rPr lang="en-US" sz="1100">
                <a:solidFill>
                  <a:srgbClr val="000000"/>
                </a:solidFill>
                <a:latin typeface="ABBvoice"/>
                <a:ea typeface="ABBvoice"/>
                <a:cs typeface="ABBvoice"/>
              </a:rPr>
              <a:t>look</a:t>
            </a:r>
            <a:r>
              <a:rPr kumimoji="0" lang="en-US" sz="1100" b="0" i="0" u="none" strike="noStrike" kern="1200" cap="none" spc="0" normalizeH="0" baseline="0" noProof="0">
                <a:ln>
                  <a:noFill/>
                </a:ln>
                <a:solidFill>
                  <a:srgbClr val="000000"/>
                </a:solidFill>
                <a:effectLst/>
                <a:uLnTx/>
                <a:uFillTx/>
                <a:latin typeface="ABBvoice"/>
                <a:ea typeface="ABBvoice"/>
                <a:cs typeface="ABBvoice"/>
              </a:rPr>
              <a:t> for electrification</a:t>
            </a:r>
            <a:r>
              <a:rPr lang="en-US" sz="1100">
                <a:solidFill>
                  <a:srgbClr val="000000"/>
                </a:solidFill>
                <a:latin typeface="ABBvoice"/>
                <a:ea typeface="ABBvoice"/>
                <a:cs typeface="ABBvoice"/>
              </a:rPr>
              <a:t> of high temperature heat </a:t>
            </a:r>
            <a:endParaRPr lang="en-US" sz="1100" b="0" i="0" u="none" strike="noStrike" kern="1200" cap="none" spc="0" normalizeH="0" baseline="0" noProof="0">
              <a:ln>
                <a:noFill/>
              </a:ln>
              <a:solidFill>
                <a:srgbClr val="000000"/>
              </a:solidFill>
              <a:effectLst/>
              <a:uLnTx/>
              <a:uFillTx/>
              <a:latin typeface="ABBvoice"/>
              <a:ea typeface="ABBvoice"/>
              <a:cs typeface="ABBvoice"/>
            </a:endParaRPr>
          </a:p>
          <a:p>
            <a:pPr marL="171450" indent="-171450">
              <a:spcBef>
                <a:spcPts val="600"/>
              </a:spcBef>
              <a:buFont typeface="Arial" panose="020B0604020202020204" pitchFamily="34" charset="0"/>
              <a:buChar char="•"/>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ABB developing a novel high-power plasma torch application based on </a:t>
            </a:r>
            <a:r>
              <a:rPr lang="en-US" sz="1100">
                <a:solidFill>
                  <a:srgbClr val="000000"/>
                </a:solidFill>
                <a:latin typeface="ABBvoice"/>
                <a:ea typeface="ABBvoice"/>
                <a:cs typeface="ABBvoice"/>
              </a:rPr>
              <a:t>a well-proven</a:t>
            </a:r>
            <a:r>
              <a:rPr kumimoji="0" lang="en-US" sz="1100" b="0" i="0" u="none" strike="noStrike" kern="1200" cap="none" spc="0" normalizeH="0" baseline="0" noProof="0">
                <a:ln>
                  <a:noFill/>
                </a:ln>
                <a:solidFill>
                  <a:srgbClr val="000000"/>
                </a:solidFill>
                <a:effectLst/>
                <a:uLnTx/>
                <a:uFillTx/>
                <a:latin typeface="ABBvoice"/>
                <a:ea typeface="ABBvoice"/>
                <a:cs typeface="ABBvoice"/>
              </a:rPr>
              <a:t> product platform</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Assuring quality from thorough HIL testing during development and later real-life piloting verification in deep collaboration with OEM and End-User</a:t>
            </a:r>
          </a:p>
        </p:txBody>
      </p:sp>
      <p:sp>
        <p:nvSpPr>
          <p:cNvPr id="6" name="TextBox 5">
            <a:extLst>
              <a:ext uri="{FF2B5EF4-FFF2-40B4-BE49-F238E27FC236}">
                <a16:creationId xmlns:a16="http://schemas.microsoft.com/office/drawing/2014/main" id="{68F6D7E1-5079-3661-2E74-4ED172370882}"/>
              </a:ext>
            </a:extLst>
          </p:cNvPr>
          <p:cNvSpPr txBox="1"/>
          <p:nvPr/>
        </p:nvSpPr>
        <p:spPr bwMode="gray">
          <a:xfrm>
            <a:off x="4107422"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Who?</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err="1">
                <a:solidFill>
                  <a:srgbClr val="000000"/>
                </a:solidFill>
                <a:latin typeface="ABBvoice"/>
                <a:ea typeface="ABBvoice"/>
                <a:cs typeface="ABBvoice"/>
              </a:rPr>
              <a:t>ScanArc</a:t>
            </a:r>
            <a:r>
              <a:rPr lang="en-US" sz="1100">
                <a:solidFill>
                  <a:srgbClr val="000000"/>
                </a:solidFill>
                <a:latin typeface="ABBvoice"/>
                <a:ea typeface="ABBvoice"/>
                <a:cs typeface="ABBvoice"/>
              </a:rPr>
              <a:t> develops metallurgical processes based on plasma technology to extract valuable metals from industrial residual products</a:t>
            </a:r>
          </a:p>
        </p:txBody>
      </p:sp>
      <p:pic>
        <p:nvPicPr>
          <p:cNvPr id="5" name="Graphic 4">
            <a:extLst>
              <a:ext uri="{FF2B5EF4-FFF2-40B4-BE49-F238E27FC236}">
                <a16:creationId xmlns:a16="http://schemas.microsoft.com/office/drawing/2014/main" id="{A3D05EA4-C908-39BB-8E8E-DC81C760FB6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07422" y="2643079"/>
            <a:ext cx="457200" cy="457200"/>
          </a:xfrm>
          <a:prstGeom prst="rect">
            <a:avLst/>
          </a:prstGeom>
        </p:spPr>
      </p:pic>
      <p:pic>
        <p:nvPicPr>
          <p:cNvPr id="9" name="Graphic 8">
            <a:extLst>
              <a:ext uri="{FF2B5EF4-FFF2-40B4-BE49-F238E27FC236}">
                <a16:creationId xmlns:a16="http://schemas.microsoft.com/office/drawing/2014/main" id="{3CFA7997-6C26-0BE2-B2BC-957AF8DD7EF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29921" y="2643079"/>
            <a:ext cx="457200" cy="457200"/>
          </a:xfrm>
          <a:prstGeom prst="rect">
            <a:avLst/>
          </a:prstGeom>
        </p:spPr>
      </p:pic>
      <p:pic>
        <p:nvPicPr>
          <p:cNvPr id="12" name="Graphic 11">
            <a:extLst>
              <a:ext uri="{FF2B5EF4-FFF2-40B4-BE49-F238E27FC236}">
                <a16:creationId xmlns:a16="http://schemas.microsoft.com/office/drawing/2014/main" id="{CE1F1B65-950E-1B09-75EA-A7C326C64B1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52421" y="2643079"/>
            <a:ext cx="457200" cy="457200"/>
          </a:xfrm>
          <a:prstGeom prst="rect">
            <a:avLst/>
          </a:prstGeom>
        </p:spPr>
      </p:pic>
    </p:spTree>
    <p:custDataLst>
      <p:custData r:id="rId1"/>
      <p:custData r:id="rId2"/>
    </p:custDataLst>
    <p:extLst>
      <p:ext uri="{BB962C8B-B14F-4D97-AF65-F5344CB8AC3E}">
        <p14:creationId xmlns:p14="http://schemas.microsoft.com/office/powerpoint/2010/main" val="1979732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922B9B-F7F3-C266-02CC-BBDB92D1563B}"/>
              </a:ext>
            </a:extLst>
          </p:cNvPr>
          <p:cNvGrpSpPr/>
          <p:nvPr/>
        </p:nvGrpSpPr>
        <p:grpSpPr>
          <a:xfrm>
            <a:off x="0" y="1927204"/>
            <a:ext cx="3596223" cy="4250210"/>
            <a:chOff x="0" y="1927204"/>
            <a:chExt cx="3596223" cy="4250210"/>
          </a:xfrm>
        </p:grpSpPr>
        <p:pic>
          <p:nvPicPr>
            <p:cNvPr id="2" name="Picture 1" descr="A green container with a tree in the background&#10;&#10;Description automatically generated">
              <a:extLst>
                <a:ext uri="{FF2B5EF4-FFF2-40B4-BE49-F238E27FC236}">
                  <a16:creationId xmlns:a16="http://schemas.microsoft.com/office/drawing/2014/main" id="{EDC3DC8C-B81E-9289-8EA2-680444692C98}"/>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0" y="1927205"/>
              <a:ext cx="3596223" cy="4250209"/>
            </a:xfrm>
            <a:prstGeom prst="rect">
              <a:avLst/>
            </a:prstGeom>
          </p:spPr>
        </p:pic>
        <p:sp>
          <p:nvSpPr>
            <p:cNvPr id="36" name="Rectangle 35">
              <a:extLst>
                <a:ext uri="{FF2B5EF4-FFF2-40B4-BE49-F238E27FC236}">
                  <a16:creationId xmlns:a16="http://schemas.microsoft.com/office/drawing/2014/main" id="{9099D634-736C-9122-45D2-CDA150767A8E}"/>
                </a:ext>
              </a:extLst>
            </p:cNvPr>
            <p:cNvSpPr/>
            <p:nvPr/>
          </p:nvSpPr>
          <p:spPr bwMode="gray">
            <a:xfrm flipV="1">
              <a:off x="0" y="1927204"/>
              <a:ext cx="3596223" cy="1173075"/>
            </a:xfrm>
            <a:prstGeom prst="rect">
              <a:avLst/>
            </a:prstGeom>
            <a:gradFill>
              <a:gsLst>
                <a:gs pos="0">
                  <a:schemeClr val="tx1">
                    <a:alpha val="0"/>
                  </a:schemeClr>
                </a:gs>
                <a:gs pos="100000">
                  <a:schemeClr val="tx1">
                    <a:alpha val="50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grpSp>
      <p:sp>
        <p:nvSpPr>
          <p:cNvPr id="24" name="TextBox 23">
            <a:extLst>
              <a:ext uri="{FF2B5EF4-FFF2-40B4-BE49-F238E27FC236}">
                <a16:creationId xmlns:a16="http://schemas.microsoft.com/office/drawing/2014/main" id="{A442EA36-7B3A-FEE2-F999-A3632AA12D81}"/>
              </a:ext>
            </a:extLst>
          </p:cNvPr>
          <p:cNvSpPr txBox="1"/>
          <p:nvPr/>
        </p:nvSpPr>
        <p:spPr bwMode="gray">
          <a:xfrm>
            <a:off x="3260644" y="1679834"/>
            <a:ext cx="2599993" cy="1878947"/>
          </a:xfrm>
          <a:prstGeom prst="rect">
            <a:avLst/>
          </a:prstGeom>
          <a:noFill/>
        </p:spPr>
        <p:txBody>
          <a:bodyPr wrap="square" lIns="0" tIns="0" rIns="0" bIns="0" rtlCol="0" anchor="ctr">
            <a:noAutofit/>
          </a:bodyPr>
          <a:lstStyle/>
          <a:p>
            <a:pPr algn="l">
              <a:spcBef>
                <a:spcPts val="600"/>
              </a:spcBef>
            </a:pPr>
            <a:r>
              <a:rPr lang="en-US" sz="23900">
                <a:solidFill>
                  <a:schemeClr val="accent5"/>
                </a:solidFill>
              </a:rPr>
              <a:t>→</a:t>
            </a:r>
          </a:p>
        </p:txBody>
      </p:sp>
      <p:sp>
        <p:nvSpPr>
          <p:cNvPr id="12" name="Title 11">
            <a:extLst>
              <a:ext uri="{FF2B5EF4-FFF2-40B4-BE49-F238E27FC236}">
                <a16:creationId xmlns:a16="http://schemas.microsoft.com/office/drawing/2014/main" id="{AFEA757F-BD27-D93E-C8DC-D89DBFBEF5A9}"/>
              </a:ext>
            </a:extLst>
          </p:cNvPr>
          <p:cNvSpPr>
            <a:spLocks noGrp="1"/>
          </p:cNvSpPr>
          <p:nvPr>
            <p:ph type="title"/>
          </p:nvPr>
        </p:nvSpPr>
        <p:spPr/>
        <p:txBody>
          <a:bodyPr/>
          <a:lstStyle/>
          <a:p>
            <a:r>
              <a:rPr lang="en-US"/>
              <a:t>World’s largest mobile grid simulator will help drive transition </a:t>
            </a:r>
            <a:br>
              <a:rPr lang="en-US"/>
            </a:br>
            <a:r>
              <a:rPr lang="en-US"/>
              <a:t>to renewable energy</a:t>
            </a:r>
          </a:p>
        </p:txBody>
      </p:sp>
      <p:sp>
        <p:nvSpPr>
          <p:cNvPr id="7" name="Date Placeholder 6">
            <a:extLst>
              <a:ext uri="{FF2B5EF4-FFF2-40B4-BE49-F238E27FC236}">
                <a16:creationId xmlns:a16="http://schemas.microsoft.com/office/drawing/2014/main" id="{ADCAC5EC-691B-4BC1-ACCD-A54BB1967AC6}"/>
              </a:ext>
            </a:extLst>
          </p:cNvPr>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016A11-4950-4F3F-938B-45DEE5F72969}" type="datetime4">
              <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January 21, 2026</a:t>
            </a:fld>
            <a:endParaRPr kumimoji="0" lang="en-US" sz="100" b="0" i="0" u="none" strike="noStrike" kern="1200" cap="none" spc="0" normalizeH="0" baseline="0" noProof="0">
              <a:ln>
                <a:noFill/>
              </a:ln>
              <a:solidFill>
                <a:srgbClr val="000000">
                  <a:alpha val="0"/>
                </a:srgbClr>
              </a:solidFill>
              <a:effectLst/>
              <a:uLnTx/>
              <a:uFillTx/>
              <a:latin typeface="ABBvoice" panose="020B0604020202020204"/>
              <a:ea typeface="ABBvoice"/>
              <a:cs typeface="ABBvoice"/>
            </a:endParaRPr>
          </a:p>
        </p:txBody>
      </p:sp>
      <p:sp>
        <p:nvSpPr>
          <p:cNvPr id="8" name="Slide Number Placeholder 7">
            <a:extLst>
              <a:ext uri="{FF2B5EF4-FFF2-40B4-BE49-F238E27FC236}">
                <a16:creationId xmlns:a16="http://schemas.microsoft.com/office/drawing/2014/main" id="{2039930B-7AEE-490B-9E03-B7EF084892F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 b="0" i="0" u="none" strike="noStrike" kern="1200" cap="none" spc="0" normalizeH="0" baseline="0" noProof="0">
                <a:ln>
                  <a:noFill/>
                </a:ln>
                <a:noFill/>
                <a:effectLst/>
                <a:uLnTx/>
                <a:uFillTx/>
                <a:latin typeface="ABBvoice" panose="020B0604020202020204"/>
                <a:ea typeface="ABBvoice"/>
                <a:cs typeface="ABBvoice"/>
              </a:rPr>
              <a:t>Slide </a:t>
            </a:r>
            <a:fld id="{619F89D8-7AE3-494A-97F3-03D680869632}" type="slidenum">
              <a:rPr kumimoji="0" lang="en-US" sz="100" b="0" i="0" u="none" strike="noStrike" kern="1200" cap="none" spc="0" normalizeH="0" baseline="0" noProof="0">
                <a:ln>
                  <a:noFill/>
                </a:ln>
                <a:noFill/>
                <a:effectLst/>
                <a:uLnTx/>
                <a:uFillTx/>
                <a:latin typeface="ABBvoice" panose="020B0604020202020204"/>
                <a:ea typeface="ABBvoice"/>
                <a:cs typeface="ABBvoice"/>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00" b="0" i="0" u="none" strike="noStrike" kern="1200" cap="none" spc="0" normalizeH="0" baseline="0" noProof="0">
              <a:ln>
                <a:noFill/>
              </a:ln>
              <a:noFill/>
              <a:effectLst/>
              <a:uLnTx/>
              <a:uFillTx/>
              <a:latin typeface="ABBvoice" panose="020B0604020202020204"/>
              <a:ea typeface="ABBvoice"/>
              <a:cs typeface="ABBvoice"/>
            </a:endParaRPr>
          </a:p>
        </p:txBody>
      </p:sp>
      <p:sp>
        <p:nvSpPr>
          <p:cNvPr id="23" name="Footer Placeholder 2">
            <a:extLst>
              <a:ext uri="{FF2B5EF4-FFF2-40B4-BE49-F238E27FC236}">
                <a16:creationId xmlns:a16="http://schemas.microsoft.com/office/drawing/2014/main" id="{E56A1A40-B9C3-2319-84A7-D726E5824170}"/>
              </a:ext>
            </a:extLst>
          </p:cNvPr>
          <p:cNvSpPr>
            <a:spLocks noGrp="1"/>
          </p:cNvSpPr>
          <p:nvPr>
            <p:ph type="ftr" sz="quarter" idx="10"/>
          </p:nvPr>
        </p:nvSpPr>
        <p:spPr>
          <a:xfrm>
            <a:off x="331200" y="6343200"/>
            <a:ext cx="9789113" cy="158400"/>
          </a:xfrm>
        </p:spPr>
        <p:txBody>
          <a:bodyPr lIns="0" tIns="0" rIns="0" bIns="0"/>
          <a:lstStyle/>
          <a:p>
            <a:r>
              <a:rPr lang="en-US" noProof="0"/>
              <a:t>Image Credit: Fraunhofer IWES </a:t>
            </a:r>
          </a:p>
        </p:txBody>
      </p:sp>
      <p:sp>
        <p:nvSpPr>
          <p:cNvPr id="27" name="TextBox 26">
            <a:extLst>
              <a:ext uri="{FF2B5EF4-FFF2-40B4-BE49-F238E27FC236}">
                <a16:creationId xmlns:a16="http://schemas.microsoft.com/office/drawing/2014/main" id="{98B972DF-9BC2-0EA4-7257-8AF1F2ACF411}"/>
              </a:ext>
            </a:extLst>
          </p:cNvPr>
          <p:cNvSpPr txBox="1"/>
          <p:nvPr/>
        </p:nvSpPr>
        <p:spPr bwMode="gray">
          <a:xfrm>
            <a:off x="6829922" y="3285440"/>
            <a:ext cx="2304000" cy="2891994"/>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What?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ACS6080 power electronics grid simulator (PEGS) technology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The complete system including transformers, filters, e-houses, cooling equipment, power, and auxiliary distribution equipment</a:t>
            </a:r>
          </a:p>
        </p:txBody>
      </p:sp>
      <p:sp>
        <p:nvSpPr>
          <p:cNvPr id="28" name="TextBox 27">
            <a:extLst>
              <a:ext uri="{FF2B5EF4-FFF2-40B4-BE49-F238E27FC236}">
                <a16:creationId xmlns:a16="http://schemas.microsoft.com/office/drawing/2014/main" id="{457CE939-6A74-BD3A-5210-840C514A7B0D}"/>
              </a:ext>
            </a:extLst>
          </p:cNvPr>
          <p:cNvSpPr txBox="1"/>
          <p:nvPr/>
        </p:nvSpPr>
        <p:spPr bwMode="gray">
          <a:xfrm>
            <a:off x="9552421"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Why?</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Enabling customer to bring their equipment where they need it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Putting a total of 350 ton of equipment on modularized skids to enable location independent usage of the equipment</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BBvoice"/>
                <a:ea typeface="ABBvoice"/>
                <a:cs typeface="ABBvoice"/>
              </a:rPr>
              <a:t>ABB supply going far beyond supply of the solution as the concept and plant layout was engineered to the customer needs</a:t>
            </a:r>
          </a:p>
        </p:txBody>
      </p:sp>
      <p:pic>
        <p:nvPicPr>
          <p:cNvPr id="29" name="Graphic 28">
            <a:extLst>
              <a:ext uri="{FF2B5EF4-FFF2-40B4-BE49-F238E27FC236}">
                <a16:creationId xmlns:a16="http://schemas.microsoft.com/office/drawing/2014/main" id="{03FE013D-2EF1-3F55-2255-2B0E9547354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07422" y="2643079"/>
            <a:ext cx="457200" cy="457200"/>
          </a:xfrm>
          <a:prstGeom prst="rect">
            <a:avLst/>
          </a:prstGeom>
        </p:spPr>
      </p:pic>
      <p:pic>
        <p:nvPicPr>
          <p:cNvPr id="30" name="Graphic 29">
            <a:extLst>
              <a:ext uri="{FF2B5EF4-FFF2-40B4-BE49-F238E27FC236}">
                <a16:creationId xmlns:a16="http://schemas.microsoft.com/office/drawing/2014/main" id="{6FA8A2D3-B0D8-B471-46D7-1BDCA2A1E13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29921" y="2643079"/>
            <a:ext cx="457200" cy="457200"/>
          </a:xfrm>
          <a:prstGeom prst="rect">
            <a:avLst/>
          </a:prstGeom>
        </p:spPr>
      </p:pic>
      <p:pic>
        <p:nvPicPr>
          <p:cNvPr id="31" name="Graphic 30">
            <a:extLst>
              <a:ext uri="{FF2B5EF4-FFF2-40B4-BE49-F238E27FC236}">
                <a16:creationId xmlns:a16="http://schemas.microsoft.com/office/drawing/2014/main" id="{6C3594E6-2BCB-FA68-4EB5-4F936016E4C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52421" y="2643079"/>
            <a:ext cx="457200" cy="457200"/>
          </a:xfrm>
          <a:prstGeom prst="rect">
            <a:avLst/>
          </a:prstGeom>
        </p:spPr>
      </p:pic>
      <p:sp>
        <p:nvSpPr>
          <p:cNvPr id="34" name="Content Placeholder 4">
            <a:extLst>
              <a:ext uri="{FF2B5EF4-FFF2-40B4-BE49-F238E27FC236}">
                <a16:creationId xmlns:a16="http://schemas.microsoft.com/office/drawing/2014/main" id="{01D27451-51B3-65AF-62A8-44E6DDF82475}"/>
              </a:ext>
            </a:extLst>
          </p:cNvPr>
          <p:cNvSpPr txBox="1">
            <a:spLocks/>
          </p:cNvSpPr>
          <p:nvPr/>
        </p:nvSpPr>
        <p:spPr bwMode="gray">
          <a:xfrm>
            <a:off x="322181" y="2439953"/>
            <a:ext cx="2938463" cy="154725"/>
          </a:xfrm>
          <a:prstGeom prst="rect">
            <a:avLst/>
          </a:prstGeom>
        </p:spPr>
        <p:txBody>
          <a:bodyPr vert="horz" lIns="0" tIns="0" rIns="0" bIns="0" rtlCol="0">
            <a:noAutofit/>
          </a:bodyPr>
          <a:lst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pPr marL="0" marR="0" lvl="0" indent="0" algn="l" defTabSz="914491" rtl="0" eaLnBrk="1" fontAlgn="auto" latinLnBrk="0" hangingPunct="1">
              <a:lnSpc>
                <a:spcPct val="100000"/>
              </a:lnSpc>
              <a:spcBef>
                <a:spcPts val="600"/>
              </a:spcBef>
              <a:spcAft>
                <a:spcPts val="0"/>
              </a:spcAft>
              <a:buClrTx/>
              <a:buSzTx/>
              <a:buFont typeface="ABBvoice" panose="020B0604020202020204" pitchFamily="34" charset="0"/>
              <a:buNone/>
              <a:tabLst/>
              <a:defRPr/>
            </a:pPr>
            <a:r>
              <a:rPr kumimoji="0" lang="en-US" sz="1600" b="0" i="0" u="none" strike="noStrike" kern="1200" cap="all" spc="200" normalizeH="0" baseline="0" noProof="0">
                <a:ln>
                  <a:noFill/>
                </a:ln>
                <a:solidFill>
                  <a:schemeClr val="bg1"/>
                </a:solidFill>
                <a:effectLst/>
                <a:uLnTx/>
                <a:uFillTx/>
                <a:latin typeface="ABBvoice"/>
                <a:ea typeface="ABBvoice"/>
                <a:cs typeface="ABBvoice"/>
              </a:rPr>
              <a:t>PROJECT REFERENCE: </a:t>
            </a:r>
            <a:r>
              <a:rPr kumimoji="0" lang="en-US" sz="1600" b="1" i="0" u="none" strike="noStrike" kern="1200" cap="all" spc="200" normalizeH="0" baseline="0" noProof="0">
                <a:ln>
                  <a:noFill/>
                </a:ln>
                <a:solidFill>
                  <a:schemeClr val="bg1"/>
                </a:solidFill>
                <a:effectLst/>
                <a:uLnTx/>
                <a:uFillTx/>
                <a:latin typeface="ABBvoice"/>
                <a:ea typeface="ABBvoice"/>
                <a:cs typeface="ABBvoice"/>
              </a:rPr>
              <a:t>GRID SIMULATOR </a:t>
            </a:r>
          </a:p>
        </p:txBody>
      </p:sp>
      <p:sp>
        <p:nvSpPr>
          <p:cNvPr id="35" name="TextBox 34">
            <a:extLst>
              <a:ext uri="{FF2B5EF4-FFF2-40B4-BE49-F238E27FC236}">
                <a16:creationId xmlns:a16="http://schemas.microsoft.com/office/drawing/2014/main" id="{666AD739-C21E-E32A-8452-B98B00E96902}"/>
              </a:ext>
            </a:extLst>
          </p:cNvPr>
          <p:cNvSpPr txBox="1"/>
          <p:nvPr/>
        </p:nvSpPr>
        <p:spPr bwMode="gray">
          <a:xfrm>
            <a:off x="4107422" y="3285440"/>
            <a:ext cx="2304000" cy="3177328"/>
          </a:xfrm>
          <a:prstGeom prst="rect">
            <a:avLst/>
          </a:prstGeom>
          <a:noFill/>
          <a:ln>
            <a:noFill/>
          </a:ln>
        </p:spPr>
        <p:txBody>
          <a:bodyPr wrap="square"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BBvoice"/>
                <a:ea typeface="ABBvoice"/>
                <a:cs typeface="ABBvoice"/>
              </a:rPr>
              <a:t>Who?</a:t>
            </a:r>
          </a:p>
          <a:p>
            <a:pPr marR="0" lvl="0" algn="l" defTabSz="914400" rtl="0" eaLnBrk="1" fontAlgn="auto" latinLnBrk="0" hangingPunct="1">
              <a:lnSpc>
                <a:spcPct val="100000"/>
              </a:lnSpc>
              <a:spcBef>
                <a:spcPts val="600"/>
              </a:spcBef>
              <a:spcAft>
                <a:spcPts val="0"/>
              </a:spcAft>
              <a:buClrTx/>
              <a:buSzTx/>
              <a:tabLst/>
              <a:defRPr/>
            </a:pPr>
            <a:r>
              <a:rPr lang="en-US" sz="1100">
                <a:solidFill>
                  <a:srgbClr val="000000"/>
                </a:solidFill>
                <a:latin typeface="ABBvoice"/>
                <a:ea typeface="ABBvoice"/>
                <a:cs typeface="ABBvoice"/>
              </a:rPr>
              <a:t>Fraunhofer IWES is a leading Germany-based research and testing institute specializing in wind energy and energy system technology. Fraunhofer IWES partners with ABB to develop a mobile grid simulator to test renewable energy equipment for grid performance, stability and regulatory compliance</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US" sz="1100" i="0" u="none" strike="noStrike" kern="1200" cap="none" spc="0" normalizeH="0" baseline="0" noProof="0">
              <a:ln>
                <a:noFill/>
              </a:ln>
              <a:solidFill>
                <a:srgbClr val="000000"/>
              </a:solidFill>
              <a:effectLst/>
              <a:uLnTx/>
              <a:uFillTx/>
              <a:latin typeface="ABBvoice"/>
              <a:ea typeface="ABBvoice"/>
              <a:cs typeface="ABBvoice"/>
            </a:endParaRPr>
          </a:p>
        </p:txBody>
      </p:sp>
    </p:spTree>
    <p:custDataLst>
      <p:custData r:id="rId1"/>
      <p:custData r:id="rId2"/>
    </p:custDataLst>
    <p:extLst>
      <p:ext uri="{BB962C8B-B14F-4D97-AF65-F5344CB8AC3E}">
        <p14:creationId xmlns:p14="http://schemas.microsoft.com/office/powerpoint/2010/main" val="3466636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117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8" name="Group 67">
            <a:extLst>
              <a:ext uri="{FF2B5EF4-FFF2-40B4-BE49-F238E27FC236}">
                <a16:creationId xmlns:a16="http://schemas.microsoft.com/office/drawing/2014/main" id="{E2ACC09E-C291-0405-4596-82841A09D251}"/>
              </a:ext>
            </a:extLst>
          </p:cNvPr>
          <p:cNvGrpSpPr/>
          <p:nvPr/>
        </p:nvGrpSpPr>
        <p:grpSpPr>
          <a:xfrm>
            <a:off x="0" y="0"/>
            <a:ext cx="12241603" cy="6858004"/>
            <a:chOff x="-4" y="-4"/>
            <a:chExt cx="12241603" cy="6858004"/>
          </a:xfrm>
        </p:grpSpPr>
        <p:pic>
          <p:nvPicPr>
            <p:cNvPr id="41" name="Picture 40" descr="A person holding a tablet&#10;&#10;AI-generated content may be incorrect.">
              <a:extLst>
                <a:ext uri="{FF2B5EF4-FFF2-40B4-BE49-F238E27FC236}">
                  <a16:creationId xmlns:a16="http://schemas.microsoft.com/office/drawing/2014/main" id="{D4F53E46-9642-A70C-E732-BCEB4C71BB3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a:fillRect/>
            </a:stretch>
          </p:blipFill>
          <p:spPr>
            <a:xfrm flipH="1">
              <a:off x="49615" y="9"/>
              <a:ext cx="12191984" cy="6857991"/>
            </a:xfrm>
            <a:prstGeom prst="rect">
              <a:avLst/>
            </a:prstGeom>
          </p:spPr>
        </p:pic>
        <p:sp>
          <p:nvSpPr>
            <p:cNvPr id="67" name="Rectangle 66">
              <a:extLst>
                <a:ext uri="{FF2B5EF4-FFF2-40B4-BE49-F238E27FC236}">
                  <a16:creationId xmlns:a16="http://schemas.microsoft.com/office/drawing/2014/main" id="{085BD5BF-03D7-A38D-B147-5996A92FBCEB}"/>
                </a:ext>
              </a:extLst>
            </p:cNvPr>
            <p:cNvSpPr/>
            <p:nvPr/>
          </p:nvSpPr>
          <p:spPr>
            <a:xfrm rot="10800000">
              <a:off x="-1" y="-4"/>
              <a:ext cx="6046400" cy="6858003"/>
            </a:xfrm>
            <a:prstGeom prst="rect">
              <a:avLst/>
            </a:prstGeom>
            <a:gradFill flip="none" rotWithShape="1">
              <a:gsLst>
                <a:gs pos="56000">
                  <a:schemeClr val="bg1">
                    <a:alpha val="77000"/>
                  </a:schemeClr>
                </a:gs>
                <a:gs pos="0">
                  <a:schemeClr val="bg1">
                    <a:alpha val="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E0633465-4381-2BF1-584E-1CF52DC3F404}"/>
                </a:ext>
              </a:extLst>
            </p:cNvPr>
            <p:cNvSpPr/>
            <p:nvPr/>
          </p:nvSpPr>
          <p:spPr>
            <a:xfrm rot="5400000">
              <a:off x="4787298" y="-596299"/>
              <a:ext cx="2666997" cy="12241602"/>
            </a:xfrm>
            <a:prstGeom prst="rect">
              <a:avLst/>
            </a:prstGeom>
            <a:gradFill flip="none" rotWithShape="1">
              <a:gsLst>
                <a:gs pos="56000">
                  <a:schemeClr val="bg1">
                    <a:alpha val="77000"/>
                  </a:schemeClr>
                </a:gs>
                <a:gs pos="0">
                  <a:schemeClr val="bg1">
                    <a:alpha val="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C43381D-CE8A-608B-9649-EEBA593C7375}"/>
              </a:ext>
            </a:extLst>
          </p:cNvPr>
          <p:cNvGrpSpPr/>
          <p:nvPr/>
        </p:nvGrpSpPr>
        <p:grpSpPr>
          <a:xfrm>
            <a:off x="331199" y="5395622"/>
            <a:ext cx="3764839" cy="432000"/>
            <a:chOff x="331200" y="5197101"/>
            <a:chExt cx="3764839" cy="432000"/>
          </a:xfrm>
        </p:grpSpPr>
        <p:sp>
          <p:nvSpPr>
            <p:cNvPr id="16" name="Text Placeholder 11">
              <a:extLst>
                <a:ext uri="{FF2B5EF4-FFF2-40B4-BE49-F238E27FC236}">
                  <a16:creationId xmlns:a16="http://schemas.microsoft.com/office/drawing/2014/main" id="{F61E5BD4-2FC2-737A-F2DD-C7E0CDC1DB5C}"/>
                </a:ext>
              </a:extLst>
            </p:cNvPr>
            <p:cNvSpPr txBox="1">
              <a:spLocks/>
            </p:cNvSpPr>
            <p:nvPr/>
          </p:nvSpPr>
          <p:spPr>
            <a:xfrm>
              <a:off x="331200" y="5197101"/>
              <a:ext cx="3764839" cy="432000"/>
            </a:xfrm>
            <a:prstGeom prst="roundRect">
              <a:avLst>
                <a:gd name="adj" fmla="val 23542"/>
              </a:avLst>
            </a:prstGeom>
            <a:solidFill>
              <a:schemeClr val="accent1"/>
            </a:solidFill>
          </p:spPr>
          <p:txBody>
            <a:bodyPr lIns="432000" tIns="0" rIns="0" bIns="0" anchor="ctr"/>
            <a:lstStyle>
              <a:lvl1pPr marL="0" indent="0" algn="l" defTabSz="914491" rtl="0" eaLnBrk="1" latinLnBrk="0" hangingPunct="1">
                <a:spcBef>
                  <a:spcPts val="600"/>
                </a:spcBef>
                <a:buFont typeface="ABBvoice" panose="020B0604020202020204" pitchFamily="34" charset="0"/>
                <a:buNone/>
                <a:defRPr sz="1000" b="0" kern="1200">
                  <a:solidFill>
                    <a:schemeClr val="tx1"/>
                  </a:solidFill>
                  <a:latin typeface="+mn-lt"/>
                  <a:ea typeface="ABBvoice Light" panose="020D0403020503020204" pitchFamily="34" charset="0"/>
                  <a:cs typeface="ABBvoice Light" panose="020D0403020503020204" pitchFamily="34" charset="0"/>
                </a:defRPr>
              </a:lvl1pPr>
              <a:lvl2pPr marL="108000" indent="-108000" algn="l" defTabSz="914491" rtl="0" eaLnBrk="1" latinLnBrk="0" hangingPunct="1">
                <a:spcBef>
                  <a:spcPts val="600"/>
                </a:spcBef>
                <a:buFont typeface="ABBvoice" panose="020D0603020503020204" pitchFamily="34" charset="0"/>
                <a:buChar char="•"/>
                <a:defRPr sz="1000" b="0" kern="1200">
                  <a:solidFill>
                    <a:schemeClr val="tx1"/>
                  </a:solidFill>
                  <a:latin typeface="+mn-lt"/>
                  <a:ea typeface="ABBvoice Light" panose="020D0403020503020204" pitchFamily="34" charset="0"/>
                  <a:cs typeface="ABBvoice Light" panose="020D0403020503020204" pitchFamily="34" charset="0"/>
                </a:defRPr>
              </a:lvl2pPr>
              <a:lvl3pPr marL="216000" indent="-108000" algn="l" defTabSz="914491" rtl="0" eaLnBrk="1" latinLnBrk="0" hangingPunct="1">
                <a:spcBef>
                  <a:spcPts val="600"/>
                </a:spcBef>
                <a:buFont typeface="ABBvoice" panose="020D0603020503020204" pitchFamily="34" charset="0"/>
                <a:buChar char="•"/>
                <a:defRPr sz="1000" b="0" kern="1200">
                  <a:solidFill>
                    <a:schemeClr val="tx1"/>
                  </a:solidFill>
                  <a:latin typeface="+mn-lt"/>
                  <a:ea typeface="ABBvoice Light" panose="020D0403020503020204" pitchFamily="34" charset="0"/>
                  <a:cs typeface="ABBvoice Light" panose="020D0403020503020204" pitchFamily="34" charset="0"/>
                </a:defRPr>
              </a:lvl3pPr>
              <a:lvl4pPr marL="216000" indent="-108000" algn="l" defTabSz="914491" rtl="0" eaLnBrk="1" latinLnBrk="0" hangingPunct="1">
                <a:spcBef>
                  <a:spcPts val="600"/>
                </a:spcBef>
                <a:buFont typeface="ABBvoice" panose="020D0603020503020204" pitchFamily="34" charset="0"/>
                <a:buChar char="•"/>
                <a:defRPr sz="1000" b="0" kern="1200">
                  <a:solidFill>
                    <a:schemeClr val="tx1"/>
                  </a:solidFill>
                  <a:latin typeface="+mn-lt"/>
                  <a:ea typeface="ABBvoice Light" panose="020D0403020503020204" pitchFamily="34" charset="0"/>
                  <a:cs typeface="ABBvoice Light" panose="020D0403020503020204" pitchFamily="34" charset="0"/>
                </a:defRPr>
              </a:lvl4pPr>
              <a:lvl5pPr marL="216000" indent="-108000" algn="l" defTabSz="914491" rtl="0" eaLnBrk="1" latinLnBrk="0" hangingPunct="1">
                <a:spcBef>
                  <a:spcPts val="600"/>
                </a:spcBef>
                <a:buFont typeface="ABBvoice" panose="020D0603020503020204" pitchFamily="34" charset="0"/>
                <a:buChar char="•"/>
                <a:defRPr sz="1000" b="0" kern="1200">
                  <a:solidFill>
                    <a:schemeClr val="tx1"/>
                  </a:solidFill>
                  <a:latin typeface="+mn-lt"/>
                  <a:ea typeface="ABBvoice Light" panose="020D0403020503020204" pitchFamily="34" charset="0"/>
                  <a:cs typeface="ABBvoice Light" panose="020D0403020503020204" pitchFamily="34" charset="0"/>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sz="1200" b="1">
                  <a:solidFill>
                    <a:schemeClr val="bg1"/>
                  </a:solidFill>
                  <a:hlinkClick r:id="rId6">
                    <a:extLst>
                      <a:ext uri="{A12FA001-AC4F-418D-AE19-62706E023703}">
                        <ahyp:hlinkClr xmlns:ahyp="http://schemas.microsoft.com/office/drawing/2018/hyperlinkcolor" val="tx"/>
                      </a:ext>
                    </a:extLst>
                  </a:hlinkClick>
                </a:rPr>
                <a:t>Motion High Power overview presentation</a:t>
              </a:r>
              <a:endParaRPr lang="en-US" sz="1200">
                <a:solidFill>
                  <a:schemeClr val="bg1"/>
                </a:solidFill>
              </a:endParaRPr>
            </a:p>
          </p:txBody>
        </p:sp>
        <p:pic>
          <p:nvPicPr>
            <p:cNvPr id="17" name="Graphic 16">
              <a:extLst>
                <a:ext uri="{FF2B5EF4-FFF2-40B4-BE49-F238E27FC236}">
                  <a16:creationId xmlns:a16="http://schemas.microsoft.com/office/drawing/2014/main" id="{4CEFAFF9-AA7D-3215-B9CE-104ED18A7F7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4075" y="5298801"/>
              <a:ext cx="228600" cy="228600"/>
            </a:xfrm>
            <a:prstGeom prst="rect">
              <a:avLst/>
            </a:prstGeom>
          </p:spPr>
        </p:pic>
      </p:grpSp>
      <p:grpSp>
        <p:nvGrpSpPr>
          <p:cNvPr id="59" name="Group 58">
            <a:extLst>
              <a:ext uri="{FF2B5EF4-FFF2-40B4-BE49-F238E27FC236}">
                <a16:creationId xmlns:a16="http://schemas.microsoft.com/office/drawing/2014/main" id="{7C594CA8-2C05-8D08-D1BD-784D246A602E}"/>
              </a:ext>
            </a:extLst>
          </p:cNvPr>
          <p:cNvGrpSpPr/>
          <p:nvPr/>
        </p:nvGrpSpPr>
        <p:grpSpPr>
          <a:xfrm>
            <a:off x="8095961" y="5395622"/>
            <a:ext cx="3764839" cy="432000"/>
            <a:chOff x="8095961" y="5197101"/>
            <a:chExt cx="3764839" cy="432000"/>
          </a:xfrm>
        </p:grpSpPr>
        <p:sp>
          <p:nvSpPr>
            <p:cNvPr id="22" name="Text Placeholder 11">
              <a:hlinkClick r:id="rId9"/>
              <a:extLst>
                <a:ext uri="{FF2B5EF4-FFF2-40B4-BE49-F238E27FC236}">
                  <a16:creationId xmlns:a16="http://schemas.microsoft.com/office/drawing/2014/main" id="{A093778F-C93D-2E3F-F526-82EBC3ABB901}"/>
                </a:ext>
              </a:extLst>
            </p:cNvPr>
            <p:cNvSpPr txBox="1">
              <a:spLocks/>
            </p:cNvSpPr>
            <p:nvPr/>
          </p:nvSpPr>
          <p:spPr>
            <a:xfrm>
              <a:off x="8095961" y="5197101"/>
              <a:ext cx="3764839" cy="432000"/>
            </a:xfrm>
            <a:prstGeom prst="roundRect">
              <a:avLst>
                <a:gd name="adj" fmla="val 24644"/>
              </a:avLst>
            </a:prstGeom>
            <a:solidFill>
              <a:schemeClr val="accent1"/>
            </a:solidFill>
          </p:spPr>
          <p:txBody>
            <a:bodyPr lIns="432000" tIns="0" rIns="0" bIns="0" anchor="ctr"/>
            <a:lstStyle>
              <a:defPPr>
                <a:defRPr lang="en-US"/>
              </a:defPPr>
              <a:lvl1pPr indent="0" defTabSz="914491">
                <a:spcBef>
                  <a:spcPts val="600"/>
                </a:spcBef>
                <a:buFont typeface="ABBvoice" panose="020B0604020202020204" pitchFamily="34" charset="0"/>
                <a:buNone/>
                <a:defRPr sz="1200" b="1">
                  <a:ea typeface="ABBvoice Light" panose="020D0403020503020204" pitchFamily="34" charset="0"/>
                  <a:cs typeface="ABBvoice Light" panose="020D0403020503020204" pitchFamily="34" charset="0"/>
                </a:defRPr>
              </a:lvl1pPr>
              <a:lvl2pPr marL="108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2pPr>
              <a:lvl3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3pPr>
              <a:lvl4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4pPr>
              <a:lvl5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5pPr>
              <a:lvl6pPr marL="360036" indent="-180018" defTabSz="914491">
                <a:spcBef>
                  <a:spcPts val="600"/>
                </a:spcBef>
                <a:buFont typeface="ABBvoice" panose="020B0604020202020204" pitchFamily="34" charset="0"/>
                <a:buChar char="•"/>
                <a:defRPr sz="1400"/>
              </a:lvl6pPr>
              <a:lvl7pPr marL="360036" indent="-180018" defTabSz="914491">
                <a:spcBef>
                  <a:spcPts val="600"/>
                </a:spcBef>
                <a:buFont typeface="ABBvoice" panose="020B0604020202020204" pitchFamily="34" charset="0"/>
                <a:buChar char="•"/>
                <a:defRPr sz="1400"/>
              </a:lvl7pPr>
              <a:lvl8pPr marL="360036" indent="-180018" defTabSz="914491">
                <a:spcBef>
                  <a:spcPts val="600"/>
                </a:spcBef>
                <a:buFont typeface="ABBvoice" panose="020B0604020202020204" pitchFamily="34" charset="0"/>
                <a:buChar char="•"/>
                <a:defRPr sz="1400"/>
              </a:lvl8pPr>
              <a:lvl9pPr marL="360036" indent="-180018" defTabSz="914491">
                <a:spcBef>
                  <a:spcPts val="600"/>
                </a:spcBef>
                <a:buFont typeface="ABBvoice" panose="020B0604020202020204" pitchFamily="34" charset="0"/>
                <a:buChar char="•"/>
                <a:defRPr sz="1400"/>
              </a:lvl9pPr>
            </a:lstStyle>
            <a:p>
              <a:r>
                <a:rPr lang="en-US">
                  <a:solidFill>
                    <a:schemeClr val="bg1"/>
                  </a:solidFill>
                  <a:hlinkClick r:id="rId9">
                    <a:extLst>
                      <a:ext uri="{A12FA001-AC4F-418D-AE19-62706E023703}">
                        <ahyp:hlinkClr xmlns:ahyp="http://schemas.microsoft.com/office/drawing/2018/hyperlinkcolor" val="tx"/>
                      </a:ext>
                    </a:extLst>
                  </a:hlinkClick>
                </a:rPr>
                <a:t>Success stories</a:t>
              </a:r>
              <a:endParaRPr lang="en-US">
                <a:solidFill>
                  <a:schemeClr val="bg1"/>
                </a:solidFill>
              </a:endParaRPr>
            </a:p>
          </p:txBody>
        </p:sp>
        <p:pic>
          <p:nvPicPr>
            <p:cNvPr id="23" name="Graphic 22">
              <a:extLst>
                <a:ext uri="{FF2B5EF4-FFF2-40B4-BE49-F238E27FC236}">
                  <a16:creationId xmlns:a16="http://schemas.microsoft.com/office/drawing/2014/main" id="{387F57ED-28D3-CC2B-6179-41D54CA95AB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94141" y="5298801"/>
              <a:ext cx="228600" cy="228600"/>
            </a:xfrm>
            <a:prstGeom prst="rect">
              <a:avLst/>
            </a:prstGeom>
          </p:spPr>
        </p:pic>
      </p:grpSp>
      <p:grpSp>
        <p:nvGrpSpPr>
          <p:cNvPr id="60" name="Group 59">
            <a:extLst>
              <a:ext uri="{FF2B5EF4-FFF2-40B4-BE49-F238E27FC236}">
                <a16:creationId xmlns:a16="http://schemas.microsoft.com/office/drawing/2014/main" id="{219A80A5-DBDA-C7AC-B8F2-80BAFEDA2DC2}"/>
              </a:ext>
            </a:extLst>
          </p:cNvPr>
          <p:cNvGrpSpPr/>
          <p:nvPr/>
        </p:nvGrpSpPr>
        <p:grpSpPr>
          <a:xfrm>
            <a:off x="4213580" y="5395622"/>
            <a:ext cx="3764839" cy="432000"/>
            <a:chOff x="4213580" y="5197101"/>
            <a:chExt cx="3764839" cy="432000"/>
          </a:xfrm>
        </p:grpSpPr>
        <p:sp>
          <p:nvSpPr>
            <p:cNvPr id="19" name="Text Placeholder 11">
              <a:hlinkClick r:id="rId10"/>
              <a:extLst>
                <a:ext uri="{FF2B5EF4-FFF2-40B4-BE49-F238E27FC236}">
                  <a16:creationId xmlns:a16="http://schemas.microsoft.com/office/drawing/2014/main" id="{3A355FC1-525D-8AB4-36D8-04AB4F37AF61}"/>
                </a:ext>
              </a:extLst>
            </p:cNvPr>
            <p:cNvSpPr txBox="1">
              <a:spLocks/>
            </p:cNvSpPr>
            <p:nvPr/>
          </p:nvSpPr>
          <p:spPr>
            <a:xfrm>
              <a:off x="4213580" y="5197101"/>
              <a:ext cx="3764839" cy="432000"/>
            </a:xfrm>
            <a:prstGeom prst="roundRect">
              <a:avLst>
                <a:gd name="adj" fmla="val 23542"/>
              </a:avLst>
            </a:prstGeom>
            <a:solidFill>
              <a:schemeClr val="accent1"/>
            </a:solidFill>
          </p:spPr>
          <p:txBody>
            <a:bodyPr lIns="432000" tIns="0" rIns="0" bIns="0" anchor="ctr"/>
            <a:lstStyle>
              <a:defPPr>
                <a:defRPr lang="en-US"/>
              </a:defPPr>
              <a:lvl1pPr indent="0" defTabSz="914491">
                <a:spcBef>
                  <a:spcPts val="600"/>
                </a:spcBef>
                <a:buFont typeface="ABBvoice" panose="020B0604020202020204" pitchFamily="34" charset="0"/>
                <a:buNone/>
                <a:defRPr sz="1200" b="1">
                  <a:ea typeface="ABBvoice Light" panose="020D0403020503020204" pitchFamily="34" charset="0"/>
                  <a:cs typeface="ABBvoice Light" panose="020D0403020503020204" pitchFamily="34" charset="0"/>
                </a:defRPr>
              </a:lvl1pPr>
              <a:lvl2pPr marL="108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2pPr>
              <a:lvl3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3pPr>
              <a:lvl4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4pPr>
              <a:lvl5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5pPr>
              <a:lvl6pPr marL="360036" indent="-180018" defTabSz="914491">
                <a:spcBef>
                  <a:spcPts val="600"/>
                </a:spcBef>
                <a:buFont typeface="ABBvoice" panose="020B0604020202020204" pitchFamily="34" charset="0"/>
                <a:buChar char="•"/>
                <a:defRPr sz="1400"/>
              </a:lvl6pPr>
              <a:lvl7pPr marL="360036" indent="-180018" defTabSz="914491">
                <a:spcBef>
                  <a:spcPts val="600"/>
                </a:spcBef>
                <a:buFont typeface="ABBvoice" panose="020B0604020202020204" pitchFamily="34" charset="0"/>
                <a:buChar char="•"/>
                <a:defRPr sz="1400"/>
              </a:lvl7pPr>
              <a:lvl8pPr marL="360036" indent="-180018" defTabSz="914491">
                <a:spcBef>
                  <a:spcPts val="600"/>
                </a:spcBef>
                <a:buFont typeface="ABBvoice" panose="020B0604020202020204" pitchFamily="34" charset="0"/>
                <a:buChar char="•"/>
                <a:defRPr sz="1400"/>
              </a:lvl8pPr>
              <a:lvl9pPr marL="360036" indent="-180018" defTabSz="914491">
                <a:spcBef>
                  <a:spcPts val="600"/>
                </a:spcBef>
                <a:buFont typeface="ABBvoice" panose="020B0604020202020204" pitchFamily="34" charset="0"/>
                <a:buChar char="•"/>
                <a:defRPr sz="1400"/>
              </a:lvl9pPr>
            </a:lstStyle>
            <a:p>
              <a:r>
                <a:rPr lang="en-US">
                  <a:solidFill>
                    <a:schemeClr val="bg1"/>
                  </a:solidFill>
                  <a:hlinkClick r:id="rId10">
                    <a:extLst>
                      <a:ext uri="{A12FA001-AC4F-418D-AE19-62706E023703}">
                        <ahyp:hlinkClr xmlns:ahyp="http://schemas.microsoft.com/office/drawing/2018/hyperlinkcolor" val="tx"/>
                      </a:ext>
                    </a:extLst>
                  </a:hlinkClick>
                </a:rPr>
                <a:t>Inside+ VSDS sales toolbox</a:t>
              </a:r>
              <a:endParaRPr lang="en-US">
                <a:solidFill>
                  <a:schemeClr val="bg1"/>
                </a:solidFill>
              </a:endParaRPr>
            </a:p>
          </p:txBody>
        </p:sp>
        <p:pic>
          <p:nvPicPr>
            <p:cNvPr id="20" name="Graphic 19">
              <a:extLst>
                <a:ext uri="{FF2B5EF4-FFF2-40B4-BE49-F238E27FC236}">
                  <a16:creationId xmlns:a16="http://schemas.microsoft.com/office/drawing/2014/main" id="{B2C903F3-80FD-1682-0E97-F3031FE0DA6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10296" y="5298801"/>
              <a:ext cx="228600" cy="228600"/>
            </a:xfrm>
            <a:prstGeom prst="rect">
              <a:avLst/>
            </a:prstGeom>
          </p:spPr>
        </p:pic>
      </p:grpSp>
      <p:sp>
        <p:nvSpPr>
          <p:cNvPr id="69" name="Title 1">
            <a:extLst>
              <a:ext uri="{FF2B5EF4-FFF2-40B4-BE49-F238E27FC236}">
                <a16:creationId xmlns:a16="http://schemas.microsoft.com/office/drawing/2014/main" id="{7D46CD35-F741-4C16-07B4-2918C7E80A0E}"/>
              </a:ext>
            </a:extLst>
          </p:cNvPr>
          <p:cNvSpPr txBox="1">
            <a:spLocks/>
          </p:cNvSpPr>
          <p:nvPr/>
        </p:nvSpPr>
        <p:spPr>
          <a:xfrm>
            <a:off x="331200" y="439441"/>
            <a:ext cx="3766526" cy="1464773"/>
          </a:xfrm>
          <a:prstGeom prst="rect">
            <a:avLst/>
          </a:prstGeom>
        </p:spPr>
        <p:txBody>
          <a:bodyPr lIns="0" tIns="0" rIns="0" bIns="0"/>
          <a:lstStyle>
            <a:lvl1pPr algn="l" defTabSz="914491" rtl="0" eaLnBrk="1" latinLnBrk="0" hangingPunct="1">
              <a:spcBef>
                <a:spcPct val="0"/>
              </a:spcBef>
              <a:buNone/>
              <a:defRPr sz="6000" b="1" kern="1200">
                <a:solidFill>
                  <a:schemeClr val="tx1"/>
                </a:solidFill>
                <a:latin typeface="+mj-lt"/>
                <a:ea typeface="+mj-ea"/>
                <a:cs typeface="+mj-cs"/>
              </a:defRPr>
            </a:lvl1pPr>
          </a:lstStyle>
          <a:p>
            <a:r>
              <a:rPr lang="en-US" sz="4800">
                <a:solidFill>
                  <a:schemeClr val="bg2"/>
                </a:solidFill>
              </a:rPr>
              <a:t>—</a:t>
            </a:r>
            <a:br>
              <a:rPr lang="en-US" sz="4800"/>
            </a:br>
            <a:r>
              <a:rPr lang="en-US" sz="4800"/>
              <a:t>Useful links</a:t>
            </a:r>
          </a:p>
        </p:txBody>
      </p:sp>
      <p:pic>
        <p:nvPicPr>
          <p:cNvPr id="73" name="LogoFooter">
            <a:extLst>
              <a:ext uri="{FF2B5EF4-FFF2-40B4-BE49-F238E27FC236}">
                <a16:creationId xmlns:a16="http://schemas.microsoft.com/office/drawing/2014/main" id="{DFA5849D-7268-4181-72E6-E56A06991CB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354200" y="6456066"/>
            <a:ext cx="507600" cy="192272"/>
          </a:xfrm>
          <a:prstGeom prst="rect">
            <a:avLst/>
          </a:prstGeom>
        </p:spPr>
      </p:pic>
      <p:sp>
        <p:nvSpPr>
          <p:cNvPr id="74"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85380046-4B8A-7605-D471-80F7A56EEAF8}"/>
              </a:ext>
            </a:extLst>
          </p:cNvPr>
          <p:cNvSpPr txBox="1"/>
          <p:nvPr/>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75" name="Slide number">
            <a:extLst>
              <a:ext uri="{FF2B5EF4-FFF2-40B4-BE49-F238E27FC236}">
                <a16:creationId xmlns:a16="http://schemas.microsoft.com/office/drawing/2014/main" id="{E0295855-4276-2848-7F04-DD84FC9D57CE}"/>
              </a:ext>
            </a:extLst>
          </p:cNvPr>
          <p:cNvSpPr/>
          <p:nvPr/>
        </p:nvSpPr>
        <p:spPr bwMode="gray">
          <a:xfrm>
            <a:off x="2181600"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noProof="0">
                <a:solidFill>
                  <a:schemeClr val="tx1"/>
                </a:solidFill>
              </a:rPr>
              <a:t>Slide </a:t>
            </a:r>
            <a:fld id="{6ACD6C49-4324-4266-B7DB-7E26C75ACED4}" type="slidenum">
              <a:rPr lang="en-US" sz="800" noProof="0" smtClean="0">
                <a:solidFill>
                  <a:schemeClr val="tx1"/>
                </a:solidFill>
              </a:rPr>
              <a:t>32</a:t>
            </a:fld>
            <a:endParaRPr lang="en-US" sz="800" noProof="0">
              <a:solidFill>
                <a:schemeClr val="tx1"/>
              </a:solidFill>
            </a:endParaRPr>
          </a:p>
        </p:txBody>
      </p:sp>
      <p:grpSp>
        <p:nvGrpSpPr>
          <p:cNvPr id="6" name="Group 5">
            <a:extLst>
              <a:ext uri="{FF2B5EF4-FFF2-40B4-BE49-F238E27FC236}">
                <a16:creationId xmlns:a16="http://schemas.microsoft.com/office/drawing/2014/main" id="{052909EF-898E-2ED1-6901-8F800821FA2F}"/>
              </a:ext>
            </a:extLst>
          </p:cNvPr>
          <p:cNvGrpSpPr/>
          <p:nvPr/>
        </p:nvGrpSpPr>
        <p:grpSpPr>
          <a:xfrm>
            <a:off x="4213580" y="5929322"/>
            <a:ext cx="3764839" cy="432000"/>
            <a:chOff x="4213580" y="5197101"/>
            <a:chExt cx="3764839" cy="432000"/>
          </a:xfrm>
        </p:grpSpPr>
        <p:sp>
          <p:nvSpPr>
            <p:cNvPr id="7" name="Text Placeholder 11">
              <a:hlinkClick r:id="rId10"/>
              <a:extLst>
                <a:ext uri="{FF2B5EF4-FFF2-40B4-BE49-F238E27FC236}">
                  <a16:creationId xmlns:a16="http://schemas.microsoft.com/office/drawing/2014/main" id="{765FAE75-343B-CE1C-A1DA-84C532A8F9FB}"/>
                </a:ext>
              </a:extLst>
            </p:cNvPr>
            <p:cNvSpPr txBox="1">
              <a:spLocks/>
            </p:cNvSpPr>
            <p:nvPr/>
          </p:nvSpPr>
          <p:spPr>
            <a:xfrm>
              <a:off x="4213580" y="5197101"/>
              <a:ext cx="3764839" cy="432000"/>
            </a:xfrm>
            <a:prstGeom prst="roundRect">
              <a:avLst>
                <a:gd name="adj" fmla="val 23542"/>
              </a:avLst>
            </a:prstGeom>
            <a:solidFill>
              <a:schemeClr val="accent1"/>
            </a:solidFill>
          </p:spPr>
          <p:txBody>
            <a:bodyPr lIns="432000" tIns="0" rIns="0" bIns="0" anchor="ctr"/>
            <a:lstStyle>
              <a:defPPr>
                <a:defRPr lang="en-US"/>
              </a:defPPr>
              <a:lvl1pPr indent="0" defTabSz="914491">
                <a:spcBef>
                  <a:spcPts val="600"/>
                </a:spcBef>
                <a:buFont typeface="ABBvoice" panose="020B0604020202020204" pitchFamily="34" charset="0"/>
                <a:buNone/>
                <a:defRPr sz="1200" b="1">
                  <a:ea typeface="ABBvoice Light" panose="020D0403020503020204" pitchFamily="34" charset="0"/>
                  <a:cs typeface="ABBvoice Light" panose="020D0403020503020204" pitchFamily="34" charset="0"/>
                </a:defRPr>
              </a:lvl1pPr>
              <a:lvl2pPr marL="108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2pPr>
              <a:lvl3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3pPr>
              <a:lvl4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4pPr>
              <a:lvl5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5pPr>
              <a:lvl6pPr marL="360036" indent="-180018" defTabSz="914491">
                <a:spcBef>
                  <a:spcPts val="600"/>
                </a:spcBef>
                <a:buFont typeface="ABBvoice" panose="020B0604020202020204" pitchFamily="34" charset="0"/>
                <a:buChar char="•"/>
                <a:defRPr sz="1400"/>
              </a:lvl6pPr>
              <a:lvl7pPr marL="360036" indent="-180018" defTabSz="914491">
                <a:spcBef>
                  <a:spcPts val="600"/>
                </a:spcBef>
                <a:buFont typeface="ABBvoice" panose="020B0604020202020204" pitchFamily="34" charset="0"/>
                <a:buChar char="•"/>
                <a:defRPr sz="1400"/>
              </a:lvl7pPr>
              <a:lvl8pPr marL="360036" indent="-180018" defTabSz="914491">
                <a:spcBef>
                  <a:spcPts val="600"/>
                </a:spcBef>
                <a:buFont typeface="ABBvoice" panose="020B0604020202020204" pitchFamily="34" charset="0"/>
                <a:buChar char="•"/>
                <a:defRPr sz="1400"/>
              </a:lvl8pPr>
              <a:lvl9pPr marL="360036" indent="-180018" defTabSz="914491">
                <a:spcBef>
                  <a:spcPts val="600"/>
                </a:spcBef>
                <a:buFont typeface="ABBvoice" panose="020B0604020202020204" pitchFamily="34" charset="0"/>
                <a:buChar char="•"/>
                <a:defRPr sz="1400"/>
              </a:lvl9pPr>
            </a:lstStyle>
            <a:p>
              <a:r>
                <a:rPr lang="en-US">
                  <a:solidFill>
                    <a:schemeClr val="bg1"/>
                  </a:solidFill>
                  <a:hlinkClick r:id="rId13">
                    <a:extLst>
                      <a:ext uri="{A12FA001-AC4F-418D-AE19-62706E023703}">
                        <ahyp:hlinkClr xmlns:ahyp="http://schemas.microsoft.com/office/drawing/2018/hyperlinkcolor" val="tx"/>
                      </a:ext>
                    </a:extLst>
                  </a:hlinkClick>
                </a:rPr>
                <a:t>VSDS brochure</a:t>
              </a:r>
              <a:endParaRPr lang="en-US">
                <a:solidFill>
                  <a:schemeClr val="bg1"/>
                </a:solidFill>
              </a:endParaRPr>
            </a:p>
          </p:txBody>
        </p:sp>
        <p:pic>
          <p:nvPicPr>
            <p:cNvPr id="8" name="Graphic 7">
              <a:extLst>
                <a:ext uri="{FF2B5EF4-FFF2-40B4-BE49-F238E27FC236}">
                  <a16:creationId xmlns:a16="http://schemas.microsoft.com/office/drawing/2014/main" id="{00AC78DE-63EF-47A2-92CE-29A95E701DE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10296" y="5298801"/>
              <a:ext cx="228600" cy="228600"/>
            </a:xfrm>
            <a:prstGeom prst="rect">
              <a:avLst/>
            </a:prstGeom>
          </p:spPr>
        </p:pic>
      </p:grpSp>
      <p:grpSp>
        <p:nvGrpSpPr>
          <p:cNvPr id="10" name="Group 9">
            <a:extLst>
              <a:ext uri="{FF2B5EF4-FFF2-40B4-BE49-F238E27FC236}">
                <a16:creationId xmlns:a16="http://schemas.microsoft.com/office/drawing/2014/main" id="{752522DA-8557-3412-7E65-714A4383A5BE}"/>
              </a:ext>
            </a:extLst>
          </p:cNvPr>
          <p:cNvGrpSpPr/>
          <p:nvPr/>
        </p:nvGrpSpPr>
        <p:grpSpPr>
          <a:xfrm>
            <a:off x="8095961" y="5929322"/>
            <a:ext cx="3764839" cy="432000"/>
            <a:chOff x="4213580" y="5197101"/>
            <a:chExt cx="3764839" cy="432000"/>
          </a:xfrm>
        </p:grpSpPr>
        <p:sp>
          <p:nvSpPr>
            <p:cNvPr id="11" name="Text Placeholder 11">
              <a:hlinkClick r:id="rId10"/>
              <a:extLst>
                <a:ext uri="{FF2B5EF4-FFF2-40B4-BE49-F238E27FC236}">
                  <a16:creationId xmlns:a16="http://schemas.microsoft.com/office/drawing/2014/main" id="{997E227A-145B-EC00-7781-193ED9F0D54C}"/>
                </a:ext>
              </a:extLst>
            </p:cNvPr>
            <p:cNvSpPr txBox="1">
              <a:spLocks/>
            </p:cNvSpPr>
            <p:nvPr/>
          </p:nvSpPr>
          <p:spPr>
            <a:xfrm>
              <a:off x="4213580" y="5197101"/>
              <a:ext cx="3764839" cy="432000"/>
            </a:xfrm>
            <a:prstGeom prst="roundRect">
              <a:avLst>
                <a:gd name="adj" fmla="val 23542"/>
              </a:avLst>
            </a:prstGeom>
            <a:solidFill>
              <a:schemeClr val="accent1"/>
            </a:solidFill>
          </p:spPr>
          <p:txBody>
            <a:bodyPr lIns="432000" tIns="0" rIns="0" bIns="0" anchor="ctr"/>
            <a:lstStyle>
              <a:defPPr>
                <a:defRPr lang="en-US"/>
              </a:defPPr>
              <a:lvl1pPr indent="0" defTabSz="914491">
                <a:spcBef>
                  <a:spcPts val="600"/>
                </a:spcBef>
                <a:buFont typeface="ABBvoice" panose="020B0604020202020204" pitchFamily="34" charset="0"/>
                <a:buNone/>
                <a:defRPr sz="1200" b="1">
                  <a:ea typeface="ABBvoice Light" panose="020D0403020503020204" pitchFamily="34" charset="0"/>
                  <a:cs typeface="ABBvoice Light" panose="020D0403020503020204" pitchFamily="34" charset="0"/>
                </a:defRPr>
              </a:lvl1pPr>
              <a:lvl2pPr marL="108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2pPr>
              <a:lvl3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3pPr>
              <a:lvl4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4pPr>
              <a:lvl5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5pPr>
              <a:lvl6pPr marL="360036" indent="-180018" defTabSz="914491">
                <a:spcBef>
                  <a:spcPts val="600"/>
                </a:spcBef>
                <a:buFont typeface="ABBvoice" panose="020B0604020202020204" pitchFamily="34" charset="0"/>
                <a:buChar char="•"/>
                <a:defRPr sz="1400"/>
              </a:lvl6pPr>
              <a:lvl7pPr marL="360036" indent="-180018" defTabSz="914491">
                <a:spcBef>
                  <a:spcPts val="600"/>
                </a:spcBef>
                <a:buFont typeface="ABBvoice" panose="020B0604020202020204" pitchFamily="34" charset="0"/>
                <a:buChar char="•"/>
                <a:defRPr sz="1400"/>
              </a:lvl7pPr>
              <a:lvl8pPr marL="360036" indent="-180018" defTabSz="914491">
                <a:spcBef>
                  <a:spcPts val="600"/>
                </a:spcBef>
                <a:buFont typeface="ABBvoice" panose="020B0604020202020204" pitchFamily="34" charset="0"/>
                <a:buChar char="•"/>
                <a:defRPr sz="1400"/>
              </a:lvl8pPr>
              <a:lvl9pPr marL="360036" indent="-180018" defTabSz="914491">
                <a:spcBef>
                  <a:spcPts val="600"/>
                </a:spcBef>
                <a:buFont typeface="ABBvoice" panose="020B0604020202020204" pitchFamily="34" charset="0"/>
                <a:buChar char="•"/>
                <a:defRPr sz="1400"/>
              </a:lvl9pPr>
            </a:lstStyle>
            <a:p>
              <a:r>
                <a:rPr lang="en-US">
                  <a:solidFill>
                    <a:schemeClr val="bg1"/>
                  </a:solidFill>
                </a:rPr>
                <a:t>VSDS external page – coming soon</a:t>
              </a:r>
            </a:p>
          </p:txBody>
        </p:sp>
        <p:pic>
          <p:nvPicPr>
            <p:cNvPr id="12" name="Graphic 11">
              <a:extLst>
                <a:ext uri="{FF2B5EF4-FFF2-40B4-BE49-F238E27FC236}">
                  <a16:creationId xmlns:a16="http://schemas.microsoft.com/office/drawing/2014/main" id="{A63E0994-7BB4-E5E0-E655-D2462CBC637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10296" y="5298801"/>
              <a:ext cx="228600" cy="228600"/>
            </a:xfrm>
            <a:prstGeom prst="rect">
              <a:avLst/>
            </a:prstGeom>
          </p:spPr>
        </p:pic>
      </p:grpSp>
      <p:grpSp>
        <p:nvGrpSpPr>
          <p:cNvPr id="18" name="Group 17">
            <a:extLst>
              <a:ext uri="{FF2B5EF4-FFF2-40B4-BE49-F238E27FC236}">
                <a16:creationId xmlns:a16="http://schemas.microsoft.com/office/drawing/2014/main" id="{AE221E92-79BD-5E45-78E9-245B90C0F80C}"/>
              </a:ext>
            </a:extLst>
          </p:cNvPr>
          <p:cNvGrpSpPr/>
          <p:nvPr/>
        </p:nvGrpSpPr>
        <p:grpSpPr>
          <a:xfrm>
            <a:off x="328220" y="5929322"/>
            <a:ext cx="3764839" cy="432000"/>
            <a:chOff x="4213580" y="5197101"/>
            <a:chExt cx="3764839" cy="432000"/>
          </a:xfrm>
        </p:grpSpPr>
        <p:sp>
          <p:nvSpPr>
            <p:cNvPr id="21" name="Text Placeholder 11">
              <a:hlinkClick r:id="rId14"/>
              <a:extLst>
                <a:ext uri="{FF2B5EF4-FFF2-40B4-BE49-F238E27FC236}">
                  <a16:creationId xmlns:a16="http://schemas.microsoft.com/office/drawing/2014/main" id="{347CC28D-7D1F-CEAF-4659-5063D3FE19B3}"/>
                </a:ext>
              </a:extLst>
            </p:cNvPr>
            <p:cNvSpPr txBox="1">
              <a:spLocks/>
            </p:cNvSpPr>
            <p:nvPr/>
          </p:nvSpPr>
          <p:spPr>
            <a:xfrm>
              <a:off x="4213580" y="5197101"/>
              <a:ext cx="3764839" cy="432000"/>
            </a:xfrm>
            <a:prstGeom prst="roundRect">
              <a:avLst>
                <a:gd name="adj" fmla="val 23542"/>
              </a:avLst>
            </a:prstGeom>
            <a:solidFill>
              <a:schemeClr val="accent1"/>
            </a:solidFill>
          </p:spPr>
          <p:txBody>
            <a:bodyPr lIns="432000" tIns="0" rIns="0" bIns="0" anchor="ctr"/>
            <a:lstStyle>
              <a:defPPr>
                <a:defRPr lang="en-US"/>
              </a:defPPr>
              <a:lvl1pPr indent="0" defTabSz="914491">
                <a:spcBef>
                  <a:spcPts val="600"/>
                </a:spcBef>
                <a:buFont typeface="ABBvoice" panose="020B0604020202020204" pitchFamily="34" charset="0"/>
                <a:buNone/>
                <a:defRPr sz="1200" b="1">
                  <a:ea typeface="ABBvoice Light" panose="020D0403020503020204" pitchFamily="34" charset="0"/>
                  <a:cs typeface="ABBvoice Light" panose="020D0403020503020204" pitchFamily="34" charset="0"/>
                </a:defRPr>
              </a:lvl1pPr>
              <a:lvl2pPr marL="108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2pPr>
              <a:lvl3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3pPr>
              <a:lvl4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4pPr>
              <a:lvl5pPr marL="216000" indent="-108000" defTabSz="914491">
                <a:spcBef>
                  <a:spcPts val="600"/>
                </a:spcBef>
                <a:buFont typeface="ABBvoice" panose="020D0603020503020204" pitchFamily="34" charset="0"/>
                <a:buChar char="•"/>
                <a:defRPr sz="1000" b="0">
                  <a:ea typeface="ABBvoice Light" panose="020D0403020503020204" pitchFamily="34" charset="0"/>
                  <a:cs typeface="ABBvoice Light" panose="020D0403020503020204" pitchFamily="34" charset="0"/>
                </a:defRPr>
              </a:lvl5pPr>
              <a:lvl6pPr marL="360036" indent="-180018" defTabSz="914491">
                <a:spcBef>
                  <a:spcPts val="600"/>
                </a:spcBef>
                <a:buFont typeface="ABBvoice" panose="020B0604020202020204" pitchFamily="34" charset="0"/>
                <a:buChar char="•"/>
                <a:defRPr sz="1400"/>
              </a:lvl6pPr>
              <a:lvl7pPr marL="360036" indent="-180018" defTabSz="914491">
                <a:spcBef>
                  <a:spcPts val="600"/>
                </a:spcBef>
                <a:buFont typeface="ABBvoice" panose="020B0604020202020204" pitchFamily="34" charset="0"/>
                <a:buChar char="•"/>
                <a:defRPr sz="1400"/>
              </a:lvl7pPr>
              <a:lvl8pPr marL="360036" indent="-180018" defTabSz="914491">
                <a:spcBef>
                  <a:spcPts val="600"/>
                </a:spcBef>
                <a:buFont typeface="ABBvoice" panose="020B0604020202020204" pitchFamily="34" charset="0"/>
                <a:buChar char="•"/>
                <a:defRPr sz="1400"/>
              </a:lvl8pPr>
              <a:lvl9pPr marL="360036" indent="-180018" defTabSz="914491">
                <a:spcBef>
                  <a:spcPts val="600"/>
                </a:spcBef>
                <a:buFont typeface="ABBvoice" panose="020B0604020202020204" pitchFamily="34" charset="0"/>
                <a:buChar char="•"/>
                <a:defRPr sz="1400"/>
              </a:lvl9pPr>
            </a:lstStyle>
            <a:p>
              <a:r>
                <a:rPr lang="en-US">
                  <a:solidFill>
                    <a:schemeClr val="bg1"/>
                  </a:solidFill>
                  <a:hlinkClick r:id="rId14">
                    <a:extLst>
                      <a:ext uri="{A12FA001-AC4F-418D-AE19-62706E023703}">
                        <ahyp:hlinkClr xmlns:ahyp="http://schemas.microsoft.com/office/drawing/2018/hyperlinkcolor" val="tx"/>
                      </a:ext>
                    </a:extLst>
                  </a:hlinkClick>
                </a:rPr>
                <a:t>TECollaboration</a:t>
              </a:r>
              <a:endParaRPr lang="en-US">
                <a:solidFill>
                  <a:schemeClr val="bg1"/>
                </a:solidFill>
              </a:endParaRPr>
            </a:p>
          </p:txBody>
        </p:sp>
        <p:pic>
          <p:nvPicPr>
            <p:cNvPr id="24" name="Graphic 23">
              <a:extLst>
                <a:ext uri="{FF2B5EF4-FFF2-40B4-BE49-F238E27FC236}">
                  <a16:creationId xmlns:a16="http://schemas.microsoft.com/office/drawing/2014/main" id="{A04D481E-02CD-F290-6E4C-8977E68A35E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10296" y="5298801"/>
              <a:ext cx="228600" cy="228600"/>
            </a:xfrm>
            <a:prstGeom prst="rect">
              <a:avLst/>
            </a:prstGeom>
          </p:spPr>
        </p:pic>
      </p:grpSp>
    </p:spTree>
    <p:custDataLst>
      <p:custData r:id="rId1"/>
      <p:custData r:id="rId2"/>
    </p:custDataLst>
    <p:extLst>
      <p:ext uri="{BB962C8B-B14F-4D97-AF65-F5344CB8AC3E}">
        <p14:creationId xmlns:p14="http://schemas.microsoft.com/office/powerpoint/2010/main" val="3988954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BAFB69E-AE71-A065-AEF0-D2E4C60A48CA}"/>
              </a:ext>
            </a:extLst>
          </p:cNvPr>
          <p:cNvSpPr/>
          <p:nvPr/>
        </p:nvSpPr>
        <p:spPr bwMode="gray">
          <a:xfrm>
            <a:off x="0" y="0"/>
            <a:ext cx="12192000" cy="6858000"/>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pic>
        <p:nvPicPr>
          <p:cNvPr id="4" name="LogoFooter">
            <a:extLst>
              <a:ext uri="{FF2B5EF4-FFF2-40B4-BE49-F238E27FC236}">
                <a16:creationId xmlns:a16="http://schemas.microsoft.com/office/drawing/2014/main" id="{A8DBE472-914D-C774-3E2A-5FB36008C2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54200" y="6456066"/>
            <a:ext cx="507600" cy="192272"/>
          </a:xfrm>
          <a:prstGeom prst="rect">
            <a:avLst/>
          </a:prstGeom>
        </p:spPr>
      </p:pic>
      <p:sp>
        <p:nvSpPr>
          <p:cNvPr id="8" name="Rectangle 7">
            <a:extLst>
              <a:ext uri="{FF2B5EF4-FFF2-40B4-BE49-F238E27FC236}">
                <a16:creationId xmlns:a16="http://schemas.microsoft.com/office/drawing/2014/main" id="{547CD8E0-7780-0CE1-53C8-0DC0144A588C}"/>
              </a:ext>
            </a:extLst>
          </p:cNvPr>
          <p:cNvSpPr/>
          <p:nvPr/>
        </p:nvSpPr>
        <p:spPr bwMode="gray">
          <a:xfrm>
            <a:off x="331200" y="587375"/>
            <a:ext cx="5193300" cy="519329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9"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D2F5C5D3-87E9-622F-369F-55CF16AF7D21}"/>
              </a:ext>
            </a:extLst>
          </p:cNvPr>
          <p:cNvSpPr txBox="1"/>
          <p:nvPr/>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rgbClr val="000000"/>
                </a:solidFill>
                <a:effectLst/>
                <a:uLnTx/>
                <a:uFillTx/>
                <a:latin typeface="ABBvoice"/>
                <a:ea typeface="ABBvoice"/>
                <a:cs typeface="ABBvoice"/>
              </a:rPr>
              <a:t>© 2026 ABB. All rights reserved.</a:t>
            </a:r>
            <a:endParaRPr kumimoji="0" lang="en-US" sz="1800" b="0" i="0" u="none" strike="noStrike" kern="1200" cap="none" spc="0" normalizeH="0" baseline="0" noProof="0">
              <a:ln>
                <a:noFill/>
              </a:ln>
              <a:solidFill>
                <a:srgbClr val="000000"/>
              </a:solidFill>
              <a:effectLst/>
              <a:uLnTx/>
              <a:uFillTx/>
              <a:latin typeface="ABBvoice"/>
              <a:ea typeface="ABBvoice"/>
              <a:cs typeface="ABBvoice"/>
            </a:endParaRPr>
          </a:p>
        </p:txBody>
      </p:sp>
      <p:sp>
        <p:nvSpPr>
          <p:cNvPr id="10" name="Slide number">
            <a:extLst>
              <a:ext uri="{FF2B5EF4-FFF2-40B4-BE49-F238E27FC236}">
                <a16:creationId xmlns:a16="http://schemas.microsoft.com/office/drawing/2014/main" id="{A2424E3C-C5B3-3C74-F0EB-57BB4265594C}"/>
              </a:ext>
            </a:extLst>
          </p:cNvPr>
          <p:cNvSpPr/>
          <p:nvPr/>
        </p:nvSpPr>
        <p:spPr bwMode="gray">
          <a:xfrm>
            <a:off x="2181600"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BBvoice"/>
                <a:ea typeface="ABBvoice"/>
                <a:cs typeface="ABBvoice"/>
              </a:rPr>
              <a:t>Slide </a:t>
            </a:r>
            <a:fld id="{6ACD6C49-4324-4266-B7DB-7E26C75ACED4}" type="slidenum">
              <a:rPr kumimoji="0" lang="en-US" sz="800" b="0" i="0" u="none" strike="noStrike" kern="1200" cap="none" spc="0" normalizeH="0" baseline="0" noProof="0" smtClean="0">
                <a:ln>
                  <a:noFill/>
                </a:ln>
                <a:solidFill>
                  <a:srgbClr val="000000"/>
                </a:solidFill>
                <a:effectLst/>
                <a:uLnTx/>
                <a:uFillTx/>
                <a:latin typeface="ABBvoice"/>
                <a:ea typeface="ABBvoice"/>
                <a:cs typeface="ABBvoice"/>
              </a:rPr>
              <a:pPr marL="0" marR="0" lvl="0" indent="0" algn="l" defTabSz="914400" rtl="0" eaLnBrk="1" fontAlgn="auto" latinLnBrk="0" hangingPunct="1">
                <a:lnSpc>
                  <a:spcPct val="100000"/>
                </a:lnSpc>
                <a:spcBef>
                  <a:spcPts val="600"/>
                </a:spcBef>
                <a:spcAft>
                  <a:spcPts val="0"/>
                </a:spcAft>
                <a:buClrTx/>
                <a:buSzTx/>
                <a:buFontTx/>
                <a:buNone/>
                <a:tabLst/>
                <a:defRPr/>
              </a:pPr>
              <a:t>33</a:t>
            </a:fld>
            <a:endParaRPr kumimoji="0" lang="en-US" sz="800" b="0" i="0" u="none" strike="noStrike" kern="1200" cap="none" spc="0" normalizeH="0" baseline="0" noProof="0">
              <a:ln>
                <a:noFill/>
              </a:ln>
              <a:solidFill>
                <a:srgbClr val="000000"/>
              </a:solidFill>
              <a:effectLst/>
              <a:uLnTx/>
              <a:uFillTx/>
              <a:latin typeface="ABBvoice"/>
              <a:ea typeface="ABBvoice"/>
              <a:cs typeface="ABBvoice"/>
            </a:endParaRPr>
          </a:p>
        </p:txBody>
      </p:sp>
      <p:pic>
        <p:nvPicPr>
          <p:cNvPr id="14" name="Graphic 13">
            <a:extLst>
              <a:ext uri="{FF2B5EF4-FFF2-40B4-BE49-F238E27FC236}">
                <a16:creationId xmlns:a16="http://schemas.microsoft.com/office/drawing/2014/main" id="{E92B74F5-F347-2B2D-C84F-044643BE17B2}"/>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7546974" y="2271212"/>
            <a:ext cx="3657600" cy="3657600"/>
          </a:xfrm>
          <a:prstGeom prst="rect">
            <a:avLst/>
          </a:prstGeom>
        </p:spPr>
      </p:pic>
      <p:sp>
        <p:nvSpPr>
          <p:cNvPr id="5" name="Title 1">
            <a:extLst>
              <a:ext uri="{FF2B5EF4-FFF2-40B4-BE49-F238E27FC236}">
                <a16:creationId xmlns:a16="http://schemas.microsoft.com/office/drawing/2014/main" id="{CAEC7315-0479-7BDC-DCD0-550DC14BC327}"/>
              </a:ext>
            </a:extLst>
          </p:cNvPr>
          <p:cNvSpPr txBox="1">
            <a:spLocks/>
          </p:cNvSpPr>
          <p:nvPr/>
        </p:nvSpPr>
        <p:spPr>
          <a:xfrm>
            <a:off x="5886451" y="3008901"/>
            <a:ext cx="4254500" cy="1791700"/>
          </a:xfrm>
          <a:prstGeom prst="rect">
            <a:avLst/>
          </a:prstGeom>
        </p:spPr>
        <p:txBody>
          <a:bodyPr lIns="0" tIns="0" rIns="0" bIns="0"/>
          <a:lstStyle>
            <a:lvl1pPr algn="l" defTabSz="914491" rtl="0" eaLnBrk="1" latinLnBrk="0" hangingPunct="1">
              <a:spcBef>
                <a:spcPct val="0"/>
              </a:spcBef>
              <a:buNone/>
              <a:defRPr sz="6000" b="1" kern="1200">
                <a:solidFill>
                  <a:schemeClr val="tx1"/>
                </a:solidFill>
                <a:latin typeface="+mj-lt"/>
                <a:ea typeface="+mj-ea"/>
                <a:cs typeface="+mj-cs"/>
              </a:defRPr>
            </a:lvl1pPr>
          </a:lstStyle>
          <a:p>
            <a:pPr marL="0" marR="0" lvl="0" indent="0" algn="l" defTabSz="914491" rtl="0" eaLnBrk="1" fontAlgn="auto" latinLnBrk="0" hangingPunct="1">
              <a:lnSpc>
                <a:spcPct val="100000"/>
              </a:lnSpc>
              <a:spcBef>
                <a:spcPct val="0"/>
              </a:spcBef>
              <a:spcAft>
                <a:spcPts val="0"/>
              </a:spcAft>
              <a:buClrTx/>
              <a:buSzTx/>
              <a:buFontTx/>
              <a:buNone/>
              <a:tabLst/>
              <a:defRPr/>
            </a:pPr>
            <a:r>
              <a:rPr kumimoji="0" lang="en-US" sz="4800" b="1" i="0" u="none" strike="noStrike" kern="1200" cap="none" spc="0" normalizeH="0" baseline="0" noProof="0">
                <a:ln>
                  <a:noFill/>
                </a:ln>
                <a:solidFill>
                  <a:srgbClr val="FF000F"/>
                </a:solidFill>
                <a:effectLst/>
                <a:uLnTx/>
                <a:uFillTx/>
                <a:latin typeface="ABBvoice"/>
                <a:ea typeface="ABBvoice"/>
                <a:cs typeface="ABBvoice"/>
              </a:rPr>
              <a:t>—</a:t>
            </a:r>
            <a:br>
              <a:rPr kumimoji="0" lang="en-US" sz="4800" b="1" i="0" u="none" strike="noStrike" kern="1200" cap="none" spc="0" normalizeH="0" baseline="0" noProof="0">
                <a:ln>
                  <a:noFill/>
                </a:ln>
                <a:solidFill>
                  <a:srgbClr val="000000"/>
                </a:solidFill>
                <a:effectLst/>
                <a:uLnTx/>
                <a:uFillTx/>
                <a:latin typeface="ABBvoice"/>
                <a:ea typeface="ABBvoice"/>
                <a:cs typeface="ABBvoice"/>
              </a:rPr>
            </a:br>
            <a:r>
              <a:rPr kumimoji="0" lang="en-US" sz="4800" b="1" i="0" u="none" strike="noStrike" kern="1200" cap="none" spc="0" normalizeH="0" baseline="0" noProof="0">
                <a:ln>
                  <a:noFill/>
                </a:ln>
                <a:solidFill>
                  <a:srgbClr val="000000"/>
                </a:solidFill>
                <a:effectLst/>
                <a:uLnTx/>
                <a:uFillTx/>
                <a:latin typeface="ABBvoice"/>
                <a:ea typeface="ABBvoice"/>
                <a:cs typeface="ABBvoice"/>
              </a:rPr>
              <a:t>Your opinion matters</a:t>
            </a:r>
          </a:p>
        </p:txBody>
      </p:sp>
      <p:pic>
        <p:nvPicPr>
          <p:cNvPr id="6" name="Picture 5" descr="A qr code with black squares&#10;&#10;AI-generated content may be incorrect.">
            <a:extLst>
              <a:ext uri="{FF2B5EF4-FFF2-40B4-BE49-F238E27FC236}">
                <a16:creationId xmlns:a16="http://schemas.microsoft.com/office/drawing/2014/main" id="{20EE89FA-D3AD-4C0C-9D93-CBC2C361A4E6}"/>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13515" y="869687"/>
            <a:ext cx="4628670" cy="4628670"/>
          </a:xfrm>
          <a:prstGeom prst="rect">
            <a:avLst/>
          </a:prstGeom>
        </p:spPr>
      </p:pic>
      <p:sp>
        <p:nvSpPr>
          <p:cNvPr id="3" name="TextBox 2">
            <a:extLst>
              <a:ext uri="{FF2B5EF4-FFF2-40B4-BE49-F238E27FC236}">
                <a16:creationId xmlns:a16="http://schemas.microsoft.com/office/drawing/2014/main" id="{6EF7047C-A5F1-A412-C141-49DF0AE3FE10}"/>
              </a:ext>
            </a:extLst>
          </p:cNvPr>
          <p:cNvSpPr txBox="1"/>
          <p:nvPr/>
        </p:nvSpPr>
        <p:spPr bwMode="gray">
          <a:xfrm>
            <a:off x="331200" y="5238750"/>
            <a:ext cx="5193300" cy="54191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a:ln>
                  <a:noFill/>
                </a:ln>
                <a:solidFill>
                  <a:srgbClr val="FF000F"/>
                </a:solidFill>
                <a:effectLst/>
                <a:uLnTx/>
                <a:uFillTx/>
                <a:latin typeface="ABBvoice Display SemiBold" panose="020D0704020603060204" pitchFamily="34" charset="0"/>
                <a:ea typeface="ABBvoice"/>
                <a:cs typeface="ABBvoice Display SemiBold" panose="020D0704020603060204" pitchFamily="34" charset="0"/>
              </a:rPr>
              <a:t>Scan the QR code</a:t>
            </a:r>
          </a:p>
        </p:txBody>
      </p:sp>
    </p:spTree>
    <p:extLst>
      <p:ext uri="{BB962C8B-B14F-4D97-AF65-F5344CB8AC3E}">
        <p14:creationId xmlns:p14="http://schemas.microsoft.com/office/powerpoint/2010/main" val="3254926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CONTAINEDIMAGEPATH" val="C:\Users\CHSITOM\AppData\Local\Templafy\AddIns\PowerPointVsto\487c9cf6-bc0a-44b9-bf91-fcdc473423b9.jpeg"/>
</p:tagLst>
</file>

<file path=ppt/theme/theme1.xml><?xml version="1.0" encoding="utf-8"?>
<a:theme xmlns:a="http://schemas.openxmlformats.org/drawingml/2006/main" name="ABB Master">
  <a:themeElements>
    <a:clrScheme name="Custom 3">
      <a:dk1>
        <a:srgbClr val="000000"/>
      </a:dk1>
      <a:lt1>
        <a:srgbClr val="FFFFFF"/>
      </a:lt1>
      <a:dk2>
        <a:srgbClr val="D90000"/>
      </a:dk2>
      <a:lt2>
        <a:srgbClr val="FF000F"/>
      </a:lt2>
      <a:accent1>
        <a:srgbClr val="262626"/>
      </a:accent1>
      <a:accent2>
        <a:srgbClr val="6E6E6E"/>
      </a:accent2>
      <a:accent3>
        <a:srgbClr val="A9A9A9"/>
      </a:accent3>
      <a:accent4>
        <a:srgbClr val="D2D2D2"/>
      </a:accent4>
      <a:accent5>
        <a:srgbClr val="F0F0F0"/>
      </a:accent5>
      <a:accent6>
        <a:srgbClr val="FAFAFA"/>
      </a:accent6>
      <a:hlink>
        <a:srgbClr val="D90000"/>
      </a:hlink>
      <a:folHlink>
        <a:srgbClr val="FF000F"/>
      </a:folHlink>
    </a:clrScheme>
    <a:fontScheme name="ABBvoice">
      <a:majorFont>
        <a:latin typeface="ABBvoice"/>
        <a:ea typeface="ABBvoice"/>
        <a:cs typeface="ABBvoice"/>
      </a:majorFont>
      <a:minorFont>
        <a:latin typeface="ABBvoice"/>
        <a:ea typeface="ABBvoice"/>
        <a:cs typeface="ABBvoi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4"/>
        </a:solidFill>
        <a:ln w="12700">
          <a:solidFill>
            <a:schemeClr val="accent4"/>
          </a:solidFill>
        </a:ln>
      </a:spPr>
      <a:bodyPr rtlCol="0" anchor="ctr"/>
      <a:lstStyle>
        <a:defPPr algn="ctr">
          <a:spcBef>
            <a:spcPts val="600"/>
          </a:spcBef>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spcBef>
            <a:spcPts val="600"/>
          </a:spcBef>
          <a:defRPr sz="1400" dirty="0" smtClean="0"/>
        </a:defPPr>
      </a:lstStyle>
    </a:txDef>
  </a:objectDefaults>
  <a:extraClrSchemeLst/>
  <a:custClrLst>
    <a:custClr name="Blue">
      <a:srgbClr val="004C97"/>
    </a:custClr>
    <a:custClr name="Green">
      <a:srgbClr val="007A33"/>
    </a:custClr>
    <a:custClr name="Yellow">
      <a:srgbClr val="FFD100"/>
    </a:custClr>
    <a:custClr name="Red Grey">
      <a:srgbClr val="817275"/>
    </a:custClr>
    <a:custClr name="Green Grey">
      <a:srgbClr val="6B7173"/>
    </a:custClr>
    <a:custClr name="Blue Grey">
      <a:srgbClr val="5B6F80"/>
    </a:custClr>
    <a:custClr name="Violet Grey">
      <a:srgbClr val="78838E"/>
    </a:custClr>
  </a:custClrLst>
  <a:extLst>
    <a:ext uri="{05A4C25C-085E-4340-85A3-A5531E510DB2}">
      <thm15:themeFamily xmlns:thm15="http://schemas.microsoft.com/office/thememl/2012/main" name="ABB PPT Template Templafy 2021120.pptx" id="{636D59D8-4D47-4D62-9970-5569608586F8}" vid="{6FA9D2F3-2CBF-4267-9EAB-EDA28A34CA0B}"/>
    </a:ext>
  </a:extLst>
</a:theme>
</file>

<file path=ppt/theme/theme2.xml><?xml version="1.0" encoding="utf-8"?>
<a:theme xmlns:a="http://schemas.openxmlformats.org/drawingml/2006/main" name="1_ABB Master">
  <a:themeElements>
    <a:clrScheme name="ABB NEW">
      <a:dk1>
        <a:srgbClr val="000000"/>
      </a:dk1>
      <a:lt1>
        <a:srgbClr val="FFFFFF"/>
      </a:lt1>
      <a:dk2>
        <a:srgbClr val="6764F6"/>
      </a:dk2>
      <a:lt2>
        <a:srgbClr val="FF000F"/>
      </a:lt2>
      <a:accent1>
        <a:srgbClr val="262626"/>
      </a:accent1>
      <a:accent2>
        <a:srgbClr val="6E6E6E"/>
      </a:accent2>
      <a:accent3>
        <a:srgbClr val="A9A9A9"/>
      </a:accent3>
      <a:accent4>
        <a:srgbClr val="D2D2D2"/>
      </a:accent4>
      <a:accent5>
        <a:srgbClr val="F0F0F0"/>
      </a:accent5>
      <a:accent6>
        <a:srgbClr val="FAFAFA"/>
      </a:accent6>
      <a:hlink>
        <a:srgbClr val="FF000F"/>
      </a:hlink>
      <a:folHlink>
        <a:srgbClr val="6E6E6E"/>
      </a:folHlink>
    </a:clrScheme>
    <a:fontScheme name="ABBvoice">
      <a:majorFont>
        <a:latin typeface="ABBvoice"/>
        <a:ea typeface="ABBvoice"/>
        <a:cs typeface="ABBvoice"/>
      </a:majorFont>
      <a:minorFont>
        <a:latin typeface="ABBvoice"/>
        <a:ea typeface="ABBvoice"/>
        <a:cs typeface="ABBvoi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4"/>
        </a:solidFill>
        <a:ln w="12700">
          <a:solidFill>
            <a:schemeClr val="accent4"/>
          </a:solidFill>
        </a:ln>
      </a:spPr>
      <a:bodyPr rtlCol="0" anchor="ctr"/>
      <a:lstStyle>
        <a:defPPr algn="ctr">
          <a:spcBef>
            <a:spcPts val="600"/>
          </a:spcBef>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spcBef>
            <a:spcPts val="600"/>
          </a:spcBef>
          <a:defRPr sz="1400" dirty="0" smtClean="0"/>
        </a:defPPr>
      </a:lstStyle>
    </a:txDef>
  </a:objectDefaults>
  <a:extraClrSchemeLst/>
  <a:custClrLst>
    <a:custClr name="Blue">
      <a:srgbClr val="004C97"/>
    </a:custClr>
    <a:custClr name="Green">
      <a:srgbClr val="007A33"/>
    </a:custClr>
    <a:custClr name="Yellow">
      <a:srgbClr val="FFD100"/>
    </a:custClr>
    <a:custClr name="Red Grey">
      <a:srgbClr val="817275"/>
    </a:custClr>
    <a:custClr name="Green Grey">
      <a:srgbClr val="6B7173"/>
    </a:custClr>
    <a:custClr name="Blue Grey">
      <a:srgbClr val="5B6F80"/>
    </a:custClr>
    <a:custClr name="Violet Grey">
      <a:srgbClr val="78838E"/>
    </a:custClr>
  </a:custClrLst>
  <a:extLst>
    <a:ext uri="{05A4C25C-085E-4340-85A3-A5531E510DB2}">
      <thm15:themeFamily xmlns:thm15="http://schemas.microsoft.com/office/thememl/2012/main" name="ABB PPT Template Templafy 2021120.pptx" id="{636D59D8-4D47-4D62-9970-5569608586F8}" vid="{6FA9D2F3-2CBF-4267-9EAB-EDA28A34CA0B}"/>
    </a:ext>
  </a:extLst>
</a:theme>
</file>

<file path=ppt/theme/theme3.xml><?xml version="1.0" encoding="utf-8"?>
<a:theme xmlns:a="http://schemas.openxmlformats.org/drawingml/2006/main" name="4_ABB Master">
  <a:themeElements>
    <a:clrScheme name="ABB NEW">
      <a:dk1>
        <a:srgbClr val="000000"/>
      </a:dk1>
      <a:lt1>
        <a:srgbClr val="FFFFFF"/>
      </a:lt1>
      <a:dk2>
        <a:srgbClr val="6764F6"/>
      </a:dk2>
      <a:lt2>
        <a:srgbClr val="FF000F"/>
      </a:lt2>
      <a:accent1>
        <a:srgbClr val="262626"/>
      </a:accent1>
      <a:accent2>
        <a:srgbClr val="6E6E6E"/>
      </a:accent2>
      <a:accent3>
        <a:srgbClr val="A9A9A9"/>
      </a:accent3>
      <a:accent4>
        <a:srgbClr val="D2D2D2"/>
      </a:accent4>
      <a:accent5>
        <a:srgbClr val="F0F0F0"/>
      </a:accent5>
      <a:accent6>
        <a:srgbClr val="FAFAFA"/>
      </a:accent6>
      <a:hlink>
        <a:srgbClr val="FF000F"/>
      </a:hlink>
      <a:folHlink>
        <a:srgbClr val="6E6E6E"/>
      </a:folHlink>
    </a:clrScheme>
    <a:fontScheme name="ABBvoice">
      <a:majorFont>
        <a:latin typeface="ABBvoice"/>
        <a:ea typeface="ABBvoice"/>
        <a:cs typeface="ABBvoice"/>
      </a:majorFont>
      <a:minorFont>
        <a:latin typeface="ABBvoice"/>
        <a:ea typeface="ABBvoice"/>
        <a:cs typeface="ABBvoi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4"/>
        </a:solidFill>
        <a:ln w="12700">
          <a:solidFill>
            <a:schemeClr val="accent4"/>
          </a:solidFill>
        </a:ln>
      </a:spPr>
      <a:bodyPr rtlCol="0" anchor="ctr"/>
      <a:lstStyle>
        <a:defPPr algn="ctr">
          <a:spcBef>
            <a:spcPts val="600"/>
          </a:spcBef>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spcBef>
            <a:spcPts val="600"/>
          </a:spcBef>
          <a:defRPr sz="1400" dirty="0" smtClean="0"/>
        </a:defPPr>
      </a:lstStyle>
    </a:txDef>
  </a:objectDefaults>
  <a:extraClrSchemeLst/>
  <a:custClrLst>
    <a:custClr name="Blue">
      <a:srgbClr val="004C97"/>
    </a:custClr>
    <a:custClr name="Green">
      <a:srgbClr val="007A33"/>
    </a:custClr>
    <a:custClr name="Yellow">
      <a:srgbClr val="FFD100"/>
    </a:custClr>
    <a:custClr name="Red Grey">
      <a:srgbClr val="817275"/>
    </a:custClr>
    <a:custClr name="Green Grey">
      <a:srgbClr val="6B7173"/>
    </a:custClr>
    <a:custClr name="Blue Grey">
      <a:srgbClr val="5B6F80"/>
    </a:custClr>
    <a:custClr name="Violet Grey">
      <a:srgbClr val="78838E"/>
    </a:custClr>
  </a:custClrLst>
  <a:extLst>
    <a:ext uri="{05A4C25C-085E-4340-85A3-A5531E510DB2}">
      <thm15:themeFamily xmlns:thm15="http://schemas.microsoft.com/office/thememl/2012/main" name="ABB PPT Template Templafy 2021120.pptx" id="{636D59D8-4D47-4D62-9970-5569608586F8}" vid="{6FA9D2F3-2CBF-4267-9EAB-EDA28A34CA0B}"/>
    </a:ext>
  </a:extLst>
</a:theme>
</file>

<file path=ppt/theme/theme4.xml><?xml version="1.0" encoding="utf-8"?>
<a:theme xmlns:a="http://schemas.openxmlformats.org/drawingml/2006/main" name="2_ABB Master">
  <a:themeElements>
    <a:clrScheme name="ABB NEW">
      <a:dk1>
        <a:srgbClr val="000000"/>
      </a:dk1>
      <a:lt1>
        <a:srgbClr val="FFFFFF"/>
      </a:lt1>
      <a:dk2>
        <a:srgbClr val="6764F6"/>
      </a:dk2>
      <a:lt2>
        <a:srgbClr val="FF000F"/>
      </a:lt2>
      <a:accent1>
        <a:srgbClr val="262626"/>
      </a:accent1>
      <a:accent2>
        <a:srgbClr val="6E6E6E"/>
      </a:accent2>
      <a:accent3>
        <a:srgbClr val="A9A9A9"/>
      </a:accent3>
      <a:accent4>
        <a:srgbClr val="D2D2D2"/>
      </a:accent4>
      <a:accent5>
        <a:srgbClr val="F0F0F0"/>
      </a:accent5>
      <a:accent6>
        <a:srgbClr val="FAFAFA"/>
      </a:accent6>
      <a:hlink>
        <a:srgbClr val="FF000F"/>
      </a:hlink>
      <a:folHlink>
        <a:srgbClr val="6E6E6E"/>
      </a:folHlink>
    </a:clrScheme>
    <a:fontScheme name="ABBvoice">
      <a:majorFont>
        <a:latin typeface="ABBvoice"/>
        <a:ea typeface="ABBvoice"/>
        <a:cs typeface="ABBvoice"/>
      </a:majorFont>
      <a:minorFont>
        <a:latin typeface="ABBvoice"/>
        <a:ea typeface="ABBvoice"/>
        <a:cs typeface="ABBvoi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4"/>
        </a:solidFill>
        <a:ln w="12700">
          <a:solidFill>
            <a:schemeClr val="accent4"/>
          </a:solidFill>
        </a:ln>
      </a:spPr>
      <a:bodyPr rtlCol="0" anchor="ctr"/>
      <a:lstStyle>
        <a:defPPr algn="ctr">
          <a:spcBef>
            <a:spcPts val="600"/>
          </a:spcBef>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spcBef>
            <a:spcPts val="600"/>
          </a:spcBef>
          <a:defRPr sz="1400" dirty="0" smtClean="0"/>
        </a:defPPr>
      </a:lstStyle>
    </a:txDef>
  </a:objectDefaults>
  <a:extraClrSchemeLst/>
  <a:custClrLst>
    <a:custClr name="Blue">
      <a:srgbClr val="004C97"/>
    </a:custClr>
    <a:custClr name="Green">
      <a:srgbClr val="007A33"/>
    </a:custClr>
    <a:custClr name="Yellow">
      <a:srgbClr val="FFD100"/>
    </a:custClr>
    <a:custClr name="Red Grey">
      <a:srgbClr val="817275"/>
    </a:custClr>
    <a:custClr name="Green Grey">
      <a:srgbClr val="6B7173"/>
    </a:custClr>
    <a:custClr name="Blue Grey">
      <a:srgbClr val="5B6F80"/>
    </a:custClr>
    <a:custClr name="Violet Grey">
      <a:srgbClr val="78838E"/>
    </a:custClr>
  </a:custClrLst>
  <a:extLst>
    <a:ext uri="{05A4C25C-085E-4340-85A3-A5531E510DB2}">
      <thm15:themeFamily xmlns:thm15="http://schemas.microsoft.com/office/thememl/2012/main" name="ABB PPT Template Templafy 2021120.pptx" id="{636D59D8-4D47-4D62-9970-5569608586F8}" vid="{6FA9D2F3-2CBF-4267-9EAB-EDA28A34CA0B}"/>
    </a:ext>
  </a:extLst>
</a:theme>
</file>

<file path=ppt/theme/theme5.xml><?xml version="1.0" encoding="utf-8"?>
<a:theme xmlns:a="http://schemas.openxmlformats.org/drawingml/2006/main" name="Office Theme">
  <a:themeElements>
    <a:clrScheme name="ABB">
      <a:dk1>
        <a:srgbClr val="000000"/>
      </a:dk1>
      <a:lt1>
        <a:srgbClr val="FFFFFF"/>
      </a:lt1>
      <a:dk2>
        <a:srgbClr val="D90000"/>
      </a:dk2>
      <a:lt2>
        <a:srgbClr val="FF000F"/>
      </a:lt2>
      <a:accent1>
        <a:srgbClr val="1E1E1E"/>
      </a:accent1>
      <a:accent2>
        <a:srgbClr val="3C3C3C"/>
      </a:accent2>
      <a:accent3>
        <a:srgbClr val="6E6E6E"/>
      </a:accent3>
      <a:accent4>
        <a:srgbClr val="A0A0A0"/>
      </a:accent4>
      <a:accent5>
        <a:srgbClr val="D2D2D2"/>
      </a:accent5>
      <a:accent6>
        <a:srgbClr val="F0F0F0"/>
      </a:accent6>
      <a:hlink>
        <a:srgbClr val="D90000"/>
      </a:hlink>
      <a:folHlink>
        <a:srgbClr val="FF000F"/>
      </a:folHlink>
    </a:clrScheme>
    <a:fontScheme name="ABBvoiceOffice">
      <a:majorFont>
        <a:latin typeface="ABBvoiceOffice"/>
        <a:ea typeface="ABBvoiceOffice"/>
        <a:cs typeface="ABBvoiceOffice"/>
      </a:majorFont>
      <a:minorFont>
        <a:latin typeface="ABBvoiceOffice"/>
        <a:ea typeface="ABBvoiceOffice"/>
        <a:cs typeface="ABBvoiceOffi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ABB">
      <a:dk1>
        <a:srgbClr val="000000"/>
      </a:dk1>
      <a:lt1>
        <a:srgbClr val="FFFFFF"/>
      </a:lt1>
      <a:dk2>
        <a:srgbClr val="D90000"/>
      </a:dk2>
      <a:lt2>
        <a:srgbClr val="FF000F"/>
      </a:lt2>
      <a:accent1>
        <a:srgbClr val="1E1E1E"/>
      </a:accent1>
      <a:accent2>
        <a:srgbClr val="3C3C3C"/>
      </a:accent2>
      <a:accent3>
        <a:srgbClr val="6E6E6E"/>
      </a:accent3>
      <a:accent4>
        <a:srgbClr val="A0A0A0"/>
      </a:accent4>
      <a:accent5>
        <a:srgbClr val="D2D2D2"/>
      </a:accent5>
      <a:accent6>
        <a:srgbClr val="F0F0F0"/>
      </a:accent6>
      <a:hlink>
        <a:srgbClr val="D90000"/>
      </a:hlink>
      <a:folHlink>
        <a:srgbClr val="FF000F"/>
      </a:folHlink>
    </a:clrScheme>
    <a:fontScheme name="ABBvoiceOffice">
      <a:majorFont>
        <a:latin typeface="ABBvoiceOffice"/>
        <a:ea typeface="ABBvoiceOffice"/>
        <a:cs typeface="ABBvoiceOffice"/>
      </a:majorFont>
      <a:minorFont>
        <a:latin typeface="ABBvoiceOffice"/>
        <a:ea typeface="ABBvoiceOffice"/>
        <a:cs typeface="ABBvoiceOffi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item1.xml><?xml version="1.0" encoding="utf-8"?>
<TemplafySlideTemplateConfiguration><![CDATA[{"slideVersion":1,"isValidatorEnabled":false,"isLocked":false,"elementsMetadata":[],"slideId":"638061103097864556","enableDocumentContentUpdater":false,"version":"2.0"}]]></TemplafySlideTemplateConfiguration>
</file>

<file path=customXml/item2.xml><?xml version="1.0" encoding="utf-8"?>
<TemplafySlideFormConfiguration><![CDATA[{"formFields":[],"formDataEntries":[]}]]></TemplafySlideFormConfiguratio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TemplafySlideTemplateConfiguration><![CDATA[{"slideVersion":1,"isValidatorEnabled":false,"isLocked":false,"elementsMetadata":[],"slideId":"638061103097864556","enableDocumentContentUpdater":false,"version":"2.0"}]]></TemplafySlideTemplateConfiguration>
</file>

<file path=customXml/item5.xml><?xml version="1.0" encoding="utf-8"?>
<Update>
  <Cmd case="SkabelonDesign.DocumentData:DefineData" variableName="DocumentRevisionIdLabelAndValue">
    <Doc.CustomXml.ABB_Coll_DocumentRevisionId>
      <s><![CDATA[Rev.: ]]></s>
      <Doc.CustomXml.ABB_Coll_DocumentRevisionId/>
    </Doc.CustomXml.ABB_Coll_DocumentRevisionId>
    <s/>
  </Cmd>
  <Cmd case="SkabelonDesign.DocumentData:DefineData" variableName="PPMetadata">
    <Doc.CustomXml.ABB_Coll_DocumentId>
      <s><![CDATA[Document ID: ]]></s>
      <Doc.CustomXml.ABB_Coll_DocumentId/>
    </Doc.CustomXml.ABB_Coll_DocumentId>
    <s/>
  </Cmd>
  <Cmd case="SkabelonDesign.DocumentData:DefineData" variableName="SecurityLevel">
    <Doc.CustomXml.ABB_Coll_SecurityLevel>
      <Doc.CustomXml.ABB_Coll_SecurityLevel/>
    </Doc.CustomXml.ABB_Coll_SecurityLevel>
    <s/>
  </Cmd>
  <Cmd case="BaseExtensions:If" if-1-type="DOCUMENTDATA" if-1-key="SecurityLevel" if-1-value="Internal">
    <True>
      <Cmd case="BaseExtensions:show-hide-pp" show="True" ShapeNames="Internal"/>
      <Cmd case="BaseExtensions:show-hide-pp" show="False" ShapeNames="Confidential"/>
      <Cmd case="BaseExtensions:show-hide-pp" show="False" ShapeNames="Strictly"/>
      <Cmd case="BaseExtensions:show-hide-pp" show="False" ShapeNames="Public"/>
    </True>
  </Cmd>
  <Cmd case="BaseExtensions:If" if-1-type="DOCUMENTDATA" if-1-key="SecurityLevel" if-1-value="Confidential">
    <True>
      <Cmd case="BaseExtensions:show-hide-pp" show="False" ShapeNames="Internal"/>
      <Cmd case="BaseExtensions:show-hide-pp" show="True" ShapeNames="Confidential"/>
      <Cmd case="BaseExtensions:show-hide-pp" show="False" ShapeNames="Strictly"/>
      <Cmd case="BaseExtensions:show-hide-pp" show="False" ShapeNames="Public"/>
    </True>
  </Cmd>
  <Cmd case="BaseExtensions:If" if-1-type="DOCUMENTDATA" if-1-key="SecurityLevel" if-1-value="Strictly Confidential">
    <True>
      <Cmd case="BaseExtensions:show-hide-pp" show="False" ShapeNames="Internal"/>
      <Cmd case="BaseExtensions:show-hide-pp" show="False" ShapeNames="Confidential"/>
      <Cmd case="BaseExtensions:show-hide-pp" show="True" ShapeNames="Strictly"/>
      <Cmd case="BaseExtensions:show-hide-pp" show="False" ShapeNames="Public"/>
    </True>
  </Cmd>
  <Cmd case="BaseExtensions:If" if-1-type="DOCUMENTDATA" if-1-key="SecurityLevel" if-1-value="Public">
    <True>
      <Cmd case="BaseExtensions:show-hide-pp" show="False" ShapeNames="Internal"/>
      <Cmd case="BaseExtensions:show-hide-pp" show="False" ShapeNames="Confidential"/>
      <Cmd case="BaseExtensions:show-hide-pp" show="False" ShapeNames="Strictly"/>
      <Cmd case="BaseExtensions:show-hide-pp" show="True" ShapeNames="Public"/>
    </True>
  </Cmd>
  <Cmd case="BaseExtensions:If" if-1-type="docpropmap" if-1-key="TemplafyTenantId" if-1-value="+abb;+abbqa">
    <True>
      <Cmd case="BaseExtensions:find-shape-bring-to-front" copyDelete="true" layout-1-name="Cover C" shape-1-name-1="Revision" shape-1-name-2="Copyright" shape-1-name-3="DocumentID" shape-1-name-4="Logo" shape-1-name-5="Classification" layout-2-name="Cover D" shape-2-name-1="Revision" shape-2-name-2="Copyright" shape-2-name-3="DocumentID" shape-2-name-4="Logo" shape-2-name-5="Classification" layout-3-name="Cover E" shape-3-name-1="Classification" layout-4-name="Cover F" shape-4-name-1="Classification" layout-6-name="Cover G" shape-6-name-1="Revision" shape-6-name-2="Copyright" shape-6-name-3="DocumentID" shape-6-name-4="Logo" shape-6-name-5="Classification" layout-7-name="Cover H" shape-7-name-1="Revision" shape-7-name-2="Copyright" shape-7-name-3="DocumentID" shape-7-name-4="Logo" shape-7-name-5="Classification" layout-8-name="Cover I" shape-8-name-1="Classification" layout-9-name="Cover J" shape-9-name-1="Classification" layout-5-name="Picture full screen" shape-5-name-6="Slide number" shape-5-name-7="Date dynamic" shape-5-name-8="CopyrightText" shape-5-name-9="LogoFooter"/>
    </True>
  </Cmd>
  <Cmd case="BaseExtensions:If" if-1-type="documentprop" if-1-key="hideDate" if-1-value="True">
    <True>
      <cmd case="BaseExtensions:show-hide-pp" show="true" ShapeNames="Date dynamic" ToggleOnActiveSlide="false"/>
    </True>
    <False>
      <cmd case="BaseExtensions:show-hide-pp" show="false" ShapeNames="Date dynamic" ToggleOnActiveSlide="false"/>
    </False>
  </Cmd>
  <Cmd case="BaseExtensions:If" if-1-type="documentprop" if-1-key="hideSlideNumber" if-1-value="True">
    <True>
      <cmd case="BaseExtensions:show-hide-pp" show="true" ShapeNames="Slide number" ToggleOnActiveSlide="false"/>
    </True>
    <False>
      <cmd case="BaseExtensions:show-hide-pp" show="false" ShapeNames="Slide number" ToggleOnActiveSlide="false"/>
    </False>
  </Cmd>
  <Cmd case="BaseExtensions:If" if-1-type="documentprop" if-1-key="hideCopyright" if-1-value="True">
    <True>
      <Cmd case="BaseExtensions:show-hide-pp" show="true" ShapeNames="CopyrightText" ToggleOnActiveSlide="false"/>
    </True>
    <False>
      <Cmd case="BaseExtensions:show-hide-pp" show="false" ShapeNames="CopyrightText" ToggleOnActiveSlide="false"/>
    </False>
  </Cmd>
  <Cmd case="BaseExtensions:If" if-1-type="documentprop" if-1-key="hideLogo" if-1-value="True">
    <True>
      <Cmd case="BaseExtensions:show-hide-pp" show="true" ShapeNames="LogoFooter" ToggleOnActiveSlide="false"/>
    </True>
    <False>
      <Cmd case="BaseExtensions:show-hide-pp" show="false" ShapeNames="LogoFooter" ToggleOnActiveSlide="false"/>
    </False>
  </Cmd>
</Update>
</file>

<file path=customXml/item6.xml><?xml version="1.0" encoding="utf-8"?>
<TemplafySlideTemplateConfiguration><![CDATA[{"slideVersion":1,"isValidatorEnabled":false,"isLocked":false,"elementsMetadata":[],"slideId":"638061103097864556","enableDocumentContentUpdater":false,"version":"2.0"}]]></TemplafySlideTemplateConfiguration>
</file>

<file path=customXml/item7.xml><?xml version="1.0" encoding="utf-8"?>
<TemplafySlideFormConfiguration><![CDATA[{"formFields":[],"formDataEntries":[]}]]></TemplafySlideFormConfiguration>
</file>

<file path=customXml/item8.xml><?xml version="1.0" encoding="utf-8"?>
<TemplafyTemplateConfiguration><![CDATA[{"elementsMetadata":[{"type":"shape","id":"0820b39f-27d6-432c-bd86-9cd68fc1e0a9","elementConfiguration":{"binding":"{{FormatDateTime(Form.PreparedDate, \"MMMM d, yyyy\")}}","visibility":"","type":"text","disableUpdates":false}},{"type":"shape","id":"ee199510-97fb-406a-a985-bfd726fb25a5","elementConfiguration":{"width":"4.25 cm","height":"0.7 cm","image":"{{Form.SecurityLevel.Classification}}","type":"image","disableUpdates":false}},{"type":"shape","id":"5fc9ec51-42e9-455a-9a5c-96390e5bbf02","elementConfiguration":{"width":"4.25 cm","height":"0.7 cm","image":"{{Form.SecurityLevel.Classification}}","type":"image","disableUpdates":false}},{"type":"shape","id":"e8d18f84-fe04-40a2-95d9-67ddf423bff7","elementConfiguration":{"binding":"{{FormatDateTime(Form.PreparedDate, \"MMMM d, yyyy\")}}","visibility":"","type":"text","disableUpdates":false}},{"type":"shape","id":"ffdfd1b0-bafe-4426-9e1d-7b7e78d8eb84","elementConfiguration":{"width":"4.25 cm","height":"0.7 cm","image":"{{Form.SecurityLevel.Classification}}","type":"image","disableUpdates":false}},{"type":"shape","id":"cb94d801-9ab3-4d01-89ff-88d6bfba6285","elementConfiguration":{"width":"4.25 cm","height":"0.7 cm","image":"{{Form.SecurityLevel.Classification}}","type":"image","disableUpdates":false}},{"type":"shape","id":"a56c433f-ec63-49d5-8dbc-ed93dda1f241","elementConfiguration":{"width":"4.25 cm","height":"0.7 cm","image":"{{Form.SecurityLevel.Classification}}","type":"image","disableUpdates":false}},{"type":"shape","id":"a5f79114-bf1e-4a4d-88a8-25043a244f35","elementConfiguration":{"width":"4.25 cm","height":"0.7 cm","image":"{{Form.SecurityLevel.Classification}}","type":"image","disableUpdates":false}},{"type":"shape","id":"0ab5d327-11ea-41a5-bf4e-b529891cfe48","elementConfiguration":{"width":"4.25 cm","height":"0.7 cm","image":"{{Form.SecurityLevel.Classification}}","type":"image","disableUpdates":false}},{"type":"shape","id":"d8c6d53d-fe00-4f09-b88f-4fe294080cf8","elementConfiguration":{"width":"4.25 cm","height":"0.7 cm","image":"{{Form.SecurityLevel.Classification}}","type":"image","disableUpdates":false}},{"type":"shape","id":"3df34ff8-dbd4-456d-8fbb-a9bd09ca08ea","elementConfiguration":{"width":"4.25 cm","height":"0.7 cm","image":"{{Form.SecurityLevel.Classification}}","type":"image","disableUpdates":false}},{"type":"shape","id":"0042b6a7-8e14-4a46-8a2e-fd1adfff8eb6","elementConfiguration":{"width":"4.25 cm","height":"0.7 cm","image":"{{Form.SecurityLevel.Classification}}","type":"image","disableUpdates":false}}],"transformationConfigurations":[{"binding":"{{Form.DocumentID}}","namespace":"http://schemas.microsoft.com/office/2006/metadata/properties","path":"/p:properties/documentManagement/*[local-name()=\"ABB_Coll_DocumentId\"]","disableUpdates":false,"type":"customXmlValue"},{"namespace":"http://schemas.microsoft.com/office/2006/metadata/properties","path":"/p:properties/documentManagement/*[local-name()=\"o8cb8facb2054f9d919ea0674048ef40\"]","termId":"{{Form.Language.TermID}}","termName":"{{Form.Language.Name}}","disableUpdates":false,"type":"customXmlManagedMetadata"},{"namespace":"http://schemas.microsoft.com/office/2006/metadata/properties","path":"/p:properties/documentManagement/*[local-name()=\"na4369807a744182aff6832bcef961df\"]","termId":"{{Form.DocumentKind.TermID}}","termName":"{{Form.DocumentKind.DocumentKind}}","disableUpdates":false,"type":"customXmlManagedMetadata"},{"binding":"{{Form.Revision}}","namespace":"http://schemas.microsoft.com/office/2006/metadata/properties","path":"/p:properties/documentManagement/*[local-name()=\"ABB_Coll_DocumentRevisionId\"]","disableUpdates":false,"type":"customXmlValue"},{"binding":"{{Form.LifeCycleStatus.Name}}","namespace":"http://schemas.microsoft.com/office/2006/metadata/properties","path":"/p:properties/documentManagement/*[local-name()=\"ABB_Coll_LifecycleStatus\"]","disableUpdates":false,"type":"customXmlValue"},{"binding":"{{Form.ApprovalDate}}","namespace":"http://schemas.microsoft.com/office/2006/metadata/properties","path":"/p:properties/documentManagement/*[local-name()=\"ABB_Coll_ApprovalDate\"]","disableUpdates":false,"type":"customXmlDateTimeValue"},{"binding":"{{Form.ApprovedByPerson}}","namespace":"http://schemas.microsoft.com/office/2006/metadata/properties","path":"/p:properties/documentManagement/*[local-name()=\"ABB_Coll_ApprovedByPerson\"]","disableUpdates":false,"type":"customXmlValue"},{"binding":"{{Form.PreparedByPerson}}","namespace":"http://schemas.microsoft.com/office/2006/metadata/properties","path":"/p:properties/documentManagement/*[local-name()=\"ABB_Coll_PreparedByPerson\"]","disableUpdates":false,"type":"customXmlValue"},{"binding":"{{Form.OwningOrganization}}","namespace":"http://schemas.microsoft.com/office/2006/metadata/properties","path":"/p:properties/documentManagement/*[local-name()=\"ABB_Coll_OwningOrganization\"]","disableUpdates":false,"type":"customXmlValue"},{"binding":"{{Form.SecurityLevel.Name}}","namespace":"http://schemas.microsoft.com/office/2006/metadata/properties","path":"/p:properties/documentManagement/*[local-name()=\"ABB_Coll_SecurityLevel\"]","disableUpdates":false,"type":"customXmlValue"},{"binding":"{{Form.PreparedDate}}","namespace":"http://schemas.microsoft.com/office/2006/metadata/properties","path":"/p:properties/documentManagement/*[local-name()=\"ABB_Coll_PreparedDate\"]","disableUpdates":false,"type":"customXmlDateTimeValue"},{"propertyName":"title","propertyValue":"{{Form.DocumentTitle}}","disableUpdates":false,"type":"documentProperty"},{"propertyName":"BrandName","propertyValue":"{{UserProfile.Brand.Name}}","disableUpdates":false,"type":"customDocumentProperty"},{"propertyName":"hideDate","propertyValue":"{{Form.Date}}","disableUpdates":false,"type":"customDocumentProperty"},{"propertyName":"hideSlideNumber","propertyValue":"{{Form.SlideNumber}}","disableUpdates":false,"type":"customDocumentProperty"},{"propertyName":"hideCopyright","propertyValue":"{{Form.Copyright}}","disableUpdates":false,"type":"customDocumentProperty"},{"propertyName":"hideLogo","propertyValue":"{{Form.Logo}}","disableUpdates":false,"type":"customDocumentProperty"},{"language":"{{DocumentLanguage}}","disableUpdates":false,"type":"proofingLanguage"}],"templateName":"ABB Template","templateDescription":"Branded ABB PowerPoint template to create all presentations. Released 2023.04.27. What’s new: covers for long subtitle (Cover G, H, I, J); changed position of date, slide number and copyright note; feature to enable/disable footer elements.","enableDocumentContentUpdater":true,"version":"2.0"}]]></TemplafyTemplateConfiguration>
</file>

<file path=customXml/item9.xml><?xml version="1.0" encoding="utf-8"?>
<TemplafySlideTemplateConfiguration><![CDATA[{"slideVersion":1,"isValidatorEnabled":false,"isLocked":false,"elementsMetadata":[],"slideId":"638061103097864556","enableDocumentContentUpdater":false,"version":"2.0"}]]></TemplafySlideTemplateConfiguration>
</file>

<file path=customXml/item10.xml><?xml version="1.0" encoding="utf-8"?>
<TemplafySlideTemplateConfiguration><![CDATA[{"slideVersion":1,"isValidatorEnabled":false,"isLocked":false,"elementsMetadata":[],"slideId":"638061103097864556","enableDocumentContentUpdater":false,"version":"2.0"}]]></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slideVersion":1,"isValidatorEnabled":false,"isLocked":false,"elementsMetadata":[],"slideId":"638061103097864556","enableDocumentContentUpdater":false,"version":"2.0"}]]></TemplafySlideTemplateConfiguration>
</file>

<file path=customXml/item13.xml><?xml version="1.0" encoding="utf-8"?>
<TemplafySlideTemplateConfiguration><![CDATA[{"slideVersion":1,"isValidatorEnabled":false,"isLocked":false,"elementsMetadata":[],"slideId":"638061103097864556","enableDocumentContentUpdater":false,"version":"2.0"}]]></TemplafySlideTemplateConfiguration>
</file>

<file path=customXml/item14.xml><?xml version="1.0" encoding="utf-8"?>
<TemplafySlideFormConfiguration><![CDATA[{"formFields":[],"formDataEntries":[]}]]></TemplafySlideFormConfiguration>
</file>

<file path=customXml/item15.xml><?xml version="1.0" encoding="utf-8"?>
<TemplafySlideTemplateConfiguration><![CDATA[{"slideVersion":1,"isValidatorEnabled":false,"isLocked":false,"elementsMetadata":[],"slideId":"638061103097864556","enableDocumentContentUpdater":false,"version":"2.0"}]]></TemplafySlideTemplateConfiguration>
</file>

<file path=customXml/item16.xml><?xml version="1.0" encoding="utf-8"?>
<TemplafySlideTemplateConfiguration><![CDATA[{"slideVersion":1,"isValidatorEnabled":false,"isLocked":false,"elementsMetadata":[],"slideId":"638200965892104758","enableDocumentContentUpdater":false,"version":"2.0"}]]></TemplafySlideTemplateConfiguration>
</file>

<file path=customXml/item17.xml><?xml version="1.0" encoding="utf-8"?>
<TemplafyFormConfiguration><![CDATA[{"formFields":[{"required":false,"placeholder":"","lines":1,"defaultValue":"","shareValue":false,"type":"textBox","name":"DocumentID","label":"Document ID"},{"required":false,"placeholder":"","lines":1,"defaultValue":"","shareValue":false,"type":"textBox","name":"DocumentTitle","label":"Document Title"},{"required":false,"placeholder":"","lines":1,"shareValue":false,"type":"textBox","name":"ProjectName","label":"Project Name"},{"required":false,"maxLength":10,"placeholder":"","lines":1,"defaultValue":"","shareValue":false,"type":"textBox","name":"Revision","label":"Revision"},{"required":false,"shareValue":false,"type":"datePicker","name":"ApprovalDate","label":"Approval Date"},{"required":false,"placeholder":"","lines":1,"shareValue":false,"type":"textBox","name":"ApprovedByPerson","label":"Approved By Person"},{"required":true,"shareValue":false,"type":"datePicker","name":"PreparedDate","label":"Displayed Date"},{"required":false,"placeholder":"","lines":1,"defaultValue":"{{UserProfile.Name}}","shareValue":false,"type":"textBox","name":"PreparedByPerson","label":"Prepared By Person"},{"distinct":false,"hideIfNoUserInteractionRequired":false,"required":false,"defaultValue":"Presentation","autoSelectFirstOption":false,"shareValue":false,"type":"dropDown","dataSourceName":"DocumentKinds","dataSourceFieldName":"DocumentKind","name":"DocumentKind","label":"Document Kind"},{"distinct":false,"hideIfNoUserInteractionRequired":false,"required":false,"defaultValue":"en","autoSelectFirstOption":false,"shareValue":false,"type":"dropDown","dataSourceName":"LanguageCodes","dataSourceFieldName":"Name","name":"Language","label":"Language"},{"distinct":false,"hideIfNoUserInteractionRequired":false,"required":false,"defaultValue":"Draft","autoSelectFirstOption":false,"shareValue":false,"type":"dropDown","dataSourceName":"LifeCycleStatus","dataSourceFieldName":"Name","name":"LifeCycleStatus","label":"Life Cycle Status"},{"required":false,"placeholder":"","lines":1,"defaultValue":"","shareValue":false,"type":"textBox","name":"OwningOrganization","label":"Owning Organization"},{"distinct":false,"hideIfNoUserInteractionRequired":false,"required":false,"defaultValue":"1 Blank / No selection","autoSelectFirstOption":false,"shareValue":false,"type":"dropDown","dataSourceName":"SecurityLevels","dataSourceFieldName":"Name","name":"SecurityLevel","label":"Security Level"},{"helpTexts":{},"spacing":{},"type":"instructions","name":"PleaseSelectWhichFooterElementsDoYouWantToInclude","label":"Please select which footer elements do you want to include: "},{"defaultValue":{"fixedValue":true},"helpTexts":{},"spacing":{},"shareValue":false,"type":"checkBox","name":"Date","label":"Date"},{"defaultValue":{"fixedValue":true},"helpTexts":{},"spacing":{},"shareValue":false,"type":"checkBox","name":"SlideNumber","label":"Slide number"},{"defaultValue":{"fixedValue":true},"helpTexts":{},"spacing":{},"shareValue":false,"type":"checkBox","name":"Copyright","label":"Copyright"},{"defaultValue":{"fixedValue":true},"helpTexts":{},"spacing":{},"shareValue":false,"type":"checkBox","name":"Logo","label":"Logo"}],"formDataEntries":[{"name":"PreparedDate","value":"XR2zgtdQ+pODaD3To4skKA=="},{"name":"DocumentKind","value":"2EXAzQyewzCR/7EfZFkJy7qCp8Bg7x2jEs0dWGrKqcY="},{"name":"Language","value":"nVWUwVCH4hPlxqXy4HP9YtfdIMCGVn0BS77jADLFKoo="},{"name":"LifeCycleStatus","value":"QnWOujKLJp1RvJFaXvBl6HPTKUr9NiUrF8/eA/+Hz0E="},{"name":"SecurityLevel","value":"AjUfbU7fcmJ9ahnATTBBemZ2fau3JMwZtl4s3Acf4Qc="},{"name":"Date","value":"K4geRmFf+nsFl9mS8VE55Q=="},{"name":"SlideNumber","value":"/qSOYQOhULkeur4k+TWcKw=="},{"name":"Copyright","value":"/qSOYQOhULkeur4k+TWcKw=="},{"name":"Logo","value":"/qSOYQOhULkeur4k+TWcKw=="}]}]]></TemplafyFormConfiguration>
</file>

<file path=customXml/item18.xml><?xml version="1.0" encoding="utf-8"?>
<TemplafySlideTemplateConfiguration><![CDATA[{"slideVersion":1,"isValidatorEnabled":false,"isLocked":false,"elementsMetadata":[],"slideId":"638061103097864556","enableDocumentContentUpdater":false,"version":"2.0"}]]></TemplafySlideTemplateConfiguration>
</file>

<file path=customXml/item19.xml><?xml version="1.0" encoding="utf-8"?>
<TemplafySlideFormConfiguration><![CDATA[{"formFields":[],"formDataEntries":[]}]]></TemplafySlideFormConfiguration>
</file>

<file path=customXml/item20.xml><?xml version="1.0" encoding="utf-8"?>
<TemplafySlideTemplateConfiguration><![CDATA[{"slideVersion":1,"isValidatorEnabled":false,"isLocked":false,"elementsMetadata":[],"slideId":"637782813341950943","enableDocumentContentUpdater":false,"version":"2.0"}]]></TemplafySlideTemplateConfiguration>
</file>

<file path=customXml/item21.xml><?xml version="1.0" encoding="utf-8"?>
<TemplafySlideFormConfiguration><![CDATA[{"formFields":[],"formDataEntries":[]}]]></TemplafySlideFormConfiguration>
</file>

<file path=customXml/item22.xml><?xml version="1.0" encoding="utf-8"?>
<p:properties xmlns:p="http://schemas.microsoft.com/office/2006/metadata/properties" xmlns:xsi="http://www.w3.org/2001/XMLSchema-instance" xmlns:pc="http://schemas.microsoft.com/office/infopath/2007/PartnerControls">
  <documentManagement>
    <TaxCatchAll xmlns="71d29222-2c5f-45ad-9aa5-4c2d15fddbe9" xsi:nil="true"/>
    <Division xmlns="a87f1d93-2445-4bf7-b171-a8346a1a342a">Enter Choice #1</Division>
    <lcf76f155ced4ddcb4097134ff3c332f xmlns="a87f1d93-2445-4bf7-b171-a8346a1a342a">
      <Terms xmlns="http://schemas.microsoft.com/office/infopath/2007/PartnerControls"/>
    </lcf76f155ced4ddcb4097134ff3c332f>
    <Divisions xmlns="a87f1d93-2445-4bf7-b171-a8346a1a342a">Enter Choice #1</Divisions>
    <gghhghg xmlns="a87f1d93-2445-4bf7-b171-a8346a1a342a" xsi:nil="true"/>
    <Notes xmlns="a87f1d93-2445-4bf7-b171-a8346a1a342a" xsi:nil="true"/>
  </documentManagement>
</p:properties>
</file>

<file path=customXml/item23.xml><?xml version="1.0" encoding="utf-8"?>
<TemplafySlideFormConfiguration><![CDATA[{"formFields":[],"formDataEntries":[]}]]></TemplafySlideFormConfiguration>
</file>

<file path=customXml/item24.xml><?xml version="1.0" encoding="utf-8"?>
<TemplafySlideTemplateConfiguration><![CDATA[{"slideVersion":1,"isValidatorEnabled":false,"isLocked":false,"elementsMetadata":[],"slideId":"638061103097864556","enableDocumentContentUpdater":false,"version":"2.0"}]]></TemplafySlideTemplateConfiguration>
</file>

<file path=customXml/item25.xml><?xml version="1.0" encoding="utf-8"?>
<TemplafySlideFormConfiguration><![CDATA[{"formFields":[],"formDataEntries":[]}]]></TemplafySlideFormConfiguration>
</file>

<file path=customXml/item26.xml><?xml version="1.0" encoding="utf-8"?>
<TemplafySlideFormConfiguration><![CDATA[{"formFields":[],"formDataEntries":[]}]]></TemplafySlideFormConfiguration>
</file>

<file path=customXml/item27.xml><?xml version="1.0" encoding="utf-8"?>
<TemplafySlideFormConfiguration><![CDATA[{"formFields":[],"formDataEntries":[]}]]></TemplafySlideFormConfiguration>
</file>

<file path=customXml/item28.xml><?xml version="1.0" encoding="utf-8"?>
<ct:contentTypeSchema xmlns:ct="http://schemas.microsoft.com/office/2006/metadata/contentType" xmlns:ma="http://schemas.microsoft.com/office/2006/metadata/properties/metaAttributes" ct:_="" ma:_="" ma:contentTypeName="Document" ma:contentTypeID="0x010100F6317BA768B90D4987631B7F73071E72" ma:contentTypeVersion="37" ma:contentTypeDescription="Create a new document." ma:contentTypeScope="" ma:versionID="d105f65b0d6a7b17afbb62b37fb94a73">
  <xsd:schema xmlns:xsd="http://www.w3.org/2001/XMLSchema" xmlns:xs="http://www.w3.org/2001/XMLSchema" xmlns:p="http://schemas.microsoft.com/office/2006/metadata/properties" xmlns:ns2="a87f1d93-2445-4bf7-b171-a8346a1a342a" xmlns:ns3="bcbc62f6-a1ea-4431-92b3-23bb94a593c4" xmlns:ns4="71d29222-2c5f-45ad-9aa5-4c2d15fddbe9" targetNamespace="http://schemas.microsoft.com/office/2006/metadata/properties" ma:root="true" ma:fieldsID="548073faf148e38763a3a655b663d1fe" ns2:_="" ns3:_="" ns4:_="">
    <xsd:import namespace="a87f1d93-2445-4bf7-b171-a8346a1a342a"/>
    <xsd:import namespace="bcbc62f6-a1ea-4431-92b3-23bb94a593c4"/>
    <xsd:import namespace="71d29222-2c5f-45ad-9aa5-4c2d15fddb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LengthInSeconds" minOccurs="0"/>
                <xsd:element ref="ns2:lcf76f155ced4ddcb4097134ff3c332f" minOccurs="0"/>
                <xsd:element ref="ns4:TaxCatchAll" minOccurs="0"/>
                <xsd:element ref="ns2:Division" minOccurs="0"/>
                <xsd:element ref="ns2:gghhghg" minOccurs="0"/>
                <xsd:element ref="ns2:Divisions" minOccurs="0"/>
                <xsd:element ref="ns2:MediaServiceLocation" minOccurs="0"/>
                <xsd:element ref="ns2:MediaServiceObjectDetectorVersions" minOccurs="0"/>
                <xsd:element ref="ns2:MediaServiceSearchProperties" minOccurs="0"/>
                <xsd:element ref="ns2:MediaServiceBillingMetadata"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7f1d93-2445-4bf7-b171-a8346a1a34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3e722c5-bebe-4801-a6ac-67aa35eba088" ma:termSetId="09814cd3-568e-fe90-9814-8d621ff8fb84" ma:anchorId="fba54fb3-c3e1-fe81-a776-ca4b69148c4d" ma:open="true" ma:isKeyword="false">
      <xsd:complexType>
        <xsd:sequence>
          <xsd:element ref="pc:Terms" minOccurs="0" maxOccurs="1"/>
        </xsd:sequence>
      </xsd:complexType>
    </xsd:element>
    <xsd:element name="Division" ma:index="23" nillable="true" ma:displayName="Division" ma:default="Enter Choice #1" ma:format="Dropdown" ma:internalName="Division">
      <xsd:simpleType>
        <xsd:restriction base="dms:Choice">
          <xsd:enumeration value="Enter Choice #1"/>
          <xsd:enumeration value="Enter Choice #2"/>
          <xsd:enumeration value="Enter Choice #3"/>
        </xsd:restriction>
      </xsd:simpleType>
    </xsd:element>
    <xsd:element name="gghhghg" ma:index="24" nillable="true" ma:displayName="gghhghg" ma:format="Dropdown" ma:internalName="gghhghg">
      <xsd:simpleType>
        <xsd:restriction base="dms:Choice">
          <xsd:enumeration value="Choice 1"/>
          <xsd:enumeration value="Choice 2"/>
          <xsd:enumeration value="Choice 3"/>
        </xsd:restriction>
      </xsd:simpleType>
    </xsd:element>
    <xsd:element name="Divisions" ma:index="25" nillable="true" ma:displayName="Divisions" ma:default="Enter Choice #1" ma:format="Dropdown" ma:internalName="Divisions">
      <xsd:simpleType>
        <xsd:restriction base="dms:Choice">
          <xsd:enumeration value="Enter Choice #1"/>
          <xsd:enumeration value="Enter Choice #2"/>
          <xsd:enumeration value="Enter Choice #3"/>
        </xsd:restriction>
      </xsd:simpleType>
    </xsd:element>
    <xsd:element name="MediaServiceLocation" ma:index="27" nillable="true" ma:displayName="Location" ma:indexed="true" ma:internalName="MediaServiceLocation" ma:readOnly="true">
      <xsd:simpleType>
        <xsd:restriction base="dms:Text"/>
      </xsd:simple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Notes" ma:index="31" nillable="true" ma:displayName="Notes"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cbc62f6-a1ea-4431-92b3-23bb94a593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1d29222-2c5f-45ad-9aa5-4c2d15fddbe9"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1d44c3a5-7e32-45a2-9285-4b8959fb1824}" ma:internalName="TaxCatchAll" ma:showField="CatchAllData" ma:web="bcbc62f6-a1ea-4431-92b3-23bb94a593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9.xml><?xml version="1.0" encoding="utf-8"?>
<TemplafySlideFormConfiguration><![CDATA[{"formFields":[],"formDataEntries":[]}]]></TemplafySlideFormConfiguration>
</file>

<file path=customXml/item30.xml><?xml version="1.0" encoding="utf-8"?>
<TemplafySlideFormConfiguration><![CDATA[{"formFields":[],"formDataEntries":[]}]]></TemplafySlideFormConfiguration>
</file>

<file path=customXml/itemProps1.xml><?xml version="1.0" encoding="utf-8"?>
<ds:datastoreItem xmlns:ds="http://schemas.openxmlformats.org/officeDocument/2006/customXml" ds:itemID="{D8248455-6D49-4024-88A1-8A3D8DFE56D9}">
  <ds:schemaRefs/>
</ds:datastoreItem>
</file>

<file path=customXml/itemProps2.xml><?xml version="1.0" encoding="utf-8"?>
<ds:datastoreItem xmlns:ds="http://schemas.openxmlformats.org/officeDocument/2006/customXml" ds:itemID="{11BE8B05-3798-4B30-8813-7EEABB967E8F}">
  <ds:schemaRefs/>
</ds:datastoreItem>
</file>

<file path=customXml/itemProps3.xml><?xml version="1.0" encoding="utf-8"?>
<ds:datastoreItem xmlns:ds="http://schemas.openxmlformats.org/officeDocument/2006/customXml" ds:itemID="{E296156F-3DB4-48ED-BF14-FAC9F0C4F584}">
  <ds:schemaRefs>
    <ds:schemaRef ds:uri="http://schemas.microsoft.com/sharepoint/v3/contenttype/forms"/>
  </ds:schemaRefs>
</ds:datastoreItem>
</file>

<file path=customXml/itemProps4.xml><?xml version="1.0" encoding="utf-8"?>
<ds:datastoreItem xmlns:ds="http://schemas.openxmlformats.org/officeDocument/2006/customXml" ds:itemID="{2A5790F5-3198-47F8-8BCF-13D61D127D35}">
  <ds:schemaRefs/>
</ds:datastoreItem>
</file>

<file path=customXml/itemProps5.xml><?xml version="1.0" encoding="utf-8"?>
<ds:datastoreItem xmlns:ds="http://schemas.openxmlformats.org/officeDocument/2006/customXml" ds:itemID="{3701DADA-2F68-45DF-8F02-C8ED25A02974}">
  <ds:schemaRefs/>
</ds:datastoreItem>
</file>

<file path=customXml/itemProps6.xml><?xml version="1.0" encoding="utf-8"?>
<ds:datastoreItem xmlns:ds="http://schemas.openxmlformats.org/officeDocument/2006/customXml" ds:itemID="{9586FCBE-5445-4865-8A22-4B8267C8C4CE}">
  <ds:schemaRefs/>
</ds:datastoreItem>
</file>

<file path=customXml/itemProps7.xml><?xml version="1.0" encoding="utf-8"?>
<ds:datastoreItem xmlns:ds="http://schemas.openxmlformats.org/officeDocument/2006/customXml" ds:itemID="{B28E1630-D6B8-4A8F-B555-8AEAA27B583F}">
  <ds:schemaRefs/>
</ds:datastoreItem>
</file>

<file path=customXml/itemProps8.xml><?xml version="1.0" encoding="utf-8"?>
<ds:datastoreItem xmlns:ds="http://schemas.openxmlformats.org/officeDocument/2006/customXml" ds:itemID="{D2280EEE-F7B5-4B82-8B3F-6C5291CE43BF}">
  <ds:schemaRefs/>
</ds:datastoreItem>
</file>

<file path=customXml/itemProps9.xml><?xml version="1.0" encoding="utf-8"?>
<ds:datastoreItem xmlns:ds="http://schemas.openxmlformats.org/officeDocument/2006/customXml" ds:itemID="{13F23756-B7B7-49D8-9FE0-CE7FEDA0036D}">
  <ds:schemaRefs/>
</ds:datastoreItem>
</file>

<file path=customXml/itemProps10.xml><?xml version="1.0" encoding="utf-8"?>
<ds:datastoreItem xmlns:ds="http://schemas.openxmlformats.org/officeDocument/2006/customXml" ds:itemID="{85C82F9E-E0A1-4294-BC8B-117A3BE174DA}">
  <ds:schemaRefs/>
</ds:datastoreItem>
</file>

<file path=customXml/itemProps11.xml><?xml version="1.0" encoding="utf-8"?>
<ds:datastoreItem xmlns:ds="http://schemas.openxmlformats.org/officeDocument/2006/customXml" ds:itemID="{ABD7EF13-6B06-420F-83A0-06A5786121F8}">
  <ds:schemaRefs/>
</ds:datastoreItem>
</file>

<file path=customXml/itemProps12.xml><?xml version="1.0" encoding="utf-8"?>
<ds:datastoreItem xmlns:ds="http://schemas.openxmlformats.org/officeDocument/2006/customXml" ds:itemID="{E52DF83E-E1D1-480D-95C1-387521DE3315}">
  <ds:schemaRefs/>
</ds:datastoreItem>
</file>

<file path=customXml/itemProps13.xml><?xml version="1.0" encoding="utf-8"?>
<ds:datastoreItem xmlns:ds="http://schemas.openxmlformats.org/officeDocument/2006/customXml" ds:itemID="{E62E262C-5366-4FB3-AB0B-B4EA52F97804}">
  <ds:schemaRefs/>
</ds:datastoreItem>
</file>

<file path=customXml/itemProps14.xml><?xml version="1.0" encoding="utf-8"?>
<ds:datastoreItem xmlns:ds="http://schemas.openxmlformats.org/officeDocument/2006/customXml" ds:itemID="{598055A4-BA10-456D-B5B9-7D0C56BFB499}">
  <ds:schemaRefs/>
</ds:datastoreItem>
</file>

<file path=customXml/itemProps15.xml><?xml version="1.0" encoding="utf-8"?>
<ds:datastoreItem xmlns:ds="http://schemas.openxmlformats.org/officeDocument/2006/customXml" ds:itemID="{30FF4A97-1691-41B6-A097-477FECBDEDC6}">
  <ds:schemaRefs/>
</ds:datastoreItem>
</file>

<file path=customXml/itemProps16.xml><?xml version="1.0" encoding="utf-8"?>
<ds:datastoreItem xmlns:ds="http://schemas.openxmlformats.org/officeDocument/2006/customXml" ds:itemID="{EDDA2DD5-5626-44A2-84C8-0EEC4C5C5E62}">
  <ds:schemaRefs/>
</ds:datastoreItem>
</file>

<file path=customXml/itemProps17.xml><?xml version="1.0" encoding="utf-8"?>
<ds:datastoreItem xmlns:ds="http://schemas.openxmlformats.org/officeDocument/2006/customXml" ds:itemID="{88746BAB-2507-4F3A-B16E-ED38367EE530}">
  <ds:schemaRefs/>
</ds:datastoreItem>
</file>

<file path=customXml/itemProps18.xml><?xml version="1.0" encoding="utf-8"?>
<ds:datastoreItem xmlns:ds="http://schemas.openxmlformats.org/officeDocument/2006/customXml" ds:itemID="{408B9C38-403D-4FF1-86B6-70DB0FF849FF}">
  <ds:schemaRefs/>
</ds:datastoreItem>
</file>

<file path=customXml/itemProps19.xml><?xml version="1.0" encoding="utf-8"?>
<ds:datastoreItem xmlns:ds="http://schemas.openxmlformats.org/officeDocument/2006/customXml" ds:itemID="{8BF0BE4A-F31F-4BC6-86C4-3D8C2FAA9C81}">
  <ds:schemaRefs/>
</ds:datastoreItem>
</file>

<file path=customXml/itemProps20.xml><?xml version="1.0" encoding="utf-8"?>
<ds:datastoreItem xmlns:ds="http://schemas.openxmlformats.org/officeDocument/2006/customXml" ds:itemID="{951CA982-825C-4715-95BF-9ED85BD16BAC}">
  <ds:schemaRefs/>
</ds:datastoreItem>
</file>

<file path=customXml/itemProps21.xml><?xml version="1.0" encoding="utf-8"?>
<ds:datastoreItem xmlns:ds="http://schemas.openxmlformats.org/officeDocument/2006/customXml" ds:itemID="{B9830ECB-49CB-41CA-B3BE-149312E50D96}">
  <ds:schemaRefs/>
</ds:datastoreItem>
</file>

<file path=customXml/itemProps22.xml><?xml version="1.0" encoding="utf-8"?>
<ds:datastoreItem xmlns:ds="http://schemas.openxmlformats.org/officeDocument/2006/customXml" ds:itemID="{621C8019-E66E-4367-8364-3498E6844888}">
  <ds:schemaRefs>
    <ds:schemaRef ds:uri="http://purl.org/dc/dcmitype/"/>
    <ds:schemaRef ds:uri="http://www.w3.org/XML/1998/namespace"/>
    <ds:schemaRef ds:uri="bcbc62f6-a1ea-4431-92b3-23bb94a593c4"/>
    <ds:schemaRef ds:uri="http://schemas.microsoft.com/office/2006/metadata/properties"/>
    <ds:schemaRef ds:uri="http://schemas.microsoft.com/office/2006/documentManagement/types"/>
    <ds:schemaRef ds:uri="http://schemas.openxmlformats.org/package/2006/metadata/core-properties"/>
    <ds:schemaRef ds:uri="http://purl.org/dc/elements/1.1/"/>
    <ds:schemaRef ds:uri="http://schemas.microsoft.com/office/infopath/2007/PartnerControls"/>
    <ds:schemaRef ds:uri="71d29222-2c5f-45ad-9aa5-4c2d15fddbe9"/>
    <ds:schemaRef ds:uri="a87f1d93-2445-4bf7-b171-a8346a1a342a"/>
    <ds:schemaRef ds:uri="http://purl.org/dc/terms/"/>
  </ds:schemaRefs>
</ds:datastoreItem>
</file>

<file path=customXml/itemProps23.xml><?xml version="1.0" encoding="utf-8"?>
<ds:datastoreItem xmlns:ds="http://schemas.openxmlformats.org/officeDocument/2006/customXml" ds:itemID="{0EAAFDDA-3DBC-42FA-9C0F-839AB15C381B}">
  <ds:schemaRefs/>
</ds:datastoreItem>
</file>

<file path=customXml/itemProps24.xml><?xml version="1.0" encoding="utf-8"?>
<ds:datastoreItem xmlns:ds="http://schemas.openxmlformats.org/officeDocument/2006/customXml" ds:itemID="{5C692165-3D21-40A8-9175-1C05654775EF}">
  <ds:schemaRefs/>
</ds:datastoreItem>
</file>

<file path=customXml/itemProps25.xml><?xml version="1.0" encoding="utf-8"?>
<ds:datastoreItem xmlns:ds="http://schemas.openxmlformats.org/officeDocument/2006/customXml" ds:itemID="{4325A776-12AE-4A80-AD12-FB4946BFABD2}">
  <ds:schemaRefs/>
</ds:datastoreItem>
</file>

<file path=customXml/itemProps26.xml><?xml version="1.0" encoding="utf-8"?>
<ds:datastoreItem xmlns:ds="http://schemas.openxmlformats.org/officeDocument/2006/customXml" ds:itemID="{E0E8E5B5-C281-427C-AD4E-0B85BB5F1F95}">
  <ds:schemaRefs/>
</ds:datastoreItem>
</file>

<file path=customXml/itemProps27.xml><?xml version="1.0" encoding="utf-8"?>
<ds:datastoreItem xmlns:ds="http://schemas.openxmlformats.org/officeDocument/2006/customXml" ds:itemID="{843C1489-BBAA-48EF-BB13-CA961E7CA33A}">
  <ds:schemaRefs/>
</ds:datastoreItem>
</file>

<file path=customXml/itemProps28.xml><?xml version="1.0" encoding="utf-8"?>
<ds:datastoreItem xmlns:ds="http://schemas.openxmlformats.org/officeDocument/2006/customXml" ds:itemID="{996628A1-2872-45F9-9D4A-DA6EC964CF80}">
  <ds:schemaRefs>
    <ds:schemaRef ds:uri="71d29222-2c5f-45ad-9aa5-4c2d15fddbe9"/>
    <ds:schemaRef ds:uri="a87f1d93-2445-4bf7-b171-a8346a1a342a"/>
    <ds:schemaRef ds:uri="bcbc62f6-a1ea-4431-92b3-23bb94a593c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9.xml><?xml version="1.0" encoding="utf-8"?>
<ds:datastoreItem xmlns:ds="http://schemas.openxmlformats.org/officeDocument/2006/customXml" ds:itemID="{C47B210A-9BC0-4820-8B12-301162351F8C}">
  <ds:schemaRefs/>
</ds:datastoreItem>
</file>

<file path=customXml/itemProps30.xml><?xml version="1.0" encoding="utf-8"?>
<ds:datastoreItem xmlns:ds="http://schemas.openxmlformats.org/officeDocument/2006/customXml" ds:itemID="{5FDF5250-0187-4542-A928-630549D01C91}">
  <ds:schemaRefs/>
</ds:datastoreItem>
</file>

<file path=docMetadata/LabelInfo.xml><?xml version="1.0" encoding="utf-8"?>
<clbl:labelList xmlns:clbl="http://schemas.microsoft.com/office/2020/mipLabelMetadata">
  <clbl:label id="{d792d246-d363-40e2-82bc-6f0655128b68}" enabled="1" method="Standard" siteId="{372ee9e0-9ce0-4033-a64a-c07073a91ecd}" removed="0"/>
</clbl:labelList>
</file>

<file path=docProps/app.xml><?xml version="1.0" encoding="utf-8"?>
<Properties xmlns="http://schemas.openxmlformats.org/officeDocument/2006/extended-properties" xmlns:vt="http://schemas.openxmlformats.org/officeDocument/2006/docPropsVTypes">
  <Template>ABB PPT Template Templafy 2021120</Template>
  <TotalTime>0</TotalTime>
  <Words>3564</Words>
  <Application>Microsoft Office PowerPoint</Application>
  <PresentationFormat>Widescreen</PresentationFormat>
  <Paragraphs>497</Paragraphs>
  <Slides>33</Slides>
  <Notes>16</Notes>
  <HiddenSlides>0</HiddenSlides>
  <MMClips>0</MMClips>
  <ScaleCrop>false</ScaleCrop>
  <HeadingPairs>
    <vt:vector size="8" baseType="variant">
      <vt:variant>
        <vt:lpstr>Fonts Used</vt:lpstr>
      </vt:variant>
      <vt:variant>
        <vt:i4>6</vt:i4>
      </vt:variant>
      <vt:variant>
        <vt:lpstr>Theme</vt:lpstr>
      </vt:variant>
      <vt:variant>
        <vt:i4>4</vt:i4>
      </vt:variant>
      <vt:variant>
        <vt:lpstr>Embedded OLE Servers</vt:lpstr>
      </vt:variant>
      <vt:variant>
        <vt:i4>1</vt:i4>
      </vt:variant>
      <vt:variant>
        <vt:lpstr>Slide Titles</vt:lpstr>
      </vt:variant>
      <vt:variant>
        <vt:i4>33</vt:i4>
      </vt:variant>
    </vt:vector>
  </HeadingPairs>
  <TitlesOfParts>
    <vt:vector size="44" baseType="lpstr">
      <vt:lpstr>ABBvoice</vt:lpstr>
      <vt:lpstr>ABBvoice Display SemiBold</vt:lpstr>
      <vt:lpstr>ABBvoice Light</vt:lpstr>
      <vt:lpstr>ABBvoiceOffice</vt:lpstr>
      <vt:lpstr>Arial</vt:lpstr>
      <vt:lpstr>Calibri</vt:lpstr>
      <vt:lpstr>ABB Master</vt:lpstr>
      <vt:lpstr>1_ABB Master</vt:lpstr>
      <vt:lpstr>4_ABB Master</vt:lpstr>
      <vt:lpstr>2_ABB Master</vt:lpstr>
      <vt:lpstr>think-cell Slide</vt:lpstr>
      <vt:lpstr>PowerPoint Presentation</vt:lpstr>
      <vt:lpstr>Navigator</vt:lpstr>
      <vt:lpstr>PowerPoint Presentation</vt:lpstr>
      <vt:lpstr>PowerPoint Presentation</vt:lpstr>
      <vt:lpstr>PowerPoint Presentation</vt:lpstr>
      <vt:lpstr>PowerPoint Presentation</vt:lpstr>
      <vt:lpstr>PowerPoint Presentation</vt:lpstr>
      <vt:lpstr>PowerPoint Presentation</vt:lpstr>
      <vt:lpstr>Energy efficiency and TCO – what it means to you</vt:lpstr>
      <vt:lpstr>The Top Industrial Efficiency option in numbers</vt:lpstr>
      <vt:lpstr>Decarbonizing industry</vt:lpstr>
      <vt:lpstr>Technology leadership &amp;  industry expertise</vt:lpstr>
      <vt:lpstr>Motion High Power Portfolio for reliability and performance </vt:lpstr>
      <vt:lpstr>PowerPoint Presentation</vt:lpstr>
      <vt:lpstr>What are Variable Speed Drive Systems? </vt:lpstr>
      <vt:lpstr>Optimized Variable Speed Drive Systems </vt:lpstr>
      <vt:lpstr>Value proposition proof points per segment</vt:lpstr>
      <vt:lpstr>PowerPoint Presentation</vt:lpstr>
      <vt:lpstr>LSUs vs TECs – The difference</vt:lpstr>
      <vt:lpstr>PowerPoint Presentation</vt:lpstr>
      <vt:lpstr>Delivering trust through proven execution and strong collaboration</vt:lpstr>
      <vt:lpstr>Sustainable solutions for the energy supply of the future</vt:lpstr>
      <vt:lpstr>Efficient integration and complex constraint management in a 60MW pump storage power plant</vt:lpstr>
      <vt:lpstr>Increasing power and decreasing energy consumption in metal shredding system application</vt:lpstr>
      <vt:lpstr>Optimized VSDs for a new Magnetite Mine</vt:lpstr>
      <vt:lpstr>Rolling out electric powertrain system for ArcelorMittal Nippon Steel’s  new steel mill in Hazira, India</vt:lpstr>
      <vt:lpstr>Advancing district heating with high-speed heat pump solutions</vt:lpstr>
      <vt:lpstr>Turning all stones for a successful gas turbine to electrical motor conversion</vt:lpstr>
      <vt:lpstr>ABB's electric high-power supply to plasma torches enabling  carbon-neutral industrial heat at very high temperatures</vt:lpstr>
      <vt:lpstr>World’s largest mobile grid simulator will help drive transition  to renewable energy</vt:lpstr>
      <vt:lpstr>PowerPoint Presentation</vt:lpstr>
      <vt:lpstr>PowerPoint Presentation</vt:lpstr>
      <vt:lpstr>PowerPoint Presentation</vt:lpstr>
    </vt:vector>
  </TitlesOfParts>
  <Company>ABB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ABB</dc:creator>
  <cp:lastModifiedBy>Evdokia Kouidou</cp:lastModifiedBy>
  <cp:revision>3</cp:revision>
  <dcterms:created xsi:type="dcterms:W3CDTF">2023-09-21T09:04:47Z</dcterms:created>
  <dcterms:modified xsi:type="dcterms:W3CDTF">2026-01-21T17:38:28Z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0x010100F6317BA768B90D4987631B7F73071E72</vt:lpwstr>
  </property>
  <property fmtid="{D5CDD505-2E9C-101B-9397-08002B2CF9AE}" pid="3" name="TemplafyTimeStamp">
    <vt:lpwstr>2023-05-19T12:36:29</vt:lpwstr>
  </property>
  <property fmtid="{D5CDD505-2E9C-101B-9397-08002B2CF9AE}" pid="4" name="TemplafyTenantId">
    <vt:lpwstr>abb</vt:lpwstr>
  </property>
  <property fmtid="{D5CDD505-2E9C-101B-9397-08002B2CF9AE}" pid="5" name="TemplafyTemplateId">
    <vt:lpwstr>638173391109665999</vt:lpwstr>
  </property>
  <property fmtid="{D5CDD505-2E9C-101B-9397-08002B2CF9AE}" pid="6" name="TemplafyUserProfileId">
    <vt:lpwstr>637834639433967993</vt:lpwstr>
  </property>
  <property fmtid="{D5CDD505-2E9C-101B-9397-08002B2CF9AE}" pid="7" name="TemplafyLanguageCode">
    <vt:lpwstr>en-US</vt:lpwstr>
  </property>
  <property fmtid="{D5CDD505-2E9C-101B-9397-08002B2CF9AE}" pid="8" name="BrandName">
    <vt:lpwstr>ABB</vt:lpwstr>
  </property>
  <property fmtid="{D5CDD505-2E9C-101B-9397-08002B2CF9AE}" pid="9" name="hideDate">
    <vt:lpwstr>False</vt:lpwstr>
  </property>
  <property fmtid="{D5CDD505-2E9C-101B-9397-08002B2CF9AE}" pid="10" name="hideSlideNumber">
    <vt:lpwstr>True</vt:lpwstr>
  </property>
  <property fmtid="{D5CDD505-2E9C-101B-9397-08002B2CF9AE}" pid="11" name="hideCopyright">
    <vt:lpwstr>True</vt:lpwstr>
  </property>
  <property fmtid="{D5CDD505-2E9C-101B-9397-08002B2CF9AE}" pid="12" name="hideLogo">
    <vt:lpwstr>True</vt:lpwstr>
  </property>
  <property fmtid="{D5CDD505-2E9C-101B-9397-08002B2CF9AE}" pid="13" name="TemplafyFromBlank">
    <vt:bool>false</vt:bool>
  </property>
  <property fmtid="{D5CDD505-2E9C-101B-9397-08002B2CF9AE}" pid="14" name="MediaServiceImageTags">
    <vt:lpwstr/>
  </property>
</Properties>
</file>